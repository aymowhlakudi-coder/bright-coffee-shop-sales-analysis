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</p:sldMasterIdLst>
  <p:notesMasterIdLst>
    <p:notesMasterId r:id="rId13"/>
  </p:notesMasterIdLst>
  <p:sldIdLst>
    <p:sldId id="256" r:id="rId2"/>
    <p:sldId id="258" r:id="rId3"/>
    <p:sldId id="262" r:id="rId4"/>
    <p:sldId id="327" r:id="rId5"/>
    <p:sldId id="277" r:id="rId6"/>
    <p:sldId id="325" r:id="rId7"/>
    <p:sldId id="279" r:id="rId8"/>
    <p:sldId id="280" r:id="rId9"/>
    <p:sldId id="287" r:id="rId10"/>
    <p:sldId id="326" r:id="rId11"/>
    <p:sldId id="329" r:id="rId12"/>
  </p:sldIdLst>
  <p:sldSz cx="9144000" cy="5143500" type="screen16x9"/>
  <p:notesSz cx="6858000" cy="9144000"/>
  <p:embeddedFontLst>
    <p:embeddedFont>
      <p:font typeface="Bahnschrift Light Condensed" panose="020B0502040204020203" pitchFamily="34" charset="0"/>
      <p:regular r:id="rId14"/>
    </p:embeddedFont>
    <p:embeddedFont>
      <p:font typeface="Berkshire Swash" panose="020B0604020202020204" charset="0"/>
      <p:regular r:id="rId15"/>
    </p:embeddedFont>
    <p:embeddedFont>
      <p:font typeface="Open Sans" panose="020B060603050402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B40EABA-6AF4-47EC-865A-005B394F4326}">
  <a:tblStyle styleId="{EB40EABA-6AF4-47EC-865A-005B394F432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BELO\Downloads\CaeStudy1_2025-11-06-1210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BELO\Downloads\CaeStudy1_2025-11-06-1210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BELO\Downloads\CaeStudy1_2025-11-06-1210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BELO\Downloads\CaeStudy1_2025-11-06-1210.csv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BELO\Downloads\CaeStudy1_2025-11-06-1210.csv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BELO\Downloads\CaeStudy1_2025-11-06-1210.csv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[CaeStudy1_2025-11-06-1210.csv]Sheet3!PivotTable9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Product Category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ZA"/>
        </a:p>
      </c:txPr>
    </c:title>
    <c:autoTitleDeleted val="0"/>
    <c:pivotFmts>
      <c:pivotFmt>
        <c:idx val="0"/>
        <c:spPr>
          <a:noFill/>
          <a:ln w="9525" cap="flat" cmpd="sng" algn="ctr">
            <a:solidFill>
              <a:schemeClr val="accent2"/>
            </a:solidFill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noFill/>
          <a:ln w="9525" cap="flat" cmpd="sng" algn="ctr">
            <a:solidFill>
              <a:schemeClr val="accent2"/>
            </a:solidFill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noFill/>
          <a:ln w="9525" cap="flat" cmpd="sng" algn="ctr">
            <a:solidFill>
              <a:schemeClr val="accent2"/>
            </a:solidFill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Sheet3!$B$77</c:f>
              <c:strCache>
                <c:ptCount val="1"/>
                <c:pt idx="0">
                  <c:v>Total</c:v>
                </c:pt>
              </c:strCache>
            </c:strRef>
          </c:tx>
          <c:spPr>
            <a:noFill/>
            <a:ln w="9525" cap="flat" cmpd="sng" algn="ctr">
              <a:solidFill>
                <a:schemeClr val="accent2"/>
              </a:solidFill>
              <a:miter lim="800000"/>
            </a:ln>
            <a:effectLst>
              <a:glow rad="63500">
                <a:schemeClr val="accent2">
                  <a:satMod val="175000"/>
                  <a:alpha val="25000"/>
                </a:schemeClr>
              </a:glow>
            </a:effectLst>
          </c:spPr>
          <c:invertIfNegative val="0"/>
          <c:cat>
            <c:strRef>
              <c:f>Sheet3!$A$78:$A$87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Sheet3!$B$78:$B$87</c:f>
              <c:numCache>
                <c:formatCode>_("R"* #,##0.00_);_("R"* \(#,##0.00\);_("R"* "-"??_);_(@_)</c:formatCode>
                <c:ptCount val="9"/>
                <c:pt idx="0">
                  <c:v>82315.640000000101</c:v>
                </c:pt>
                <c:pt idx="1">
                  <c:v>13607</c:v>
                </c:pt>
                <c:pt idx="2">
                  <c:v>269952.45000001177</c:v>
                </c:pt>
                <c:pt idx="3">
                  <c:v>40085.249999999964</c:v>
                </c:pt>
                <c:pt idx="4">
                  <c:v>72416</c:v>
                </c:pt>
                <c:pt idx="5">
                  <c:v>8408.8000000003885</c:v>
                </c:pt>
                <c:pt idx="6">
                  <c:v>11213.600000000071</c:v>
                </c:pt>
                <c:pt idx="7">
                  <c:v>4407.6399999999912</c:v>
                </c:pt>
                <c:pt idx="8">
                  <c:v>196405.95000000522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3D-4167-B0AE-0501863EA8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15"/>
        <c:overlap val="-40"/>
        <c:axId val="891792976"/>
        <c:axId val="891791896"/>
      </c:barChart>
      <c:catAx>
        <c:axId val="891792976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1791896"/>
        <c:crosses val="autoZero"/>
        <c:auto val="1"/>
        <c:lblAlgn val="ctr"/>
        <c:lblOffset val="100"/>
        <c:noMultiLvlLbl val="0"/>
      </c:catAx>
      <c:valAx>
        <c:axId val="891791896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_(&quot;R&quot;* #,##0.00_);_(&quot;R&quot;* \(#,##0.00\);_(&quot;R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17929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[CaeStudy1_2025-11-06-1210.csv]Sheet3!PivotTable3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ZA"/>
              <a:t>Montly</a:t>
            </a:r>
            <a:r>
              <a:rPr lang="en-ZA" baseline="0"/>
              <a:t> Revenue by StoreLocation </a:t>
            </a:r>
            <a:endParaRPr lang="en-ZA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ZA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Sheet3!$B$3:$B$4</c:f>
              <c:strCache>
                <c:ptCount val="1"/>
                <c:pt idx="0">
                  <c:v>Astoria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Sheet3!$A$5:$A$11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Sheet3!$B$5:$B$11</c:f>
              <c:numCache>
                <c:formatCode>_("R"* #,##0.00_);_("R"* \(#,##0.00\);_("R"* "-"??_);_(@_)</c:formatCode>
                <c:ptCount val="6"/>
                <c:pt idx="0">
                  <c:v>27313.660000000062</c:v>
                </c:pt>
                <c:pt idx="1">
                  <c:v>25105.340000000044</c:v>
                </c:pt>
                <c:pt idx="2">
                  <c:v>32835.430000000029</c:v>
                </c:pt>
                <c:pt idx="3">
                  <c:v>39477.609999999921</c:v>
                </c:pt>
                <c:pt idx="4">
                  <c:v>52428.759999999711</c:v>
                </c:pt>
                <c:pt idx="5">
                  <c:v>55083.109999999775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F4-4403-8A23-3E12A22B6B14}"/>
            </c:ext>
          </c:extLst>
        </c:ser>
        <c:ser>
          <c:idx val="1"/>
          <c:order val="1"/>
          <c:tx>
            <c:strRef>
              <c:f>Sheet3!$C$3:$C$4</c:f>
              <c:strCache>
                <c:ptCount val="1"/>
                <c:pt idx="0">
                  <c:v>Hell's Kitchen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Sheet3!$A$5:$A$11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Sheet3!$C$5:$C$11</c:f>
              <c:numCache>
                <c:formatCode>_("R"* #,##0.00_);_("R"* \(#,##0.00\);_("R"* "-"??_);_(@_)</c:formatCode>
                <c:ptCount val="6"/>
                <c:pt idx="0">
                  <c:v>27820.649999999983</c:v>
                </c:pt>
                <c:pt idx="1">
                  <c:v>25719.799999999996</c:v>
                </c:pt>
                <c:pt idx="2">
                  <c:v>33110.570000000007</c:v>
                </c:pt>
                <c:pt idx="3">
                  <c:v>40304.139999999905</c:v>
                </c:pt>
                <c:pt idx="4">
                  <c:v>52598.929999999695</c:v>
                </c:pt>
                <c:pt idx="5">
                  <c:v>56957.079999999725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F4-4403-8A23-3E12A22B6B14}"/>
            </c:ext>
          </c:extLst>
        </c:ser>
        <c:ser>
          <c:idx val="2"/>
          <c:order val="2"/>
          <c:tx>
            <c:strRef>
              <c:f>Sheet3!$D$3:$D$4</c:f>
              <c:strCache>
                <c:ptCount val="1"/>
                <c:pt idx="0">
                  <c:v>Lower Manhattan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Sheet3!$A$5:$A$11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Sheet3!$D$5:$D$11</c:f>
              <c:numCache>
                <c:formatCode>_("R"* #,##0.00_);_("R"* \(#,##0.00\);_("R"* "-"??_);_(@_)</c:formatCode>
                <c:ptCount val="6"/>
                <c:pt idx="0">
                  <c:v>26543.43</c:v>
                </c:pt>
                <c:pt idx="1">
                  <c:v>25320.050000000021</c:v>
                </c:pt>
                <c:pt idx="2">
                  <c:v>32888.679999999942</c:v>
                </c:pt>
                <c:pt idx="3">
                  <c:v>39159.329999999842</c:v>
                </c:pt>
                <c:pt idx="4">
                  <c:v>51700.06999999976</c:v>
                </c:pt>
                <c:pt idx="5">
                  <c:v>54445.68999999974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EF4-4403-8A23-3E12A22B6B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009449944"/>
        <c:axId val="1009449224"/>
      </c:barChart>
      <c:catAx>
        <c:axId val="1009449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9449224"/>
        <c:crosses val="autoZero"/>
        <c:auto val="1"/>
        <c:lblAlgn val="ctr"/>
        <c:lblOffset val="100"/>
        <c:noMultiLvlLbl val="0"/>
      </c:catAx>
      <c:valAx>
        <c:axId val="1009449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_(&quot;R&quot;* #,##0.00_);_(&quot;R&quot;* \(#,##0.00\);_(&quot;R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9449944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lt1">
                <a:lumMod val="95000"/>
                <a:alpha val="54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[CaeStudy1_2025-11-06-1210.csv]Sheet3!PivotTable7</c:name>
    <c:fmtId val="2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Sales Per store Location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Sheet3!$B$55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A153-45F4-8BA4-6EFC94BA0FC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A153-45F4-8BA4-6EFC94BA0FC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A153-45F4-8BA4-6EFC94BA0FC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CA7C1F68-12F2-4447-B191-51578030E1CA}" type="PERCENTAGE">
                      <a:rPr lang="en-US" baseline="0" smtClean="0"/>
                      <a:pPr/>
                      <a:t>[PERCENTAGE]</a:t>
                    </a:fld>
                    <a:endParaRPr lang="en-ZA"/>
                  </a:p>
                </c:rich>
              </c:tx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A153-45F4-8BA4-6EFC94BA0FC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aseline="0"/>
                      <a:t> </a:t>
                    </a:r>
                    <a:fld id="{7BCECE61-CF39-4D34-BE67-4F33A7C7B44B}" type="PERCENTAGE">
                      <a:rPr lang="en-US" baseline="0"/>
                      <a:pPr/>
                      <a:t>[PERCENTAGE]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A153-45F4-8BA4-6EFC94BA0FC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baseline="0"/>
                      <a:t> </a:t>
                    </a:r>
                    <a:fld id="{451CB34D-8521-4043-A14B-92F01DDC18DC}" type="PERCENTAGE">
                      <a:rPr lang="en-US" baseline="0"/>
                      <a:pPr/>
                      <a:t>[PERCENTAGE]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A153-45F4-8BA4-6EFC94BA0FCC}"/>
                </c:ext>
              </c:extLst>
            </c:dLbl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Sheet3!$A$56:$A$59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Sheet3!$B$56:$B$59</c:f>
              <c:numCache>
                <c:formatCode>General</c:formatCode>
                <c:ptCount val="3"/>
                <c:pt idx="0">
                  <c:v>232243.91000000591</c:v>
                </c:pt>
                <c:pt idx="1">
                  <c:v>236511.17000000639</c:v>
                </c:pt>
                <c:pt idx="2">
                  <c:v>230057.25000000509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153-45F4-8BA4-6EFC94BA0FC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[CaeStudy1_2025-11-06-1210.csv]Sheet3!PivotTable4</c:name>
    <c:fmtId val="59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circle"/>
          <c:size val="6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circle"/>
          <c:size val="6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circle"/>
          <c:size val="6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5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6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7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8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9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0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1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3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4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5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6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7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8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9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21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22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23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24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25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26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27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29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30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31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32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33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34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35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37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38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39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40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41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42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43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45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46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47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48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49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50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Sheet3!$B$17:$B$18</c:f>
              <c:strCache>
                <c:ptCount val="1"/>
                <c:pt idx="0">
                  <c:v>Astoria</c:v>
                </c:pt>
              </c:strCache>
            </c:strRef>
          </c:tx>
          <c:explosion val="51"/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4CC4-4C6F-8F14-77BC1F26B3B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4CC4-4C6F-8F14-77BC1F26B3B0}"/>
              </c:ext>
            </c:extLst>
          </c:dPt>
          <c:dPt>
            <c:idx val="2"/>
            <c:bubble3D val="0"/>
            <c:explosion val="5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4CC4-4C6F-8F14-77BC1F26B3B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4CC4-4C6F-8F14-77BC1F26B3B0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4CC4-4C6F-8F14-77BC1F26B3B0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4CC4-4C6F-8F14-77BC1F26B3B0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D-4CC4-4C6F-8F14-77BC1F26B3B0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F-728E-4143-AA99-9DEF97414F19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1-728E-4143-AA99-9DEF97414F1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accent1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Sheet3!$A$19:$A$28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Sheet3!$B$19:$B$28</c:f>
              <c:numCache>
                <c:formatCode>_("R"* #,##0.00_);_("R"* \(#,##0.00\);_("R"* "-"??_);_(@_)</c:formatCode>
                <c:ptCount val="9"/>
                <c:pt idx="0">
                  <c:v>26599.75</c:v>
                </c:pt>
                <c:pt idx="1">
                  <c:v>5457</c:v>
                </c:pt>
                <c:pt idx="2">
                  <c:v>89744.299999997995</c:v>
                </c:pt>
                <c:pt idx="3">
                  <c:v>10219.200000000001</c:v>
                </c:pt>
                <c:pt idx="4">
                  <c:v>26335.25</c:v>
                </c:pt>
                <c:pt idx="5">
                  <c:v>1764.7999999999793</c:v>
                </c:pt>
                <c:pt idx="6">
                  <c:v>3193.9999999999905</c:v>
                </c:pt>
                <c:pt idx="7">
                  <c:v>1089.7100000000005</c:v>
                </c:pt>
                <c:pt idx="8">
                  <c:v>67839.899999999529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4CC4-4C6F-8F14-77BC1F26B3B0}"/>
            </c:ext>
          </c:extLst>
        </c:ser>
        <c:ser>
          <c:idx val="1"/>
          <c:order val="1"/>
          <c:tx>
            <c:strRef>
              <c:f>Sheet3!$C$17:$C$18</c:f>
              <c:strCache>
                <c:ptCount val="1"/>
                <c:pt idx="0">
                  <c:v>Hell's Kitchen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0-4CC4-4C6F-8F14-77BC1F26B3B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2-4CC4-4C6F-8F14-77BC1F26B3B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4-4CC4-4C6F-8F14-77BC1F26B3B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6-4CC4-4C6F-8F14-77BC1F26B3B0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8-4CC4-4C6F-8F14-77BC1F26B3B0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A-4CC4-4C6F-8F14-77BC1F26B3B0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C-4CC4-4C6F-8F14-77BC1F26B3B0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1-728E-4143-AA99-9DEF97414F19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3-728E-4143-AA99-9DEF97414F1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Sheet3!$A$19:$A$28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Sheet3!$C$19:$C$28</c:f>
              <c:numCache>
                <c:formatCode>_("R"* #,##0.00_);_("R"* \(#,##0.00\);_("R"* "-"??_);_(@_)</c:formatCode>
                <c:ptCount val="9"/>
                <c:pt idx="0">
                  <c:v>27386.950000000008</c:v>
                </c:pt>
                <c:pt idx="1">
                  <c:v>1942</c:v>
                </c:pt>
                <c:pt idx="2">
                  <c:v>91222.649999997768</c:v>
                </c:pt>
                <c:pt idx="3">
                  <c:v>18635.10000000002</c:v>
                </c:pt>
                <c:pt idx="4">
                  <c:v>23586.25</c:v>
                </c:pt>
                <c:pt idx="5">
                  <c:v>2876.7999999999806</c:v>
                </c:pt>
                <c:pt idx="6">
                  <c:v>4461.3499999999722</c:v>
                </c:pt>
                <c:pt idx="7">
                  <c:v>1698.7699999999995</c:v>
                </c:pt>
                <c:pt idx="8">
                  <c:v>64701.299999999559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D-4CC4-4C6F-8F14-77BC1F26B3B0}"/>
            </c:ext>
          </c:extLst>
        </c:ser>
        <c:ser>
          <c:idx val="2"/>
          <c:order val="2"/>
          <c:tx>
            <c:strRef>
              <c:f>Sheet3!$D$17:$D$18</c:f>
              <c:strCache>
                <c:ptCount val="1"/>
                <c:pt idx="0">
                  <c:v>Lower Manhattan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F-4CC4-4C6F-8F14-77BC1F26B3B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1-4CC4-4C6F-8F14-77BC1F26B3B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3-4CC4-4C6F-8F14-77BC1F26B3B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5-4CC4-4C6F-8F14-77BC1F26B3B0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7-4CC4-4C6F-8F14-77BC1F26B3B0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9-4CC4-4C6F-8F14-77BC1F26B3B0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B-4CC4-4C6F-8F14-77BC1F26B3B0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33-728E-4143-AA99-9DEF97414F19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35-728E-4143-AA99-9DEF97414F1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Sheet3!$A$19:$A$28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Sheet3!$D$19:$D$28</c:f>
              <c:numCache>
                <c:formatCode>_("R"* #,##0.00_);_("R"* \(#,##0.00\);_("R"* "-"??_);_(@_)</c:formatCode>
                <c:ptCount val="9"/>
                <c:pt idx="0">
                  <c:v>28328.940000000021</c:v>
                </c:pt>
                <c:pt idx="1">
                  <c:v>6208</c:v>
                </c:pt>
                <c:pt idx="2">
                  <c:v>88985.499999998225</c:v>
                </c:pt>
                <c:pt idx="3">
                  <c:v>11230.950000000006</c:v>
                </c:pt>
                <c:pt idx="4">
                  <c:v>22494.5</c:v>
                </c:pt>
                <c:pt idx="5">
                  <c:v>3767.1999999999953</c:v>
                </c:pt>
                <c:pt idx="6">
                  <c:v>3558.2499999999854</c:v>
                </c:pt>
                <c:pt idx="7">
                  <c:v>1619.1599999999976</c:v>
                </c:pt>
                <c:pt idx="8">
                  <c:v>63864.749999999542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C-4CC4-4C6F-8F14-77BC1F26B3B0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2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[CaeStudy1_2025-11-06-1210.csv]Sheet3!PivotTable5</c:name>
    <c:fmtId val="6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ZA"/>
              <a:t>Number</a:t>
            </a:r>
            <a:r>
              <a:rPr lang="en-ZA" baseline="0"/>
              <a:t> of sales by time classification</a:t>
            </a:r>
            <a:endParaRPr lang="en-ZA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ZA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4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5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6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>
                  <a:lumMod val="60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>
                  <a:lumMod val="60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3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3">
                  <a:lumMod val="60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Sheet3!$B$34:$B$35</c:f>
              <c:strCache>
                <c:ptCount val="1"/>
                <c:pt idx="0">
                  <c:v>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Sheet3!$A$36:$A$39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f>Sheet3!$B$36:$B$39</c:f>
              <c:numCache>
                <c:formatCode>_("R"* #,##0.00_);_("R"* \(#,##0.00\);_("R"* "-"??_);_(@_)</c:formatCode>
                <c:ptCount val="3"/>
                <c:pt idx="0">
                  <c:v>143895.140000001</c:v>
                </c:pt>
                <c:pt idx="1">
                  <c:v>75105.029999999155</c:v>
                </c:pt>
                <c:pt idx="2">
                  <c:v>219386.65000000779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FE-49C1-8D79-EB43259392DF}"/>
            </c:ext>
          </c:extLst>
        </c:ser>
        <c:ser>
          <c:idx val="1"/>
          <c:order val="1"/>
          <c:tx>
            <c:strRef>
              <c:f>Sheet3!$C$34:$C$35</c:f>
              <c:strCache>
                <c:ptCount val="1"/>
                <c:pt idx="0">
                  <c:v>2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Sheet3!$A$36:$A$39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f>Sheet3!$C$36:$C$39</c:f>
              <c:numCache>
                <c:formatCode>_("R"* #,##0.00_);_("R"* \(#,##0.00\);_("R"* "-"??_);_(@_)</c:formatCode>
                <c:ptCount val="3"/>
                <c:pt idx="0">
                  <c:v>48455.540000000015</c:v>
                </c:pt>
                <c:pt idx="1">
                  <c:v>24343.400000000005</c:v>
                </c:pt>
                <c:pt idx="2">
                  <c:v>112341.50999999949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FE-49C1-8D79-EB43259392DF}"/>
            </c:ext>
          </c:extLst>
        </c:ser>
        <c:ser>
          <c:idx val="2"/>
          <c:order val="2"/>
          <c:tx>
            <c:strRef>
              <c:f>Sheet3!$D$34:$D$35</c:f>
              <c:strCache>
                <c:ptCount val="1"/>
                <c:pt idx="0">
                  <c:v>3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Sheet3!$A$36:$A$39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f>Sheet3!$D$36:$D$39</c:f>
              <c:numCache>
                <c:formatCode>_("R"* #,##0.00_);_("R"* \(#,##0.00\);_("R"* "-"??_);_(@_)</c:formatCode>
                <c:ptCount val="3"/>
                <c:pt idx="0">
                  <c:v>9950.5500000000029</c:v>
                </c:pt>
                <c:pt idx="1">
                  <c:v>5230.449999999998</c:v>
                </c:pt>
                <c:pt idx="2">
                  <c:v>40461.76999999999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9FE-49C1-8D79-EB43259392DF}"/>
            </c:ext>
          </c:extLst>
        </c:ser>
        <c:ser>
          <c:idx val="3"/>
          <c:order val="3"/>
          <c:tx>
            <c:strRef>
              <c:f>Sheet3!$E$34:$E$35</c:f>
              <c:strCache>
                <c:ptCount val="1"/>
                <c:pt idx="0">
                  <c:v>4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Sheet3!$A$36:$A$39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f>Sheet3!$E$36:$E$39</c:f>
              <c:numCache>
                <c:formatCode>_("R"* #,##0.00_);_("R"* \(#,##0.00\);_("R"* "-"??_);_(@_)</c:formatCode>
                <c:ptCount val="3"/>
                <c:pt idx="0">
                  <c:v>2064.1999999999998</c:v>
                </c:pt>
                <c:pt idx="1">
                  <c:v>1011.95</c:v>
                </c:pt>
                <c:pt idx="2">
                  <c:v>11693.740000000002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9FE-49C1-8D79-EB43259392DF}"/>
            </c:ext>
          </c:extLst>
        </c:ser>
        <c:ser>
          <c:idx val="4"/>
          <c:order val="4"/>
          <c:tx>
            <c:strRef>
              <c:f>Sheet3!$F$34:$F$35</c:f>
              <c:strCache>
                <c:ptCount val="1"/>
                <c:pt idx="0">
                  <c:v>5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Sheet3!$A$36:$A$39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f>Sheet3!$F$36:$F$39</c:f>
              <c:numCache>
                <c:formatCode>_("R"* #,##0.00_);_("R"* \(#,##0.00\);_("R"* "-"??_);_(@_)</c:formatCode>
                <c:ptCount val="3"/>
                <c:pt idx="0">
                  <c:v>241.4</c:v>
                </c:pt>
                <c:pt idx="1">
                  <c:v>49.5</c:v>
                </c:pt>
                <c:pt idx="2">
                  <c:v>2691.8500000000004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9FE-49C1-8D79-EB43259392DF}"/>
            </c:ext>
          </c:extLst>
        </c:ser>
        <c:ser>
          <c:idx val="5"/>
          <c:order val="5"/>
          <c:tx>
            <c:strRef>
              <c:f>Sheet3!$G$34:$G$35</c:f>
              <c:strCache>
                <c:ptCount val="1"/>
                <c:pt idx="0">
                  <c:v>6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Sheet3!$A$36:$A$39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f>Sheet3!$G$36:$G$39</c:f>
              <c:numCache>
                <c:formatCode>_("R"* #,##0.00_);_("R"* \(#,##0.00\);_("R"* "-"??_);_(@_)</c:formatCode>
                <c:ptCount val="3"/>
                <c:pt idx="0">
                  <c:v>114</c:v>
                </c:pt>
                <c:pt idx="1">
                  <c:v>42.5</c:v>
                </c:pt>
                <c:pt idx="2">
                  <c:v>1193.7499999999998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9FE-49C1-8D79-EB43259392DF}"/>
            </c:ext>
          </c:extLst>
        </c:ser>
        <c:ser>
          <c:idx val="6"/>
          <c:order val="6"/>
          <c:tx>
            <c:strRef>
              <c:f>Sheet3!$H$34:$H$35</c:f>
              <c:strCache>
                <c:ptCount val="1"/>
                <c:pt idx="0">
                  <c:v>7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Sheet3!$A$36:$A$39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f>Sheet3!$H$36:$H$39</c:f>
              <c:numCache>
                <c:formatCode>_("R"* #,##0.00_);_("R"* \(#,##0.00\);_("R"* "-"??_);_(@_)</c:formatCode>
                <c:ptCount val="3"/>
                <c:pt idx="1">
                  <c:v>20</c:v>
                </c:pt>
                <c:pt idx="2">
                  <c:v>335.5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9FE-49C1-8D79-EB43259392DF}"/>
            </c:ext>
          </c:extLst>
        </c:ser>
        <c:ser>
          <c:idx val="7"/>
          <c:order val="7"/>
          <c:tx>
            <c:strRef>
              <c:f>Sheet3!$I$34:$I$35</c:f>
              <c:strCache>
                <c:ptCount val="1"/>
                <c:pt idx="0">
                  <c:v>8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Sheet3!$A$36:$A$39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f>Sheet3!$I$36:$I$39</c:f>
              <c:numCache>
                <c:formatCode>General</c:formatCode>
                <c:ptCount val="3"/>
                <c:pt idx="2" formatCode="_(&quot;R&quot;* #,##0.00_);_(&quot;R&quot;* \(#,##0.00\);_(&quot;R&quot;* &quot;-&quot;??_);_(@_)">
                  <c:v>146.4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9FE-49C1-8D79-EB43259392DF}"/>
            </c:ext>
          </c:extLst>
        </c:ser>
        <c:ser>
          <c:idx val="8"/>
          <c:order val="8"/>
          <c:tx>
            <c:strRef>
              <c:f>Sheet3!$J$34:$J$35</c:f>
              <c:strCache>
                <c:ptCount val="1"/>
                <c:pt idx="0">
                  <c:v>10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Sheet3!$A$36:$A$39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f>Sheet3!$J$36:$J$39</c:f>
              <c:numCache>
                <c:formatCode>General</c:formatCode>
                <c:ptCount val="3"/>
                <c:pt idx="2" formatCode="_(&quot;R&quot;* #,##0.00_);_(&quot;R&quot;* \(#,##0.00\);_(&quot;R&quot;* &quot;-&quot;??_);_(@_)">
                  <c:v>37.5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9FE-49C1-8D79-EB43259392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09465424"/>
        <c:axId val="1009470824"/>
      </c:barChart>
      <c:catAx>
        <c:axId val="1009465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9470824"/>
        <c:crosses val="autoZero"/>
        <c:auto val="1"/>
        <c:lblAlgn val="ctr"/>
        <c:lblOffset val="100"/>
        <c:noMultiLvlLbl val="0"/>
      </c:catAx>
      <c:valAx>
        <c:axId val="1009470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_(&quot;R&quot;* #,##0.00_);_(&quot;R&quot;* \(#,##0.00\);_(&quot;R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9465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[CaeStudy1_2025-11-06-1210.csv]Sheet3!PivotTable8</c:name>
    <c:fmtId val="4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dirty="0"/>
              <a:t>Total sales per  says of the week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pPr>
            <a:gradFill rotWithShape="1">
              <a:gsLst>
                <a:gs pos="0">
                  <a:schemeClr val="accent2">
                    <a:tint val="100000"/>
                    <a:shade val="100000"/>
                    <a:satMod val="130000"/>
                  </a:schemeClr>
                </a:gs>
                <a:gs pos="100000">
                  <a:schemeClr val="accent2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 w="9525">
              <a:solidFill>
                <a:schemeClr val="accent2"/>
              </a:solidFill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pPr>
            <a:gradFill rotWithShape="1">
              <a:gsLst>
                <a:gs pos="0">
                  <a:schemeClr val="accent2">
                    <a:tint val="100000"/>
                    <a:shade val="100000"/>
                    <a:satMod val="130000"/>
                  </a:schemeClr>
                </a:gs>
                <a:gs pos="100000">
                  <a:schemeClr val="accent2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 w="9525">
              <a:solidFill>
                <a:schemeClr val="accent2"/>
              </a:solidFill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pPr>
            <a:gradFill rotWithShape="1">
              <a:gsLst>
                <a:gs pos="0">
                  <a:schemeClr val="accent2">
                    <a:tint val="100000"/>
                    <a:shade val="100000"/>
                    <a:satMod val="130000"/>
                  </a:schemeClr>
                </a:gs>
                <a:gs pos="100000">
                  <a:schemeClr val="accent2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 w="9525">
              <a:solidFill>
                <a:schemeClr val="accent2"/>
              </a:solidFill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Sheet3!$B$69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100000"/>
                    <a:shade val="100000"/>
                    <a:satMod val="130000"/>
                  </a:schemeClr>
                </a:gs>
                <a:gs pos="100000">
                  <a:schemeClr val="accent2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Sheet3!$A$70:$A$72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Sheet3!$B$70:$B$72</c:f>
              <c:numCache>
                <c:formatCode>_("R"* #,##0.00_);_("R"* \(#,##0.00\);_("R"* "-"??_);_(@_)</c:formatCode>
                <c:ptCount val="2"/>
                <c:pt idx="0">
                  <c:v>503587.54000000132</c:v>
                </c:pt>
                <c:pt idx="1">
                  <c:v>195224.7900000033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C5-4870-AC81-0DC56C9A8DF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516766088"/>
        <c:axId val="516770768"/>
      </c:barChart>
      <c:catAx>
        <c:axId val="516766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6770768"/>
        <c:crosses val="autoZero"/>
        <c:auto val="1"/>
        <c:lblAlgn val="ctr"/>
        <c:lblOffset val="100"/>
        <c:noMultiLvlLbl val="0"/>
      </c:catAx>
      <c:valAx>
        <c:axId val="516770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_(&quot;R&quot;* #,##0.00_);_(&quot;R&quot;* \(#,##0.00\);_(&quot;R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6766088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lt1">
                <a:lumMod val="95000"/>
                <a:alpha val="54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13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0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6" name="Google Shape;209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57" name="Google Shape;209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8" name="Google Shape;21438;ga8fadb2ea5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39" name="Google Shape;21439;ga8fadb2ea5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81" name="Google Shape;21481;g893074c141_1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82" name="Google Shape;21482;g893074c141_1_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68" name="Google Shape;23668;g893074c141_1_4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69" name="Google Shape;23669;g893074c141_1_4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01" name="Google Shape;23701;gb17cf4b36b_0_10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02" name="Google Shape;23702;gb17cf4b36b_0_10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31" name="Google Shape;23731;g893074c141_1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32" name="Google Shape;23732;g893074c141_1_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85" name="Google Shape;23885;g893074c141_1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86" name="Google Shape;23886;g893074c141_1_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5373260" y="1005125"/>
            <a:ext cx="2796900" cy="231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0"/>
              <a:buFont typeface="Berkshire Swash"/>
              <a:buNone/>
              <a:defRPr sz="7000">
                <a:latin typeface="Berkshire Swash"/>
                <a:ea typeface="Berkshire Swash"/>
                <a:cs typeface="Berkshire Swash"/>
                <a:sym typeface="Berkshire Swas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5373125" y="3224750"/>
            <a:ext cx="2796900" cy="6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199475" y="-188050"/>
            <a:ext cx="3673877" cy="1332473"/>
          </a:xfrm>
          <a:custGeom>
            <a:avLst/>
            <a:gdLst/>
            <a:ahLst/>
            <a:cxnLst/>
            <a:rect l="l" t="t" r="r" b="b"/>
            <a:pathLst>
              <a:path w="12333" h="4473" extrusionOk="0">
                <a:moveTo>
                  <a:pt x="17" y="0"/>
                </a:moveTo>
                <a:lnTo>
                  <a:pt x="33" y="4041"/>
                </a:lnTo>
                <a:cubicBezTo>
                  <a:pt x="0" y="4090"/>
                  <a:pt x="602" y="4280"/>
                  <a:pt x="652" y="4297"/>
                </a:cubicBezTo>
                <a:cubicBezTo>
                  <a:pt x="775" y="4335"/>
                  <a:pt x="897" y="4355"/>
                  <a:pt x="1019" y="4355"/>
                </a:cubicBezTo>
                <a:cubicBezTo>
                  <a:pt x="1221" y="4355"/>
                  <a:pt x="1420" y="4301"/>
                  <a:pt x="1612" y="4193"/>
                </a:cubicBezTo>
                <a:cubicBezTo>
                  <a:pt x="2198" y="3868"/>
                  <a:pt x="2577" y="3282"/>
                  <a:pt x="3159" y="2940"/>
                </a:cubicBezTo>
                <a:cubicBezTo>
                  <a:pt x="3576" y="2709"/>
                  <a:pt x="4037" y="2592"/>
                  <a:pt x="4498" y="2592"/>
                </a:cubicBezTo>
                <a:cubicBezTo>
                  <a:pt x="4893" y="2592"/>
                  <a:pt x="5287" y="2678"/>
                  <a:pt x="5653" y="2854"/>
                </a:cubicBezTo>
                <a:cubicBezTo>
                  <a:pt x="6131" y="3093"/>
                  <a:pt x="6494" y="3455"/>
                  <a:pt x="6906" y="3781"/>
                </a:cubicBezTo>
                <a:cubicBezTo>
                  <a:pt x="7302" y="4107"/>
                  <a:pt x="7817" y="4433"/>
                  <a:pt x="8333" y="4470"/>
                </a:cubicBezTo>
                <a:cubicBezTo>
                  <a:pt x="8363" y="4472"/>
                  <a:pt x="8393" y="4472"/>
                  <a:pt x="8423" y="4472"/>
                </a:cubicBezTo>
                <a:cubicBezTo>
                  <a:pt x="9185" y="4472"/>
                  <a:pt x="9795" y="3880"/>
                  <a:pt x="10291" y="3352"/>
                </a:cubicBezTo>
                <a:cubicBezTo>
                  <a:pt x="10786" y="2783"/>
                  <a:pt x="11252" y="2186"/>
                  <a:pt x="11648" y="1547"/>
                </a:cubicBezTo>
                <a:cubicBezTo>
                  <a:pt x="11837" y="1221"/>
                  <a:pt x="12006" y="879"/>
                  <a:pt x="12147" y="536"/>
                </a:cubicBezTo>
                <a:cubicBezTo>
                  <a:pt x="12212" y="380"/>
                  <a:pt x="12332" y="0"/>
                  <a:pt x="1233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 rot="-5400000">
            <a:off x="-264599" y="3502895"/>
            <a:ext cx="1803243" cy="1536829"/>
            <a:chOff x="3796300" y="2184925"/>
            <a:chExt cx="427775" cy="364575"/>
          </a:xfrm>
        </p:grpSpPr>
        <p:sp>
          <p:nvSpPr>
            <p:cNvPr id="13" name="Google Shape;13;p2"/>
            <p:cNvSpPr/>
            <p:nvPr/>
          </p:nvSpPr>
          <p:spPr>
            <a:xfrm>
              <a:off x="4014925" y="231840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03" y="0"/>
                  </a:moveTo>
                  <a:cubicBezTo>
                    <a:pt x="33" y="21"/>
                    <a:pt x="0" y="71"/>
                    <a:pt x="0" y="157"/>
                  </a:cubicBezTo>
                  <a:cubicBezTo>
                    <a:pt x="17" y="190"/>
                    <a:pt x="17" y="207"/>
                    <a:pt x="54" y="244"/>
                  </a:cubicBezTo>
                  <a:cubicBezTo>
                    <a:pt x="70" y="260"/>
                    <a:pt x="103" y="260"/>
                    <a:pt x="136" y="260"/>
                  </a:cubicBezTo>
                  <a:cubicBezTo>
                    <a:pt x="157" y="260"/>
                    <a:pt x="190" y="227"/>
                    <a:pt x="206" y="207"/>
                  </a:cubicBezTo>
                  <a:cubicBezTo>
                    <a:pt x="223" y="174"/>
                    <a:pt x="223" y="141"/>
                    <a:pt x="223" y="104"/>
                  </a:cubicBezTo>
                  <a:cubicBezTo>
                    <a:pt x="223" y="71"/>
                    <a:pt x="206" y="38"/>
                    <a:pt x="173" y="21"/>
                  </a:cubicBezTo>
                  <a:cubicBezTo>
                    <a:pt x="173" y="21"/>
                    <a:pt x="157" y="21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016250" y="2394475"/>
              <a:ext cx="6425" cy="6375"/>
            </a:xfrm>
            <a:custGeom>
              <a:avLst/>
              <a:gdLst/>
              <a:ahLst/>
              <a:cxnLst/>
              <a:rect l="l" t="t" r="r" b="b"/>
              <a:pathLst>
                <a:path w="257" h="255" extrusionOk="0">
                  <a:moveTo>
                    <a:pt x="137" y="0"/>
                  </a:moveTo>
                  <a:cubicBezTo>
                    <a:pt x="104" y="0"/>
                    <a:pt x="83" y="0"/>
                    <a:pt x="50" y="17"/>
                  </a:cubicBezTo>
                  <a:cubicBezTo>
                    <a:pt x="17" y="70"/>
                    <a:pt x="1" y="153"/>
                    <a:pt x="34" y="206"/>
                  </a:cubicBezTo>
                  <a:cubicBezTo>
                    <a:pt x="63" y="235"/>
                    <a:pt x="99" y="254"/>
                    <a:pt x="130" y="254"/>
                  </a:cubicBezTo>
                  <a:cubicBezTo>
                    <a:pt x="153" y="254"/>
                    <a:pt x="173" y="245"/>
                    <a:pt x="186" y="223"/>
                  </a:cubicBezTo>
                  <a:cubicBezTo>
                    <a:pt x="240" y="190"/>
                    <a:pt x="256" y="103"/>
                    <a:pt x="207" y="50"/>
                  </a:cubicBezTo>
                  <a:cubicBezTo>
                    <a:pt x="207" y="17"/>
                    <a:pt x="186" y="17"/>
                    <a:pt x="1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944925" y="231757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4" y="0"/>
                  </a:moveTo>
                  <a:cubicBezTo>
                    <a:pt x="87" y="0"/>
                    <a:pt x="87" y="17"/>
                    <a:pt x="71" y="17"/>
                  </a:cubicBezTo>
                  <a:cubicBezTo>
                    <a:pt x="34" y="33"/>
                    <a:pt x="1" y="87"/>
                    <a:pt x="1" y="157"/>
                  </a:cubicBezTo>
                  <a:cubicBezTo>
                    <a:pt x="17" y="190"/>
                    <a:pt x="34" y="223"/>
                    <a:pt x="50" y="240"/>
                  </a:cubicBezTo>
                  <a:cubicBezTo>
                    <a:pt x="65" y="254"/>
                    <a:pt x="86" y="267"/>
                    <a:pt x="109" y="267"/>
                  </a:cubicBezTo>
                  <a:cubicBezTo>
                    <a:pt x="118" y="267"/>
                    <a:pt x="127" y="265"/>
                    <a:pt x="137" y="260"/>
                  </a:cubicBezTo>
                  <a:cubicBezTo>
                    <a:pt x="190" y="260"/>
                    <a:pt x="240" y="190"/>
                    <a:pt x="223" y="120"/>
                  </a:cubicBezTo>
                  <a:lnTo>
                    <a:pt x="223" y="87"/>
                  </a:lnTo>
                  <a:cubicBezTo>
                    <a:pt x="207" y="54"/>
                    <a:pt x="190" y="17"/>
                    <a:pt x="153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002450" y="23514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0" y="1"/>
                  </a:moveTo>
                  <a:cubicBezTo>
                    <a:pt x="103" y="1"/>
                    <a:pt x="70" y="1"/>
                    <a:pt x="54" y="17"/>
                  </a:cubicBezTo>
                  <a:cubicBezTo>
                    <a:pt x="0" y="71"/>
                    <a:pt x="0" y="158"/>
                    <a:pt x="37" y="207"/>
                  </a:cubicBezTo>
                  <a:cubicBezTo>
                    <a:pt x="54" y="244"/>
                    <a:pt x="87" y="261"/>
                    <a:pt x="103" y="261"/>
                  </a:cubicBezTo>
                  <a:cubicBezTo>
                    <a:pt x="140" y="261"/>
                    <a:pt x="173" y="244"/>
                    <a:pt x="190" y="224"/>
                  </a:cubicBezTo>
                  <a:cubicBezTo>
                    <a:pt x="244" y="191"/>
                    <a:pt x="244" y="104"/>
                    <a:pt x="206" y="55"/>
                  </a:cubicBezTo>
                  <a:cubicBezTo>
                    <a:pt x="190" y="17"/>
                    <a:pt x="190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017900" y="23510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71" y="0"/>
                  </a:moveTo>
                  <a:cubicBezTo>
                    <a:pt x="38" y="33"/>
                    <a:pt x="1" y="87"/>
                    <a:pt x="17" y="157"/>
                  </a:cubicBezTo>
                  <a:cubicBezTo>
                    <a:pt x="17" y="190"/>
                    <a:pt x="38" y="207"/>
                    <a:pt x="54" y="240"/>
                  </a:cubicBezTo>
                  <a:cubicBezTo>
                    <a:pt x="87" y="260"/>
                    <a:pt x="104" y="260"/>
                    <a:pt x="141" y="260"/>
                  </a:cubicBezTo>
                  <a:cubicBezTo>
                    <a:pt x="190" y="240"/>
                    <a:pt x="244" y="174"/>
                    <a:pt x="223" y="103"/>
                  </a:cubicBezTo>
                  <a:lnTo>
                    <a:pt x="223" y="71"/>
                  </a:lnTo>
                  <a:cubicBezTo>
                    <a:pt x="207" y="33"/>
                    <a:pt x="190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011525" y="23688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10" y="0"/>
                  </a:moveTo>
                  <a:cubicBezTo>
                    <a:pt x="70" y="0"/>
                    <a:pt x="29" y="32"/>
                    <a:pt x="17" y="83"/>
                  </a:cubicBezTo>
                  <a:cubicBezTo>
                    <a:pt x="0" y="149"/>
                    <a:pt x="17" y="219"/>
                    <a:pt x="87" y="252"/>
                  </a:cubicBezTo>
                  <a:cubicBezTo>
                    <a:pt x="99" y="257"/>
                    <a:pt x="112" y="260"/>
                    <a:pt x="126" y="260"/>
                  </a:cubicBezTo>
                  <a:cubicBezTo>
                    <a:pt x="168" y="260"/>
                    <a:pt x="210" y="236"/>
                    <a:pt x="223" y="186"/>
                  </a:cubicBezTo>
                  <a:cubicBezTo>
                    <a:pt x="239" y="116"/>
                    <a:pt x="223" y="29"/>
                    <a:pt x="153" y="13"/>
                  </a:cubicBezTo>
                  <a:cubicBezTo>
                    <a:pt x="140" y="4"/>
                    <a:pt x="125" y="0"/>
                    <a:pt x="1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014100" y="2270675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25" y="0"/>
                  </a:moveTo>
                  <a:cubicBezTo>
                    <a:pt x="80" y="0"/>
                    <a:pt x="30" y="31"/>
                    <a:pt x="17" y="75"/>
                  </a:cubicBezTo>
                  <a:cubicBezTo>
                    <a:pt x="0" y="141"/>
                    <a:pt x="17" y="227"/>
                    <a:pt x="87" y="244"/>
                  </a:cubicBezTo>
                  <a:cubicBezTo>
                    <a:pt x="100" y="254"/>
                    <a:pt x="115" y="259"/>
                    <a:pt x="130" y="259"/>
                  </a:cubicBezTo>
                  <a:cubicBezTo>
                    <a:pt x="170" y="259"/>
                    <a:pt x="211" y="226"/>
                    <a:pt x="223" y="178"/>
                  </a:cubicBezTo>
                  <a:cubicBezTo>
                    <a:pt x="239" y="108"/>
                    <a:pt x="223" y="38"/>
                    <a:pt x="153" y="5"/>
                  </a:cubicBezTo>
                  <a:cubicBezTo>
                    <a:pt x="144" y="2"/>
                    <a:pt x="135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001625" y="239787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3" y="0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7" y="190"/>
                    <a:pt x="33" y="223"/>
                    <a:pt x="50" y="243"/>
                  </a:cubicBezTo>
                  <a:cubicBezTo>
                    <a:pt x="64" y="255"/>
                    <a:pt x="85" y="267"/>
                    <a:pt x="108" y="267"/>
                  </a:cubicBezTo>
                  <a:cubicBezTo>
                    <a:pt x="117" y="267"/>
                    <a:pt x="127" y="265"/>
                    <a:pt x="136" y="260"/>
                  </a:cubicBezTo>
                  <a:cubicBezTo>
                    <a:pt x="190" y="260"/>
                    <a:pt x="239" y="190"/>
                    <a:pt x="223" y="120"/>
                  </a:cubicBezTo>
                  <a:cubicBezTo>
                    <a:pt x="223" y="87"/>
                    <a:pt x="206" y="54"/>
                    <a:pt x="190" y="37"/>
                  </a:cubicBezTo>
                  <a:cubicBezTo>
                    <a:pt x="173" y="17"/>
                    <a:pt x="173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020900" y="2301700"/>
              <a:ext cx="6525" cy="6425"/>
            </a:xfrm>
            <a:custGeom>
              <a:avLst/>
              <a:gdLst/>
              <a:ahLst/>
              <a:cxnLst/>
              <a:rect l="l" t="t" r="r" b="b"/>
              <a:pathLst>
                <a:path w="261" h="257" extrusionOk="0">
                  <a:moveTo>
                    <a:pt x="140" y="1"/>
                  </a:moveTo>
                  <a:cubicBezTo>
                    <a:pt x="124" y="1"/>
                    <a:pt x="87" y="1"/>
                    <a:pt x="70" y="34"/>
                  </a:cubicBezTo>
                  <a:cubicBezTo>
                    <a:pt x="21" y="71"/>
                    <a:pt x="0" y="153"/>
                    <a:pt x="54" y="207"/>
                  </a:cubicBezTo>
                  <a:cubicBezTo>
                    <a:pt x="70" y="240"/>
                    <a:pt x="87" y="256"/>
                    <a:pt x="124" y="256"/>
                  </a:cubicBezTo>
                  <a:cubicBezTo>
                    <a:pt x="157" y="256"/>
                    <a:pt x="173" y="256"/>
                    <a:pt x="206" y="223"/>
                  </a:cubicBezTo>
                  <a:cubicBezTo>
                    <a:pt x="260" y="190"/>
                    <a:pt x="260" y="104"/>
                    <a:pt x="227" y="50"/>
                  </a:cubicBezTo>
                  <a:cubicBezTo>
                    <a:pt x="206" y="34"/>
                    <a:pt x="190" y="17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021825" y="2285425"/>
              <a:ext cx="5600" cy="6575"/>
            </a:xfrm>
            <a:custGeom>
              <a:avLst/>
              <a:gdLst/>
              <a:ahLst/>
              <a:cxnLst/>
              <a:rect l="l" t="t" r="r" b="b"/>
              <a:pathLst>
                <a:path w="224" h="263" extrusionOk="0">
                  <a:moveTo>
                    <a:pt x="87" y="0"/>
                  </a:moveTo>
                  <a:cubicBezTo>
                    <a:pt x="33" y="17"/>
                    <a:pt x="0" y="83"/>
                    <a:pt x="0" y="153"/>
                  </a:cubicBezTo>
                  <a:cubicBezTo>
                    <a:pt x="0" y="186"/>
                    <a:pt x="17" y="223"/>
                    <a:pt x="50" y="239"/>
                  </a:cubicBezTo>
                  <a:cubicBezTo>
                    <a:pt x="62" y="251"/>
                    <a:pt x="84" y="263"/>
                    <a:pt x="101" y="263"/>
                  </a:cubicBezTo>
                  <a:cubicBezTo>
                    <a:pt x="109" y="263"/>
                    <a:pt x="115" y="261"/>
                    <a:pt x="120" y="256"/>
                  </a:cubicBezTo>
                  <a:cubicBezTo>
                    <a:pt x="190" y="256"/>
                    <a:pt x="223" y="186"/>
                    <a:pt x="223" y="120"/>
                  </a:cubicBezTo>
                  <a:cubicBezTo>
                    <a:pt x="223" y="83"/>
                    <a:pt x="207" y="50"/>
                    <a:pt x="169" y="33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20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023475" y="2380525"/>
              <a:ext cx="6100" cy="6650"/>
            </a:xfrm>
            <a:custGeom>
              <a:avLst/>
              <a:gdLst/>
              <a:ahLst/>
              <a:cxnLst/>
              <a:rect l="l" t="t" r="r" b="b"/>
              <a:pathLst>
                <a:path w="244" h="266" extrusionOk="0">
                  <a:moveTo>
                    <a:pt x="123" y="1"/>
                  </a:moveTo>
                  <a:cubicBezTo>
                    <a:pt x="117" y="1"/>
                    <a:pt x="110" y="3"/>
                    <a:pt x="103" y="10"/>
                  </a:cubicBezTo>
                  <a:cubicBezTo>
                    <a:pt x="37" y="10"/>
                    <a:pt x="0" y="76"/>
                    <a:pt x="21" y="146"/>
                  </a:cubicBezTo>
                  <a:cubicBezTo>
                    <a:pt x="21" y="179"/>
                    <a:pt x="37" y="216"/>
                    <a:pt x="54" y="232"/>
                  </a:cubicBezTo>
                  <a:cubicBezTo>
                    <a:pt x="87" y="249"/>
                    <a:pt x="103" y="265"/>
                    <a:pt x="141" y="265"/>
                  </a:cubicBezTo>
                  <a:cubicBezTo>
                    <a:pt x="190" y="249"/>
                    <a:pt x="244" y="179"/>
                    <a:pt x="227" y="113"/>
                  </a:cubicBezTo>
                  <a:cubicBezTo>
                    <a:pt x="227" y="76"/>
                    <a:pt x="207" y="43"/>
                    <a:pt x="190" y="26"/>
                  </a:cubicBezTo>
                  <a:cubicBezTo>
                    <a:pt x="174" y="26"/>
                    <a:pt x="174" y="10"/>
                    <a:pt x="157" y="10"/>
                  </a:cubicBezTo>
                  <a:cubicBezTo>
                    <a:pt x="146" y="10"/>
                    <a:pt x="135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022650" y="23336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1"/>
                  </a:moveTo>
                  <a:cubicBezTo>
                    <a:pt x="114" y="1"/>
                    <a:pt x="109" y="2"/>
                    <a:pt x="103" y="8"/>
                  </a:cubicBezTo>
                  <a:cubicBezTo>
                    <a:pt x="70" y="8"/>
                    <a:pt x="54" y="29"/>
                    <a:pt x="33" y="61"/>
                  </a:cubicBezTo>
                  <a:cubicBezTo>
                    <a:pt x="17" y="78"/>
                    <a:pt x="0" y="111"/>
                    <a:pt x="17" y="148"/>
                  </a:cubicBezTo>
                  <a:cubicBezTo>
                    <a:pt x="17" y="181"/>
                    <a:pt x="33" y="214"/>
                    <a:pt x="54" y="235"/>
                  </a:cubicBezTo>
                  <a:cubicBezTo>
                    <a:pt x="70" y="251"/>
                    <a:pt x="103" y="268"/>
                    <a:pt x="136" y="268"/>
                  </a:cubicBezTo>
                  <a:cubicBezTo>
                    <a:pt x="190" y="251"/>
                    <a:pt x="240" y="181"/>
                    <a:pt x="223" y="111"/>
                  </a:cubicBezTo>
                  <a:cubicBezTo>
                    <a:pt x="223" y="78"/>
                    <a:pt x="207" y="45"/>
                    <a:pt x="190" y="29"/>
                  </a:cubicBezTo>
                  <a:cubicBezTo>
                    <a:pt x="174" y="29"/>
                    <a:pt x="174" y="8"/>
                    <a:pt x="157" y="8"/>
                  </a:cubicBezTo>
                  <a:cubicBezTo>
                    <a:pt x="143" y="8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021400" y="2255000"/>
              <a:ext cx="6025" cy="6425"/>
            </a:xfrm>
            <a:custGeom>
              <a:avLst/>
              <a:gdLst/>
              <a:ahLst/>
              <a:cxnLst/>
              <a:rect l="l" t="t" r="r" b="b"/>
              <a:pathLst>
                <a:path w="241" h="257" extrusionOk="0">
                  <a:moveTo>
                    <a:pt x="118" y="0"/>
                  </a:moveTo>
                  <a:cubicBezTo>
                    <a:pt x="71" y="0"/>
                    <a:pt x="30" y="32"/>
                    <a:pt x="17" y="83"/>
                  </a:cubicBezTo>
                  <a:cubicBezTo>
                    <a:pt x="1" y="149"/>
                    <a:pt x="34" y="219"/>
                    <a:pt x="83" y="252"/>
                  </a:cubicBezTo>
                  <a:cubicBezTo>
                    <a:pt x="92" y="255"/>
                    <a:pt x="102" y="257"/>
                    <a:pt x="112" y="257"/>
                  </a:cubicBezTo>
                  <a:cubicBezTo>
                    <a:pt x="159" y="257"/>
                    <a:pt x="210" y="224"/>
                    <a:pt x="224" y="166"/>
                  </a:cubicBezTo>
                  <a:cubicBezTo>
                    <a:pt x="240" y="116"/>
                    <a:pt x="224" y="30"/>
                    <a:pt x="170" y="13"/>
                  </a:cubicBezTo>
                  <a:cubicBezTo>
                    <a:pt x="152" y="4"/>
                    <a:pt x="135" y="0"/>
                    <a:pt x="1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4023475" y="2238100"/>
              <a:ext cx="5700" cy="6525"/>
            </a:xfrm>
            <a:custGeom>
              <a:avLst/>
              <a:gdLst/>
              <a:ahLst/>
              <a:cxnLst/>
              <a:rect l="l" t="t" r="r" b="b"/>
              <a:pathLst>
                <a:path w="228" h="261" extrusionOk="0">
                  <a:moveTo>
                    <a:pt x="87" y="1"/>
                  </a:moveTo>
                  <a:cubicBezTo>
                    <a:pt x="70" y="1"/>
                    <a:pt x="54" y="17"/>
                    <a:pt x="37" y="38"/>
                  </a:cubicBezTo>
                  <a:cubicBezTo>
                    <a:pt x="0" y="71"/>
                    <a:pt x="0" y="104"/>
                    <a:pt x="0" y="157"/>
                  </a:cubicBezTo>
                  <a:cubicBezTo>
                    <a:pt x="0" y="190"/>
                    <a:pt x="21" y="223"/>
                    <a:pt x="54" y="244"/>
                  </a:cubicBezTo>
                  <a:cubicBezTo>
                    <a:pt x="70" y="260"/>
                    <a:pt x="103" y="260"/>
                    <a:pt x="124" y="260"/>
                  </a:cubicBezTo>
                  <a:cubicBezTo>
                    <a:pt x="190" y="260"/>
                    <a:pt x="227" y="190"/>
                    <a:pt x="227" y="120"/>
                  </a:cubicBezTo>
                  <a:lnTo>
                    <a:pt x="227" y="104"/>
                  </a:lnTo>
                  <a:cubicBezTo>
                    <a:pt x="207" y="71"/>
                    <a:pt x="190" y="38"/>
                    <a:pt x="157" y="17"/>
                  </a:cubicBezTo>
                  <a:cubicBezTo>
                    <a:pt x="141" y="1"/>
                    <a:pt x="103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4007600" y="229057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4" y="0"/>
                  </a:moveTo>
                  <a:cubicBezTo>
                    <a:pt x="54" y="17"/>
                    <a:pt x="0" y="83"/>
                    <a:pt x="17" y="153"/>
                  </a:cubicBezTo>
                  <a:cubicBezTo>
                    <a:pt x="35" y="214"/>
                    <a:pt x="75" y="259"/>
                    <a:pt x="120" y="259"/>
                  </a:cubicBezTo>
                  <a:cubicBezTo>
                    <a:pt x="127" y="259"/>
                    <a:pt x="134" y="258"/>
                    <a:pt x="141" y="256"/>
                  </a:cubicBezTo>
                  <a:cubicBezTo>
                    <a:pt x="174" y="256"/>
                    <a:pt x="207" y="239"/>
                    <a:pt x="223" y="206"/>
                  </a:cubicBezTo>
                  <a:cubicBezTo>
                    <a:pt x="244" y="186"/>
                    <a:pt x="244" y="153"/>
                    <a:pt x="244" y="120"/>
                  </a:cubicBezTo>
                  <a:cubicBezTo>
                    <a:pt x="223" y="83"/>
                    <a:pt x="223" y="50"/>
                    <a:pt x="190" y="33"/>
                  </a:cubicBezTo>
                  <a:cubicBezTo>
                    <a:pt x="190" y="17"/>
                    <a:pt x="174" y="17"/>
                    <a:pt x="174" y="17"/>
                  </a:cubicBezTo>
                  <a:cubicBezTo>
                    <a:pt x="15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993475" y="229315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37" y="0"/>
                  </a:moveTo>
                  <a:cubicBezTo>
                    <a:pt x="104" y="0"/>
                    <a:pt x="67" y="17"/>
                    <a:pt x="50" y="33"/>
                  </a:cubicBezTo>
                  <a:cubicBezTo>
                    <a:pt x="17" y="50"/>
                    <a:pt x="17" y="83"/>
                    <a:pt x="1" y="120"/>
                  </a:cubicBezTo>
                  <a:cubicBezTo>
                    <a:pt x="1" y="153"/>
                    <a:pt x="17" y="186"/>
                    <a:pt x="34" y="223"/>
                  </a:cubicBezTo>
                  <a:cubicBezTo>
                    <a:pt x="50" y="239"/>
                    <a:pt x="67" y="256"/>
                    <a:pt x="104" y="256"/>
                  </a:cubicBezTo>
                  <a:cubicBezTo>
                    <a:pt x="113" y="261"/>
                    <a:pt x="123" y="263"/>
                    <a:pt x="132" y="263"/>
                  </a:cubicBezTo>
                  <a:cubicBezTo>
                    <a:pt x="155" y="263"/>
                    <a:pt x="176" y="251"/>
                    <a:pt x="190" y="239"/>
                  </a:cubicBezTo>
                  <a:cubicBezTo>
                    <a:pt x="240" y="186"/>
                    <a:pt x="240" y="103"/>
                    <a:pt x="207" y="50"/>
                  </a:cubicBezTo>
                  <a:cubicBezTo>
                    <a:pt x="190" y="33"/>
                    <a:pt x="170" y="17"/>
                    <a:pt x="153" y="17"/>
                  </a:cubicBezTo>
                  <a:cubicBezTo>
                    <a:pt x="153" y="17"/>
                    <a:pt x="137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3996050" y="2367975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37" y="1"/>
                  </a:moveTo>
                  <a:cubicBezTo>
                    <a:pt x="124" y="1"/>
                    <a:pt x="112" y="5"/>
                    <a:pt x="104" y="13"/>
                  </a:cubicBezTo>
                  <a:cubicBezTo>
                    <a:pt x="50" y="13"/>
                    <a:pt x="1" y="79"/>
                    <a:pt x="17" y="149"/>
                  </a:cubicBezTo>
                  <a:cubicBezTo>
                    <a:pt x="17" y="182"/>
                    <a:pt x="34" y="219"/>
                    <a:pt x="50" y="236"/>
                  </a:cubicBezTo>
                  <a:cubicBezTo>
                    <a:pt x="87" y="252"/>
                    <a:pt x="120" y="269"/>
                    <a:pt x="137" y="269"/>
                  </a:cubicBezTo>
                  <a:cubicBezTo>
                    <a:pt x="207" y="252"/>
                    <a:pt x="240" y="182"/>
                    <a:pt x="240" y="116"/>
                  </a:cubicBezTo>
                  <a:cubicBezTo>
                    <a:pt x="223" y="79"/>
                    <a:pt x="207" y="46"/>
                    <a:pt x="190" y="29"/>
                  </a:cubicBezTo>
                  <a:lnTo>
                    <a:pt x="170" y="13"/>
                  </a:lnTo>
                  <a:cubicBezTo>
                    <a:pt x="161" y="5"/>
                    <a:pt x="149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993900" y="22608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53" y="1"/>
                  </a:moveTo>
                  <a:cubicBezTo>
                    <a:pt x="120" y="1"/>
                    <a:pt x="87" y="1"/>
                    <a:pt x="70" y="17"/>
                  </a:cubicBezTo>
                  <a:cubicBezTo>
                    <a:pt x="33" y="34"/>
                    <a:pt x="17" y="54"/>
                    <a:pt x="17" y="87"/>
                  </a:cubicBezTo>
                  <a:cubicBezTo>
                    <a:pt x="0" y="104"/>
                    <a:pt x="0" y="137"/>
                    <a:pt x="17" y="174"/>
                  </a:cubicBezTo>
                  <a:cubicBezTo>
                    <a:pt x="17" y="207"/>
                    <a:pt x="50" y="240"/>
                    <a:pt x="70" y="261"/>
                  </a:cubicBezTo>
                  <a:cubicBezTo>
                    <a:pt x="81" y="263"/>
                    <a:pt x="91" y="265"/>
                    <a:pt x="101" y="265"/>
                  </a:cubicBezTo>
                  <a:cubicBezTo>
                    <a:pt x="153" y="265"/>
                    <a:pt x="195" y="229"/>
                    <a:pt x="223" y="174"/>
                  </a:cubicBezTo>
                  <a:cubicBezTo>
                    <a:pt x="239" y="104"/>
                    <a:pt x="206" y="34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988725" y="2384675"/>
              <a:ext cx="6025" cy="6825"/>
            </a:xfrm>
            <a:custGeom>
              <a:avLst/>
              <a:gdLst/>
              <a:ahLst/>
              <a:cxnLst/>
              <a:rect l="l" t="t" r="r" b="b"/>
              <a:pathLst>
                <a:path w="241" h="273" extrusionOk="0">
                  <a:moveTo>
                    <a:pt x="131" y="0"/>
                  </a:moveTo>
                  <a:cubicBezTo>
                    <a:pt x="121" y="0"/>
                    <a:pt x="112" y="5"/>
                    <a:pt x="104" y="13"/>
                  </a:cubicBezTo>
                  <a:cubicBezTo>
                    <a:pt x="50" y="13"/>
                    <a:pt x="1" y="83"/>
                    <a:pt x="17" y="153"/>
                  </a:cubicBezTo>
                  <a:cubicBezTo>
                    <a:pt x="17" y="186"/>
                    <a:pt x="34" y="219"/>
                    <a:pt x="50" y="235"/>
                  </a:cubicBezTo>
                  <a:cubicBezTo>
                    <a:pt x="88" y="256"/>
                    <a:pt x="121" y="273"/>
                    <a:pt x="137" y="273"/>
                  </a:cubicBezTo>
                  <a:cubicBezTo>
                    <a:pt x="207" y="256"/>
                    <a:pt x="240" y="186"/>
                    <a:pt x="240" y="116"/>
                  </a:cubicBezTo>
                  <a:cubicBezTo>
                    <a:pt x="224" y="83"/>
                    <a:pt x="207" y="50"/>
                    <a:pt x="191" y="29"/>
                  </a:cubicBezTo>
                  <a:lnTo>
                    <a:pt x="174" y="13"/>
                  </a:lnTo>
                  <a:cubicBezTo>
                    <a:pt x="156" y="5"/>
                    <a:pt x="142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4006350" y="2306025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104" y="1"/>
                  </a:moveTo>
                  <a:cubicBezTo>
                    <a:pt x="34" y="17"/>
                    <a:pt x="1" y="83"/>
                    <a:pt x="1" y="153"/>
                  </a:cubicBezTo>
                  <a:cubicBezTo>
                    <a:pt x="17" y="186"/>
                    <a:pt x="34" y="223"/>
                    <a:pt x="50" y="240"/>
                  </a:cubicBezTo>
                  <a:cubicBezTo>
                    <a:pt x="67" y="256"/>
                    <a:pt x="104" y="256"/>
                    <a:pt x="137" y="256"/>
                  </a:cubicBezTo>
                  <a:cubicBezTo>
                    <a:pt x="154" y="256"/>
                    <a:pt x="191" y="240"/>
                    <a:pt x="207" y="207"/>
                  </a:cubicBezTo>
                  <a:cubicBezTo>
                    <a:pt x="224" y="170"/>
                    <a:pt x="224" y="137"/>
                    <a:pt x="224" y="104"/>
                  </a:cubicBezTo>
                  <a:cubicBezTo>
                    <a:pt x="224" y="67"/>
                    <a:pt x="207" y="50"/>
                    <a:pt x="191" y="34"/>
                  </a:cubicBezTo>
                  <a:cubicBezTo>
                    <a:pt x="170" y="17"/>
                    <a:pt x="170" y="17"/>
                    <a:pt x="154" y="17"/>
                  </a:cubicBezTo>
                  <a:cubicBezTo>
                    <a:pt x="137" y="1"/>
                    <a:pt x="121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990500" y="233737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3" y="0"/>
                  </a:moveTo>
                  <a:cubicBezTo>
                    <a:pt x="82" y="17"/>
                    <a:pt x="66" y="17"/>
                    <a:pt x="50" y="33"/>
                  </a:cubicBezTo>
                  <a:cubicBezTo>
                    <a:pt x="17" y="66"/>
                    <a:pt x="0" y="103"/>
                    <a:pt x="17" y="153"/>
                  </a:cubicBezTo>
                  <a:cubicBezTo>
                    <a:pt x="17" y="190"/>
                    <a:pt x="33" y="223"/>
                    <a:pt x="50" y="239"/>
                  </a:cubicBezTo>
                  <a:cubicBezTo>
                    <a:pt x="73" y="251"/>
                    <a:pt x="90" y="263"/>
                    <a:pt x="110" y="263"/>
                  </a:cubicBezTo>
                  <a:cubicBezTo>
                    <a:pt x="118" y="263"/>
                    <a:pt x="126" y="261"/>
                    <a:pt x="136" y="256"/>
                  </a:cubicBezTo>
                  <a:cubicBezTo>
                    <a:pt x="186" y="256"/>
                    <a:pt x="239" y="190"/>
                    <a:pt x="239" y="120"/>
                  </a:cubicBezTo>
                  <a:lnTo>
                    <a:pt x="223" y="120"/>
                  </a:lnTo>
                  <a:cubicBezTo>
                    <a:pt x="223" y="66"/>
                    <a:pt x="206" y="33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984825" y="2323850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23" y="0"/>
                  </a:moveTo>
                  <a:cubicBezTo>
                    <a:pt x="117" y="0"/>
                    <a:pt x="110" y="2"/>
                    <a:pt x="103" y="9"/>
                  </a:cubicBezTo>
                  <a:cubicBezTo>
                    <a:pt x="70" y="9"/>
                    <a:pt x="37" y="26"/>
                    <a:pt x="21" y="59"/>
                  </a:cubicBezTo>
                  <a:cubicBezTo>
                    <a:pt x="0" y="75"/>
                    <a:pt x="0" y="112"/>
                    <a:pt x="0" y="145"/>
                  </a:cubicBezTo>
                  <a:cubicBezTo>
                    <a:pt x="21" y="178"/>
                    <a:pt x="21" y="215"/>
                    <a:pt x="54" y="232"/>
                  </a:cubicBezTo>
                  <a:cubicBezTo>
                    <a:pt x="70" y="248"/>
                    <a:pt x="103" y="265"/>
                    <a:pt x="140" y="265"/>
                  </a:cubicBezTo>
                  <a:cubicBezTo>
                    <a:pt x="190" y="248"/>
                    <a:pt x="244" y="178"/>
                    <a:pt x="227" y="112"/>
                  </a:cubicBezTo>
                  <a:cubicBezTo>
                    <a:pt x="227" y="75"/>
                    <a:pt x="206" y="42"/>
                    <a:pt x="173" y="26"/>
                  </a:cubicBezTo>
                  <a:cubicBezTo>
                    <a:pt x="173" y="26"/>
                    <a:pt x="173" y="9"/>
                    <a:pt x="157" y="9"/>
                  </a:cubicBezTo>
                  <a:cubicBezTo>
                    <a:pt x="146" y="9"/>
                    <a:pt x="135" y="0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989975" y="2308225"/>
              <a:ext cx="6100" cy="6800"/>
            </a:xfrm>
            <a:custGeom>
              <a:avLst/>
              <a:gdLst/>
              <a:ahLst/>
              <a:cxnLst/>
              <a:rect l="l" t="t" r="r" b="b"/>
              <a:pathLst>
                <a:path w="244" h="272" extrusionOk="0">
                  <a:moveTo>
                    <a:pt x="134" y="0"/>
                  </a:moveTo>
                  <a:cubicBezTo>
                    <a:pt x="123" y="0"/>
                    <a:pt x="114" y="5"/>
                    <a:pt x="103" y="16"/>
                  </a:cubicBezTo>
                  <a:cubicBezTo>
                    <a:pt x="54" y="16"/>
                    <a:pt x="0" y="82"/>
                    <a:pt x="21" y="152"/>
                  </a:cubicBezTo>
                  <a:cubicBezTo>
                    <a:pt x="21" y="185"/>
                    <a:pt x="38" y="222"/>
                    <a:pt x="54" y="238"/>
                  </a:cubicBezTo>
                  <a:cubicBezTo>
                    <a:pt x="87" y="255"/>
                    <a:pt x="103" y="271"/>
                    <a:pt x="141" y="271"/>
                  </a:cubicBezTo>
                  <a:cubicBezTo>
                    <a:pt x="207" y="255"/>
                    <a:pt x="244" y="185"/>
                    <a:pt x="244" y="119"/>
                  </a:cubicBezTo>
                  <a:cubicBezTo>
                    <a:pt x="227" y="65"/>
                    <a:pt x="207" y="32"/>
                    <a:pt x="174" y="16"/>
                  </a:cubicBezTo>
                  <a:cubicBezTo>
                    <a:pt x="157" y="5"/>
                    <a:pt x="145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4007600" y="23356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4" y="1"/>
                  </a:moveTo>
                  <a:cubicBezTo>
                    <a:pt x="54" y="17"/>
                    <a:pt x="0" y="88"/>
                    <a:pt x="17" y="158"/>
                  </a:cubicBezTo>
                  <a:cubicBezTo>
                    <a:pt x="17" y="191"/>
                    <a:pt x="38" y="224"/>
                    <a:pt x="54" y="240"/>
                  </a:cubicBezTo>
                  <a:cubicBezTo>
                    <a:pt x="87" y="261"/>
                    <a:pt x="104" y="261"/>
                    <a:pt x="141" y="261"/>
                  </a:cubicBezTo>
                  <a:cubicBezTo>
                    <a:pt x="207" y="240"/>
                    <a:pt x="244" y="191"/>
                    <a:pt x="223" y="104"/>
                  </a:cubicBezTo>
                  <a:cubicBezTo>
                    <a:pt x="223" y="71"/>
                    <a:pt x="207" y="55"/>
                    <a:pt x="190" y="17"/>
                  </a:cubicBezTo>
                  <a:lnTo>
                    <a:pt x="157" y="17"/>
                  </a:lnTo>
                  <a:cubicBezTo>
                    <a:pt x="141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4003375" y="23820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11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0" y="154"/>
                    <a:pt x="17" y="220"/>
                    <a:pt x="66" y="257"/>
                  </a:cubicBezTo>
                  <a:cubicBezTo>
                    <a:pt x="78" y="260"/>
                    <a:pt x="89" y="261"/>
                    <a:pt x="100" y="261"/>
                  </a:cubicBezTo>
                  <a:cubicBezTo>
                    <a:pt x="157" y="261"/>
                    <a:pt x="209" y="226"/>
                    <a:pt x="223" y="170"/>
                  </a:cubicBezTo>
                  <a:cubicBezTo>
                    <a:pt x="240" y="100"/>
                    <a:pt x="207" y="30"/>
                    <a:pt x="153" y="14"/>
                  </a:cubicBezTo>
                  <a:cubicBezTo>
                    <a:pt x="140" y="5"/>
                    <a:pt x="125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3999450" y="23209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37" y="1"/>
                  </a:moveTo>
                  <a:cubicBezTo>
                    <a:pt x="104" y="1"/>
                    <a:pt x="87" y="21"/>
                    <a:pt x="54" y="38"/>
                  </a:cubicBezTo>
                  <a:cubicBezTo>
                    <a:pt x="17" y="87"/>
                    <a:pt x="1" y="157"/>
                    <a:pt x="34" y="227"/>
                  </a:cubicBezTo>
                  <a:cubicBezTo>
                    <a:pt x="54" y="244"/>
                    <a:pt x="87" y="260"/>
                    <a:pt x="120" y="260"/>
                  </a:cubicBezTo>
                  <a:cubicBezTo>
                    <a:pt x="125" y="265"/>
                    <a:pt x="132" y="267"/>
                    <a:pt x="139" y="267"/>
                  </a:cubicBezTo>
                  <a:cubicBezTo>
                    <a:pt x="157" y="267"/>
                    <a:pt x="179" y="255"/>
                    <a:pt x="190" y="244"/>
                  </a:cubicBezTo>
                  <a:cubicBezTo>
                    <a:pt x="223" y="207"/>
                    <a:pt x="240" y="190"/>
                    <a:pt x="240" y="157"/>
                  </a:cubicBezTo>
                  <a:cubicBezTo>
                    <a:pt x="240" y="124"/>
                    <a:pt x="223" y="87"/>
                    <a:pt x="207" y="54"/>
                  </a:cubicBezTo>
                  <a:cubicBezTo>
                    <a:pt x="207" y="38"/>
                    <a:pt x="190" y="21"/>
                    <a:pt x="174" y="21"/>
                  </a:cubicBezTo>
                  <a:cubicBezTo>
                    <a:pt x="157" y="21"/>
                    <a:pt x="157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005950" y="2255825"/>
              <a:ext cx="6425" cy="6750"/>
            </a:xfrm>
            <a:custGeom>
              <a:avLst/>
              <a:gdLst/>
              <a:ahLst/>
              <a:cxnLst/>
              <a:rect l="l" t="t" r="r" b="b"/>
              <a:pathLst>
                <a:path w="257" h="270" extrusionOk="0">
                  <a:moveTo>
                    <a:pt x="127" y="0"/>
                  </a:moveTo>
                  <a:cubicBezTo>
                    <a:pt x="87" y="0"/>
                    <a:pt x="46" y="32"/>
                    <a:pt x="33" y="83"/>
                  </a:cubicBezTo>
                  <a:cubicBezTo>
                    <a:pt x="0" y="153"/>
                    <a:pt x="33" y="236"/>
                    <a:pt x="83" y="256"/>
                  </a:cubicBezTo>
                  <a:cubicBezTo>
                    <a:pt x="102" y="265"/>
                    <a:pt x="119" y="269"/>
                    <a:pt x="135" y="269"/>
                  </a:cubicBezTo>
                  <a:cubicBezTo>
                    <a:pt x="180" y="269"/>
                    <a:pt x="215" y="238"/>
                    <a:pt x="240" y="186"/>
                  </a:cubicBezTo>
                  <a:cubicBezTo>
                    <a:pt x="256" y="116"/>
                    <a:pt x="223" y="30"/>
                    <a:pt x="170" y="13"/>
                  </a:cubicBezTo>
                  <a:cubicBezTo>
                    <a:pt x="156" y="4"/>
                    <a:pt x="142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4001200" y="227592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4" y="1"/>
                  </a:moveTo>
                  <a:cubicBezTo>
                    <a:pt x="50" y="17"/>
                    <a:pt x="1" y="87"/>
                    <a:pt x="17" y="153"/>
                  </a:cubicBezTo>
                  <a:cubicBezTo>
                    <a:pt x="17" y="190"/>
                    <a:pt x="34" y="223"/>
                    <a:pt x="50" y="240"/>
                  </a:cubicBezTo>
                  <a:cubicBezTo>
                    <a:pt x="76" y="252"/>
                    <a:pt x="100" y="265"/>
                    <a:pt x="118" y="265"/>
                  </a:cubicBezTo>
                  <a:cubicBezTo>
                    <a:pt x="126" y="265"/>
                    <a:pt x="132" y="263"/>
                    <a:pt x="137" y="256"/>
                  </a:cubicBezTo>
                  <a:cubicBezTo>
                    <a:pt x="207" y="256"/>
                    <a:pt x="240" y="190"/>
                    <a:pt x="240" y="120"/>
                  </a:cubicBezTo>
                  <a:cubicBezTo>
                    <a:pt x="223" y="87"/>
                    <a:pt x="207" y="50"/>
                    <a:pt x="190" y="34"/>
                  </a:cubicBezTo>
                  <a:cubicBezTo>
                    <a:pt x="190" y="17"/>
                    <a:pt x="170" y="17"/>
                    <a:pt x="170" y="17"/>
                  </a:cubicBezTo>
                  <a:cubicBezTo>
                    <a:pt x="153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3988725" y="2354150"/>
              <a:ext cx="6025" cy="6575"/>
            </a:xfrm>
            <a:custGeom>
              <a:avLst/>
              <a:gdLst/>
              <a:ahLst/>
              <a:cxnLst/>
              <a:rect l="l" t="t" r="r" b="b"/>
              <a:pathLst>
                <a:path w="241" h="263" extrusionOk="0">
                  <a:moveTo>
                    <a:pt x="111" y="1"/>
                  </a:moveTo>
                  <a:cubicBezTo>
                    <a:pt x="71" y="1"/>
                    <a:pt x="30" y="32"/>
                    <a:pt x="17" y="84"/>
                  </a:cubicBezTo>
                  <a:cubicBezTo>
                    <a:pt x="1" y="154"/>
                    <a:pt x="17" y="220"/>
                    <a:pt x="88" y="257"/>
                  </a:cubicBezTo>
                  <a:cubicBezTo>
                    <a:pt x="99" y="261"/>
                    <a:pt x="112" y="263"/>
                    <a:pt x="125" y="263"/>
                  </a:cubicBezTo>
                  <a:cubicBezTo>
                    <a:pt x="167" y="263"/>
                    <a:pt x="211" y="240"/>
                    <a:pt x="224" y="187"/>
                  </a:cubicBezTo>
                  <a:cubicBezTo>
                    <a:pt x="240" y="117"/>
                    <a:pt x="224" y="34"/>
                    <a:pt x="153" y="13"/>
                  </a:cubicBezTo>
                  <a:cubicBezTo>
                    <a:pt x="140" y="5"/>
                    <a:pt x="126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3827225" y="23386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54" y="17"/>
                    <a:pt x="0" y="87"/>
                    <a:pt x="17" y="157"/>
                  </a:cubicBezTo>
                  <a:cubicBezTo>
                    <a:pt x="17" y="190"/>
                    <a:pt x="37" y="207"/>
                    <a:pt x="54" y="244"/>
                  </a:cubicBezTo>
                  <a:cubicBezTo>
                    <a:pt x="87" y="260"/>
                    <a:pt x="120" y="260"/>
                    <a:pt x="141" y="260"/>
                  </a:cubicBezTo>
                  <a:cubicBezTo>
                    <a:pt x="174" y="260"/>
                    <a:pt x="190" y="244"/>
                    <a:pt x="207" y="207"/>
                  </a:cubicBezTo>
                  <a:cubicBezTo>
                    <a:pt x="223" y="174"/>
                    <a:pt x="244" y="141"/>
                    <a:pt x="244" y="104"/>
                  </a:cubicBezTo>
                  <a:cubicBezTo>
                    <a:pt x="223" y="71"/>
                    <a:pt x="207" y="54"/>
                    <a:pt x="190" y="17"/>
                  </a:cubicBezTo>
                  <a:cubicBezTo>
                    <a:pt x="190" y="17"/>
                    <a:pt x="174" y="17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3947925" y="2268200"/>
              <a:ext cx="6525" cy="6625"/>
            </a:xfrm>
            <a:custGeom>
              <a:avLst/>
              <a:gdLst/>
              <a:ahLst/>
              <a:cxnLst/>
              <a:rect l="l" t="t" r="r" b="b"/>
              <a:pathLst>
                <a:path w="261" h="265" extrusionOk="0">
                  <a:moveTo>
                    <a:pt x="136" y="1"/>
                  </a:moveTo>
                  <a:cubicBezTo>
                    <a:pt x="120" y="1"/>
                    <a:pt x="87" y="17"/>
                    <a:pt x="70" y="34"/>
                  </a:cubicBezTo>
                  <a:cubicBezTo>
                    <a:pt x="17" y="87"/>
                    <a:pt x="0" y="153"/>
                    <a:pt x="54" y="223"/>
                  </a:cubicBezTo>
                  <a:cubicBezTo>
                    <a:pt x="70" y="240"/>
                    <a:pt x="87" y="256"/>
                    <a:pt x="120" y="256"/>
                  </a:cubicBezTo>
                  <a:cubicBezTo>
                    <a:pt x="131" y="262"/>
                    <a:pt x="140" y="265"/>
                    <a:pt x="149" y="265"/>
                  </a:cubicBezTo>
                  <a:cubicBezTo>
                    <a:pt x="168" y="265"/>
                    <a:pt x="183" y="251"/>
                    <a:pt x="206" y="240"/>
                  </a:cubicBezTo>
                  <a:cubicBezTo>
                    <a:pt x="239" y="190"/>
                    <a:pt x="260" y="104"/>
                    <a:pt x="223" y="50"/>
                  </a:cubicBezTo>
                  <a:cubicBezTo>
                    <a:pt x="206" y="34"/>
                    <a:pt x="190" y="17"/>
                    <a:pt x="173" y="17"/>
                  </a:cubicBezTo>
                  <a:cubicBezTo>
                    <a:pt x="157" y="17"/>
                    <a:pt x="157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3823400" y="2384000"/>
              <a:ext cx="6425" cy="6575"/>
            </a:xfrm>
            <a:custGeom>
              <a:avLst/>
              <a:gdLst/>
              <a:ahLst/>
              <a:cxnLst/>
              <a:rect l="l" t="t" r="r" b="b"/>
              <a:pathLst>
                <a:path w="257" h="263" extrusionOk="0">
                  <a:moveTo>
                    <a:pt x="119" y="0"/>
                  </a:moveTo>
                  <a:cubicBezTo>
                    <a:pt x="102" y="0"/>
                    <a:pt x="81" y="12"/>
                    <a:pt x="67" y="23"/>
                  </a:cubicBezTo>
                  <a:cubicBezTo>
                    <a:pt x="17" y="77"/>
                    <a:pt x="1" y="159"/>
                    <a:pt x="50" y="213"/>
                  </a:cubicBezTo>
                  <a:cubicBezTo>
                    <a:pt x="67" y="230"/>
                    <a:pt x="87" y="246"/>
                    <a:pt x="120" y="262"/>
                  </a:cubicBezTo>
                  <a:cubicBezTo>
                    <a:pt x="153" y="262"/>
                    <a:pt x="170" y="246"/>
                    <a:pt x="207" y="230"/>
                  </a:cubicBezTo>
                  <a:cubicBezTo>
                    <a:pt x="240" y="180"/>
                    <a:pt x="256" y="110"/>
                    <a:pt x="223" y="40"/>
                  </a:cubicBezTo>
                  <a:cubicBezTo>
                    <a:pt x="207" y="23"/>
                    <a:pt x="190" y="23"/>
                    <a:pt x="170" y="7"/>
                  </a:cubicBezTo>
                  <a:lnTo>
                    <a:pt x="137" y="7"/>
                  </a:lnTo>
                  <a:cubicBezTo>
                    <a:pt x="132" y="2"/>
                    <a:pt x="126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3824225" y="2414575"/>
              <a:ext cx="6525" cy="6425"/>
            </a:xfrm>
            <a:custGeom>
              <a:avLst/>
              <a:gdLst/>
              <a:ahLst/>
              <a:cxnLst/>
              <a:rect l="l" t="t" r="r" b="b"/>
              <a:pathLst>
                <a:path w="261" h="257" extrusionOk="0">
                  <a:moveTo>
                    <a:pt x="140" y="0"/>
                  </a:moveTo>
                  <a:cubicBezTo>
                    <a:pt x="87" y="0"/>
                    <a:pt x="48" y="33"/>
                    <a:pt x="17" y="91"/>
                  </a:cubicBezTo>
                  <a:cubicBezTo>
                    <a:pt x="1" y="157"/>
                    <a:pt x="34" y="227"/>
                    <a:pt x="87" y="243"/>
                  </a:cubicBezTo>
                  <a:cubicBezTo>
                    <a:pt x="101" y="252"/>
                    <a:pt x="115" y="256"/>
                    <a:pt x="130" y="256"/>
                  </a:cubicBezTo>
                  <a:cubicBezTo>
                    <a:pt x="170" y="256"/>
                    <a:pt x="211" y="225"/>
                    <a:pt x="223" y="173"/>
                  </a:cubicBezTo>
                  <a:cubicBezTo>
                    <a:pt x="261" y="107"/>
                    <a:pt x="223" y="37"/>
                    <a:pt x="174" y="4"/>
                  </a:cubicBezTo>
                  <a:cubicBezTo>
                    <a:pt x="162" y="1"/>
                    <a:pt x="151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3832375" y="2401425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21" y="0"/>
                  </a:moveTo>
                  <a:cubicBezTo>
                    <a:pt x="78" y="0"/>
                    <a:pt x="44" y="33"/>
                    <a:pt x="17" y="81"/>
                  </a:cubicBezTo>
                  <a:cubicBezTo>
                    <a:pt x="1" y="151"/>
                    <a:pt x="38" y="221"/>
                    <a:pt x="87" y="254"/>
                  </a:cubicBezTo>
                  <a:cubicBezTo>
                    <a:pt x="97" y="257"/>
                    <a:pt x="106" y="258"/>
                    <a:pt x="116" y="258"/>
                  </a:cubicBezTo>
                  <a:cubicBezTo>
                    <a:pt x="162" y="258"/>
                    <a:pt x="210" y="228"/>
                    <a:pt x="223" y="184"/>
                  </a:cubicBezTo>
                  <a:cubicBezTo>
                    <a:pt x="260" y="118"/>
                    <a:pt x="223" y="31"/>
                    <a:pt x="174" y="15"/>
                  </a:cubicBezTo>
                  <a:cubicBezTo>
                    <a:pt x="155" y="5"/>
                    <a:pt x="137" y="0"/>
                    <a:pt x="1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3827225" y="228850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13" y="0"/>
                  </a:moveTo>
                  <a:cubicBezTo>
                    <a:pt x="72" y="0"/>
                    <a:pt x="32" y="32"/>
                    <a:pt x="17" y="83"/>
                  </a:cubicBezTo>
                  <a:cubicBezTo>
                    <a:pt x="0" y="149"/>
                    <a:pt x="17" y="219"/>
                    <a:pt x="87" y="252"/>
                  </a:cubicBezTo>
                  <a:cubicBezTo>
                    <a:pt x="96" y="255"/>
                    <a:pt x="106" y="257"/>
                    <a:pt x="116" y="257"/>
                  </a:cubicBezTo>
                  <a:cubicBezTo>
                    <a:pt x="162" y="257"/>
                    <a:pt x="209" y="227"/>
                    <a:pt x="223" y="186"/>
                  </a:cubicBezTo>
                  <a:cubicBezTo>
                    <a:pt x="244" y="116"/>
                    <a:pt x="223" y="30"/>
                    <a:pt x="157" y="13"/>
                  </a:cubicBezTo>
                  <a:cubicBezTo>
                    <a:pt x="143" y="4"/>
                    <a:pt x="128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3833300" y="2443950"/>
              <a:ext cx="5600" cy="6575"/>
            </a:xfrm>
            <a:custGeom>
              <a:avLst/>
              <a:gdLst/>
              <a:ahLst/>
              <a:cxnLst/>
              <a:rect l="l" t="t" r="r" b="b"/>
              <a:pathLst>
                <a:path w="224" h="263" extrusionOk="0">
                  <a:moveTo>
                    <a:pt x="120" y="0"/>
                  </a:moveTo>
                  <a:cubicBezTo>
                    <a:pt x="107" y="0"/>
                    <a:pt x="93" y="4"/>
                    <a:pt x="83" y="13"/>
                  </a:cubicBezTo>
                  <a:cubicBezTo>
                    <a:pt x="67" y="13"/>
                    <a:pt x="34" y="29"/>
                    <a:pt x="17" y="66"/>
                  </a:cubicBezTo>
                  <a:cubicBezTo>
                    <a:pt x="1" y="83"/>
                    <a:pt x="1" y="116"/>
                    <a:pt x="1" y="153"/>
                  </a:cubicBezTo>
                  <a:cubicBezTo>
                    <a:pt x="1" y="186"/>
                    <a:pt x="17" y="219"/>
                    <a:pt x="34" y="235"/>
                  </a:cubicBezTo>
                  <a:cubicBezTo>
                    <a:pt x="57" y="250"/>
                    <a:pt x="83" y="262"/>
                    <a:pt x="102" y="262"/>
                  </a:cubicBezTo>
                  <a:cubicBezTo>
                    <a:pt x="109" y="262"/>
                    <a:pt x="115" y="260"/>
                    <a:pt x="120" y="256"/>
                  </a:cubicBezTo>
                  <a:cubicBezTo>
                    <a:pt x="186" y="256"/>
                    <a:pt x="223" y="186"/>
                    <a:pt x="223" y="116"/>
                  </a:cubicBezTo>
                  <a:cubicBezTo>
                    <a:pt x="207" y="83"/>
                    <a:pt x="186" y="50"/>
                    <a:pt x="170" y="29"/>
                  </a:cubicBezTo>
                  <a:cubicBezTo>
                    <a:pt x="170" y="13"/>
                    <a:pt x="153" y="13"/>
                    <a:pt x="153" y="13"/>
                  </a:cubicBezTo>
                  <a:cubicBezTo>
                    <a:pt x="145" y="4"/>
                    <a:pt x="133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3828975" y="2368275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104" y="1"/>
                  </a:moveTo>
                  <a:cubicBezTo>
                    <a:pt x="33" y="17"/>
                    <a:pt x="0" y="67"/>
                    <a:pt x="0" y="153"/>
                  </a:cubicBezTo>
                  <a:cubicBezTo>
                    <a:pt x="0" y="191"/>
                    <a:pt x="17" y="207"/>
                    <a:pt x="50" y="240"/>
                  </a:cubicBezTo>
                  <a:cubicBezTo>
                    <a:pt x="71" y="257"/>
                    <a:pt x="104" y="257"/>
                    <a:pt x="120" y="257"/>
                  </a:cubicBezTo>
                  <a:cubicBezTo>
                    <a:pt x="190" y="240"/>
                    <a:pt x="223" y="170"/>
                    <a:pt x="223" y="104"/>
                  </a:cubicBezTo>
                  <a:cubicBezTo>
                    <a:pt x="223" y="67"/>
                    <a:pt x="207" y="50"/>
                    <a:pt x="174" y="17"/>
                  </a:cubicBezTo>
                  <a:cubicBezTo>
                    <a:pt x="174" y="17"/>
                    <a:pt x="15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3842275" y="23343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6" y="1"/>
                  </a:moveTo>
                  <a:cubicBezTo>
                    <a:pt x="103" y="1"/>
                    <a:pt x="87" y="1"/>
                    <a:pt x="54" y="17"/>
                  </a:cubicBezTo>
                  <a:cubicBezTo>
                    <a:pt x="0" y="66"/>
                    <a:pt x="0" y="153"/>
                    <a:pt x="33" y="207"/>
                  </a:cubicBezTo>
                  <a:cubicBezTo>
                    <a:pt x="54" y="240"/>
                    <a:pt x="87" y="256"/>
                    <a:pt x="120" y="256"/>
                  </a:cubicBezTo>
                  <a:cubicBezTo>
                    <a:pt x="136" y="256"/>
                    <a:pt x="173" y="256"/>
                    <a:pt x="190" y="223"/>
                  </a:cubicBezTo>
                  <a:cubicBezTo>
                    <a:pt x="239" y="186"/>
                    <a:pt x="239" y="104"/>
                    <a:pt x="206" y="50"/>
                  </a:cubicBezTo>
                  <a:cubicBezTo>
                    <a:pt x="206" y="33"/>
                    <a:pt x="190" y="17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3842275" y="2287625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28" y="0"/>
                  </a:moveTo>
                  <a:cubicBezTo>
                    <a:pt x="87" y="0"/>
                    <a:pt x="48" y="33"/>
                    <a:pt x="33" y="81"/>
                  </a:cubicBezTo>
                  <a:cubicBezTo>
                    <a:pt x="0" y="151"/>
                    <a:pt x="33" y="221"/>
                    <a:pt x="87" y="254"/>
                  </a:cubicBezTo>
                  <a:cubicBezTo>
                    <a:pt x="99" y="257"/>
                    <a:pt x="110" y="259"/>
                    <a:pt x="121" y="259"/>
                  </a:cubicBezTo>
                  <a:cubicBezTo>
                    <a:pt x="173" y="259"/>
                    <a:pt x="212" y="226"/>
                    <a:pt x="239" y="168"/>
                  </a:cubicBezTo>
                  <a:cubicBezTo>
                    <a:pt x="260" y="98"/>
                    <a:pt x="223" y="32"/>
                    <a:pt x="173" y="15"/>
                  </a:cubicBezTo>
                  <a:cubicBezTo>
                    <a:pt x="159" y="5"/>
                    <a:pt x="143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3820425" y="245032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20" y="1"/>
                  </a:moveTo>
                  <a:cubicBezTo>
                    <a:pt x="103" y="1"/>
                    <a:pt x="66" y="17"/>
                    <a:pt x="50" y="34"/>
                  </a:cubicBezTo>
                  <a:cubicBezTo>
                    <a:pt x="17" y="50"/>
                    <a:pt x="0" y="83"/>
                    <a:pt x="0" y="120"/>
                  </a:cubicBezTo>
                  <a:cubicBezTo>
                    <a:pt x="0" y="153"/>
                    <a:pt x="17" y="186"/>
                    <a:pt x="33" y="223"/>
                  </a:cubicBezTo>
                  <a:cubicBezTo>
                    <a:pt x="51" y="251"/>
                    <a:pt x="81" y="263"/>
                    <a:pt x="112" y="263"/>
                  </a:cubicBezTo>
                  <a:cubicBezTo>
                    <a:pt x="137" y="263"/>
                    <a:pt x="164" y="255"/>
                    <a:pt x="186" y="240"/>
                  </a:cubicBezTo>
                  <a:cubicBezTo>
                    <a:pt x="239" y="186"/>
                    <a:pt x="239" y="104"/>
                    <a:pt x="206" y="50"/>
                  </a:cubicBezTo>
                  <a:cubicBezTo>
                    <a:pt x="186" y="34"/>
                    <a:pt x="169" y="17"/>
                    <a:pt x="153" y="17"/>
                  </a:cubicBezTo>
                  <a:cubicBezTo>
                    <a:pt x="153" y="17"/>
                    <a:pt x="136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3844425" y="2270775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104" y="1"/>
                  </a:moveTo>
                  <a:cubicBezTo>
                    <a:pt x="71" y="1"/>
                    <a:pt x="50" y="17"/>
                    <a:pt x="34" y="34"/>
                  </a:cubicBezTo>
                  <a:cubicBezTo>
                    <a:pt x="17" y="71"/>
                    <a:pt x="1" y="104"/>
                    <a:pt x="1" y="153"/>
                  </a:cubicBezTo>
                  <a:cubicBezTo>
                    <a:pt x="17" y="190"/>
                    <a:pt x="34" y="207"/>
                    <a:pt x="50" y="240"/>
                  </a:cubicBezTo>
                  <a:cubicBezTo>
                    <a:pt x="71" y="256"/>
                    <a:pt x="104" y="256"/>
                    <a:pt x="137" y="256"/>
                  </a:cubicBezTo>
                  <a:cubicBezTo>
                    <a:pt x="191" y="240"/>
                    <a:pt x="224" y="190"/>
                    <a:pt x="224" y="120"/>
                  </a:cubicBezTo>
                  <a:lnTo>
                    <a:pt x="224" y="104"/>
                  </a:lnTo>
                  <a:cubicBezTo>
                    <a:pt x="224" y="71"/>
                    <a:pt x="191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839275" y="2383750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71" y="0"/>
                  </a:moveTo>
                  <a:cubicBezTo>
                    <a:pt x="17" y="33"/>
                    <a:pt x="1" y="87"/>
                    <a:pt x="1" y="136"/>
                  </a:cubicBezTo>
                  <a:cubicBezTo>
                    <a:pt x="1" y="169"/>
                    <a:pt x="17" y="207"/>
                    <a:pt x="50" y="223"/>
                  </a:cubicBezTo>
                  <a:cubicBezTo>
                    <a:pt x="71" y="256"/>
                    <a:pt x="104" y="256"/>
                    <a:pt x="120" y="256"/>
                  </a:cubicBezTo>
                  <a:cubicBezTo>
                    <a:pt x="190" y="240"/>
                    <a:pt x="223" y="169"/>
                    <a:pt x="223" y="103"/>
                  </a:cubicBezTo>
                  <a:cubicBezTo>
                    <a:pt x="223" y="87"/>
                    <a:pt x="223" y="87"/>
                    <a:pt x="207" y="66"/>
                  </a:cubicBezTo>
                  <a:cubicBezTo>
                    <a:pt x="207" y="33"/>
                    <a:pt x="174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3822475" y="2430550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04" y="0"/>
                  </a:moveTo>
                  <a:cubicBezTo>
                    <a:pt x="54" y="17"/>
                    <a:pt x="1" y="87"/>
                    <a:pt x="21" y="153"/>
                  </a:cubicBezTo>
                  <a:cubicBezTo>
                    <a:pt x="21" y="190"/>
                    <a:pt x="38" y="223"/>
                    <a:pt x="71" y="239"/>
                  </a:cubicBezTo>
                  <a:cubicBezTo>
                    <a:pt x="87" y="256"/>
                    <a:pt x="124" y="256"/>
                    <a:pt x="141" y="256"/>
                  </a:cubicBezTo>
                  <a:cubicBezTo>
                    <a:pt x="207" y="239"/>
                    <a:pt x="244" y="190"/>
                    <a:pt x="244" y="103"/>
                  </a:cubicBezTo>
                  <a:cubicBezTo>
                    <a:pt x="227" y="70"/>
                    <a:pt x="207" y="50"/>
                    <a:pt x="190" y="33"/>
                  </a:cubicBezTo>
                  <a:cubicBezTo>
                    <a:pt x="190" y="17"/>
                    <a:pt x="174" y="17"/>
                    <a:pt x="174" y="17"/>
                  </a:cubicBezTo>
                  <a:cubicBezTo>
                    <a:pt x="157" y="0"/>
                    <a:pt x="124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3828975" y="2323150"/>
              <a:ext cx="5600" cy="6575"/>
            </a:xfrm>
            <a:custGeom>
              <a:avLst/>
              <a:gdLst/>
              <a:ahLst/>
              <a:cxnLst/>
              <a:rect l="l" t="t" r="r" b="b"/>
              <a:pathLst>
                <a:path w="224" h="263" extrusionOk="0">
                  <a:moveTo>
                    <a:pt x="104" y="0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5" y="215"/>
                    <a:pt x="58" y="263"/>
                    <a:pt x="113" y="263"/>
                  </a:cubicBezTo>
                  <a:cubicBezTo>
                    <a:pt x="120" y="263"/>
                    <a:pt x="128" y="262"/>
                    <a:pt x="137" y="260"/>
                  </a:cubicBezTo>
                  <a:cubicBezTo>
                    <a:pt x="153" y="260"/>
                    <a:pt x="190" y="243"/>
                    <a:pt x="207" y="206"/>
                  </a:cubicBezTo>
                  <a:cubicBezTo>
                    <a:pt x="223" y="173"/>
                    <a:pt x="223" y="140"/>
                    <a:pt x="223" y="103"/>
                  </a:cubicBezTo>
                  <a:cubicBezTo>
                    <a:pt x="223" y="70"/>
                    <a:pt x="207" y="54"/>
                    <a:pt x="190" y="17"/>
                  </a:cubicBezTo>
                  <a:lnTo>
                    <a:pt x="153" y="17"/>
                  </a:ln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898550" y="224542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3" y="0"/>
                  </a:moveTo>
                  <a:cubicBezTo>
                    <a:pt x="70" y="17"/>
                    <a:pt x="50" y="33"/>
                    <a:pt x="17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17" y="190"/>
                    <a:pt x="17" y="223"/>
                    <a:pt x="50" y="240"/>
                  </a:cubicBezTo>
                  <a:cubicBezTo>
                    <a:pt x="65" y="254"/>
                    <a:pt x="86" y="267"/>
                    <a:pt x="108" y="267"/>
                  </a:cubicBezTo>
                  <a:cubicBezTo>
                    <a:pt x="118" y="267"/>
                    <a:pt x="127" y="265"/>
                    <a:pt x="136" y="260"/>
                  </a:cubicBezTo>
                  <a:cubicBezTo>
                    <a:pt x="190" y="260"/>
                    <a:pt x="240" y="190"/>
                    <a:pt x="223" y="120"/>
                  </a:cubicBezTo>
                  <a:cubicBezTo>
                    <a:pt x="223" y="87"/>
                    <a:pt x="207" y="54"/>
                    <a:pt x="174" y="33"/>
                  </a:cubicBezTo>
                  <a:cubicBezTo>
                    <a:pt x="174" y="17"/>
                    <a:pt x="174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3828550" y="246270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4" y="1"/>
                  </a:moveTo>
                  <a:cubicBezTo>
                    <a:pt x="50" y="21"/>
                    <a:pt x="1" y="87"/>
                    <a:pt x="17" y="157"/>
                  </a:cubicBezTo>
                  <a:cubicBezTo>
                    <a:pt x="17" y="190"/>
                    <a:pt x="34" y="227"/>
                    <a:pt x="50" y="244"/>
                  </a:cubicBezTo>
                  <a:cubicBezTo>
                    <a:pt x="88" y="260"/>
                    <a:pt x="104" y="260"/>
                    <a:pt x="121" y="260"/>
                  </a:cubicBezTo>
                  <a:cubicBezTo>
                    <a:pt x="154" y="207"/>
                    <a:pt x="191" y="157"/>
                    <a:pt x="224" y="87"/>
                  </a:cubicBezTo>
                  <a:cubicBezTo>
                    <a:pt x="224" y="71"/>
                    <a:pt x="207" y="54"/>
                    <a:pt x="191" y="38"/>
                  </a:cubicBezTo>
                  <a:cubicBezTo>
                    <a:pt x="191" y="21"/>
                    <a:pt x="170" y="21"/>
                    <a:pt x="170" y="21"/>
                  </a:cubicBezTo>
                  <a:cubicBezTo>
                    <a:pt x="137" y="1"/>
                    <a:pt x="121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3837525" y="2426925"/>
              <a:ext cx="6100" cy="6550"/>
            </a:xfrm>
            <a:custGeom>
              <a:avLst/>
              <a:gdLst/>
              <a:ahLst/>
              <a:cxnLst/>
              <a:rect l="l" t="t" r="r" b="b"/>
              <a:pathLst>
                <a:path w="244" h="262" extrusionOk="0">
                  <a:moveTo>
                    <a:pt x="102" y="0"/>
                  </a:moveTo>
                  <a:cubicBezTo>
                    <a:pt x="85" y="0"/>
                    <a:pt x="66" y="14"/>
                    <a:pt x="54" y="26"/>
                  </a:cubicBezTo>
                  <a:cubicBezTo>
                    <a:pt x="1" y="75"/>
                    <a:pt x="1" y="162"/>
                    <a:pt x="38" y="215"/>
                  </a:cubicBezTo>
                  <a:cubicBezTo>
                    <a:pt x="57" y="244"/>
                    <a:pt x="89" y="262"/>
                    <a:pt x="122" y="262"/>
                  </a:cubicBezTo>
                  <a:cubicBezTo>
                    <a:pt x="145" y="262"/>
                    <a:pt x="170" y="252"/>
                    <a:pt x="190" y="232"/>
                  </a:cubicBezTo>
                  <a:cubicBezTo>
                    <a:pt x="244" y="178"/>
                    <a:pt x="244" y="112"/>
                    <a:pt x="207" y="42"/>
                  </a:cubicBezTo>
                  <a:cubicBezTo>
                    <a:pt x="190" y="26"/>
                    <a:pt x="174" y="26"/>
                    <a:pt x="157" y="9"/>
                  </a:cubicBezTo>
                  <a:lnTo>
                    <a:pt x="120" y="9"/>
                  </a:lnTo>
                  <a:cubicBezTo>
                    <a:pt x="115" y="3"/>
                    <a:pt x="109" y="0"/>
                    <a:pt x="1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3948325" y="2252325"/>
              <a:ext cx="6125" cy="6425"/>
            </a:xfrm>
            <a:custGeom>
              <a:avLst/>
              <a:gdLst/>
              <a:ahLst/>
              <a:cxnLst/>
              <a:rect l="l" t="t" r="r" b="b"/>
              <a:pathLst>
                <a:path w="245" h="257" extrusionOk="0">
                  <a:moveTo>
                    <a:pt x="104" y="1"/>
                  </a:moveTo>
                  <a:cubicBezTo>
                    <a:pt x="54" y="1"/>
                    <a:pt x="1" y="67"/>
                    <a:pt x="17" y="137"/>
                  </a:cubicBezTo>
                  <a:cubicBezTo>
                    <a:pt x="17" y="170"/>
                    <a:pt x="38" y="207"/>
                    <a:pt x="54" y="223"/>
                  </a:cubicBezTo>
                  <a:cubicBezTo>
                    <a:pt x="87" y="256"/>
                    <a:pt x="120" y="256"/>
                    <a:pt x="141" y="256"/>
                  </a:cubicBezTo>
                  <a:cubicBezTo>
                    <a:pt x="207" y="240"/>
                    <a:pt x="244" y="170"/>
                    <a:pt x="244" y="104"/>
                  </a:cubicBezTo>
                  <a:cubicBezTo>
                    <a:pt x="223" y="67"/>
                    <a:pt x="207" y="34"/>
                    <a:pt x="190" y="17"/>
                  </a:cubicBezTo>
                  <a:lnTo>
                    <a:pt x="1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3949675" y="23003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66" y="1"/>
                    <a:pt x="50" y="22"/>
                    <a:pt x="33" y="55"/>
                  </a:cubicBezTo>
                  <a:cubicBezTo>
                    <a:pt x="0" y="88"/>
                    <a:pt x="0" y="125"/>
                    <a:pt x="0" y="158"/>
                  </a:cubicBezTo>
                  <a:cubicBezTo>
                    <a:pt x="17" y="191"/>
                    <a:pt x="33" y="207"/>
                    <a:pt x="50" y="244"/>
                  </a:cubicBezTo>
                  <a:cubicBezTo>
                    <a:pt x="66" y="261"/>
                    <a:pt x="103" y="261"/>
                    <a:pt x="136" y="261"/>
                  </a:cubicBezTo>
                  <a:cubicBezTo>
                    <a:pt x="190" y="244"/>
                    <a:pt x="239" y="191"/>
                    <a:pt x="223" y="104"/>
                  </a:cubicBezTo>
                  <a:cubicBezTo>
                    <a:pt x="223" y="71"/>
                    <a:pt x="207" y="55"/>
                    <a:pt x="190" y="22"/>
                  </a:cubicBezTo>
                  <a:cubicBezTo>
                    <a:pt x="169" y="22"/>
                    <a:pt x="169" y="22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3820825" y="235365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37" y="0"/>
                  </a:moveTo>
                  <a:cubicBezTo>
                    <a:pt x="104" y="0"/>
                    <a:pt x="67" y="17"/>
                    <a:pt x="50" y="33"/>
                  </a:cubicBezTo>
                  <a:cubicBezTo>
                    <a:pt x="1" y="71"/>
                    <a:pt x="1" y="157"/>
                    <a:pt x="34" y="207"/>
                  </a:cubicBezTo>
                  <a:cubicBezTo>
                    <a:pt x="50" y="240"/>
                    <a:pt x="67" y="260"/>
                    <a:pt x="104" y="260"/>
                  </a:cubicBezTo>
                  <a:cubicBezTo>
                    <a:pt x="137" y="260"/>
                    <a:pt x="170" y="260"/>
                    <a:pt x="190" y="240"/>
                  </a:cubicBezTo>
                  <a:cubicBezTo>
                    <a:pt x="207" y="207"/>
                    <a:pt x="223" y="190"/>
                    <a:pt x="223" y="157"/>
                  </a:cubicBezTo>
                  <a:cubicBezTo>
                    <a:pt x="223" y="120"/>
                    <a:pt x="223" y="87"/>
                    <a:pt x="207" y="54"/>
                  </a:cubicBezTo>
                  <a:cubicBezTo>
                    <a:pt x="190" y="33"/>
                    <a:pt x="170" y="17"/>
                    <a:pt x="153" y="17"/>
                  </a:cubicBezTo>
                  <a:cubicBezTo>
                    <a:pt x="153" y="0"/>
                    <a:pt x="137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3864625" y="2391100"/>
              <a:ext cx="6025" cy="6550"/>
            </a:xfrm>
            <a:custGeom>
              <a:avLst/>
              <a:gdLst/>
              <a:ahLst/>
              <a:cxnLst/>
              <a:rect l="l" t="t" r="r" b="b"/>
              <a:pathLst>
                <a:path w="241" h="262" extrusionOk="0">
                  <a:moveTo>
                    <a:pt x="110" y="1"/>
                  </a:moveTo>
                  <a:cubicBezTo>
                    <a:pt x="70" y="1"/>
                    <a:pt x="29" y="34"/>
                    <a:pt x="17" y="82"/>
                  </a:cubicBezTo>
                  <a:cubicBezTo>
                    <a:pt x="1" y="102"/>
                    <a:pt x="1" y="119"/>
                    <a:pt x="1" y="152"/>
                  </a:cubicBezTo>
                  <a:cubicBezTo>
                    <a:pt x="17" y="185"/>
                    <a:pt x="34" y="238"/>
                    <a:pt x="67" y="255"/>
                  </a:cubicBezTo>
                  <a:cubicBezTo>
                    <a:pt x="81" y="259"/>
                    <a:pt x="94" y="261"/>
                    <a:pt x="106" y="261"/>
                  </a:cubicBezTo>
                  <a:cubicBezTo>
                    <a:pt x="139" y="261"/>
                    <a:pt x="163" y="246"/>
                    <a:pt x="191" y="222"/>
                  </a:cubicBezTo>
                  <a:cubicBezTo>
                    <a:pt x="207" y="222"/>
                    <a:pt x="207" y="205"/>
                    <a:pt x="224" y="185"/>
                  </a:cubicBezTo>
                  <a:cubicBezTo>
                    <a:pt x="240" y="119"/>
                    <a:pt x="207" y="32"/>
                    <a:pt x="154" y="16"/>
                  </a:cubicBezTo>
                  <a:cubicBezTo>
                    <a:pt x="140" y="5"/>
                    <a:pt x="125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3834950" y="2303075"/>
              <a:ext cx="6525" cy="6700"/>
            </a:xfrm>
            <a:custGeom>
              <a:avLst/>
              <a:gdLst/>
              <a:ahLst/>
              <a:cxnLst/>
              <a:rect l="l" t="t" r="r" b="b"/>
              <a:pathLst>
                <a:path w="261" h="268" extrusionOk="0">
                  <a:moveTo>
                    <a:pt x="121" y="1"/>
                  </a:moveTo>
                  <a:cubicBezTo>
                    <a:pt x="78" y="1"/>
                    <a:pt x="44" y="34"/>
                    <a:pt x="17" y="82"/>
                  </a:cubicBezTo>
                  <a:cubicBezTo>
                    <a:pt x="1" y="152"/>
                    <a:pt x="38" y="238"/>
                    <a:pt x="87" y="255"/>
                  </a:cubicBezTo>
                  <a:cubicBezTo>
                    <a:pt x="101" y="264"/>
                    <a:pt x="116" y="268"/>
                    <a:pt x="131" y="268"/>
                  </a:cubicBezTo>
                  <a:cubicBezTo>
                    <a:pt x="172" y="268"/>
                    <a:pt x="211" y="236"/>
                    <a:pt x="223" y="185"/>
                  </a:cubicBezTo>
                  <a:cubicBezTo>
                    <a:pt x="260" y="119"/>
                    <a:pt x="223" y="49"/>
                    <a:pt x="174" y="16"/>
                  </a:cubicBezTo>
                  <a:cubicBezTo>
                    <a:pt x="155" y="6"/>
                    <a:pt x="137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3835875" y="23510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0"/>
                  </a:moveTo>
                  <a:cubicBezTo>
                    <a:pt x="50" y="0"/>
                    <a:pt x="1" y="71"/>
                    <a:pt x="17" y="136"/>
                  </a:cubicBezTo>
                  <a:cubicBezTo>
                    <a:pt x="17" y="174"/>
                    <a:pt x="34" y="207"/>
                    <a:pt x="50" y="223"/>
                  </a:cubicBezTo>
                  <a:cubicBezTo>
                    <a:pt x="83" y="260"/>
                    <a:pt x="104" y="260"/>
                    <a:pt x="137" y="260"/>
                  </a:cubicBezTo>
                  <a:cubicBezTo>
                    <a:pt x="170" y="240"/>
                    <a:pt x="186" y="223"/>
                    <a:pt x="207" y="207"/>
                  </a:cubicBezTo>
                  <a:cubicBezTo>
                    <a:pt x="223" y="174"/>
                    <a:pt x="240" y="136"/>
                    <a:pt x="223" y="103"/>
                  </a:cubicBezTo>
                  <a:cubicBezTo>
                    <a:pt x="223" y="71"/>
                    <a:pt x="207" y="33"/>
                    <a:pt x="186" y="17"/>
                  </a:cubicBezTo>
                  <a:cubicBezTo>
                    <a:pt x="170" y="17"/>
                    <a:pt x="170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3831550" y="227360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19" y="0"/>
                  </a:moveTo>
                  <a:cubicBezTo>
                    <a:pt x="102" y="0"/>
                    <a:pt x="82" y="12"/>
                    <a:pt x="71" y="24"/>
                  </a:cubicBezTo>
                  <a:cubicBezTo>
                    <a:pt x="17" y="77"/>
                    <a:pt x="1" y="164"/>
                    <a:pt x="50" y="213"/>
                  </a:cubicBezTo>
                  <a:cubicBezTo>
                    <a:pt x="71" y="246"/>
                    <a:pt x="87" y="267"/>
                    <a:pt x="120" y="267"/>
                  </a:cubicBezTo>
                  <a:cubicBezTo>
                    <a:pt x="153" y="267"/>
                    <a:pt x="174" y="246"/>
                    <a:pt x="207" y="230"/>
                  </a:cubicBezTo>
                  <a:cubicBezTo>
                    <a:pt x="223" y="213"/>
                    <a:pt x="240" y="180"/>
                    <a:pt x="240" y="143"/>
                  </a:cubicBezTo>
                  <a:cubicBezTo>
                    <a:pt x="240" y="110"/>
                    <a:pt x="240" y="77"/>
                    <a:pt x="223" y="40"/>
                  </a:cubicBezTo>
                  <a:cubicBezTo>
                    <a:pt x="207" y="24"/>
                    <a:pt x="190" y="24"/>
                    <a:pt x="174" y="7"/>
                  </a:cubicBezTo>
                  <a:lnTo>
                    <a:pt x="137" y="7"/>
                  </a:lnTo>
                  <a:cubicBezTo>
                    <a:pt x="132" y="2"/>
                    <a:pt x="126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3824225" y="22584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13" y="0"/>
                  </a:moveTo>
                  <a:cubicBezTo>
                    <a:pt x="70" y="0"/>
                    <a:pt x="29" y="32"/>
                    <a:pt x="17" y="83"/>
                  </a:cubicBezTo>
                  <a:cubicBezTo>
                    <a:pt x="1" y="100"/>
                    <a:pt x="1" y="133"/>
                    <a:pt x="1" y="153"/>
                  </a:cubicBezTo>
                  <a:cubicBezTo>
                    <a:pt x="17" y="203"/>
                    <a:pt x="34" y="236"/>
                    <a:pt x="71" y="257"/>
                  </a:cubicBezTo>
                  <a:cubicBezTo>
                    <a:pt x="85" y="261"/>
                    <a:pt x="98" y="263"/>
                    <a:pt x="110" y="263"/>
                  </a:cubicBezTo>
                  <a:cubicBezTo>
                    <a:pt x="141" y="263"/>
                    <a:pt x="167" y="251"/>
                    <a:pt x="190" y="236"/>
                  </a:cubicBezTo>
                  <a:cubicBezTo>
                    <a:pt x="207" y="219"/>
                    <a:pt x="207" y="203"/>
                    <a:pt x="223" y="186"/>
                  </a:cubicBezTo>
                  <a:cubicBezTo>
                    <a:pt x="240" y="116"/>
                    <a:pt x="207" y="30"/>
                    <a:pt x="157" y="13"/>
                  </a:cubicBezTo>
                  <a:cubicBezTo>
                    <a:pt x="143" y="5"/>
                    <a:pt x="128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3822475" y="2308600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04" y="1"/>
                  </a:moveTo>
                  <a:cubicBezTo>
                    <a:pt x="38" y="17"/>
                    <a:pt x="1" y="83"/>
                    <a:pt x="1" y="153"/>
                  </a:cubicBezTo>
                  <a:cubicBezTo>
                    <a:pt x="21" y="186"/>
                    <a:pt x="38" y="223"/>
                    <a:pt x="54" y="240"/>
                  </a:cubicBezTo>
                  <a:cubicBezTo>
                    <a:pt x="66" y="252"/>
                    <a:pt x="86" y="263"/>
                    <a:pt x="110" y="263"/>
                  </a:cubicBezTo>
                  <a:cubicBezTo>
                    <a:pt x="120" y="263"/>
                    <a:pt x="130" y="261"/>
                    <a:pt x="141" y="256"/>
                  </a:cubicBezTo>
                  <a:cubicBezTo>
                    <a:pt x="190" y="256"/>
                    <a:pt x="244" y="186"/>
                    <a:pt x="227" y="120"/>
                  </a:cubicBezTo>
                  <a:cubicBezTo>
                    <a:pt x="227" y="83"/>
                    <a:pt x="207" y="50"/>
                    <a:pt x="190" y="34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1"/>
                    <a:pt x="124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3827225" y="2244700"/>
              <a:ext cx="6100" cy="6325"/>
            </a:xfrm>
            <a:custGeom>
              <a:avLst/>
              <a:gdLst/>
              <a:ahLst/>
              <a:cxnLst/>
              <a:rect l="l" t="t" r="r" b="b"/>
              <a:pathLst>
                <a:path w="244" h="253" extrusionOk="0">
                  <a:moveTo>
                    <a:pt x="122" y="0"/>
                  </a:moveTo>
                  <a:cubicBezTo>
                    <a:pt x="78" y="0"/>
                    <a:pt x="44" y="32"/>
                    <a:pt x="17" y="83"/>
                  </a:cubicBezTo>
                  <a:cubicBezTo>
                    <a:pt x="0" y="149"/>
                    <a:pt x="37" y="219"/>
                    <a:pt x="87" y="252"/>
                  </a:cubicBezTo>
                  <a:lnTo>
                    <a:pt x="141" y="252"/>
                  </a:lnTo>
                  <a:cubicBezTo>
                    <a:pt x="174" y="252"/>
                    <a:pt x="207" y="219"/>
                    <a:pt x="223" y="186"/>
                  </a:cubicBezTo>
                  <a:cubicBezTo>
                    <a:pt x="244" y="133"/>
                    <a:pt x="244" y="83"/>
                    <a:pt x="207" y="46"/>
                  </a:cubicBezTo>
                  <a:cubicBezTo>
                    <a:pt x="190" y="29"/>
                    <a:pt x="190" y="13"/>
                    <a:pt x="174" y="13"/>
                  </a:cubicBezTo>
                  <a:cubicBezTo>
                    <a:pt x="155" y="4"/>
                    <a:pt x="138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3973275" y="2355250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27" y="1"/>
                  </a:moveTo>
                  <a:cubicBezTo>
                    <a:pt x="79" y="1"/>
                    <a:pt x="42" y="22"/>
                    <a:pt x="17" y="73"/>
                  </a:cubicBezTo>
                  <a:cubicBezTo>
                    <a:pt x="1" y="143"/>
                    <a:pt x="33" y="229"/>
                    <a:pt x="87" y="246"/>
                  </a:cubicBezTo>
                  <a:cubicBezTo>
                    <a:pt x="100" y="254"/>
                    <a:pt x="115" y="259"/>
                    <a:pt x="129" y="259"/>
                  </a:cubicBezTo>
                  <a:cubicBezTo>
                    <a:pt x="170" y="259"/>
                    <a:pt x="211" y="227"/>
                    <a:pt x="223" y="176"/>
                  </a:cubicBezTo>
                  <a:cubicBezTo>
                    <a:pt x="256" y="110"/>
                    <a:pt x="223" y="40"/>
                    <a:pt x="174" y="7"/>
                  </a:cubicBezTo>
                  <a:cubicBezTo>
                    <a:pt x="157" y="3"/>
                    <a:pt x="142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3908025" y="2336575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26" y="1"/>
                  </a:moveTo>
                  <a:cubicBezTo>
                    <a:pt x="86" y="1"/>
                    <a:pt x="46" y="34"/>
                    <a:pt x="34" y="82"/>
                  </a:cubicBezTo>
                  <a:cubicBezTo>
                    <a:pt x="1" y="152"/>
                    <a:pt x="34" y="222"/>
                    <a:pt x="83" y="255"/>
                  </a:cubicBezTo>
                  <a:cubicBezTo>
                    <a:pt x="95" y="258"/>
                    <a:pt x="107" y="259"/>
                    <a:pt x="118" y="259"/>
                  </a:cubicBezTo>
                  <a:cubicBezTo>
                    <a:pt x="171" y="259"/>
                    <a:pt x="212" y="226"/>
                    <a:pt x="240" y="168"/>
                  </a:cubicBezTo>
                  <a:cubicBezTo>
                    <a:pt x="256" y="119"/>
                    <a:pt x="223" y="32"/>
                    <a:pt x="170" y="16"/>
                  </a:cubicBezTo>
                  <a:cubicBezTo>
                    <a:pt x="156" y="5"/>
                    <a:pt x="141" y="1"/>
                    <a:pt x="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3908850" y="2384150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4" y="1"/>
                  </a:moveTo>
                  <a:cubicBezTo>
                    <a:pt x="50" y="17"/>
                    <a:pt x="1" y="87"/>
                    <a:pt x="17" y="153"/>
                  </a:cubicBezTo>
                  <a:cubicBezTo>
                    <a:pt x="17" y="191"/>
                    <a:pt x="34" y="224"/>
                    <a:pt x="50" y="240"/>
                  </a:cubicBezTo>
                  <a:cubicBezTo>
                    <a:pt x="76" y="252"/>
                    <a:pt x="100" y="265"/>
                    <a:pt x="118" y="265"/>
                  </a:cubicBezTo>
                  <a:cubicBezTo>
                    <a:pt x="125" y="265"/>
                    <a:pt x="132" y="263"/>
                    <a:pt x="137" y="256"/>
                  </a:cubicBezTo>
                  <a:cubicBezTo>
                    <a:pt x="174" y="256"/>
                    <a:pt x="190" y="240"/>
                    <a:pt x="207" y="207"/>
                  </a:cubicBezTo>
                  <a:cubicBezTo>
                    <a:pt x="223" y="191"/>
                    <a:pt x="240" y="153"/>
                    <a:pt x="240" y="120"/>
                  </a:cubicBezTo>
                  <a:cubicBezTo>
                    <a:pt x="223" y="87"/>
                    <a:pt x="207" y="50"/>
                    <a:pt x="190" y="34"/>
                  </a:cubicBezTo>
                  <a:cubicBezTo>
                    <a:pt x="190" y="17"/>
                    <a:pt x="174" y="17"/>
                    <a:pt x="174" y="17"/>
                  </a:cubicBezTo>
                  <a:cubicBezTo>
                    <a:pt x="153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3917000" y="22751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54" y="17"/>
                    <a:pt x="0" y="67"/>
                    <a:pt x="17" y="153"/>
                  </a:cubicBezTo>
                  <a:cubicBezTo>
                    <a:pt x="17" y="186"/>
                    <a:pt x="33" y="207"/>
                    <a:pt x="54" y="240"/>
                  </a:cubicBezTo>
                  <a:cubicBezTo>
                    <a:pt x="87" y="256"/>
                    <a:pt x="103" y="256"/>
                    <a:pt x="136" y="256"/>
                  </a:cubicBezTo>
                  <a:cubicBezTo>
                    <a:pt x="207" y="240"/>
                    <a:pt x="240" y="170"/>
                    <a:pt x="223" y="104"/>
                  </a:cubicBezTo>
                  <a:cubicBezTo>
                    <a:pt x="223" y="50"/>
                    <a:pt x="190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3911850" y="2290575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103" y="0"/>
                  </a:moveTo>
                  <a:cubicBezTo>
                    <a:pt x="70" y="0"/>
                    <a:pt x="33" y="17"/>
                    <a:pt x="17" y="50"/>
                  </a:cubicBezTo>
                  <a:cubicBezTo>
                    <a:pt x="0" y="83"/>
                    <a:pt x="0" y="120"/>
                    <a:pt x="0" y="153"/>
                  </a:cubicBezTo>
                  <a:cubicBezTo>
                    <a:pt x="0" y="186"/>
                    <a:pt x="17" y="206"/>
                    <a:pt x="54" y="239"/>
                  </a:cubicBezTo>
                  <a:cubicBezTo>
                    <a:pt x="70" y="256"/>
                    <a:pt x="103" y="256"/>
                    <a:pt x="120" y="256"/>
                  </a:cubicBezTo>
                  <a:cubicBezTo>
                    <a:pt x="190" y="239"/>
                    <a:pt x="223" y="169"/>
                    <a:pt x="223" y="103"/>
                  </a:cubicBezTo>
                  <a:cubicBezTo>
                    <a:pt x="223" y="66"/>
                    <a:pt x="206" y="50"/>
                    <a:pt x="173" y="17"/>
                  </a:cubicBezTo>
                  <a:cubicBezTo>
                    <a:pt x="173" y="17"/>
                    <a:pt x="157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3901950" y="2356650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4" y="0"/>
                  </a:moveTo>
                  <a:cubicBezTo>
                    <a:pt x="38" y="0"/>
                    <a:pt x="0" y="70"/>
                    <a:pt x="17" y="140"/>
                  </a:cubicBezTo>
                  <a:cubicBezTo>
                    <a:pt x="17" y="206"/>
                    <a:pt x="71" y="260"/>
                    <a:pt x="141" y="260"/>
                  </a:cubicBezTo>
                  <a:cubicBezTo>
                    <a:pt x="174" y="243"/>
                    <a:pt x="190" y="223"/>
                    <a:pt x="207" y="206"/>
                  </a:cubicBezTo>
                  <a:cubicBezTo>
                    <a:pt x="223" y="173"/>
                    <a:pt x="244" y="140"/>
                    <a:pt x="223" y="103"/>
                  </a:cubicBezTo>
                  <a:cubicBezTo>
                    <a:pt x="223" y="70"/>
                    <a:pt x="207" y="37"/>
                    <a:pt x="190" y="17"/>
                  </a:cubicBezTo>
                  <a:cubicBezTo>
                    <a:pt x="174" y="17"/>
                    <a:pt x="174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3904525" y="2306850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41" y="1"/>
                  </a:moveTo>
                  <a:cubicBezTo>
                    <a:pt x="120" y="1"/>
                    <a:pt x="87" y="17"/>
                    <a:pt x="71" y="34"/>
                  </a:cubicBezTo>
                  <a:cubicBezTo>
                    <a:pt x="17" y="87"/>
                    <a:pt x="1" y="153"/>
                    <a:pt x="54" y="223"/>
                  </a:cubicBezTo>
                  <a:cubicBezTo>
                    <a:pt x="71" y="240"/>
                    <a:pt x="87" y="256"/>
                    <a:pt x="120" y="256"/>
                  </a:cubicBezTo>
                  <a:cubicBezTo>
                    <a:pt x="131" y="262"/>
                    <a:pt x="140" y="265"/>
                    <a:pt x="149" y="265"/>
                  </a:cubicBezTo>
                  <a:cubicBezTo>
                    <a:pt x="169" y="265"/>
                    <a:pt x="184" y="251"/>
                    <a:pt x="207" y="240"/>
                  </a:cubicBezTo>
                  <a:cubicBezTo>
                    <a:pt x="223" y="223"/>
                    <a:pt x="244" y="190"/>
                    <a:pt x="244" y="153"/>
                  </a:cubicBezTo>
                  <a:cubicBezTo>
                    <a:pt x="244" y="120"/>
                    <a:pt x="244" y="87"/>
                    <a:pt x="223" y="50"/>
                  </a:cubicBezTo>
                  <a:cubicBezTo>
                    <a:pt x="207" y="34"/>
                    <a:pt x="190" y="17"/>
                    <a:pt x="174" y="17"/>
                  </a:cubicBezTo>
                  <a:cubicBezTo>
                    <a:pt x="174" y="17"/>
                    <a:pt x="157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3900700" y="2371925"/>
              <a:ext cx="5600" cy="6700"/>
            </a:xfrm>
            <a:custGeom>
              <a:avLst/>
              <a:gdLst/>
              <a:ahLst/>
              <a:cxnLst/>
              <a:rect l="l" t="t" r="r" b="b"/>
              <a:pathLst>
                <a:path w="224" h="268" extrusionOk="0">
                  <a:moveTo>
                    <a:pt x="116" y="0"/>
                  </a:moveTo>
                  <a:cubicBezTo>
                    <a:pt x="108" y="0"/>
                    <a:pt x="99" y="2"/>
                    <a:pt x="88" y="7"/>
                  </a:cubicBezTo>
                  <a:cubicBezTo>
                    <a:pt x="34" y="7"/>
                    <a:pt x="1" y="78"/>
                    <a:pt x="1" y="148"/>
                  </a:cubicBezTo>
                  <a:cubicBezTo>
                    <a:pt x="1" y="181"/>
                    <a:pt x="17" y="214"/>
                    <a:pt x="50" y="230"/>
                  </a:cubicBezTo>
                  <a:cubicBezTo>
                    <a:pt x="67" y="251"/>
                    <a:pt x="104" y="267"/>
                    <a:pt x="121" y="267"/>
                  </a:cubicBezTo>
                  <a:cubicBezTo>
                    <a:pt x="154" y="251"/>
                    <a:pt x="191" y="230"/>
                    <a:pt x="207" y="214"/>
                  </a:cubicBezTo>
                  <a:cubicBezTo>
                    <a:pt x="224" y="181"/>
                    <a:pt x="224" y="148"/>
                    <a:pt x="224" y="111"/>
                  </a:cubicBezTo>
                  <a:cubicBezTo>
                    <a:pt x="224" y="78"/>
                    <a:pt x="207" y="45"/>
                    <a:pt x="170" y="24"/>
                  </a:cubicBezTo>
                  <a:lnTo>
                    <a:pt x="154" y="7"/>
                  </a:lnTo>
                  <a:cubicBezTo>
                    <a:pt x="143" y="7"/>
                    <a:pt x="132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3900300" y="2321800"/>
              <a:ext cx="6425" cy="6625"/>
            </a:xfrm>
            <a:custGeom>
              <a:avLst/>
              <a:gdLst/>
              <a:ahLst/>
              <a:cxnLst/>
              <a:rect l="l" t="t" r="r" b="b"/>
              <a:pathLst>
                <a:path w="257" h="265" extrusionOk="0">
                  <a:moveTo>
                    <a:pt x="137" y="0"/>
                  </a:moveTo>
                  <a:cubicBezTo>
                    <a:pt x="86" y="0"/>
                    <a:pt x="44" y="33"/>
                    <a:pt x="17" y="91"/>
                  </a:cubicBezTo>
                  <a:cubicBezTo>
                    <a:pt x="0" y="157"/>
                    <a:pt x="33" y="227"/>
                    <a:pt x="83" y="260"/>
                  </a:cubicBezTo>
                  <a:cubicBezTo>
                    <a:pt x="92" y="263"/>
                    <a:pt x="102" y="264"/>
                    <a:pt x="111" y="264"/>
                  </a:cubicBezTo>
                  <a:cubicBezTo>
                    <a:pt x="159" y="264"/>
                    <a:pt x="209" y="232"/>
                    <a:pt x="223" y="174"/>
                  </a:cubicBezTo>
                  <a:cubicBezTo>
                    <a:pt x="256" y="108"/>
                    <a:pt x="223" y="38"/>
                    <a:pt x="170" y="5"/>
                  </a:cubicBezTo>
                  <a:cubicBezTo>
                    <a:pt x="158" y="2"/>
                    <a:pt x="147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3917400" y="2304100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22" y="0"/>
                  </a:moveTo>
                  <a:cubicBezTo>
                    <a:pt x="115" y="0"/>
                    <a:pt x="109" y="2"/>
                    <a:pt x="104" y="8"/>
                  </a:cubicBezTo>
                  <a:cubicBezTo>
                    <a:pt x="87" y="8"/>
                    <a:pt x="54" y="24"/>
                    <a:pt x="38" y="41"/>
                  </a:cubicBezTo>
                  <a:cubicBezTo>
                    <a:pt x="17" y="57"/>
                    <a:pt x="1" y="111"/>
                    <a:pt x="17" y="144"/>
                  </a:cubicBezTo>
                  <a:cubicBezTo>
                    <a:pt x="17" y="181"/>
                    <a:pt x="38" y="214"/>
                    <a:pt x="54" y="230"/>
                  </a:cubicBezTo>
                  <a:cubicBezTo>
                    <a:pt x="87" y="247"/>
                    <a:pt x="104" y="263"/>
                    <a:pt x="141" y="263"/>
                  </a:cubicBezTo>
                  <a:cubicBezTo>
                    <a:pt x="191" y="247"/>
                    <a:pt x="244" y="197"/>
                    <a:pt x="224" y="127"/>
                  </a:cubicBezTo>
                  <a:lnTo>
                    <a:pt x="224" y="111"/>
                  </a:lnTo>
                  <a:cubicBezTo>
                    <a:pt x="224" y="57"/>
                    <a:pt x="191" y="24"/>
                    <a:pt x="158" y="8"/>
                  </a:cubicBezTo>
                  <a:cubicBezTo>
                    <a:pt x="147" y="8"/>
                    <a:pt x="134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3920400" y="226005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24" y="1"/>
                  </a:moveTo>
                  <a:cubicBezTo>
                    <a:pt x="104" y="1"/>
                    <a:pt x="71" y="1"/>
                    <a:pt x="54" y="17"/>
                  </a:cubicBezTo>
                  <a:cubicBezTo>
                    <a:pt x="21" y="50"/>
                    <a:pt x="0" y="87"/>
                    <a:pt x="0" y="120"/>
                  </a:cubicBezTo>
                  <a:cubicBezTo>
                    <a:pt x="0" y="153"/>
                    <a:pt x="21" y="191"/>
                    <a:pt x="38" y="207"/>
                  </a:cubicBezTo>
                  <a:cubicBezTo>
                    <a:pt x="54" y="240"/>
                    <a:pt x="71" y="257"/>
                    <a:pt x="104" y="257"/>
                  </a:cubicBezTo>
                  <a:cubicBezTo>
                    <a:pt x="141" y="257"/>
                    <a:pt x="157" y="257"/>
                    <a:pt x="190" y="224"/>
                  </a:cubicBezTo>
                  <a:cubicBezTo>
                    <a:pt x="227" y="191"/>
                    <a:pt x="244" y="104"/>
                    <a:pt x="207" y="50"/>
                  </a:cubicBezTo>
                  <a:cubicBezTo>
                    <a:pt x="190" y="34"/>
                    <a:pt x="174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3922975" y="2334800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04" y="0"/>
                  </a:moveTo>
                  <a:cubicBezTo>
                    <a:pt x="54" y="16"/>
                    <a:pt x="1" y="66"/>
                    <a:pt x="21" y="153"/>
                  </a:cubicBezTo>
                  <a:cubicBezTo>
                    <a:pt x="21" y="190"/>
                    <a:pt x="38" y="206"/>
                    <a:pt x="54" y="239"/>
                  </a:cubicBezTo>
                  <a:cubicBezTo>
                    <a:pt x="87" y="256"/>
                    <a:pt x="104" y="256"/>
                    <a:pt x="141" y="256"/>
                  </a:cubicBezTo>
                  <a:cubicBezTo>
                    <a:pt x="207" y="239"/>
                    <a:pt x="244" y="169"/>
                    <a:pt x="227" y="103"/>
                  </a:cubicBezTo>
                  <a:cubicBezTo>
                    <a:pt x="227" y="66"/>
                    <a:pt x="207" y="33"/>
                    <a:pt x="190" y="16"/>
                  </a:cubicBezTo>
                  <a:cubicBezTo>
                    <a:pt x="174" y="16"/>
                    <a:pt x="174" y="16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3915750" y="2351475"/>
              <a:ext cx="6025" cy="6525"/>
            </a:xfrm>
            <a:custGeom>
              <a:avLst/>
              <a:gdLst/>
              <a:ahLst/>
              <a:cxnLst/>
              <a:rect l="l" t="t" r="r" b="b"/>
              <a:pathLst>
                <a:path w="241" h="261" extrusionOk="0">
                  <a:moveTo>
                    <a:pt x="104" y="1"/>
                  </a:moveTo>
                  <a:cubicBezTo>
                    <a:pt x="50" y="17"/>
                    <a:pt x="1" y="71"/>
                    <a:pt x="17" y="158"/>
                  </a:cubicBezTo>
                  <a:cubicBezTo>
                    <a:pt x="17" y="191"/>
                    <a:pt x="34" y="207"/>
                    <a:pt x="50" y="244"/>
                  </a:cubicBezTo>
                  <a:cubicBezTo>
                    <a:pt x="83" y="261"/>
                    <a:pt x="104" y="261"/>
                    <a:pt x="137" y="261"/>
                  </a:cubicBezTo>
                  <a:cubicBezTo>
                    <a:pt x="207" y="244"/>
                    <a:pt x="240" y="174"/>
                    <a:pt x="224" y="104"/>
                  </a:cubicBezTo>
                  <a:cubicBezTo>
                    <a:pt x="224" y="71"/>
                    <a:pt x="207" y="38"/>
                    <a:pt x="186" y="17"/>
                  </a:cubicBezTo>
                  <a:cubicBezTo>
                    <a:pt x="170" y="17"/>
                    <a:pt x="17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3915250" y="2367350"/>
              <a:ext cx="6525" cy="6950"/>
            </a:xfrm>
            <a:custGeom>
              <a:avLst/>
              <a:gdLst/>
              <a:ahLst/>
              <a:cxnLst/>
              <a:rect l="l" t="t" r="r" b="b"/>
              <a:pathLst>
                <a:path w="261" h="278" extrusionOk="0">
                  <a:moveTo>
                    <a:pt x="140" y="1"/>
                  </a:moveTo>
                  <a:cubicBezTo>
                    <a:pt x="103" y="1"/>
                    <a:pt x="87" y="21"/>
                    <a:pt x="54" y="38"/>
                  </a:cubicBezTo>
                  <a:cubicBezTo>
                    <a:pt x="21" y="87"/>
                    <a:pt x="0" y="158"/>
                    <a:pt x="37" y="228"/>
                  </a:cubicBezTo>
                  <a:cubicBezTo>
                    <a:pt x="54" y="244"/>
                    <a:pt x="87" y="261"/>
                    <a:pt x="124" y="277"/>
                  </a:cubicBezTo>
                  <a:cubicBezTo>
                    <a:pt x="140" y="277"/>
                    <a:pt x="173" y="261"/>
                    <a:pt x="190" y="244"/>
                  </a:cubicBezTo>
                  <a:cubicBezTo>
                    <a:pt x="244" y="190"/>
                    <a:pt x="260" y="104"/>
                    <a:pt x="206" y="54"/>
                  </a:cubicBezTo>
                  <a:cubicBezTo>
                    <a:pt x="206" y="38"/>
                    <a:pt x="190" y="21"/>
                    <a:pt x="173" y="21"/>
                  </a:cubicBezTo>
                  <a:cubicBezTo>
                    <a:pt x="157" y="21"/>
                    <a:pt x="157" y="2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915750" y="2320875"/>
              <a:ext cx="6025" cy="6525"/>
            </a:xfrm>
            <a:custGeom>
              <a:avLst/>
              <a:gdLst/>
              <a:ahLst/>
              <a:cxnLst/>
              <a:rect l="l" t="t" r="r" b="b"/>
              <a:pathLst>
                <a:path w="241" h="261" extrusionOk="0">
                  <a:moveTo>
                    <a:pt x="128" y="1"/>
                  </a:moveTo>
                  <a:cubicBezTo>
                    <a:pt x="83" y="1"/>
                    <a:pt x="31" y="36"/>
                    <a:pt x="17" y="91"/>
                  </a:cubicBezTo>
                  <a:cubicBezTo>
                    <a:pt x="1" y="145"/>
                    <a:pt x="17" y="231"/>
                    <a:pt x="67" y="248"/>
                  </a:cubicBezTo>
                  <a:cubicBezTo>
                    <a:pt x="86" y="257"/>
                    <a:pt x="104" y="261"/>
                    <a:pt x="122" y="261"/>
                  </a:cubicBezTo>
                  <a:cubicBezTo>
                    <a:pt x="170" y="261"/>
                    <a:pt x="211" y="229"/>
                    <a:pt x="224" y="178"/>
                  </a:cubicBezTo>
                  <a:cubicBezTo>
                    <a:pt x="240" y="108"/>
                    <a:pt x="207" y="42"/>
                    <a:pt x="153" y="5"/>
                  </a:cubicBezTo>
                  <a:cubicBezTo>
                    <a:pt x="146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900300" y="22780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0"/>
                  </a:moveTo>
                  <a:cubicBezTo>
                    <a:pt x="86" y="0"/>
                    <a:pt x="44" y="33"/>
                    <a:pt x="17" y="91"/>
                  </a:cubicBezTo>
                  <a:cubicBezTo>
                    <a:pt x="0" y="157"/>
                    <a:pt x="33" y="227"/>
                    <a:pt x="83" y="244"/>
                  </a:cubicBezTo>
                  <a:cubicBezTo>
                    <a:pt x="104" y="260"/>
                    <a:pt x="120" y="260"/>
                    <a:pt x="137" y="260"/>
                  </a:cubicBezTo>
                  <a:cubicBezTo>
                    <a:pt x="170" y="260"/>
                    <a:pt x="223" y="227"/>
                    <a:pt x="223" y="173"/>
                  </a:cubicBezTo>
                  <a:cubicBezTo>
                    <a:pt x="240" y="124"/>
                    <a:pt x="240" y="70"/>
                    <a:pt x="207" y="37"/>
                  </a:cubicBezTo>
                  <a:cubicBezTo>
                    <a:pt x="207" y="21"/>
                    <a:pt x="186" y="21"/>
                    <a:pt x="170" y="4"/>
                  </a:cubicBezTo>
                  <a:cubicBezTo>
                    <a:pt x="158" y="2"/>
                    <a:pt x="147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886075" y="2251925"/>
              <a:ext cx="5600" cy="6475"/>
            </a:xfrm>
            <a:custGeom>
              <a:avLst/>
              <a:gdLst/>
              <a:ahLst/>
              <a:cxnLst/>
              <a:rect l="l" t="t" r="r" b="b"/>
              <a:pathLst>
                <a:path w="224" h="259" extrusionOk="0">
                  <a:moveTo>
                    <a:pt x="120" y="0"/>
                  </a:moveTo>
                  <a:cubicBezTo>
                    <a:pt x="87" y="0"/>
                    <a:pt x="54" y="0"/>
                    <a:pt x="34" y="33"/>
                  </a:cubicBezTo>
                  <a:cubicBezTo>
                    <a:pt x="17" y="50"/>
                    <a:pt x="1" y="83"/>
                    <a:pt x="1" y="120"/>
                  </a:cubicBezTo>
                  <a:cubicBezTo>
                    <a:pt x="1" y="153"/>
                    <a:pt x="1" y="186"/>
                    <a:pt x="17" y="206"/>
                  </a:cubicBezTo>
                  <a:cubicBezTo>
                    <a:pt x="37" y="242"/>
                    <a:pt x="65" y="258"/>
                    <a:pt x="95" y="258"/>
                  </a:cubicBezTo>
                  <a:cubicBezTo>
                    <a:pt x="121" y="258"/>
                    <a:pt x="149" y="246"/>
                    <a:pt x="174" y="223"/>
                  </a:cubicBezTo>
                  <a:cubicBezTo>
                    <a:pt x="223" y="186"/>
                    <a:pt x="223" y="103"/>
                    <a:pt x="190" y="50"/>
                  </a:cubicBezTo>
                  <a:cubicBezTo>
                    <a:pt x="174" y="33"/>
                    <a:pt x="174" y="17"/>
                    <a:pt x="137" y="17"/>
                  </a:cubicBezTo>
                  <a:cubicBezTo>
                    <a:pt x="137" y="0"/>
                    <a:pt x="120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3883075" y="2296125"/>
              <a:ext cx="6025" cy="6600"/>
            </a:xfrm>
            <a:custGeom>
              <a:avLst/>
              <a:gdLst/>
              <a:ahLst/>
              <a:cxnLst/>
              <a:rect l="l" t="t" r="r" b="b"/>
              <a:pathLst>
                <a:path w="241" h="264" extrusionOk="0">
                  <a:moveTo>
                    <a:pt x="104" y="1"/>
                  </a:moveTo>
                  <a:cubicBezTo>
                    <a:pt x="71" y="17"/>
                    <a:pt x="50" y="34"/>
                    <a:pt x="34" y="50"/>
                  </a:cubicBezTo>
                  <a:cubicBezTo>
                    <a:pt x="17" y="87"/>
                    <a:pt x="1" y="120"/>
                    <a:pt x="17" y="153"/>
                  </a:cubicBezTo>
                  <a:cubicBezTo>
                    <a:pt x="17" y="191"/>
                    <a:pt x="34" y="224"/>
                    <a:pt x="50" y="240"/>
                  </a:cubicBezTo>
                  <a:cubicBezTo>
                    <a:pt x="65" y="252"/>
                    <a:pt x="86" y="263"/>
                    <a:pt x="108" y="263"/>
                  </a:cubicBezTo>
                  <a:cubicBezTo>
                    <a:pt x="118" y="263"/>
                    <a:pt x="127" y="261"/>
                    <a:pt x="137" y="257"/>
                  </a:cubicBezTo>
                  <a:cubicBezTo>
                    <a:pt x="191" y="257"/>
                    <a:pt x="240" y="191"/>
                    <a:pt x="224" y="120"/>
                  </a:cubicBezTo>
                  <a:cubicBezTo>
                    <a:pt x="224" y="87"/>
                    <a:pt x="207" y="50"/>
                    <a:pt x="191" y="34"/>
                  </a:cubicBezTo>
                  <a:cubicBezTo>
                    <a:pt x="174" y="17"/>
                    <a:pt x="174" y="17"/>
                    <a:pt x="154" y="17"/>
                  </a:cubicBezTo>
                  <a:cubicBezTo>
                    <a:pt x="137" y="1"/>
                    <a:pt x="121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3887425" y="227932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20" y="1"/>
                  </a:moveTo>
                  <a:cubicBezTo>
                    <a:pt x="103" y="1"/>
                    <a:pt x="66" y="1"/>
                    <a:pt x="50" y="38"/>
                  </a:cubicBezTo>
                  <a:cubicBezTo>
                    <a:pt x="0" y="71"/>
                    <a:pt x="0" y="158"/>
                    <a:pt x="33" y="207"/>
                  </a:cubicBezTo>
                  <a:cubicBezTo>
                    <a:pt x="50" y="244"/>
                    <a:pt x="66" y="261"/>
                    <a:pt x="103" y="261"/>
                  </a:cubicBezTo>
                  <a:cubicBezTo>
                    <a:pt x="136" y="261"/>
                    <a:pt x="153" y="261"/>
                    <a:pt x="186" y="244"/>
                  </a:cubicBezTo>
                  <a:cubicBezTo>
                    <a:pt x="206" y="207"/>
                    <a:pt x="223" y="174"/>
                    <a:pt x="223" y="141"/>
                  </a:cubicBezTo>
                  <a:cubicBezTo>
                    <a:pt x="223" y="104"/>
                    <a:pt x="223" y="71"/>
                    <a:pt x="206" y="54"/>
                  </a:cubicBezTo>
                  <a:cubicBezTo>
                    <a:pt x="186" y="38"/>
                    <a:pt x="169" y="17"/>
                    <a:pt x="153" y="17"/>
                  </a:cubicBezTo>
                  <a:cubicBezTo>
                    <a:pt x="153" y="1"/>
                    <a:pt x="136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3873200" y="2359775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28" y="1"/>
                  </a:moveTo>
                  <a:cubicBezTo>
                    <a:pt x="87" y="1"/>
                    <a:pt x="48" y="33"/>
                    <a:pt x="33" y="81"/>
                  </a:cubicBezTo>
                  <a:cubicBezTo>
                    <a:pt x="0" y="151"/>
                    <a:pt x="33" y="221"/>
                    <a:pt x="87" y="254"/>
                  </a:cubicBezTo>
                  <a:lnTo>
                    <a:pt x="136" y="254"/>
                  </a:lnTo>
                  <a:cubicBezTo>
                    <a:pt x="190" y="254"/>
                    <a:pt x="223" y="221"/>
                    <a:pt x="239" y="184"/>
                  </a:cubicBezTo>
                  <a:cubicBezTo>
                    <a:pt x="239" y="135"/>
                    <a:pt x="239" y="81"/>
                    <a:pt x="206" y="48"/>
                  </a:cubicBezTo>
                  <a:cubicBezTo>
                    <a:pt x="206" y="32"/>
                    <a:pt x="190" y="15"/>
                    <a:pt x="173" y="15"/>
                  </a:cubicBezTo>
                  <a:cubicBezTo>
                    <a:pt x="159" y="5"/>
                    <a:pt x="143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3888250" y="232675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3" y="0"/>
                  </a:moveTo>
                  <a:cubicBezTo>
                    <a:pt x="86" y="0"/>
                    <a:pt x="68" y="5"/>
                    <a:pt x="50" y="13"/>
                  </a:cubicBezTo>
                  <a:cubicBezTo>
                    <a:pt x="33" y="29"/>
                    <a:pt x="17" y="62"/>
                    <a:pt x="0" y="79"/>
                  </a:cubicBezTo>
                  <a:lnTo>
                    <a:pt x="0" y="165"/>
                  </a:lnTo>
                  <a:cubicBezTo>
                    <a:pt x="17" y="202"/>
                    <a:pt x="33" y="235"/>
                    <a:pt x="70" y="252"/>
                  </a:cubicBezTo>
                  <a:cubicBezTo>
                    <a:pt x="83" y="261"/>
                    <a:pt x="98" y="265"/>
                    <a:pt x="113" y="265"/>
                  </a:cubicBezTo>
                  <a:cubicBezTo>
                    <a:pt x="153" y="265"/>
                    <a:pt x="194" y="233"/>
                    <a:pt x="206" y="182"/>
                  </a:cubicBezTo>
                  <a:cubicBezTo>
                    <a:pt x="239" y="116"/>
                    <a:pt x="206" y="29"/>
                    <a:pt x="153" y="13"/>
                  </a:cubicBezTo>
                  <a:cubicBezTo>
                    <a:pt x="136" y="5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3880925" y="2343150"/>
              <a:ext cx="5600" cy="6700"/>
            </a:xfrm>
            <a:custGeom>
              <a:avLst/>
              <a:gdLst/>
              <a:ahLst/>
              <a:cxnLst/>
              <a:rect l="l" t="t" r="r" b="b"/>
              <a:pathLst>
                <a:path w="224" h="268" extrusionOk="0">
                  <a:moveTo>
                    <a:pt x="108" y="1"/>
                  </a:moveTo>
                  <a:cubicBezTo>
                    <a:pt x="105" y="1"/>
                    <a:pt x="103" y="3"/>
                    <a:pt x="103" y="8"/>
                  </a:cubicBezTo>
                  <a:cubicBezTo>
                    <a:pt x="33" y="8"/>
                    <a:pt x="0" y="78"/>
                    <a:pt x="0" y="144"/>
                  </a:cubicBezTo>
                  <a:cubicBezTo>
                    <a:pt x="17" y="198"/>
                    <a:pt x="33" y="214"/>
                    <a:pt x="54" y="247"/>
                  </a:cubicBezTo>
                  <a:cubicBezTo>
                    <a:pt x="87" y="247"/>
                    <a:pt x="103" y="268"/>
                    <a:pt x="136" y="268"/>
                  </a:cubicBezTo>
                  <a:cubicBezTo>
                    <a:pt x="157" y="247"/>
                    <a:pt x="190" y="231"/>
                    <a:pt x="207" y="214"/>
                  </a:cubicBezTo>
                  <a:cubicBezTo>
                    <a:pt x="223" y="181"/>
                    <a:pt x="223" y="144"/>
                    <a:pt x="223" y="111"/>
                  </a:cubicBezTo>
                  <a:cubicBezTo>
                    <a:pt x="223" y="78"/>
                    <a:pt x="207" y="41"/>
                    <a:pt x="174" y="25"/>
                  </a:cubicBezTo>
                  <a:lnTo>
                    <a:pt x="157" y="8"/>
                  </a:lnTo>
                  <a:lnTo>
                    <a:pt x="136" y="8"/>
                  </a:lnTo>
                  <a:cubicBezTo>
                    <a:pt x="125" y="8"/>
                    <a:pt x="114" y="1"/>
                    <a:pt x="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3879175" y="2389725"/>
              <a:ext cx="5700" cy="6525"/>
            </a:xfrm>
            <a:custGeom>
              <a:avLst/>
              <a:gdLst/>
              <a:ahLst/>
              <a:cxnLst/>
              <a:rect l="l" t="t" r="r" b="b"/>
              <a:pathLst>
                <a:path w="228" h="261" extrusionOk="0">
                  <a:moveTo>
                    <a:pt x="87" y="1"/>
                  </a:moveTo>
                  <a:cubicBezTo>
                    <a:pt x="70" y="1"/>
                    <a:pt x="37" y="33"/>
                    <a:pt x="21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0" y="190"/>
                    <a:pt x="21" y="223"/>
                    <a:pt x="37" y="240"/>
                  </a:cubicBezTo>
                  <a:cubicBezTo>
                    <a:pt x="70" y="260"/>
                    <a:pt x="103" y="260"/>
                    <a:pt x="124" y="260"/>
                  </a:cubicBezTo>
                  <a:cubicBezTo>
                    <a:pt x="190" y="260"/>
                    <a:pt x="227" y="190"/>
                    <a:pt x="227" y="120"/>
                  </a:cubicBezTo>
                  <a:cubicBezTo>
                    <a:pt x="206" y="71"/>
                    <a:pt x="190" y="54"/>
                    <a:pt x="173" y="33"/>
                  </a:cubicBezTo>
                  <a:cubicBezTo>
                    <a:pt x="173" y="17"/>
                    <a:pt x="157" y="17"/>
                    <a:pt x="157" y="17"/>
                  </a:cubicBezTo>
                  <a:cubicBezTo>
                    <a:pt x="140" y="1"/>
                    <a:pt x="103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3897200" y="2291900"/>
              <a:ext cx="6125" cy="6575"/>
            </a:xfrm>
            <a:custGeom>
              <a:avLst/>
              <a:gdLst/>
              <a:ahLst/>
              <a:cxnLst/>
              <a:rect l="l" t="t" r="r" b="b"/>
              <a:pathLst>
                <a:path w="245" h="263" extrusionOk="0">
                  <a:moveTo>
                    <a:pt x="113" y="0"/>
                  </a:moveTo>
                  <a:cubicBezTo>
                    <a:pt x="72" y="0"/>
                    <a:pt x="34" y="32"/>
                    <a:pt x="21" y="83"/>
                  </a:cubicBezTo>
                  <a:cubicBezTo>
                    <a:pt x="1" y="100"/>
                    <a:pt x="1" y="116"/>
                    <a:pt x="1" y="133"/>
                  </a:cubicBezTo>
                  <a:cubicBezTo>
                    <a:pt x="21" y="186"/>
                    <a:pt x="38" y="236"/>
                    <a:pt x="87" y="256"/>
                  </a:cubicBezTo>
                  <a:cubicBezTo>
                    <a:pt x="97" y="261"/>
                    <a:pt x="107" y="263"/>
                    <a:pt x="116" y="263"/>
                  </a:cubicBezTo>
                  <a:cubicBezTo>
                    <a:pt x="142" y="263"/>
                    <a:pt x="166" y="247"/>
                    <a:pt x="190" y="219"/>
                  </a:cubicBezTo>
                  <a:cubicBezTo>
                    <a:pt x="207" y="219"/>
                    <a:pt x="207" y="203"/>
                    <a:pt x="228" y="170"/>
                  </a:cubicBezTo>
                  <a:cubicBezTo>
                    <a:pt x="244" y="100"/>
                    <a:pt x="207" y="30"/>
                    <a:pt x="157" y="13"/>
                  </a:cubicBezTo>
                  <a:cubicBezTo>
                    <a:pt x="143" y="4"/>
                    <a:pt x="128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3893800" y="23871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0"/>
                  </a:moveTo>
                  <a:cubicBezTo>
                    <a:pt x="104" y="0"/>
                    <a:pt x="71" y="0"/>
                    <a:pt x="54" y="17"/>
                  </a:cubicBezTo>
                  <a:cubicBezTo>
                    <a:pt x="1" y="71"/>
                    <a:pt x="1" y="157"/>
                    <a:pt x="34" y="207"/>
                  </a:cubicBezTo>
                  <a:cubicBezTo>
                    <a:pt x="54" y="240"/>
                    <a:pt x="87" y="260"/>
                    <a:pt x="104" y="260"/>
                  </a:cubicBezTo>
                  <a:cubicBezTo>
                    <a:pt x="137" y="260"/>
                    <a:pt x="174" y="260"/>
                    <a:pt x="190" y="223"/>
                  </a:cubicBezTo>
                  <a:cubicBezTo>
                    <a:pt x="207" y="207"/>
                    <a:pt x="223" y="174"/>
                    <a:pt x="223" y="136"/>
                  </a:cubicBezTo>
                  <a:cubicBezTo>
                    <a:pt x="240" y="104"/>
                    <a:pt x="223" y="71"/>
                    <a:pt x="207" y="54"/>
                  </a:cubicBezTo>
                  <a:cubicBezTo>
                    <a:pt x="190" y="33"/>
                    <a:pt x="174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3895550" y="23421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34" y="17"/>
                    <a:pt x="1" y="67"/>
                    <a:pt x="17" y="153"/>
                  </a:cubicBezTo>
                  <a:cubicBezTo>
                    <a:pt x="17" y="186"/>
                    <a:pt x="34" y="207"/>
                    <a:pt x="50" y="240"/>
                  </a:cubicBezTo>
                  <a:cubicBezTo>
                    <a:pt x="67" y="256"/>
                    <a:pt x="104" y="256"/>
                    <a:pt x="137" y="256"/>
                  </a:cubicBezTo>
                  <a:cubicBezTo>
                    <a:pt x="190" y="240"/>
                    <a:pt x="240" y="170"/>
                    <a:pt x="223" y="104"/>
                  </a:cubicBezTo>
                  <a:cubicBezTo>
                    <a:pt x="223" y="67"/>
                    <a:pt x="207" y="34"/>
                    <a:pt x="190" y="17"/>
                  </a:cubicBezTo>
                  <a:cubicBezTo>
                    <a:pt x="170" y="17"/>
                    <a:pt x="17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3926475" y="22877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11" y="1"/>
                  </a:moveTo>
                  <a:cubicBezTo>
                    <a:pt x="92" y="1"/>
                    <a:pt x="76" y="14"/>
                    <a:pt x="50" y="26"/>
                  </a:cubicBezTo>
                  <a:cubicBezTo>
                    <a:pt x="1" y="75"/>
                    <a:pt x="1" y="162"/>
                    <a:pt x="34" y="215"/>
                  </a:cubicBezTo>
                  <a:cubicBezTo>
                    <a:pt x="50" y="248"/>
                    <a:pt x="87" y="265"/>
                    <a:pt x="120" y="265"/>
                  </a:cubicBezTo>
                  <a:cubicBezTo>
                    <a:pt x="137" y="265"/>
                    <a:pt x="170" y="248"/>
                    <a:pt x="190" y="232"/>
                  </a:cubicBezTo>
                  <a:cubicBezTo>
                    <a:pt x="223" y="215"/>
                    <a:pt x="223" y="178"/>
                    <a:pt x="240" y="145"/>
                  </a:cubicBezTo>
                  <a:cubicBezTo>
                    <a:pt x="240" y="112"/>
                    <a:pt x="223" y="75"/>
                    <a:pt x="207" y="42"/>
                  </a:cubicBezTo>
                  <a:cubicBezTo>
                    <a:pt x="207" y="26"/>
                    <a:pt x="190" y="26"/>
                    <a:pt x="170" y="9"/>
                  </a:cubicBezTo>
                  <a:lnTo>
                    <a:pt x="137" y="9"/>
                  </a:lnTo>
                  <a:cubicBezTo>
                    <a:pt x="127" y="3"/>
                    <a:pt x="119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3890000" y="23093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85" y="1"/>
                    <a:pt x="44" y="31"/>
                    <a:pt x="17" y="75"/>
                  </a:cubicBezTo>
                  <a:cubicBezTo>
                    <a:pt x="0" y="141"/>
                    <a:pt x="33" y="227"/>
                    <a:pt x="83" y="244"/>
                  </a:cubicBezTo>
                  <a:cubicBezTo>
                    <a:pt x="103" y="260"/>
                    <a:pt x="120" y="260"/>
                    <a:pt x="136" y="260"/>
                  </a:cubicBezTo>
                  <a:cubicBezTo>
                    <a:pt x="169" y="244"/>
                    <a:pt x="223" y="227"/>
                    <a:pt x="223" y="178"/>
                  </a:cubicBezTo>
                  <a:cubicBezTo>
                    <a:pt x="239" y="124"/>
                    <a:pt x="239" y="75"/>
                    <a:pt x="206" y="38"/>
                  </a:cubicBezTo>
                  <a:cubicBezTo>
                    <a:pt x="206" y="21"/>
                    <a:pt x="186" y="21"/>
                    <a:pt x="169" y="5"/>
                  </a:cubicBezTo>
                  <a:cubicBezTo>
                    <a:pt x="158" y="2"/>
                    <a:pt x="146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3884325" y="237427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4" y="0"/>
                  </a:moveTo>
                  <a:cubicBezTo>
                    <a:pt x="38" y="17"/>
                    <a:pt x="0" y="87"/>
                    <a:pt x="0" y="157"/>
                  </a:cubicBezTo>
                  <a:cubicBezTo>
                    <a:pt x="21" y="190"/>
                    <a:pt x="38" y="206"/>
                    <a:pt x="54" y="239"/>
                  </a:cubicBezTo>
                  <a:cubicBezTo>
                    <a:pt x="71" y="260"/>
                    <a:pt x="104" y="260"/>
                    <a:pt x="141" y="260"/>
                  </a:cubicBezTo>
                  <a:cubicBezTo>
                    <a:pt x="190" y="239"/>
                    <a:pt x="244" y="173"/>
                    <a:pt x="227" y="103"/>
                  </a:cubicBezTo>
                  <a:cubicBezTo>
                    <a:pt x="227" y="70"/>
                    <a:pt x="190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3887825" y="235922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20" y="0"/>
                  </a:moveTo>
                  <a:cubicBezTo>
                    <a:pt x="87" y="0"/>
                    <a:pt x="67" y="0"/>
                    <a:pt x="34" y="37"/>
                  </a:cubicBezTo>
                  <a:cubicBezTo>
                    <a:pt x="17" y="54"/>
                    <a:pt x="1" y="87"/>
                    <a:pt x="1" y="120"/>
                  </a:cubicBezTo>
                  <a:cubicBezTo>
                    <a:pt x="1" y="157"/>
                    <a:pt x="1" y="190"/>
                    <a:pt x="17" y="206"/>
                  </a:cubicBezTo>
                  <a:cubicBezTo>
                    <a:pt x="34" y="243"/>
                    <a:pt x="67" y="260"/>
                    <a:pt x="104" y="260"/>
                  </a:cubicBezTo>
                  <a:cubicBezTo>
                    <a:pt x="120" y="260"/>
                    <a:pt x="153" y="260"/>
                    <a:pt x="170" y="223"/>
                  </a:cubicBezTo>
                  <a:cubicBezTo>
                    <a:pt x="223" y="190"/>
                    <a:pt x="240" y="103"/>
                    <a:pt x="190" y="54"/>
                  </a:cubicBezTo>
                  <a:cubicBezTo>
                    <a:pt x="190" y="37"/>
                    <a:pt x="17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3943175" y="2360975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41" y="0"/>
                  </a:moveTo>
                  <a:cubicBezTo>
                    <a:pt x="104" y="0"/>
                    <a:pt x="71" y="0"/>
                    <a:pt x="54" y="33"/>
                  </a:cubicBezTo>
                  <a:cubicBezTo>
                    <a:pt x="1" y="70"/>
                    <a:pt x="1" y="153"/>
                    <a:pt x="38" y="206"/>
                  </a:cubicBezTo>
                  <a:cubicBezTo>
                    <a:pt x="57" y="247"/>
                    <a:pt x="88" y="264"/>
                    <a:pt x="121" y="264"/>
                  </a:cubicBezTo>
                  <a:cubicBezTo>
                    <a:pt x="145" y="264"/>
                    <a:pt x="169" y="255"/>
                    <a:pt x="190" y="239"/>
                  </a:cubicBezTo>
                  <a:cubicBezTo>
                    <a:pt x="244" y="190"/>
                    <a:pt x="244" y="103"/>
                    <a:pt x="207" y="50"/>
                  </a:cubicBezTo>
                  <a:cubicBezTo>
                    <a:pt x="190" y="33"/>
                    <a:pt x="190" y="17"/>
                    <a:pt x="157" y="17"/>
                  </a:cubicBezTo>
                  <a:cubicBezTo>
                    <a:pt x="157" y="0"/>
                    <a:pt x="141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3979250" y="229387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29" y="0"/>
                  </a:moveTo>
                  <a:cubicBezTo>
                    <a:pt x="83" y="0"/>
                    <a:pt x="34" y="33"/>
                    <a:pt x="17" y="91"/>
                  </a:cubicBezTo>
                  <a:cubicBezTo>
                    <a:pt x="1" y="140"/>
                    <a:pt x="17" y="227"/>
                    <a:pt x="87" y="243"/>
                  </a:cubicBezTo>
                  <a:cubicBezTo>
                    <a:pt x="104" y="260"/>
                    <a:pt x="120" y="260"/>
                    <a:pt x="141" y="260"/>
                  </a:cubicBezTo>
                  <a:cubicBezTo>
                    <a:pt x="174" y="260"/>
                    <a:pt x="207" y="227"/>
                    <a:pt x="223" y="177"/>
                  </a:cubicBezTo>
                  <a:cubicBezTo>
                    <a:pt x="244" y="124"/>
                    <a:pt x="223" y="74"/>
                    <a:pt x="207" y="37"/>
                  </a:cubicBezTo>
                  <a:cubicBezTo>
                    <a:pt x="190" y="21"/>
                    <a:pt x="174" y="21"/>
                    <a:pt x="157" y="4"/>
                  </a:cubicBezTo>
                  <a:cubicBezTo>
                    <a:pt x="148" y="2"/>
                    <a:pt x="139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3981000" y="2369850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47" y="0"/>
                  </a:moveTo>
                  <a:cubicBezTo>
                    <a:pt x="99" y="0"/>
                    <a:pt x="48" y="35"/>
                    <a:pt x="34" y="90"/>
                  </a:cubicBezTo>
                  <a:cubicBezTo>
                    <a:pt x="1" y="144"/>
                    <a:pt x="34" y="231"/>
                    <a:pt x="87" y="247"/>
                  </a:cubicBezTo>
                  <a:cubicBezTo>
                    <a:pt x="105" y="256"/>
                    <a:pt x="121" y="260"/>
                    <a:pt x="137" y="260"/>
                  </a:cubicBezTo>
                  <a:cubicBezTo>
                    <a:pt x="180" y="260"/>
                    <a:pt x="216" y="229"/>
                    <a:pt x="240" y="177"/>
                  </a:cubicBezTo>
                  <a:cubicBezTo>
                    <a:pt x="256" y="107"/>
                    <a:pt x="223" y="41"/>
                    <a:pt x="174" y="4"/>
                  </a:cubicBezTo>
                  <a:cubicBezTo>
                    <a:pt x="165" y="1"/>
                    <a:pt x="156" y="0"/>
                    <a:pt x="1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3978025" y="2340350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136" y="1"/>
                  </a:moveTo>
                  <a:cubicBezTo>
                    <a:pt x="103" y="1"/>
                    <a:pt x="66" y="1"/>
                    <a:pt x="50" y="34"/>
                  </a:cubicBezTo>
                  <a:cubicBezTo>
                    <a:pt x="0" y="71"/>
                    <a:pt x="0" y="153"/>
                    <a:pt x="33" y="207"/>
                  </a:cubicBezTo>
                  <a:cubicBezTo>
                    <a:pt x="50" y="240"/>
                    <a:pt x="66" y="256"/>
                    <a:pt x="103" y="256"/>
                  </a:cubicBezTo>
                  <a:cubicBezTo>
                    <a:pt x="136" y="256"/>
                    <a:pt x="169" y="256"/>
                    <a:pt x="190" y="223"/>
                  </a:cubicBezTo>
                  <a:cubicBezTo>
                    <a:pt x="206" y="207"/>
                    <a:pt x="223" y="174"/>
                    <a:pt x="223" y="137"/>
                  </a:cubicBezTo>
                  <a:cubicBezTo>
                    <a:pt x="223" y="104"/>
                    <a:pt x="223" y="71"/>
                    <a:pt x="206" y="50"/>
                  </a:cubicBezTo>
                  <a:cubicBezTo>
                    <a:pt x="190" y="34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975850" y="2261700"/>
              <a:ext cx="6425" cy="6575"/>
            </a:xfrm>
            <a:custGeom>
              <a:avLst/>
              <a:gdLst/>
              <a:ahLst/>
              <a:cxnLst/>
              <a:rect l="l" t="t" r="r" b="b"/>
              <a:pathLst>
                <a:path w="257" h="263" extrusionOk="0">
                  <a:moveTo>
                    <a:pt x="137" y="1"/>
                  </a:moveTo>
                  <a:cubicBezTo>
                    <a:pt x="104" y="1"/>
                    <a:pt x="87" y="1"/>
                    <a:pt x="50" y="38"/>
                  </a:cubicBezTo>
                  <a:cubicBezTo>
                    <a:pt x="17" y="71"/>
                    <a:pt x="1" y="158"/>
                    <a:pt x="34" y="207"/>
                  </a:cubicBezTo>
                  <a:cubicBezTo>
                    <a:pt x="63" y="245"/>
                    <a:pt x="95" y="262"/>
                    <a:pt x="125" y="262"/>
                  </a:cubicBezTo>
                  <a:cubicBezTo>
                    <a:pt x="150" y="262"/>
                    <a:pt x="173" y="250"/>
                    <a:pt x="190" y="228"/>
                  </a:cubicBezTo>
                  <a:cubicBezTo>
                    <a:pt x="240" y="191"/>
                    <a:pt x="256" y="104"/>
                    <a:pt x="207" y="54"/>
                  </a:cubicBezTo>
                  <a:cubicBezTo>
                    <a:pt x="207" y="38"/>
                    <a:pt x="190" y="2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967300" y="2297775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3" y="1"/>
                  </a:moveTo>
                  <a:cubicBezTo>
                    <a:pt x="33" y="1"/>
                    <a:pt x="0" y="71"/>
                    <a:pt x="0" y="141"/>
                  </a:cubicBezTo>
                  <a:cubicBezTo>
                    <a:pt x="17" y="174"/>
                    <a:pt x="33" y="207"/>
                    <a:pt x="50" y="228"/>
                  </a:cubicBezTo>
                  <a:cubicBezTo>
                    <a:pt x="66" y="261"/>
                    <a:pt x="103" y="261"/>
                    <a:pt x="136" y="261"/>
                  </a:cubicBezTo>
                  <a:cubicBezTo>
                    <a:pt x="153" y="244"/>
                    <a:pt x="186" y="228"/>
                    <a:pt x="207" y="207"/>
                  </a:cubicBezTo>
                  <a:cubicBezTo>
                    <a:pt x="223" y="174"/>
                    <a:pt x="223" y="141"/>
                    <a:pt x="223" y="104"/>
                  </a:cubicBezTo>
                  <a:cubicBezTo>
                    <a:pt x="223" y="71"/>
                    <a:pt x="207" y="38"/>
                    <a:pt x="186" y="21"/>
                  </a:cubicBezTo>
                  <a:cubicBezTo>
                    <a:pt x="169" y="21"/>
                    <a:pt x="16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71525" y="22789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0"/>
                  </a:moveTo>
                  <a:cubicBezTo>
                    <a:pt x="71" y="0"/>
                    <a:pt x="54" y="17"/>
                    <a:pt x="38" y="54"/>
                  </a:cubicBezTo>
                  <a:cubicBezTo>
                    <a:pt x="17" y="87"/>
                    <a:pt x="0" y="120"/>
                    <a:pt x="0" y="157"/>
                  </a:cubicBezTo>
                  <a:cubicBezTo>
                    <a:pt x="17" y="190"/>
                    <a:pt x="38" y="207"/>
                    <a:pt x="54" y="223"/>
                  </a:cubicBezTo>
                  <a:cubicBezTo>
                    <a:pt x="71" y="260"/>
                    <a:pt x="103" y="260"/>
                    <a:pt x="141" y="260"/>
                  </a:cubicBezTo>
                  <a:cubicBezTo>
                    <a:pt x="190" y="240"/>
                    <a:pt x="244" y="174"/>
                    <a:pt x="223" y="103"/>
                  </a:cubicBezTo>
                  <a:cubicBezTo>
                    <a:pt x="223" y="70"/>
                    <a:pt x="207" y="33"/>
                    <a:pt x="190" y="17"/>
                  </a:cubicBezTo>
                  <a:cubicBezTo>
                    <a:pt x="174" y="17"/>
                    <a:pt x="174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3975025" y="23897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4" y="1"/>
                  </a:moveTo>
                  <a:cubicBezTo>
                    <a:pt x="50" y="17"/>
                    <a:pt x="1" y="87"/>
                    <a:pt x="17" y="157"/>
                  </a:cubicBezTo>
                  <a:cubicBezTo>
                    <a:pt x="17" y="215"/>
                    <a:pt x="68" y="263"/>
                    <a:pt x="116" y="263"/>
                  </a:cubicBezTo>
                  <a:cubicBezTo>
                    <a:pt x="123" y="263"/>
                    <a:pt x="130" y="262"/>
                    <a:pt x="137" y="260"/>
                  </a:cubicBezTo>
                  <a:cubicBezTo>
                    <a:pt x="170" y="260"/>
                    <a:pt x="186" y="240"/>
                    <a:pt x="207" y="207"/>
                  </a:cubicBezTo>
                  <a:cubicBezTo>
                    <a:pt x="223" y="190"/>
                    <a:pt x="240" y="157"/>
                    <a:pt x="223" y="120"/>
                  </a:cubicBezTo>
                  <a:cubicBezTo>
                    <a:pt x="223" y="87"/>
                    <a:pt x="207" y="54"/>
                    <a:pt x="186" y="33"/>
                  </a:cubicBezTo>
                  <a:cubicBezTo>
                    <a:pt x="170" y="17"/>
                    <a:pt x="170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960400" y="23128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103" y="1"/>
                    <a:pt x="70" y="1"/>
                    <a:pt x="50" y="17"/>
                  </a:cubicBezTo>
                  <a:cubicBezTo>
                    <a:pt x="0" y="71"/>
                    <a:pt x="0" y="157"/>
                    <a:pt x="33" y="207"/>
                  </a:cubicBezTo>
                  <a:cubicBezTo>
                    <a:pt x="50" y="244"/>
                    <a:pt x="87" y="261"/>
                    <a:pt x="103" y="261"/>
                  </a:cubicBezTo>
                  <a:cubicBezTo>
                    <a:pt x="136" y="261"/>
                    <a:pt x="173" y="244"/>
                    <a:pt x="190" y="223"/>
                  </a:cubicBezTo>
                  <a:cubicBezTo>
                    <a:pt x="206" y="207"/>
                    <a:pt x="223" y="174"/>
                    <a:pt x="223" y="141"/>
                  </a:cubicBezTo>
                  <a:cubicBezTo>
                    <a:pt x="239" y="104"/>
                    <a:pt x="223" y="71"/>
                    <a:pt x="206" y="54"/>
                  </a:cubicBezTo>
                  <a:cubicBezTo>
                    <a:pt x="190" y="17"/>
                    <a:pt x="17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929475" y="23179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103" y="1"/>
                    <a:pt x="70" y="1"/>
                    <a:pt x="50" y="38"/>
                  </a:cubicBezTo>
                  <a:cubicBezTo>
                    <a:pt x="0" y="71"/>
                    <a:pt x="0" y="158"/>
                    <a:pt x="33" y="207"/>
                  </a:cubicBezTo>
                  <a:cubicBezTo>
                    <a:pt x="50" y="244"/>
                    <a:pt x="87" y="261"/>
                    <a:pt x="103" y="261"/>
                  </a:cubicBezTo>
                  <a:cubicBezTo>
                    <a:pt x="136" y="261"/>
                    <a:pt x="173" y="261"/>
                    <a:pt x="190" y="244"/>
                  </a:cubicBezTo>
                  <a:cubicBezTo>
                    <a:pt x="239" y="191"/>
                    <a:pt x="239" y="104"/>
                    <a:pt x="206" y="55"/>
                  </a:cubicBezTo>
                  <a:cubicBezTo>
                    <a:pt x="190" y="38"/>
                    <a:pt x="173" y="17"/>
                    <a:pt x="153" y="17"/>
                  </a:cubicBezTo>
                  <a:cubicBezTo>
                    <a:pt x="153" y="1"/>
                    <a:pt x="136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3962975" y="2342600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29" y="1"/>
                  </a:moveTo>
                  <a:cubicBezTo>
                    <a:pt x="86" y="1"/>
                    <a:pt x="45" y="32"/>
                    <a:pt x="33" y="84"/>
                  </a:cubicBezTo>
                  <a:cubicBezTo>
                    <a:pt x="0" y="150"/>
                    <a:pt x="33" y="220"/>
                    <a:pt x="87" y="253"/>
                  </a:cubicBezTo>
                  <a:lnTo>
                    <a:pt x="136" y="253"/>
                  </a:lnTo>
                  <a:cubicBezTo>
                    <a:pt x="190" y="253"/>
                    <a:pt x="223" y="220"/>
                    <a:pt x="239" y="187"/>
                  </a:cubicBezTo>
                  <a:cubicBezTo>
                    <a:pt x="239" y="133"/>
                    <a:pt x="239" y="84"/>
                    <a:pt x="206" y="47"/>
                  </a:cubicBezTo>
                  <a:cubicBezTo>
                    <a:pt x="206" y="30"/>
                    <a:pt x="190" y="14"/>
                    <a:pt x="173" y="14"/>
                  </a:cubicBezTo>
                  <a:cubicBezTo>
                    <a:pt x="159" y="5"/>
                    <a:pt x="144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3961225" y="236025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4" y="0"/>
                  </a:moveTo>
                  <a:cubicBezTo>
                    <a:pt x="87" y="0"/>
                    <a:pt x="70" y="4"/>
                    <a:pt x="54" y="13"/>
                  </a:cubicBezTo>
                  <a:cubicBezTo>
                    <a:pt x="37" y="29"/>
                    <a:pt x="17" y="46"/>
                    <a:pt x="17" y="79"/>
                  </a:cubicBezTo>
                  <a:cubicBezTo>
                    <a:pt x="0" y="116"/>
                    <a:pt x="0" y="132"/>
                    <a:pt x="0" y="165"/>
                  </a:cubicBezTo>
                  <a:cubicBezTo>
                    <a:pt x="17" y="202"/>
                    <a:pt x="37" y="235"/>
                    <a:pt x="70" y="252"/>
                  </a:cubicBezTo>
                  <a:cubicBezTo>
                    <a:pt x="82" y="255"/>
                    <a:pt x="93" y="256"/>
                    <a:pt x="104" y="256"/>
                  </a:cubicBezTo>
                  <a:cubicBezTo>
                    <a:pt x="157" y="256"/>
                    <a:pt x="195" y="223"/>
                    <a:pt x="223" y="165"/>
                  </a:cubicBezTo>
                  <a:cubicBezTo>
                    <a:pt x="243" y="99"/>
                    <a:pt x="206" y="29"/>
                    <a:pt x="157" y="13"/>
                  </a:cubicBezTo>
                  <a:cubicBezTo>
                    <a:pt x="138" y="4"/>
                    <a:pt x="121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3970700" y="2325200"/>
              <a:ext cx="5600" cy="6450"/>
            </a:xfrm>
            <a:custGeom>
              <a:avLst/>
              <a:gdLst/>
              <a:ahLst/>
              <a:cxnLst/>
              <a:rect l="l" t="t" r="r" b="b"/>
              <a:pathLst>
                <a:path w="224" h="258" extrusionOk="0">
                  <a:moveTo>
                    <a:pt x="110" y="1"/>
                  </a:moveTo>
                  <a:cubicBezTo>
                    <a:pt x="65" y="1"/>
                    <a:pt x="14" y="33"/>
                    <a:pt x="0" y="91"/>
                  </a:cubicBezTo>
                  <a:lnTo>
                    <a:pt x="0" y="141"/>
                  </a:lnTo>
                  <a:cubicBezTo>
                    <a:pt x="0" y="194"/>
                    <a:pt x="17" y="227"/>
                    <a:pt x="71" y="244"/>
                  </a:cubicBezTo>
                  <a:cubicBezTo>
                    <a:pt x="85" y="253"/>
                    <a:pt x="102" y="258"/>
                    <a:pt x="118" y="258"/>
                  </a:cubicBezTo>
                  <a:cubicBezTo>
                    <a:pt x="141" y="258"/>
                    <a:pt x="162" y="249"/>
                    <a:pt x="174" y="227"/>
                  </a:cubicBezTo>
                  <a:cubicBezTo>
                    <a:pt x="190" y="211"/>
                    <a:pt x="207" y="194"/>
                    <a:pt x="207" y="178"/>
                  </a:cubicBezTo>
                  <a:cubicBezTo>
                    <a:pt x="223" y="108"/>
                    <a:pt x="207" y="38"/>
                    <a:pt x="136" y="5"/>
                  </a:cubicBezTo>
                  <a:cubicBezTo>
                    <a:pt x="128" y="2"/>
                    <a:pt x="119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3973275" y="2311225"/>
              <a:ext cx="6425" cy="6775"/>
            </a:xfrm>
            <a:custGeom>
              <a:avLst/>
              <a:gdLst/>
              <a:ahLst/>
              <a:cxnLst/>
              <a:rect l="l" t="t" r="r" b="b"/>
              <a:pathLst>
                <a:path w="257" h="271" extrusionOk="0">
                  <a:moveTo>
                    <a:pt x="128" y="1"/>
                  </a:moveTo>
                  <a:cubicBezTo>
                    <a:pt x="86" y="1"/>
                    <a:pt x="45" y="33"/>
                    <a:pt x="33" y="81"/>
                  </a:cubicBezTo>
                  <a:cubicBezTo>
                    <a:pt x="1" y="151"/>
                    <a:pt x="33" y="238"/>
                    <a:pt x="87" y="254"/>
                  </a:cubicBezTo>
                  <a:cubicBezTo>
                    <a:pt x="104" y="271"/>
                    <a:pt x="120" y="271"/>
                    <a:pt x="137" y="271"/>
                  </a:cubicBezTo>
                  <a:cubicBezTo>
                    <a:pt x="190" y="254"/>
                    <a:pt x="223" y="238"/>
                    <a:pt x="240" y="184"/>
                  </a:cubicBezTo>
                  <a:cubicBezTo>
                    <a:pt x="256" y="135"/>
                    <a:pt x="240" y="81"/>
                    <a:pt x="207" y="48"/>
                  </a:cubicBezTo>
                  <a:cubicBezTo>
                    <a:pt x="207" y="32"/>
                    <a:pt x="190" y="15"/>
                    <a:pt x="174" y="15"/>
                  </a:cubicBezTo>
                  <a:cubicBezTo>
                    <a:pt x="159" y="5"/>
                    <a:pt x="143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3844025" y="2366225"/>
              <a:ext cx="5600" cy="6825"/>
            </a:xfrm>
            <a:custGeom>
              <a:avLst/>
              <a:gdLst/>
              <a:ahLst/>
              <a:cxnLst/>
              <a:rect l="l" t="t" r="r" b="b"/>
              <a:pathLst>
                <a:path w="224" h="273" extrusionOk="0">
                  <a:moveTo>
                    <a:pt x="120" y="0"/>
                  </a:moveTo>
                  <a:cubicBezTo>
                    <a:pt x="108" y="0"/>
                    <a:pt x="95" y="5"/>
                    <a:pt x="87" y="13"/>
                  </a:cubicBezTo>
                  <a:cubicBezTo>
                    <a:pt x="66" y="13"/>
                    <a:pt x="33" y="29"/>
                    <a:pt x="17" y="66"/>
                  </a:cubicBezTo>
                  <a:cubicBezTo>
                    <a:pt x="0" y="83"/>
                    <a:pt x="0" y="116"/>
                    <a:pt x="0" y="149"/>
                  </a:cubicBezTo>
                  <a:cubicBezTo>
                    <a:pt x="0" y="186"/>
                    <a:pt x="17" y="219"/>
                    <a:pt x="50" y="235"/>
                  </a:cubicBezTo>
                  <a:cubicBezTo>
                    <a:pt x="66" y="252"/>
                    <a:pt x="103" y="273"/>
                    <a:pt x="120" y="273"/>
                  </a:cubicBezTo>
                  <a:cubicBezTo>
                    <a:pt x="190" y="252"/>
                    <a:pt x="223" y="186"/>
                    <a:pt x="223" y="116"/>
                  </a:cubicBezTo>
                  <a:cubicBezTo>
                    <a:pt x="207" y="83"/>
                    <a:pt x="207" y="46"/>
                    <a:pt x="169" y="29"/>
                  </a:cubicBezTo>
                  <a:lnTo>
                    <a:pt x="153" y="13"/>
                  </a:lnTo>
                  <a:cubicBezTo>
                    <a:pt x="145" y="5"/>
                    <a:pt x="132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3962975" y="2249375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09" y="1"/>
                  </a:moveTo>
                  <a:cubicBezTo>
                    <a:pt x="69" y="1"/>
                    <a:pt x="29" y="34"/>
                    <a:pt x="17" y="82"/>
                  </a:cubicBezTo>
                  <a:cubicBezTo>
                    <a:pt x="0" y="152"/>
                    <a:pt x="17" y="222"/>
                    <a:pt x="87" y="255"/>
                  </a:cubicBezTo>
                  <a:cubicBezTo>
                    <a:pt x="95" y="258"/>
                    <a:pt x="105" y="259"/>
                    <a:pt x="114" y="259"/>
                  </a:cubicBezTo>
                  <a:cubicBezTo>
                    <a:pt x="159" y="259"/>
                    <a:pt x="209" y="229"/>
                    <a:pt x="223" y="185"/>
                  </a:cubicBezTo>
                  <a:cubicBezTo>
                    <a:pt x="239" y="119"/>
                    <a:pt x="206" y="32"/>
                    <a:pt x="153" y="16"/>
                  </a:cubicBezTo>
                  <a:cubicBezTo>
                    <a:pt x="139" y="5"/>
                    <a:pt x="124" y="1"/>
                    <a:pt x="1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3941950" y="2284900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87" y="1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0" y="190"/>
                    <a:pt x="17" y="227"/>
                    <a:pt x="50" y="244"/>
                  </a:cubicBezTo>
                  <a:cubicBezTo>
                    <a:pt x="61" y="255"/>
                    <a:pt x="83" y="267"/>
                    <a:pt x="101" y="267"/>
                  </a:cubicBezTo>
                  <a:cubicBezTo>
                    <a:pt x="108" y="267"/>
                    <a:pt x="115" y="265"/>
                    <a:pt x="120" y="260"/>
                  </a:cubicBezTo>
                  <a:cubicBezTo>
                    <a:pt x="153" y="260"/>
                    <a:pt x="190" y="244"/>
                    <a:pt x="206" y="207"/>
                  </a:cubicBezTo>
                  <a:cubicBezTo>
                    <a:pt x="223" y="190"/>
                    <a:pt x="223" y="157"/>
                    <a:pt x="223" y="124"/>
                  </a:cubicBezTo>
                  <a:cubicBezTo>
                    <a:pt x="223" y="87"/>
                    <a:pt x="206" y="54"/>
                    <a:pt x="169" y="38"/>
                  </a:cubicBezTo>
                  <a:cubicBezTo>
                    <a:pt x="169" y="21"/>
                    <a:pt x="153" y="21"/>
                    <a:pt x="153" y="21"/>
                  </a:cubicBezTo>
                  <a:cubicBezTo>
                    <a:pt x="136" y="1"/>
                    <a:pt x="120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3968525" y="2375225"/>
              <a:ext cx="6000" cy="6800"/>
            </a:xfrm>
            <a:custGeom>
              <a:avLst/>
              <a:gdLst/>
              <a:ahLst/>
              <a:cxnLst/>
              <a:rect l="l" t="t" r="r" b="b"/>
              <a:pathLst>
                <a:path w="240" h="272" extrusionOk="0">
                  <a:moveTo>
                    <a:pt x="129" y="0"/>
                  </a:moveTo>
                  <a:cubicBezTo>
                    <a:pt x="120" y="0"/>
                    <a:pt x="112" y="5"/>
                    <a:pt x="104" y="16"/>
                  </a:cubicBezTo>
                  <a:cubicBezTo>
                    <a:pt x="54" y="16"/>
                    <a:pt x="1" y="82"/>
                    <a:pt x="17" y="152"/>
                  </a:cubicBezTo>
                  <a:cubicBezTo>
                    <a:pt x="17" y="185"/>
                    <a:pt x="34" y="222"/>
                    <a:pt x="54" y="238"/>
                  </a:cubicBezTo>
                  <a:cubicBezTo>
                    <a:pt x="87" y="255"/>
                    <a:pt x="104" y="271"/>
                    <a:pt x="137" y="271"/>
                  </a:cubicBezTo>
                  <a:cubicBezTo>
                    <a:pt x="207" y="255"/>
                    <a:pt x="240" y="185"/>
                    <a:pt x="223" y="119"/>
                  </a:cubicBezTo>
                  <a:cubicBezTo>
                    <a:pt x="223" y="82"/>
                    <a:pt x="207" y="49"/>
                    <a:pt x="191" y="32"/>
                  </a:cubicBezTo>
                  <a:cubicBezTo>
                    <a:pt x="174" y="32"/>
                    <a:pt x="174" y="16"/>
                    <a:pt x="158" y="16"/>
                  </a:cubicBezTo>
                  <a:cubicBezTo>
                    <a:pt x="147" y="5"/>
                    <a:pt x="138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3938425" y="2335500"/>
              <a:ext cx="6125" cy="6475"/>
            </a:xfrm>
            <a:custGeom>
              <a:avLst/>
              <a:gdLst/>
              <a:ahLst/>
              <a:cxnLst/>
              <a:rect l="l" t="t" r="r" b="b"/>
              <a:pathLst>
                <a:path w="245" h="259" extrusionOk="0">
                  <a:moveTo>
                    <a:pt x="129" y="1"/>
                  </a:moveTo>
                  <a:cubicBezTo>
                    <a:pt x="83" y="1"/>
                    <a:pt x="35" y="33"/>
                    <a:pt x="22" y="92"/>
                  </a:cubicBezTo>
                  <a:cubicBezTo>
                    <a:pt x="1" y="141"/>
                    <a:pt x="22" y="228"/>
                    <a:pt x="71" y="244"/>
                  </a:cubicBezTo>
                  <a:cubicBezTo>
                    <a:pt x="90" y="254"/>
                    <a:pt x="109" y="259"/>
                    <a:pt x="127" y="259"/>
                  </a:cubicBezTo>
                  <a:cubicBezTo>
                    <a:pt x="174" y="259"/>
                    <a:pt x="213" y="226"/>
                    <a:pt x="228" y="178"/>
                  </a:cubicBezTo>
                  <a:cubicBezTo>
                    <a:pt x="244" y="108"/>
                    <a:pt x="207" y="38"/>
                    <a:pt x="158" y="5"/>
                  </a:cubicBezTo>
                  <a:cubicBezTo>
                    <a:pt x="149" y="2"/>
                    <a:pt x="139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3938950" y="23781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67" y="1"/>
                    <a:pt x="34" y="17"/>
                    <a:pt x="17" y="50"/>
                  </a:cubicBezTo>
                  <a:cubicBezTo>
                    <a:pt x="1" y="83"/>
                    <a:pt x="1" y="120"/>
                    <a:pt x="1" y="153"/>
                  </a:cubicBezTo>
                  <a:cubicBezTo>
                    <a:pt x="17" y="186"/>
                    <a:pt x="17" y="207"/>
                    <a:pt x="50" y="240"/>
                  </a:cubicBezTo>
                  <a:cubicBezTo>
                    <a:pt x="67" y="256"/>
                    <a:pt x="104" y="256"/>
                    <a:pt x="137" y="256"/>
                  </a:cubicBezTo>
                  <a:cubicBezTo>
                    <a:pt x="186" y="240"/>
                    <a:pt x="240" y="170"/>
                    <a:pt x="223" y="104"/>
                  </a:cubicBezTo>
                  <a:cubicBezTo>
                    <a:pt x="223" y="67"/>
                    <a:pt x="207" y="50"/>
                    <a:pt x="170" y="17"/>
                  </a:cubicBezTo>
                  <a:cubicBezTo>
                    <a:pt x="170" y="17"/>
                    <a:pt x="15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3934625" y="22573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0" y="1"/>
                  </a:moveTo>
                  <a:cubicBezTo>
                    <a:pt x="114" y="1"/>
                    <a:pt x="109" y="2"/>
                    <a:pt x="103" y="8"/>
                  </a:cubicBezTo>
                  <a:cubicBezTo>
                    <a:pt x="50" y="8"/>
                    <a:pt x="0" y="74"/>
                    <a:pt x="17" y="144"/>
                  </a:cubicBezTo>
                  <a:cubicBezTo>
                    <a:pt x="17" y="214"/>
                    <a:pt x="87" y="263"/>
                    <a:pt x="136" y="263"/>
                  </a:cubicBezTo>
                  <a:cubicBezTo>
                    <a:pt x="174" y="247"/>
                    <a:pt x="190" y="230"/>
                    <a:pt x="207" y="214"/>
                  </a:cubicBezTo>
                  <a:cubicBezTo>
                    <a:pt x="223" y="177"/>
                    <a:pt x="240" y="144"/>
                    <a:pt x="240" y="111"/>
                  </a:cubicBezTo>
                  <a:cubicBezTo>
                    <a:pt x="223" y="74"/>
                    <a:pt x="207" y="41"/>
                    <a:pt x="190" y="24"/>
                  </a:cubicBezTo>
                  <a:cubicBezTo>
                    <a:pt x="190" y="24"/>
                    <a:pt x="174" y="8"/>
                    <a:pt x="153" y="8"/>
                  </a:cubicBezTo>
                  <a:cubicBezTo>
                    <a:pt x="142" y="8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3933275" y="2272625"/>
              <a:ext cx="5700" cy="6500"/>
            </a:xfrm>
            <a:custGeom>
              <a:avLst/>
              <a:gdLst/>
              <a:ahLst/>
              <a:cxnLst/>
              <a:rect l="l" t="t" r="r" b="b"/>
              <a:pathLst>
                <a:path w="228" h="260" extrusionOk="0">
                  <a:moveTo>
                    <a:pt x="132" y="1"/>
                  </a:moveTo>
                  <a:cubicBezTo>
                    <a:pt x="123" y="1"/>
                    <a:pt x="114" y="5"/>
                    <a:pt x="104" y="13"/>
                  </a:cubicBezTo>
                  <a:cubicBezTo>
                    <a:pt x="38" y="13"/>
                    <a:pt x="1" y="79"/>
                    <a:pt x="1" y="149"/>
                  </a:cubicBezTo>
                  <a:cubicBezTo>
                    <a:pt x="21" y="182"/>
                    <a:pt x="21" y="219"/>
                    <a:pt x="54" y="236"/>
                  </a:cubicBezTo>
                  <a:cubicBezTo>
                    <a:pt x="66" y="248"/>
                    <a:pt x="86" y="259"/>
                    <a:pt x="110" y="259"/>
                  </a:cubicBezTo>
                  <a:cubicBezTo>
                    <a:pt x="120" y="259"/>
                    <a:pt x="130" y="257"/>
                    <a:pt x="141" y="252"/>
                  </a:cubicBezTo>
                  <a:cubicBezTo>
                    <a:pt x="157" y="252"/>
                    <a:pt x="190" y="236"/>
                    <a:pt x="207" y="203"/>
                  </a:cubicBezTo>
                  <a:cubicBezTo>
                    <a:pt x="228" y="182"/>
                    <a:pt x="228" y="149"/>
                    <a:pt x="228" y="116"/>
                  </a:cubicBezTo>
                  <a:cubicBezTo>
                    <a:pt x="228" y="79"/>
                    <a:pt x="207" y="46"/>
                    <a:pt x="174" y="30"/>
                  </a:cubicBezTo>
                  <a:cubicBezTo>
                    <a:pt x="174" y="13"/>
                    <a:pt x="157" y="13"/>
                    <a:pt x="157" y="13"/>
                  </a:cubicBezTo>
                  <a:cubicBezTo>
                    <a:pt x="149" y="5"/>
                    <a:pt x="141" y="1"/>
                    <a:pt x="1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934625" y="230212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3" y="0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7" y="190"/>
                    <a:pt x="33" y="223"/>
                    <a:pt x="50" y="239"/>
                  </a:cubicBezTo>
                  <a:cubicBezTo>
                    <a:pt x="65" y="254"/>
                    <a:pt x="86" y="267"/>
                    <a:pt x="108" y="267"/>
                  </a:cubicBezTo>
                  <a:cubicBezTo>
                    <a:pt x="118" y="267"/>
                    <a:pt x="127" y="265"/>
                    <a:pt x="136" y="260"/>
                  </a:cubicBezTo>
                  <a:cubicBezTo>
                    <a:pt x="190" y="260"/>
                    <a:pt x="240" y="190"/>
                    <a:pt x="223" y="120"/>
                  </a:cubicBezTo>
                  <a:cubicBezTo>
                    <a:pt x="223" y="87"/>
                    <a:pt x="207" y="54"/>
                    <a:pt x="190" y="33"/>
                  </a:cubicBezTo>
                  <a:cubicBezTo>
                    <a:pt x="174" y="17"/>
                    <a:pt x="174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3956050" y="2329625"/>
              <a:ext cx="6125" cy="6425"/>
            </a:xfrm>
            <a:custGeom>
              <a:avLst/>
              <a:gdLst/>
              <a:ahLst/>
              <a:cxnLst/>
              <a:rect l="l" t="t" r="r" b="b"/>
              <a:pathLst>
                <a:path w="245" h="257" extrusionOk="0">
                  <a:moveTo>
                    <a:pt x="104" y="1"/>
                  </a:moveTo>
                  <a:cubicBezTo>
                    <a:pt x="71" y="1"/>
                    <a:pt x="55" y="17"/>
                    <a:pt x="38" y="50"/>
                  </a:cubicBezTo>
                  <a:cubicBezTo>
                    <a:pt x="17" y="87"/>
                    <a:pt x="1" y="120"/>
                    <a:pt x="17" y="153"/>
                  </a:cubicBezTo>
                  <a:cubicBezTo>
                    <a:pt x="17" y="191"/>
                    <a:pt x="38" y="207"/>
                    <a:pt x="55" y="240"/>
                  </a:cubicBezTo>
                  <a:cubicBezTo>
                    <a:pt x="88" y="256"/>
                    <a:pt x="104" y="256"/>
                    <a:pt x="141" y="256"/>
                  </a:cubicBezTo>
                  <a:cubicBezTo>
                    <a:pt x="207" y="240"/>
                    <a:pt x="244" y="170"/>
                    <a:pt x="224" y="104"/>
                  </a:cubicBezTo>
                  <a:cubicBezTo>
                    <a:pt x="224" y="67"/>
                    <a:pt x="207" y="50"/>
                    <a:pt x="191" y="17"/>
                  </a:cubicBezTo>
                  <a:cubicBezTo>
                    <a:pt x="174" y="17"/>
                    <a:pt x="174" y="17"/>
                    <a:pt x="1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3953900" y="2376425"/>
              <a:ext cx="5700" cy="6425"/>
            </a:xfrm>
            <a:custGeom>
              <a:avLst/>
              <a:gdLst/>
              <a:ahLst/>
              <a:cxnLst/>
              <a:rect l="l" t="t" r="r" b="b"/>
              <a:pathLst>
                <a:path w="228" h="257" extrusionOk="0">
                  <a:moveTo>
                    <a:pt x="103" y="1"/>
                  </a:moveTo>
                  <a:cubicBezTo>
                    <a:pt x="38" y="17"/>
                    <a:pt x="0" y="87"/>
                    <a:pt x="0" y="153"/>
                  </a:cubicBezTo>
                  <a:cubicBezTo>
                    <a:pt x="21" y="190"/>
                    <a:pt x="38" y="223"/>
                    <a:pt x="54" y="240"/>
                  </a:cubicBezTo>
                  <a:cubicBezTo>
                    <a:pt x="87" y="256"/>
                    <a:pt x="103" y="256"/>
                    <a:pt x="141" y="256"/>
                  </a:cubicBezTo>
                  <a:cubicBezTo>
                    <a:pt x="157" y="256"/>
                    <a:pt x="190" y="240"/>
                    <a:pt x="207" y="207"/>
                  </a:cubicBezTo>
                  <a:cubicBezTo>
                    <a:pt x="227" y="190"/>
                    <a:pt x="227" y="153"/>
                    <a:pt x="227" y="120"/>
                  </a:cubicBezTo>
                  <a:cubicBezTo>
                    <a:pt x="227" y="87"/>
                    <a:pt x="207" y="50"/>
                    <a:pt x="190" y="34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57" y="1"/>
                    <a:pt x="141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3959050" y="2285200"/>
              <a:ext cx="6100" cy="6550"/>
            </a:xfrm>
            <a:custGeom>
              <a:avLst/>
              <a:gdLst/>
              <a:ahLst/>
              <a:cxnLst/>
              <a:rect l="l" t="t" r="r" b="b"/>
              <a:pathLst>
                <a:path w="244" h="262" extrusionOk="0">
                  <a:moveTo>
                    <a:pt x="95" y="0"/>
                  </a:moveTo>
                  <a:cubicBezTo>
                    <a:pt x="76" y="0"/>
                    <a:pt x="61" y="14"/>
                    <a:pt x="38" y="26"/>
                  </a:cubicBezTo>
                  <a:cubicBezTo>
                    <a:pt x="21" y="59"/>
                    <a:pt x="1" y="75"/>
                    <a:pt x="1" y="112"/>
                  </a:cubicBezTo>
                  <a:cubicBezTo>
                    <a:pt x="1" y="145"/>
                    <a:pt x="1" y="178"/>
                    <a:pt x="21" y="215"/>
                  </a:cubicBezTo>
                  <a:cubicBezTo>
                    <a:pt x="40" y="244"/>
                    <a:pt x="78" y="262"/>
                    <a:pt x="112" y="262"/>
                  </a:cubicBezTo>
                  <a:cubicBezTo>
                    <a:pt x="137" y="262"/>
                    <a:pt x="160" y="252"/>
                    <a:pt x="174" y="232"/>
                  </a:cubicBezTo>
                  <a:cubicBezTo>
                    <a:pt x="227" y="178"/>
                    <a:pt x="244" y="112"/>
                    <a:pt x="190" y="42"/>
                  </a:cubicBezTo>
                  <a:cubicBezTo>
                    <a:pt x="190" y="26"/>
                    <a:pt x="174" y="26"/>
                    <a:pt x="157" y="9"/>
                  </a:cubicBezTo>
                  <a:lnTo>
                    <a:pt x="124" y="9"/>
                  </a:lnTo>
                  <a:cubicBezTo>
                    <a:pt x="113" y="3"/>
                    <a:pt x="104" y="0"/>
                    <a:pt x="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3929875" y="2348575"/>
              <a:ext cx="6525" cy="6750"/>
            </a:xfrm>
            <a:custGeom>
              <a:avLst/>
              <a:gdLst/>
              <a:ahLst/>
              <a:cxnLst/>
              <a:rect l="l" t="t" r="r" b="b"/>
              <a:pathLst>
                <a:path w="261" h="270" extrusionOk="0">
                  <a:moveTo>
                    <a:pt x="130" y="1"/>
                  </a:moveTo>
                  <a:cubicBezTo>
                    <a:pt x="89" y="1"/>
                    <a:pt x="49" y="32"/>
                    <a:pt x="34" y="84"/>
                  </a:cubicBezTo>
                  <a:cubicBezTo>
                    <a:pt x="1" y="154"/>
                    <a:pt x="34" y="220"/>
                    <a:pt x="87" y="257"/>
                  </a:cubicBezTo>
                  <a:cubicBezTo>
                    <a:pt x="106" y="266"/>
                    <a:pt x="123" y="270"/>
                    <a:pt x="139" y="270"/>
                  </a:cubicBezTo>
                  <a:cubicBezTo>
                    <a:pt x="183" y="270"/>
                    <a:pt x="216" y="238"/>
                    <a:pt x="240" y="187"/>
                  </a:cubicBezTo>
                  <a:cubicBezTo>
                    <a:pt x="261" y="117"/>
                    <a:pt x="223" y="30"/>
                    <a:pt x="174" y="14"/>
                  </a:cubicBezTo>
                  <a:cubicBezTo>
                    <a:pt x="160" y="5"/>
                    <a:pt x="145" y="1"/>
                    <a:pt x="1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3961225" y="2265325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30" y="0"/>
                  </a:moveTo>
                  <a:cubicBezTo>
                    <a:pt x="121" y="0"/>
                    <a:pt x="111" y="4"/>
                    <a:pt x="103" y="13"/>
                  </a:cubicBezTo>
                  <a:cubicBezTo>
                    <a:pt x="37" y="13"/>
                    <a:pt x="0" y="83"/>
                    <a:pt x="17" y="149"/>
                  </a:cubicBezTo>
                  <a:cubicBezTo>
                    <a:pt x="17" y="186"/>
                    <a:pt x="37" y="219"/>
                    <a:pt x="54" y="235"/>
                  </a:cubicBezTo>
                  <a:cubicBezTo>
                    <a:pt x="65" y="247"/>
                    <a:pt x="85" y="259"/>
                    <a:pt x="109" y="259"/>
                  </a:cubicBezTo>
                  <a:cubicBezTo>
                    <a:pt x="119" y="259"/>
                    <a:pt x="129" y="256"/>
                    <a:pt x="140" y="252"/>
                  </a:cubicBezTo>
                  <a:cubicBezTo>
                    <a:pt x="190" y="252"/>
                    <a:pt x="243" y="186"/>
                    <a:pt x="223" y="116"/>
                  </a:cubicBezTo>
                  <a:cubicBezTo>
                    <a:pt x="223" y="83"/>
                    <a:pt x="206" y="46"/>
                    <a:pt x="190" y="29"/>
                  </a:cubicBezTo>
                  <a:cubicBezTo>
                    <a:pt x="173" y="13"/>
                    <a:pt x="173" y="13"/>
                    <a:pt x="157" y="13"/>
                  </a:cubicBezTo>
                  <a:cubicBezTo>
                    <a:pt x="149" y="4"/>
                    <a:pt x="139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3928650" y="23646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0"/>
                  </a:moveTo>
                  <a:cubicBezTo>
                    <a:pt x="114" y="0"/>
                    <a:pt x="109" y="2"/>
                    <a:pt x="103" y="8"/>
                  </a:cubicBezTo>
                  <a:cubicBezTo>
                    <a:pt x="33" y="8"/>
                    <a:pt x="0" y="78"/>
                    <a:pt x="0" y="148"/>
                  </a:cubicBezTo>
                  <a:cubicBezTo>
                    <a:pt x="17" y="181"/>
                    <a:pt x="17" y="214"/>
                    <a:pt x="50" y="235"/>
                  </a:cubicBezTo>
                  <a:cubicBezTo>
                    <a:pt x="66" y="251"/>
                    <a:pt x="103" y="268"/>
                    <a:pt x="136" y="268"/>
                  </a:cubicBezTo>
                  <a:cubicBezTo>
                    <a:pt x="186" y="251"/>
                    <a:pt x="239" y="181"/>
                    <a:pt x="223" y="111"/>
                  </a:cubicBezTo>
                  <a:cubicBezTo>
                    <a:pt x="223" y="78"/>
                    <a:pt x="206" y="45"/>
                    <a:pt x="169" y="28"/>
                  </a:cubicBezTo>
                  <a:cubicBezTo>
                    <a:pt x="169" y="28"/>
                    <a:pt x="169" y="8"/>
                    <a:pt x="153" y="8"/>
                  </a:cubicBezTo>
                  <a:cubicBezTo>
                    <a:pt x="142" y="8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3821650" y="2477750"/>
              <a:ext cx="5175" cy="6525"/>
            </a:xfrm>
            <a:custGeom>
              <a:avLst/>
              <a:gdLst/>
              <a:ahLst/>
              <a:cxnLst/>
              <a:rect l="l" t="t" r="r" b="b"/>
              <a:pathLst>
                <a:path w="207" h="261" extrusionOk="0">
                  <a:moveTo>
                    <a:pt x="137" y="0"/>
                  </a:moveTo>
                  <a:cubicBezTo>
                    <a:pt x="104" y="0"/>
                    <a:pt x="87" y="17"/>
                    <a:pt x="54" y="38"/>
                  </a:cubicBezTo>
                  <a:cubicBezTo>
                    <a:pt x="17" y="87"/>
                    <a:pt x="1" y="157"/>
                    <a:pt x="34" y="223"/>
                  </a:cubicBezTo>
                  <a:cubicBezTo>
                    <a:pt x="54" y="244"/>
                    <a:pt x="71" y="260"/>
                    <a:pt x="87" y="260"/>
                  </a:cubicBezTo>
                  <a:cubicBezTo>
                    <a:pt x="137" y="190"/>
                    <a:pt x="174" y="120"/>
                    <a:pt x="207" y="38"/>
                  </a:cubicBezTo>
                  <a:cubicBezTo>
                    <a:pt x="190" y="38"/>
                    <a:pt x="174" y="17"/>
                    <a:pt x="174" y="17"/>
                  </a:cubicBezTo>
                  <a:cubicBezTo>
                    <a:pt x="157" y="17"/>
                    <a:pt x="157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4137775" y="2252750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37" y="0"/>
                  </a:moveTo>
                  <a:cubicBezTo>
                    <a:pt x="104" y="0"/>
                    <a:pt x="67" y="0"/>
                    <a:pt x="50" y="17"/>
                  </a:cubicBezTo>
                  <a:cubicBezTo>
                    <a:pt x="17" y="50"/>
                    <a:pt x="17" y="87"/>
                    <a:pt x="1" y="120"/>
                  </a:cubicBezTo>
                  <a:cubicBezTo>
                    <a:pt x="1" y="153"/>
                    <a:pt x="17" y="190"/>
                    <a:pt x="34" y="206"/>
                  </a:cubicBezTo>
                  <a:cubicBezTo>
                    <a:pt x="53" y="235"/>
                    <a:pt x="85" y="254"/>
                    <a:pt x="119" y="254"/>
                  </a:cubicBezTo>
                  <a:cubicBezTo>
                    <a:pt x="143" y="254"/>
                    <a:pt x="168" y="245"/>
                    <a:pt x="190" y="223"/>
                  </a:cubicBezTo>
                  <a:cubicBezTo>
                    <a:pt x="240" y="190"/>
                    <a:pt x="240" y="103"/>
                    <a:pt x="207" y="50"/>
                  </a:cubicBezTo>
                  <a:cubicBezTo>
                    <a:pt x="190" y="33"/>
                    <a:pt x="17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4139025" y="228025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40" y="1"/>
                  </a:moveTo>
                  <a:cubicBezTo>
                    <a:pt x="103" y="1"/>
                    <a:pt x="87" y="1"/>
                    <a:pt x="54" y="34"/>
                  </a:cubicBezTo>
                  <a:cubicBezTo>
                    <a:pt x="17" y="67"/>
                    <a:pt x="0" y="154"/>
                    <a:pt x="37" y="207"/>
                  </a:cubicBezTo>
                  <a:cubicBezTo>
                    <a:pt x="70" y="240"/>
                    <a:pt x="87" y="257"/>
                    <a:pt x="120" y="257"/>
                  </a:cubicBezTo>
                  <a:cubicBezTo>
                    <a:pt x="140" y="257"/>
                    <a:pt x="173" y="257"/>
                    <a:pt x="206" y="224"/>
                  </a:cubicBezTo>
                  <a:cubicBezTo>
                    <a:pt x="223" y="207"/>
                    <a:pt x="243" y="170"/>
                    <a:pt x="243" y="137"/>
                  </a:cubicBezTo>
                  <a:cubicBezTo>
                    <a:pt x="243" y="104"/>
                    <a:pt x="243" y="67"/>
                    <a:pt x="206" y="50"/>
                  </a:cubicBezTo>
                  <a:cubicBezTo>
                    <a:pt x="206" y="34"/>
                    <a:pt x="190" y="17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4135200" y="22969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67" y="1"/>
                    <a:pt x="34" y="34"/>
                    <a:pt x="17" y="54"/>
                  </a:cubicBezTo>
                  <a:cubicBezTo>
                    <a:pt x="1" y="87"/>
                    <a:pt x="1" y="120"/>
                    <a:pt x="1" y="158"/>
                  </a:cubicBezTo>
                  <a:cubicBezTo>
                    <a:pt x="17" y="191"/>
                    <a:pt x="17" y="224"/>
                    <a:pt x="50" y="240"/>
                  </a:cubicBezTo>
                  <a:cubicBezTo>
                    <a:pt x="67" y="261"/>
                    <a:pt x="104" y="261"/>
                    <a:pt x="137" y="261"/>
                  </a:cubicBezTo>
                  <a:cubicBezTo>
                    <a:pt x="190" y="240"/>
                    <a:pt x="240" y="191"/>
                    <a:pt x="223" y="104"/>
                  </a:cubicBezTo>
                  <a:cubicBezTo>
                    <a:pt x="223" y="71"/>
                    <a:pt x="207" y="54"/>
                    <a:pt x="170" y="34"/>
                  </a:cubicBezTo>
                  <a:cubicBezTo>
                    <a:pt x="170" y="17"/>
                    <a:pt x="153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4136450" y="2375100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03" y="0"/>
                  </a:moveTo>
                  <a:cubicBezTo>
                    <a:pt x="37" y="0"/>
                    <a:pt x="0" y="70"/>
                    <a:pt x="0" y="140"/>
                  </a:cubicBezTo>
                  <a:cubicBezTo>
                    <a:pt x="0" y="173"/>
                    <a:pt x="17" y="206"/>
                    <a:pt x="54" y="227"/>
                  </a:cubicBezTo>
                  <a:cubicBezTo>
                    <a:pt x="70" y="260"/>
                    <a:pt x="103" y="260"/>
                    <a:pt x="120" y="260"/>
                  </a:cubicBezTo>
                  <a:cubicBezTo>
                    <a:pt x="190" y="243"/>
                    <a:pt x="223" y="173"/>
                    <a:pt x="223" y="103"/>
                  </a:cubicBezTo>
                  <a:cubicBezTo>
                    <a:pt x="223" y="54"/>
                    <a:pt x="190" y="21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4152300" y="2278825"/>
              <a:ext cx="6125" cy="6625"/>
            </a:xfrm>
            <a:custGeom>
              <a:avLst/>
              <a:gdLst/>
              <a:ahLst/>
              <a:cxnLst/>
              <a:rect l="l" t="t" r="r" b="b"/>
              <a:pathLst>
                <a:path w="245" h="265" extrusionOk="0">
                  <a:moveTo>
                    <a:pt x="129" y="0"/>
                  </a:moveTo>
                  <a:cubicBezTo>
                    <a:pt x="82" y="0"/>
                    <a:pt x="35" y="30"/>
                    <a:pt x="22" y="74"/>
                  </a:cubicBezTo>
                  <a:cubicBezTo>
                    <a:pt x="1" y="140"/>
                    <a:pt x="38" y="227"/>
                    <a:pt x="88" y="244"/>
                  </a:cubicBezTo>
                  <a:cubicBezTo>
                    <a:pt x="104" y="264"/>
                    <a:pt x="125" y="264"/>
                    <a:pt x="141" y="264"/>
                  </a:cubicBezTo>
                  <a:cubicBezTo>
                    <a:pt x="174" y="244"/>
                    <a:pt x="207" y="227"/>
                    <a:pt x="228" y="178"/>
                  </a:cubicBezTo>
                  <a:cubicBezTo>
                    <a:pt x="244" y="124"/>
                    <a:pt x="228" y="74"/>
                    <a:pt x="207" y="37"/>
                  </a:cubicBezTo>
                  <a:cubicBezTo>
                    <a:pt x="191" y="21"/>
                    <a:pt x="174" y="21"/>
                    <a:pt x="158" y="4"/>
                  </a:cubicBezTo>
                  <a:cubicBezTo>
                    <a:pt x="148" y="1"/>
                    <a:pt x="138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4142000" y="2309925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13" y="1"/>
                  </a:moveTo>
                  <a:cubicBezTo>
                    <a:pt x="72" y="1"/>
                    <a:pt x="33" y="32"/>
                    <a:pt x="21" y="84"/>
                  </a:cubicBezTo>
                  <a:cubicBezTo>
                    <a:pt x="1" y="154"/>
                    <a:pt x="21" y="220"/>
                    <a:pt x="87" y="257"/>
                  </a:cubicBezTo>
                  <a:cubicBezTo>
                    <a:pt x="98" y="257"/>
                    <a:pt x="111" y="264"/>
                    <a:pt x="123" y="264"/>
                  </a:cubicBezTo>
                  <a:cubicBezTo>
                    <a:pt x="129" y="264"/>
                    <a:pt x="135" y="263"/>
                    <a:pt x="141" y="257"/>
                  </a:cubicBezTo>
                  <a:cubicBezTo>
                    <a:pt x="174" y="257"/>
                    <a:pt x="207" y="220"/>
                    <a:pt x="227" y="187"/>
                  </a:cubicBezTo>
                  <a:cubicBezTo>
                    <a:pt x="244" y="133"/>
                    <a:pt x="227" y="84"/>
                    <a:pt x="207" y="51"/>
                  </a:cubicBezTo>
                  <a:cubicBezTo>
                    <a:pt x="190" y="30"/>
                    <a:pt x="174" y="14"/>
                    <a:pt x="157" y="14"/>
                  </a:cubicBezTo>
                  <a:cubicBezTo>
                    <a:pt x="143" y="5"/>
                    <a:pt x="128" y="1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4140350" y="2327575"/>
              <a:ext cx="5600" cy="6450"/>
            </a:xfrm>
            <a:custGeom>
              <a:avLst/>
              <a:gdLst/>
              <a:ahLst/>
              <a:cxnLst/>
              <a:rect l="l" t="t" r="r" b="b"/>
              <a:pathLst>
                <a:path w="224" h="258" extrusionOk="0">
                  <a:moveTo>
                    <a:pt x="101" y="0"/>
                  </a:moveTo>
                  <a:cubicBezTo>
                    <a:pt x="86" y="0"/>
                    <a:pt x="69" y="5"/>
                    <a:pt x="50" y="13"/>
                  </a:cubicBezTo>
                  <a:cubicBezTo>
                    <a:pt x="34" y="29"/>
                    <a:pt x="17" y="46"/>
                    <a:pt x="1" y="83"/>
                  </a:cubicBezTo>
                  <a:lnTo>
                    <a:pt x="1" y="169"/>
                  </a:lnTo>
                  <a:cubicBezTo>
                    <a:pt x="17" y="202"/>
                    <a:pt x="34" y="235"/>
                    <a:pt x="67" y="252"/>
                  </a:cubicBezTo>
                  <a:cubicBezTo>
                    <a:pt x="77" y="256"/>
                    <a:pt x="87" y="258"/>
                    <a:pt x="98" y="258"/>
                  </a:cubicBezTo>
                  <a:cubicBezTo>
                    <a:pt x="145" y="258"/>
                    <a:pt x="193" y="223"/>
                    <a:pt x="207" y="169"/>
                  </a:cubicBezTo>
                  <a:cubicBezTo>
                    <a:pt x="223" y="116"/>
                    <a:pt x="207" y="29"/>
                    <a:pt x="137" y="13"/>
                  </a:cubicBezTo>
                  <a:cubicBezTo>
                    <a:pt x="129" y="5"/>
                    <a:pt x="116" y="0"/>
                    <a:pt x="1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4132625" y="23437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4" y="1"/>
                  </a:moveTo>
                  <a:cubicBezTo>
                    <a:pt x="50" y="17"/>
                    <a:pt x="1" y="87"/>
                    <a:pt x="17" y="157"/>
                  </a:cubicBezTo>
                  <a:cubicBezTo>
                    <a:pt x="17" y="190"/>
                    <a:pt x="34" y="223"/>
                    <a:pt x="66" y="244"/>
                  </a:cubicBezTo>
                  <a:cubicBezTo>
                    <a:pt x="81" y="256"/>
                    <a:pt x="102" y="267"/>
                    <a:pt x="119" y="267"/>
                  </a:cubicBezTo>
                  <a:cubicBezTo>
                    <a:pt x="125" y="267"/>
                    <a:pt x="132" y="265"/>
                    <a:pt x="137" y="260"/>
                  </a:cubicBezTo>
                  <a:cubicBezTo>
                    <a:pt x="170" y="260"/>
                    <a:pt x="190" y="244"/>
                    <a:pt x="207" y="207"/>
                  </a:cubicBezTo>
                  <a:cubicBezTo>
                    <a:pt x="223" y="190"/>
                    <a:pt x="240" y="157"/>
                    <a:pt x="240" y="120"/>
                  </a:cubicBezTo>
                  <a:cubicBezTo>
                    <a:pt x="223" y="87"/>
                    <a:pt x="207" y="54"/>
                    <a:pt x="190" y="38"/>
                  </a:cubicBezTo>
                  <a:cubicBezTo>
                    <a:pt x="190" y="17"/>
                    <a:pt x="170" y="17"/>
                    <a:pt x="170" y="17"/>
                  </a:cubicBezTo>
                  <a:cubicBezTo>
                    <a:pt x="153" y="17"/>
                    <a:pt x="15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4169525" y="2304700"/>
              <a:ext cx="5600" cy="6675"/>
            </a:xfrm>
            <a:custGeom>
              <a:avLst/>
              <a:gdLst/>
              <a:ahLst/>
              <a:cxnLst/>
              <a:rect l="l" t="t" r="r" b="b"/>
              <a:pathLst>
                <a:path w="224" h="267" extrusionOk="0">
                  <a:moveTo>
                    <a:pt x="104" y="0"/>
                  </a:moveTo>
                  <a:cubicBezTo>
                    <a:pt x="71" y="17"/>
                    <a:pt x="54" y="17"/>
                    <a:pt x="33" y="54"/>
                  </a:cubicBezTo>
                  <a:cubicBezTo>
                    <a:pt x="17" y="70"/>
                    <a:pt x="1" y="120"/>
                    <a:pt x="1" y="157"/>
                  </a:cubicBezTo>
                  <a:cubicBezTo>
                    <a:pt x="17" y="190"/>
                    <a:pt x="17" y="223"/>
                    <a:pt x="54" y="239"/>
                  </a:cubicBezTo>
                  <a:cubicBezTo>
                    <a:pt x="66" y="254"/>
                    <a:pt x="86" y="267"/>
                    <a:pt x="109" y="267"/>
                  </a:cubicBezTo>
                  <a:cubicBezTo>
                    <a:pt x="118" y="267"/>
                    <a:pt x="127" y="265"/>
                    <a:pt x="137" y="260"/>
                  </a:cubicBezTo>
                  <a:cubicBezTo>
                    <a:pt x="190" y="260"/>
                    <a:pt x="223" y="190"/>
                    <a:pt x="223" y="136"/>
                  </a:cubicBezTo>
                  <a:lnTo>
                    <a:pt x="223" y="120"/>
                  </a:lnTo>
                  <a:cubicBezTo>
                    <a:pt x="223" y="70"/>
                    <a:pt x="190" y="33"/>
                    <a:pt x="157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4167350" y="2321525"/>
              <a:ext cx="6525" cy="6700"/>
            </a:xfrm>
            <a:custGeom>
              <a:avLst/>
              <a:gdLst/>
              <a:ahLst/>
              <a:cxnLst/>
              <a:rect l="l" t="t" r="r" b="b"/>
              <a:pathLst>
                <a:path w="261" h="268" extrusionOk="0">
                  <a:moveTo>
                    <a:pt x="128" y="1"/>
                  </a:moveTo>
                  <a:cubicBezTo>
                    <a:pt x="87" y="1"/>
                    <a:pt x="44" y="34"/>
                    <a:pt x="17" y="82"/>
                  </a:cubicBezTo>
                  <a:cubicBezTo>
                    <a:pt x="1" y="152"/>
                    <a:pt x="38" y="238"/>
                    <a:pt x="88" y="255"/>
                  </a:cubicBezTo>
                  <a:cubicBezTo>
                    <a:pt x="102" y="264"/>
                    <a:pt x="117" y="268"/>
                    <a:pt x="132" y="268"/>
                  </a:cubicBezTo>
                  <a:cubicBezTo>
                    <a:pt x="174" y="268"/>
                    <a:pt x="217" y="236"/>
                    <a:pt x="244" y="185"/>
                  </a:cubicBezTo>
                  <a:cubicBezTo>
                    <a:pt x="261" y="119"/>
                    <a:pt x="224" y="32"/>
                    <a:pt x="174" y="16"/>
                  </a:cubicBezTo>
                  <a:cubicBezTo>
                    <a:pt x="159" y="6"/>
                    <a:pt x="144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4169125" y="22757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0" y="1"/>
                  </a:moveTo>
                  <a:cubicBezTo>
                    <a:pt x="114" y="1"/>
                    <a:pt x="109" y="2"/>
                    <a:pt x="103" y="8"/>
                  </a:cubicBezTo>
                  <a:cubicBezTo>
                    <a:pt x="33" y="8"/>
                    <a:pt x="0" y="78"/>
                    <a:pt x="0" y="144"/>
                  </a:cubicBezTo>
                  <a:cubicBezTo>
                    <a:pt x="17" y="181"/>
                    <a:pt x="33" y="214"/>
                    <a:pt x="49" y="230"/>
                  </a:cubicBezTo>
                  <a:cubicBezTo>
                    <a:pt x="70" y="247"/>
                    <a:pt x="103" y="263"/>
                    <a:pt x="136" y="263"/>
                  </a:cubicBezTo>
                  <a:cubicBezTo>
                    <a:pt x="190" y="247"/>
                    <a:pt x="239" y="181"/>
                    <a:pt x="223" y="111"/>
                  </a:cubicBezTo>
                  <a:cubicBezTo>
                    <a:pt x="223" y="57"/>
                    <a:pt x="190" y="24"/>
                    <a:pt x="153" y="8"/>
                  </a:cubicBezTo>
                  <a:cubicBezTo>
                    <a:pt x="142" y="8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4152300" y="2322625"/>
              <a:ext cx="6125" cy="6475"/>
            </a:xfrm>
            <a:custGeom>
              <a:avLst/>
              <a:gdLst/>
              <a:ahLst/>
              <a:cxnLst/>
              <a:rect l="l" t="t" r="r" b="b"/>
              <a:pathLst>
                <a:path w="245" h="259" extrusionOk="0">
                  <a:moveTo>
                    <a:pt x="130" y="0"/>
                  </a:moveTo>
                  <a:cubicBezTo>
                    <a:pt x="83" y="0"/>
                    <a:pt x="35" y="33"/>
                    <a:pt x="22" y="91"/>
                  </a:cubicBezTo>
                  <a:cubicBezTo>
                    <a:pt x="1" y="141"/>
                    <a:pt x="22" y="227"/>
                    <a:pt x="88" y="244"/>
                  </a:cubicBezTo>
                  <a:cubicBezTo>
                    <a:pt x="102" y="254"/>
                    <a:pt x="118" y="258"/>
                    <a:pt x="133" y="258"/>
                  </a:cubicBezTo>
                  <a:cubicBezTo>
                    <a:pt x="174" y="258"/>
                    <a:pt x="213" y="226"/>
                    <a:pt x="228" y="178"/>
                  </a:cubicBezTo>
                  <a:cubicBezTo>
                    <a:pt x="244" y="108"/>
                    <a:pt x="228" y="38"/>
                    <a:pt x="158" y="5"/>
                  </a:cubicBezTo>
                  <a:cubicBezTo>
                    <a:pt x="149" y="2"/>
                    <a:pt x="139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4163950" y="2291400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87" y="0"/>
                  </a:moveTo>
                  <a:cubicBezTo>
                    <a:pt x="71" y="0"/>
                    <a:pt x="34" y="17"/>
                    <a:pt x="17" y="50"/>
                  </a:cubicBezTo>
                  <a:cubicBezTo>
                    <a:pt x="1" y="70"/>
                    <a:pt x="1" y="103"/>
                    <a:pt x="1" y="136"/>
                  </a:cubicBezTo>
                  <a:cubicBezTo>
                    <a:pt x="1" y="173"/>
                    <a:pt x="17" y="206"/>
                    <a:pt x="34" y="223"/>
                  </a:cubicBezTo>
                  <a:cubicBezTo>
                    <a:pt x="71" y="256"/>
                    <a:pt x="87" y="256"/>
                    <a:pt x="120" y="256"/>
                  </a:cubicBezTo>
                  <a:cubicBezTo>
                    <a:pt x="191" y="239"/>
                    <a:pt x="224" y="173"/>
                    <a:pt x="224" y="103"/>
                  </a:cubicBezTo>
                  <a:cubicBezTo>
                    <a:pt x="207" y="70"/>
                    <a:pt x="191" y="33"/>
                    <a:pt x="174" y="17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4147675" y="24646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1"/>
                  </a:moveTo>
                  <a:cubicBezTo>
                    <a:pt x="115" y="1"/>
                    <a:pt x="109" y="3"/>
                    <a:pt x="104" y="8"/>
                  </a:cubicBezTo>
                  <a:cubicBezTo>
                    <a:pt x="50" y="8"/>
                    <a:pt x="0" y="78"/>
                    <a:pt x="17" y="148"/>
                  </a:cubicBezTo>
                  <a:cubicBezTo>
                    <a:pt x="17" y="181"/>
                    <a:pt x="33" y="214"/>
                    <a:pt x="50" y="231"/>
                  </a:cubicBezTo>
                  <a:cubicBezTo>
                    <a:pt x="83" y="251"/>
                    <a:pt x="104" y="268"/>
                    <a:pt x="137" y="268"/>
                  </a:cubicBezTo>
                  <a:cubicBezTo>
                    <a:pt x="207" y="251"/>
                    <a:pt x="240" y="181"/>
                    <a:pt x="240" y="111"/>
                  </a:cubicBezTo>
                  <a:cubicBezTo>
                    <a:pt x="223" y="78"/>
                    <a:pt x="207" y="45"/>
                    <a:pt x="186" y="25"/>
                  </a:cubicBezTo>
                  <a:cubicBezTo>
                    <a:pt x="186" y="25"/>
                    <a:pt x="169" y="8"/>
                    <a:pt x="153" y="8"/>
                  </a:cubicBezTo>
                  <a:cubicBezTo>
                    <a:pt x="142" y="8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4150675" y="22462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87" y="0"/>
                  </a:moveTo>
                  <a:cubicBezTo>
                    <a:pt x="66" y="0"/>
                    <a:pt x="33" y="21"/>
                    <a:pt x="17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0" y="190"/>
                    <a:pt x="17" y="207"/>
                    <a:pt x="49" y="244"/>
                  </a:cubicBezTo>
                  <a:cubicBezTo>
                    <a:pt x="66" y="260"/>
                    <a:pt x="103" y="260"/>
                    <a:pt x="120" y="260"/>
                  </a:cubicBezTo>
                  <a:cubicBezTo>
                    <a:pt x="190" y="244"/>
                    <a:pt x="223" y="174"/>
                    <a:pt x="223" y="104"/>
                  </a:cubicBezTo>
                  <a:cubicBezTo>
                    <a:pt x="206" y="71"/>
                    <a:pt x="206" y="54"/>
                    <a:pt x="169" y="21"/>
                  </a:cubicBezTo>
                  <a:cubicBezTo>
                    <a:pt x="169" y="21"/>
                    <a:pt x="153" y="21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4157975" y="226120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37" y="0"/>
                  </a:moveTo>
                  <a:cubicBezTo>
                    <a:pt x="86" y="0"/>
                    <a:pt x="45" y="33"/>
                    <a:pt x="17" y="91"/>
                  </a:cubicBezTo>
                  <a:cubicBezTo>
                    <a:pt x="1" y="161"/>
                    <a:pt x="34" y="227"/>
                    <a:pt x="83" y="264"/>
                  </a:cubicBezTo>
                  <a:lnTo>
                    <a:pt x="137" y="264"/>
                  </a:lnTo>
                  <a:cubicBezTo>
                    <a:pt x="170" y="264"/>
                    <a:pt x="223" y="227"/>
                    <a:pt x="223" y="178"/>
                  </a:cubicBezTo>
                  <a:cubicBezTo>
                    <a:pt x="240" y="124"/>
                    <a:pt x="240" y="91"/>
                    <a:pt x="207" y="41"/>
                  </a:cubicBezTo>
                  <a:cubicBezTo>
                    <a:pt x="207" y="41"/>
                    <a:pt x="186" y="21"/>
                    <a:pt x="170" y="4"/>
                  </a:cubicBezTo>
                  <a:cubicBezTo>
                    <a:pt x="159" y="2"/>
                    <a:pt x="148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4160975" y="23849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17"/>
                    <a:pt x="0" y="87"/>
                    <a:pt x="17" y="158"/>
                  </a:cubicBezTo>
                  <a:cubicBezTo>
                    <a:pt x="17" y="191"/>
                    <a:pt x="33" y="223"/>
                    <a:pt x="50" y="244"/>
                  </a:cubicBezTo>
                  <a:cubicBezTo>
                    <a:pt x="87" y="261"/>
                    <a:pt x="103" y="261"/>
                    <a:pt x="136" y="261"/>
                  </a:cubicBezTo>
                  <a:cubicBezTo>
                    <a:pt x="169" y="261"/>
                    <a:pt x="190" y="244"/>
                    <a:pt x="206" y="207"/>
                  </a:cubicBezTo>
                  <a:cubicBezTo>
                    <a:pt x="223" y="191"/>
                    <a:pt x="239" y="158"/>
                    <a:pt x="223" y="120"/>
                  </a:cubicBezTo>
                  <a:cubicBezTo>
                    <a:pt x="223" y="87"/>
                    <a:pt x="206" y="54"/>
                    <a:pt x="190" y="38"/>
                  </a:cubicBezTo>
                  <a:cubicBezTo>
                    <a:pt x="169" y="17"/>
                    <a:pt x="169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4160050" y="2337250"/>
              <a:ext cx="6500" cy="6625"/>
            </a:xfrm>
            <a:custGeom>
              <a:avLst/>
              <a:gdLst/>
              <a:ahLst/>
              <a:cxnLst/>
              <a:rect l="l" t="t" r="r" b="b"/>
              <a:pathLst>
                <a:path w="260" h="265" extrusionOk="0">
                  <a:moveTo>
                    <a:pt x="139" y="1"/>
                  </a:moveTo>
                  <a:cubicBezTo>
                    <a:pt x="87" y="1"/>
                    <a:pt x="48" y="34"/>
                    <a:pt x="21" y="92"/>
                  </a:cubicBezTo>
                  <a:cubicBezTo>
                    <a:pt x="0" y="158"/>
                    <a:pt x="37" y="228"/>
                    <a:pt x="87" y="261"/>
                  </a:cubicBezTo>
                  <a:cubicBezTo>
                    <a:pt x="96" y="264"/>
                    <a:pt x="105" y="265"/>
                    <a:pt x="115" y="265"/>
                  </a:cubicBezTo>
                  <a:cubicBezTo>
                    <a:pt x="162" y="265"/>
                    <a:pt x="210" y="232"/>
                    <a:pt x="227" y="174"/>
                  </a:cubicBezTo>
                  <a:cubicBezTo>
                    <a:pt x="260" y="108"/>
                    <a:pt x="227" y="38"/>
                    <a:pt x="173" y="5"/>
                  </a:cubicBezTo>
                  <a:cubicBezTo>
                    <a:pt x="161" y="2"/>
                    <a:pt x="150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4167350" y="2368275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41" y="1"/>
                  </a:moveTo>
                  <a:cubicBezTo>
                    <a:pt x="104" y="1"/>
                    <a:pt x="71" y="17"/>
                    <a:pt x="55" y="34"/>
                  </a:cubicBezTo>
                  <a:cubicBezTo>
                    <a:pt x="1" y="67"/>
                    <a:pt x="1" y="153"/>
                    <a:pt x="38" y="224"/>
                  </a:cubicBezTo>
                  <a:cubicBezTo>
                    <a:pt x="55" y="240"/>
                    <a:pt x="88" y="257"/>
                    <a:pt x="104" y="257"/>
                  </a:cubicBezTo>
                  <a:cubicBezTo>
                    <a:pt x="115" y="261"/>
                    <a:pt x="125" y="263"/>
                    <a:pt x="135" y="263"/>
                  </a:cubicBezTo>
                  <a:cubicBezTo>
                    <a:pt x="159" y="263"/>
                    <a:pt x="179" y="252"/>
                    <a:pt x="191" y="240"/>
                  </a:cubicBezTo>
                  <a:cubicBezTo>
                    <a:pt x="244" y="191"/>
                    <a:pt x="244" y="104"/>
                    <a:pt x="207" y="50"/>
                  </a:cubicBezTo>
                  <a:cubicBezTo>
                    <a:pt x="191" y="34"/>
                    <a:pt x="174" y="17"/>
                    <a:pt x="158" y="17"/>
                  </a:cubicBezTo>
                  <a:cubicBezTo>
                    <a:pt x="158" y="1"/>
                    <a:pt x="141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4149325" y="2292525"/>
              <a:ext cx="6100" cy="6650"/>
            </a:xfrm>
            <a:custGeom>
              <a:avLst/>
              <a:gdLst/>
              <a:ahLst/>
              <a:cxnLst/>
              <a:rect l="l" t="t" r="r" b="b"/>
              <a:pathLst>
                <a:path w="244" h="266" extrusionOk="0">
                  <a:moveTo>
                    <a:pt x="131" y="1"/>
                  </a:moveTo>
                  <a:cubicBezTo>
                    <a:pt x="84" y="1"/>
                    <a:pt x="34" y="36"/>
                    <a:pt x="17" y="91"/>
                  </a:cubicBezTo>
                  <a:cubicBezTo>
                    <a:pt x="0" y="108"/>
                    <a:pt x="0" y="128"/>
                    <a:pt x="0" y="145"/>
                  </a:cubicBezTo>
                  <a:cubicBezTo>
                    <a:pt x="0" y="194"/>
                    <a:pt x="38" y="231"/>
                    <a:pt x="71" y="248"/>
                  </a:cubicBezTo>
                  <a:cubicBezTo>
                    <a:pt x="89" y="261"/>
                    <a:pt x="107" y="266"/>
                    <a:pt x="122" y="266"/>
                  </a:cubicBezTo>
                  <a:cubicBezTo>
                    <a:pt x="148" y="266"/>
                    <a:pt x="170" y="252"/>
                    <a:pt x="190" y="231"/>
                  </a:cubicBezTo>
                  <a:cubicBezTo>
                    <a:pt x="207" y="211"/>
                    <a:pt x="207" y="194"/>
                    <a:pt x="223" y="178"/>
                  </a:cubicBezTo>
                  <a:cubicBezTo>
                    <a:pt x="244" y="108"/>
                    <a:pt x="207" y="42"/>
                    <a:pt x="157" y="5"/>
                  </a:cubicBezTo>
                  <a:cubicBezTo>
                    <a:pt x="149" y="2"/>
                    <a:pt x="140" y="1"/>
                    <a:pt x="1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4156650" y="23076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103" y="1"/>
                    <a:pt x="87" y="1"/>
                    <a:pt x="54" y="38"/>
                  </a:cubicBezTo>
                  <a:cubicBezTo>
                    <a:pt x="17" y="71"/>
                    <a:pt x="0" y="157"/>
                    <a:pt x="33" y="207"/>
                  </a:cubicBezTo>
                  <a:cubicBezTo>
                    <a:pt x="54" y="244"/>
                    <a:pt x="87" y="260"/>
                    <a:pt x="120" y="260"/>
                  </a:cubicBezTo>
                  <a:cubicBezTo>
                    <a:pt x="136" y="260"/>
                    <a:pt x="173" y="260"/>
                    <a:pt x="190" y="244"/>
                  </a:cubicBezTo>
                  <a:cubicBezTo>
                    <a:pt x="223" y="207"/>
                    <a:pt x="239" y="174"/>
                    <a:pt x="239" y="141"/>
                  </a:cubicBezTo>
                  <a:cubicBezTo>
                    <a:pt x="239" y="104"/>
                    <a:pt x="239" y="71"/>
                    <a:pt x="206" y="54"/>
                  </a:cubicBezTo>
                  <a:cubicBezTo>
                    <a:pt x="206" y="38"/>
                    <a:pt x="190" y="17"/>
                    <a:pt x="173" y="17"/>
                  </a:cubicBezTo>
                  <a:cubicBezTo>
                    <a:pt x="157" y="1"/>
                    <a:pt x="157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4154900" y="222915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0" y="0"/>
                  </a:moveTo>
                  <a:cubicBezTo>
                    <a:pt x="103" y="0"/>
                    <a:pt x="70" y="0"/>
                    <a:pt x="54" y="33"/>
                  </a:cubicBezTo>
                  <a:cubicBezTo>
                    <a:pt x="0" y="66"/>
                    <a:pt x="0" y="153"/>
                    <a:pt x="37" y="206"/>
                  </a:cubicBezTo>
                  <a:cubicBezTo>
                    <a:pt x="56" y="245"/>
                    <a:pt x="89" y="261"/>
                    <a:pt x="122" y="261"/>
                  </a:cubicBezTo>
                  <a:cubicBezTo>
                    <a:pt x="145" y="261"/>
                    <a:pt x="169" y="253"/>
                    <a:pt x="190" y="239"/>
                  </a:cubicBezTo>
                  <a:cubicBezTo>
                    <a:pt x="243" y="190"/>
                    <a:pt x="243" y="103"/>
                    <a:pt x="206" y="50"/>
                  </a:cubicBezTo>
                  <a:cubicBezTo>
                    <a:pt x="190" y="33"/>
                    <a:pt x="173" y="17"/>
                    <a:pt x="157" y="17"/>
                  </a:cubicBezTo>
                  <a:cubicBezTo>
                    <a:pt x="157" y="0"/>
                    <a:pt x="140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4145500" y="2387800"/>
              <a:ext cx="6025" cy="6700"/>
            </a:xfrm>
            <a:custGeom>
              <a:avLst/>
              <a:gdLst/>
              <a:ahLst/>
              <a:cxnLst/>
              <a:rect l="l" t="t" r="r" b="b"/>
              <a:pathLst>
                <a:path w="241" h="268" extrusionOk="0">
                  <a:moveTo>
                    <a:pt x="119" y="1"/>
                  </a:moveTo>
                  <a:cubicBezTo>
                    <a:pt x="103" y="1"/>
                    <a:pt x="82" y="13"/>
                    <a:pt x="67" y="28"/>
                  </a:cubicBezTo>
                  <a:cubicBezTo>
                    <a:pt x="17" y="78"/>
                    <a:pt x="1" y="164"/>
                    <a:pt x="50" y="214"/>
                  </a:cubicBezTo>
                  <a:cubicBezTo>
                    <a:pt x="67" y="234"/>
                    <a:pt x="87" y="251"/>
                    <a:pt x="120" y="267"/>
                  </a:cubicBezTo>
                  <a:cubicBezTo>
                    <a:pt x="153" y="267"/>
                    <a:pt x="170" y="251"/>
                    <a:pt x="207" y="234"/>
                  </a:cubicBezTo>
                  <a:cubicBezTo>
                    <a:pt x="224" y="214"/>
                    <a:pt x="240" y="181"/>
                    <a:pt x="240" y="148"/>
                  </a:cubicBezTo>
                  <a:cubicBezTo>
                    <a:pt x="240" y="110"/>
                    <a:pt x="240" y="78"/>
                    <a:pt x="224" y="45"/>
                  </a:cubicBezTo>
                  <a:cubicBezTo>
                    <a:pt x="207" y="28"/>
                    <a:pt x="191" y="28"/>
                    <a:pt x="170" y="7"/>
                  </a:cubicBezTo>
                  <a:lnTo>
                    <a:pt x="137" y="7"/>
                  </a:lnTo>
                  <a:cubicBezTo>
                    <a:pt x="132" y="3"/>
                    <a:pt x="126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4149325" y="2448675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13" y="0"/>
                  </a:moveTo>
                  <a:cubicBezTo>
                    <a:pt x="72" y="0"/>
                    <a:pt x="32" y="32"/>
                    <a:pt x="17" y="83"/>
                  </a:cubicBezTo>
                  <a:cubicBezTo>
                    <a:pt x="0" y="149"/>
                    <a:pt x="17" y="219"/>
                    <a:pt x="87" y="252"/>
                  </a:cubicBezTo>
                  <a:cubicBezTo>
                    <a:pt x="97" y="256"/>
                    <a:pt x="108" y="258"/>
                    <a:pt x="119" y="258"/>
                  </a:cubicBezTo>
                  <a:cubicBezTo>
                    <a:pt x="164" y="258"/>
                    <a:pt x="210" y="226"/>
                    <a:pt x="223" y="186"/>
                  </a:cubicBezTo>
                  <a:cubicBezTo>
                    <a:pt x="244" y="116"/>
                    <a:pt x="223" y="30"/>
                    <a:pt x="157" y="13"/>
                  </a:cubicBezTo>
                  <a:cubicBezTo>
                    <a:pt x="143" y="4"/>
                    <a:pt x="128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4147675" y="2342750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20" y="0"/>
                  </a:moveTo>
                  <a:cubicBezTo>
                    <a:pt x="115" y="0"/>
                    <a:pt x="109" y="2"/>
                    <a:pt x="104" y="8"/>
                  </a:cubicBezTo>
                  <a:cubicBezTo>
                    <a:pt x="33" y="8"/>
                    <a:pt x="0" y="78"/>
                    <a:pt x="0" y="144"/>
                  </a:cubicBezTo>
                  <a:cubicBezTo>
                    <a:pt x="0" y="181"/>
                    <a:pt x="17" y="214"/>
                    <a:pt x="50" y="230"/>
                  </a:cubicBezTo>
                  <a:cubicBezTo>
                    <a:pt x="66" y="247"/>
                    <a:pt x="104" y="263"/>
                    <a:pt x="137" y="263"/>
                  </a:cubicBezTo>
                  <a:cubicBezTo>
                    <a:pt x="186" y="247"/>
                    <a:pt x="223" y="181"/>
                    <a:pt x="223" y="111"/>
                  </a:cubicBezTo>
                  <a:cubicBezTo>
                    <a:pt x="223" y="78"/>
                    <a:pt x="207" y="41"/>
                    <a:pt x="169" y="24"/>
                  </a:cubicBezTo>
                  <a:lnTo>
                    <a:pt x="153" y="8"/>
                  </a:lnTo>
                  <a:cubicBezTo>
                    <a:pt x="142" y="8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4154075" y="2357175"/>
              <a:ext cx="5575" cy="6475"/>
            </a:xfrm>
            <a:custGeom>
              <a:avLst/>
              <a:gdLst/>
              <a:ahLst/>
              <a:cxnLst/>
              <a:rect l="l" t="t" r="r" b="b"/>
              <a:pathLst>
                <a:path w="223" h="259" extrusionOk="0">
                  <a:moveTo>
                    <a:pt x="128" y="1"/>
                  </a:moveTo>
                  <a:cubicBezTo>
                    <a:pt x="120" y="1"/>
                    <a:pt x="111" y="6"/>
                    <a:pt x="103" y="16"/>
                  </a:cubicBezTo>
                  <a:cubicBezTo>
                    <a:pt x="33" y="16"/>
                    <a:pt x="0" y="82"/>
                    <a:pt x="0" y="152"/>
                  </a:cubicBezTo>
                  <a:cubicBezTo>
                    <a:pt x="14" y="213"/>
                    <a:pt x="57" y="258"/>
                    <a:pt x="111" y="258"/>
                  </a:cubicBezTo>
                  <a:cubicBezTo>
                    <a:pt x="119" y="258"/>
                    <a:pt x="128" y="257"/>
                    <a:pt x="136" y="255"/>
                  </a:cubicBezTo>
                  <a:cubicBezTo>
                    <a:pt x="157" y="255"/>
                    <a:pt x="190" y="239"/>
                    <a:pt x="206" y="202"/>
                  </a:cubicBezTo>
                  <a:cubicBezTo>
                    <a:pt x="223" y="185"/>
                    <a:pt x="223" y="152"/>
                    <a:pt x="223" y="119"/>
                  </a:cubicBezTo>
                  <a:cubicBezTo>
                    <a:pt x="223" y="82"/>
                    <a:pt x="206" y="49"/>
                    <a:pt x="173" y="33"/>
                  </a:cubicBezTo>
                  <a:cubicBezTo>
                    <a:pt x="173" y="16"/>
                    <a:pt x="157" y="16"/>
                    <a:pt x="157" y="16"/>
                  </a:cubicBezTo>
                  <a:cubicBezTo>
                    <a:pt x="146" y="6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4152300" y="2372500"/>
              <a:ext cx="6125" cy="6700"/>
            </a:xfrm>
            <a:custGeom>
              <a:avLst/>
              <a:gdLst/>
              <a:ahLst/>
              <a:cxnLst/>
              <a:rect l="l" t="t" r="r" b="b"/>
              <a:pathLst>
                <a:path w="245" h="268" extrusionOk="0">
                  <a:moveTo>
                    <a:pt x="104" y="1"/>
                  </a:moveTo>
                  <a:cubicBezTo>
                    <a:pt x="55" y="22"/>
                    <a:pt x="1" y="88"/>
                    <a:pt x="22" y="158"/>
                  </a:cubicBezTo>
                  <a:cubicBezTo>
                    <a:pt x="22" y="191"/>
                    <a:pt x="38" y="228"/>
                    <a:pt x="55" y="244"/>
                  </a:cubicBezTo>
                  <a:cubicBezTo>
                    <a:pt x="78" y="256"/>
                    <a:pt x="93" y="268"/>
                    <a:pt x="113" y="268"/>
                  </a:cubicBezTo>
                  <a:cubicBezTo>
                    <a:pt x="121" y="268"/>
                    <a:pt x="130" y="266"/>
                    <a:pt x="141" y="261"/>
                  </a:cubicBezTo>
                  <a:cubicBezTo>
                    <a:pt x="174" y="261"/>
                    <a:pt x="191" y="244"/>
                    <a:pt x="207" y="207"/>
                  </a:cubicBezTo>
                  <a:cubicBezTo>
                    <a:pt x="228" y="191"/>
                    <a:pt x="244" y="158"/>
                    <a:pt x="228" y="125"/>
                  </a:cubicBezTo>
                  <a:cubicBezTo>
                    <a:pt x="228" y="88"/>
                    <a:pt x="207" y="55"/>
                    <a:pt x="191" y="38"/>
                  </a:cubicBezTo>
                  <a:cubicBezTo>
                    <a:pt x="174" y="22"/>
                    <a:pt x="174" y="22"/>
                    <a:pt x="158" y="22"/>
                  </a:cubicBezTo>
                  <a:cubicBezTo>
                    <a:pt x="141" y="1"/>
                    <a:pt x="125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4148500" y="2418075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36" y="0"/>
                  </a:moveTo>
                  <a:cubicBezTo>
                    <a:pt x="104" y="0"/>
                    <a:pt x="87" y="0"/>
                    <a:pt x="50" y="33"/>
                  </a:cubicBezTo>
                  <a:cubicBezTo>
                    <a:pt x="17" y="70"/>
                    <a:pt x="0" y="157"/>
                    <a:pt x="33" y="206"/>
                  </a:cubicBezTo>
                  <a:cubicBezTo>
                    <a:pt x="71" y="239"/>
                    <a:pt x="87" y="260"/>
                    <a:pt x="120" y="260"/>
                  </a:cubicBezTo>
                  <a:cubicBezTo>
                    <a:pt x="136" y="260"/>
                    <a:pt x="174" y="260"/>
                    <a:pt x="190" y="223"/>
                  </a:cubicBezTo>
                  <a:cubicBezTo>
                    <a:pt x="240" y="190"/>
                    <a:pt x="256" y="103"/>
                    <a:pt x="207" y="54"/>
                  </a:cubicBezTo>
                  <a:cubicBezTo>
                    <a:pt x="207" y="33"/>
                    <a:pt x="190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4209925" y="2437450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104" y="0"/>
                  </a:moveTo>
                  <a:cubicBezTo>
                    <a:pt x="67" y="0"/>
                    <a:pt x="50" y="17"/>
                    <a:pt x="34" y="33"/>
                  </a:cubicBezTo>
                  <a:cubicBezTo>
                    <a:pt x="17" y="66"/>
                    <a:pt x="1" y="103"/>
                    <a:pt x="1" y="153"/>
                  </a:cubicBezTo>
                  <a:cubicBezTo>
                    <a:pt x="17" y="186"/>
                    <a:pt x="17" y="223"/>
                    <a:pt x="50" y="240"/>
                  </a:cubicBezTo>
                  <a:cubicBezTo>
                    <a:pt x="67" y="256"/>
                    <a:pt x="104" y="256"/>
                    <a:pt x="137" y="256"/>
                  </a:cubicBezTo>
                  <a:cubicBezTo>
                    <a:pt x="190" y="256"/>
                    <a:pt x="223" y="186"/>
                    <a:pt x="223" y="120"/>
                  </a:cubicBezTo>
                  <a:cubicBezTo>
                    <a:pt x="223" y="66"/>
                    <a:pt x="190" y="33"/>
                    <a:pt x="153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4114600" y="24420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49" y="1"/>
                    <a:pt x="0" y="71"/>
                    <a:pt x="17" y="141"/>
                  </a:cubicBezTo>
                  <a:cubicBezTo>
                    <a:pt x="17" y="174"/>
                    <a:pt x="33" y="207"/>
                    <a:pt x="66" y="228"/>
                  </a:cubicBezTo>
                  <a:cubicBezTo>
                    <a:pt x="87" y="261"/>
                    <a:pt x="120" y="261"/>
                    <a:pt x="136" y="261"/>
                  </a:cubicBezTo>
                  <a:cubicBezTo>
                    <a:pt x="206" y="244"/>
                    <a:pt x="239" y="174"/>
                    <a:pt x="239" y="104"/>
                  </a:cubicBezTo>
                  <a:cubicBezTo>
                    <a:pt x="223" y="71"/>
                    <a:pt x="223" y="38"/>
                    <a:pt x="190" y="22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3876600" y="2266875"/>
              <a:ext cx="5675" cy="6675"/>
            </a:xfrm>
            <a:custGeom>
              <a:avLst/>
              <a:gdLst/>
              <a:ahLst/>
              <a:cxnLst/>
              <a:rect l="l" t="t" r="r" b="b"/>
              <a:pathLst>
                <a:path w="227" h="267" extrusionOk="0">
                  <a:moveTo>
                    <a:pt x="103" y="0"/>
                  </a:moveTo>
                  <a:cubicBezTo>
                    <a:pt x="70" y="21"/>
                    <a:pt x="37" y="37"/>
                    <a:pt x="21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0" y="190"/>
                    <a:pt x="21" y="227"/>
                    <a:pt x="54" y="243"/>
                  </a:cubicBezTo>
                  <a:cubicBezTo>
                    <a:pt x="65" y="255"/>
                    <a:pt x="85" y="267"/>
                    <a:pt x="109" y="267"/>
                  </a:cubicBezTo>
                  <a:cubicBezTo>
                    <a:pt x="119" y="267"/>
                    <a:pt x="130" y="265"/>
                    <a:pt x="140" y="260"/>
                  </a:cubicBezTo>
                  <a:cubicBezTo>
                    <a:pt x="190" y="260"/>
                    <a:pt x="227" y="190"/>
                    <a:pt x="227" y="124"/>
                  </a:cubicBezTo>
                  <a:cubicBezTo>
                    <a:pt x="227" y="87"/>
                    <a:pt x="206" y="54"/>
                    <a:pt x="173" y="37"/>
                  </a:cubicBezTo>
                  <a:cubicBezTo>
                    <a:pt x="173" y="21"/>
                    <a:pt x="157" y="21"/>
                    <a:pt x="157" y="21"/>
                  </a:cubicBezTo>
                  <a:cubicBezTo>
                    <a:pt x="140" y="0"/>
                    <a:pt x="12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3803625" y="2233875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87" y="1"/>
                  </a:moveTo>
                  <a:cubicBezTo>
                    <a:pt x="70" y="1"/>
                    <a:pt x="33" y="17"/>
                    <a:pt x="17" y="50"/>
                  </a:cubicBezTo>
                  <a:cubicBezTo>
                    <a:pt x="0" y="67"/>
                    <a:pt x="0" y="104"/>
                    <a:pt x="0" y="137"/>
                  </a:cubicBezTo>
                  <a:cubicBezTo>
                    <a:pt x="0" y="170"/>
                    <a:pt x="17" y="207"/>
                    <a:pt x="54" y="223"/>
                  </a:cubicBezTo>
                  <a:cubicBezTo>
                    <a:pt x="70" y="256"/>
                    <a:pt x="103" y="256"/>
                    <a:pt x="120" y="256"/>
                  </a:cubicBezTo>
                  <a:cubicBezTo>
                    <a:pt x="190" y="240"/>
                    <a:pt x="223" y="170"/>
                    <a:pt x="223" y="104"/>
                  </a:cubicBezTo>
                  <a:cubicBezTo>
                    <a:pt x="206" y="67"/>
                    <a:pt x="206" y="34"/>
                    <a:pt x="173" y="17"/>
                  </a:cubicBez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3915750" y="2196875"/>
              <a:ext cx="6025" cy="6700"/>
            </a:xfrm>
            <a:custGeom>
              <a:avLst/>
              <a:gdLst/>
              <a:ahLst/>
              <a:cxnLst/>
              <a:rect l="l" t="t" r="r" b="b"/>
              <a:pathLst>
                <a:path w="241" h="268" extrusionOk="0">
                  <a:moveTo>
                    <a:pt x="104" y="1"/>
                  </a:moveTo>
                  <a:cubicBezTo>
                    <a:pt x="67" y="17"/>
                    <a:pt x="50" y="38"/>
                    <a:pt x="34" y="54"/>
                  </a:cubicBezTo>
                  <a:cubicBezTo>
                    <a:pt x="17" y="87"/>
                    <a:pt x="1" y="120"/>
                    <a:pt x="17" y="157"/>
                  </a:cubicBezTo>
                  <a:cubicBezTo>
                    <a:pt x="17" y="190"/>
                    <a:pt x="34" y="223"/>
                    <a:pt x="50" y="244"/>
                  </a:cubicBezTo>
                  <a:cubicBezTo>
                    <a:pt x="74" y="255"/>
                    <a:pt x="91" y="267"/>
                    <a:pt x="111" y="267"/>
                  </a:cubicBezTo>
                  <a:cubicBezTo>
                    <a:pt x="119" y="267"/>
                    <a:pt x="127" y="265"/>
                    <a:pt x="137" y="260"/>
                  </a:cubicBezTo>
                  <a:cubicBezTo>
                    <a:pt x="207" y="260"/>
                    <a:pt x="240" y="190"/>
                    <a:pt x="224" y="120"/>
                  </a:cubicBezTo>
                  <a:cubicBezTo>
                    <a:pt x="224" y="87"/>
                    <a:pt x="207" y="54"/>
                    <a:pt x="186" y="38"/>
                  </a:cubicBezTo>
                  <a:cubicBezTo>
                    <a:pt x="170" y="17"/>
                    <a:pt x="170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3842675" y="2317975"/>
              <a:ext cx="6125" cy="6700"/>
            </a:xfrm>
            <a:custGeom>
              <a:avLst/>
              <a:gdLst/>
              <a:ahLst/>
              <a:cxnLst/>
              <a:rect l="l" t="t" r="r" b="b"/>
              <a:pathLst>
                <a:path w="245" h="268" extrusionOk="0">
                  <a:moveTo>
                    <a:pt x="104" y="1"/>
                  </a:moveTo>
                  <a:cubicBezTo>
                    <a:pt x="38" y="17"/>
                    <a:pt x="1" y="88"/>
                    <a:pt x="17" y="158"/>
                  </a:cubicBezTo>
                  <a:cubicBezTo>
                    <a:pt x="17" y="191"/>
                    <a:pt x="38" y="224"/>
                    <a:pt x="54" y="244"/>
                  </a:cubicBezTo>
                  <a:cubicBezTo>
                    <a:pt x="66" y="256"/>
                    <a:pt x="86" y="268"/>
                    <a:pt x="110" y="268"/>
                  </a:cubicBezTo>
                  <a:cubicBezTo>
                    <a:pt x="120" y="268"/>
                    <a:pt x="130" y="266"/>
                    <a:pt x="141" y="261"/>
                  </a:cubicBezTo>
                  <a:cubicBezTo>
                    <a:pt x="190" y="261"/>
                    <a:pt x="244" y="191"/>
                    <a:pt x="223" y="121"/>
                  </a:cubicBezTo>
                  <a:cubicBezTo>
                    <a:pt x="223" y="88"/>
                    <a:pt x="207" y="55"/>
                    <a:pt x="190" y="38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4055325" y="2234400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28" y="0"/>
                  </a:moveTo>
                  <a:cubicBezTo>
                    <a:pt x="120" y="0"/>
                    <a:pt x="112" y="4"/>
                    <a:pt x="103" y="13"/>
                  </a:cubicBezTo>
                  <a:cubicBezTo>
                    <a:pt x="66" y="13"/>
                    <a:pt x="50" y="29"/>
                    <a:pt x="33" y="62"/>
                  </a:cubicBezTo>
                  <a:cubicBezTo>
                    <a:pt x="17" y="83"/>
                    <a:pt x="0" y="116"/>
                    <a:pt x="17" y="149"/>
                  </a:cubicBezTo>
                  <a:cubicBezTo>
                    <a:pt x="17" y="186"/>
                    <a:pt x="33" y="219"/>
                    <a:pt x="50" y="235"/>
                  </a:cubicBezTo>
                  <a:cubicBezTo>
                    <a:pt x="87" y="252"/>
                    <a:pt x="103" y="268"/>
                    <a:pt x="136" y="268"/>
                  </a:cubicBezTo>
                  <a:cubicBezTo>
                    <a:pt x="206" y="252"/>
                    <a:pt x="239" y="186"/>
                    <a:pt x="223" y="116"/>
                  </a:cubicBezTo>
                  <a:cubicBezTo>
                    <a:pt x="223" y="83"/>
                    <a:pt x="206" y="46"/>
                    <a:pt x="190" y="29"/>
                  </a:cubicBezTo>
                  <a:cubicBezTo>
                    <a:pt x="169" y="29"/>
                    <a:pt x="169" y="13"/>
                    <a:pt x="153" y="13"/>
                  </a:cubicBezTo>
                  <a:cubicBezTo>
                    <a:pt x="145" y="4"/>
                    <a:pt x="136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3982250" y="220120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3" y="1"/>
                  </a:moveTo>
                  <a:cubicBezTo>
                    <a:pt x="70" y="1"/>
                    <a:pt x="54" y="17"/>
                    <a:pt x="37" y="50"/>
                  </a:cubicBezTo>
                  <a:cubicBezTo>
                    <a:pt x="21" y="87"/>
                    <a:pt x="0" y="120"/>
                    <a:pt x="21" y="153"/>
                  </a:cubicBezTo>
                  <a:cubicBezTo>
                    <a:pt x="21" y="190"/>
                    <a:pt x="37" y="207"/>
                    <a:pt x="54" y="240"/>
                  </a:cubicBezTo>
                  <a:cubicBezTo>
                    <a:pt x="70" y="256"/>
                    <a:pt x="103" y="256"/>
                    <a:pt x="140" y="256"/>
                  </a:cubicBezTo>
                  <a:cubicBezTo>
                    <a:pt x="190" y="240"/>
                    <a:pt x="243" y="174"/>
                    <a:pt x="227" y="104"/>
                  </a:cubicBezTo>
                  <a:cubicBezTo>
                    <a:pt x="227" y="71"/>
                    <a:pt x="206" y="34"/>
                    <a:pt x="190" y="17"/>
                  </a:cubicBezTo>
                  <a:cubicBezTo>
                    <a:pt x="173" y="17"/>
                    <a:pt x="173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4142525" y="2434875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103" y="0"/>
                  </a:moveTo>
                  <a:cubicBezTo>
                    <a:pt x="33" y="0"/>
                    <a:pt x="0" y="66"/>
                    <a:pt x="0" y="136"/>
                  </a:cubicBezTo>
                  <a:cubicBezTo>
                    <a:pt x="0" y="169"/>
                    <a:pt x="17" y="206"/>
                    <a:pt x="50" y="223"/>
                  </a:cubicBezTo>
                  <a:cubicBezTo>
                    <a:pt x="66" y="256"/>
                    <a:pt x="103" y="256"/>
                    <a:pt x="136" y="256"/>
                  </a:cubicBezTo>
                  <a:cubicBezTo>
                    <a:pt x="186" y="239"/>
                    <a:pt x="223" y="169"/>
                    <a:pt x="223" y="103"/>
                  </a:cubicBezTo>
                  <a:cubicBezTo>
                    <a:pt x="223" y="66"/>
                    <a:pt x="206" y="33"/>
                    <a:pt x="169" y="17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4190975" y="2379000"/>
              <a:ext cx="5675" cy="6425"/>
            </a:xfrm>
            <a:custGeom>
              <a:avLst/>
              <a:gdLst/>
              <a:ahLst/>
              <a:cxnLst/>
              <a:rect l="l" t="t" r="r" b="b"/>
              <a:pathLst>
                <a:path w="227" h="257" extrusionOk="0">
                  <a:moveTo>
                    <a:pt x="87" y="1"/>
                  </a:moveTo>
                  <a:cubicBezTo>
                    <a:pt x="70" y="1"/>
                    <a:pt x="37" y="17"/>
                    <a:pt x="21" y="50"/>
                  </a:cubicBezTo>
                  <a:cubicBezTo>
                    <a:pt x="0" y="71"/>
                    <a:pt x="0" y="104"/>
                    <a:pt x="0" y="137"/>
                  </a:cubicBezTo>
                  <a:cubicBezTo>
                    <a:pt x="0" y="174"/>
                    <a:pt x="21" y="207"/>
                    <a:pt x="54" y="223"/>
                  </a:cubicBezTo>
                  <a:cubicBezTo>
                    <a:pt x="70" y="256"/>
                    <a:pt x="103" y="256"/>
                    <a:pt x="124" y="256"/>
                  </a:cubicBezTo>
                  <a:cubicBezTo>
                    <a:pt x="190" y="240"/>
                    <a:pt x="227" y="174"/>
                    <a:pt x="227" y="104"/>
                  </a:cubicBezTo>
                  <a:cubicBezTo>
                    <a:pt x="206" y="71"/>
                    <a:pt x="206" y="34"/>
                    <a:pt x="173" y="17"/>
                  </a:cubicBez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4200850" y="2469900"/>
              <a:ext cx="3550" cy="3125"/>
            </a:xfrm>
            <a:custGeom>
              <a:avLst/>
              <a:gdLst/>
              <a:ahLst/>
              <a:cxnLst/>
              <a:rect l="l" t="t" r="r" b="b"/>
              <a:pathLst>
                <a:path w="142" h="125" extrusionOk="0">
                  <a:moveTo>
                    <a:pt x="112" y="1"/>
                  </a:moveTo>
                  <a:cubicBezTo>
                    <a:pt x="64" y="1"/>
                    <a:pt x="14" y="31"/>
                    <a:pt x="1" y="75"/>
                  </a:cubicBezTo>
                  <a:lnTo>
                    <a:pt x="1" y="125"/>
                  </a:lnTo>
                  <a:cubicBezTo>
                    <a:pt x="54" y="92"/>
                    <a:pt x="87" y="59"/>
                    <a:pt x="141" y="5"/>
                  </a:cubicBezTo>
                  <a:cubicBezTo>
                    <a:pt x="132" y="2"/>
                    <a:pt x="122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4145925" y="22652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3" y="0"/>
                  </a:moveTo>
                  <a:cubicBezTo>
                    <a:pt x="50" y="17"/>
                    <a:pt x="0" y="66"/>
                    <a:pt x="17" y="153"/>
                  </a:cubicBezTo>
                  <a:cubicBezTo>
                    <a:pt x="17" y="190"/>
                    <a:pt x="33" y="206"/>
                    <a:pt x="70" y="239"/>
                  </a:cubicBezTo>
                  <a:cubicBezTo>
                    <a:pt x="87" y="256"/>
                    <a:pt x="120" y="256"/>
                    <a:pt x="136" y="256"/>
                  </a:cubicBezTo>
                  <a:cubicBezTo>
                    <a:pt x="174" y="256"/>
                    <a:pt x="207" y="239"/>
                    <a:pt x="223" y="206"/>
                  </a:cubicBezTo>
                  <a:cubicBezTo>
                    <a:pt x="239" y="169"/>
                    <a:pt x="239" y="136"/>
                    <a:pt x="239" y="103"/>
                  </a:cubicBezTo>
                  <a:cubicBezTo>
                    <a:pt x="223" y="66"/>
                    <a:pt x="223" y="50"/>
                    <a:pt x="190" y="17"/>
                  </a:cubicBezTo>
                  <a:cubicBezTo>
                    <a:pt x="190" y="17"/>
                    <a:pt x="174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4172925" y="247650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4" y="1"/>
                  </a:moveTo>
                  <a:cubicBezTo>
                    <a:pt x="54" y="17"/>
                    <a:pt x="1" y="88"/>
                    <a:pt x="21" y="154"/>
                  </a:cubicBezTo>
                  <a:cubicBezTo>
                    <a:pt x="21" y="191"/>
                    <a:pt x="38" y="224"/>
                    <a:pt x="71" y="240"/>
                  </a:cubicBezTo>
                  <a:cubicBezTo>
                    <a:pt x="87" y="257"/>
                    <a:pt x="124" y="257"/>
                    <a:pt x="141" y="257"/>
                  </a:cubicBezTo>
                  <a:cubicBezTo>
                    <a:pt x="174" y="257"/>
                    <a:pt x="190" y="240"/>
                    <a:pt x="207" y="207"/>
                  </a:cubicBezTo>
                  <a:cubicBezTo>
                    <a:pt x="227" y="170"/>
                    <a:pt x="244" y="137"/>
                    <a:pt x="244" y="104"/>
                  </a:cubicBezTo>
                  <a:cubicBezTo>
                    <a:pt x="227" y="67"/>
                    <a:pt x="207" y="50"/>
                    <a:pt x="190" y="34"/>
                  </a:cubicBezTo>
                  <a:cubicBezTo>
                    <a:pt x="190" y="17"/>
                    <a:pt x="174" y="17"/>
                    <a:pt x="174" y="17"/>
                  </a:cubicBez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4169525" y="244725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4" y="0"/>
                  </a:moveTo>
                  <a:cubicBezTo>
                    <a:pt x="54" y="21"/>
                    <a:pt x="1" y="70"/>
                    <a:pt x="17" y="157"/>
                  </a:cubicBezTo>
                  <a:cubicBezTo>
                    <a:pt x="17" y="190"/>
                    <a:pt x="33" y="206"/>
                    <a:pt x="54" y="227"/>
                  </a:cubicBezTo>
                  <a:cubicBezTo>
                    <a:pt x="87" y="260"/>
                    <a:pt x="120" y="260"/>
                    <a:pt x="137" y="260"/>
                  </a:cubicBezTo>
                  <a:cubicBezTo>
                    <a:pt x="207" y="243"/>
                    <a:pt x="240" y="173"/>
                    <a:pt x="240" y="103"/>
                  </a:cubicBezTo>
                  <a:cubicBezTo>
                    <a:pt x="223" y="70"/>
                    <a:pt x="207" y="37"/>
                    <a:pt x="190" y="21"/>
                  </a:cubicBezTo>
                  <a:cubicBezTo>
                    <a:pt x="190" y="21"/>
                    <a:pt x="174" y="21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4167775" y="2352175"/>
              <a:ext cx="6100" cy="6650"/>
            </a:xfrm>
            <a:custGeom>
              <a:avLst/>
              <a:gdLst/>
              <a:ahLst/>
              <a:cxnLst/>
              <a:rect l="l" t="t" r="r" b="b"/>
              <a:pathLst>
                <a:path w="244" h="266" extrusionOk="0">
                  <a:moveTo>
                    <a:pt x="123" y="1"/>
                  </a:moveTo>
                  <a:cubicBezTo>
                    <a:pt x="117" y="1"/>
                    <a:pt x="110" y="3"/>
                    <a:pt x="103" y="10"/>
                  </a:cubicBezTo>
                  <a:cubicBezTo>
                    <a:pt x="38" y="10"/>
                    <a:pt x="0" y="76"/>
                    <a:pt x="0" y="146"/>
                  </a:cubicBezTo>
                  <a:cubicBezTo>
                    <a:pt x="21" y="179"/>
                    <a:pt x="38" y="216"/>
                    <a:pt x="54" y="233"/>
                  </a:cubicBezTo>
                  <a:cubicBezTo>
                    <a:pt x="71" y="249"/>
                    <a:pt x="103" y="266"/>
                    <a:pt x="141" y="266"/>
                  </a:cubicBezTo>
                  <a:cubicBezTo>
                    <a:pt x="190" y="249"/>
                    <a:pt x="244" y="179"/>
                    <a:pt x="227" y="113"/>
                  </a:cubicBezTo>
                  <a:cubicBezTo>
                    <a:pt x="227" y="76"/>
                    <a:pt x="207" y="43"/>
                    <a:pt x="190" y="27"/>
                  </a:cubicBezTo>
                  <a:cubicBezTo>
                    <a:pt x="174" y="27"/>
                    <a:pt x="174" y="10"/>
                    <a:pt x="157" y="10"/>
                  </a:cubicBezTo>
                  <a:cubicBezTo>
                    <a:pt x="146" y="10"/>
                    <a:pt x="135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4179425" y="241275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11" y="0"/>
                  </a:moveTo>
                  <a:cubicBezTo>
                    <a:pt x="92" y="0"/>
                    <a:pt x="76" y="12"/>
                    <a:pt x="50" y="24"/>
                  </a:cubicBezTo>
                  <a:cubicBezTo>
                    <a:pt x="17" y="77"/>
                    <a:pt x="0" y="164"/>
                    <a:pt x="33" y="213"/>
                  </a:cubicBezTo>
                  <a:cubicBezTo>
                    <a:pt x="50" y="246"/>
                    <a:pt x="87" y="267"/>
                    <a:pt x="120" y="267"/>
                  </a:cubicBezTo>
                  <a:cubicBezTo>
                    <a:pt x="136" y="267"/>
                    <a:pt x="173" y="246"/>
                    <a:pt x="190" y="230"/>
                  </a:cubicBezTo>
                  <a:cubicBezTo>
                    <a:pt x="223" y="213"/>
                    <a:pt x="239" y="180"/>
                    <a:pt x="239" y="143"/>
                  </a:cubicBezTo>
                  <a:cubicBezTo>
                    <a:pt x="239" y="110"/>
                    <a:pt x="239" y="77"/>
                    <a:pt x="206" y="40"/>
                  </a:cubicBezTo>
                  <a:cubicBezTo>
                    <a:pt x="206" y="24"/>
                    <a:pt x="190" y="24"/>
                    <a:pt x="173" y="7"/>
                  </a:cubicBezTo>
                  <a:lnTo>
                    <a:pt x="136" y="7"/>
                  </a:lnTo>
                  <a:cubicBezTo>
                    <a:pt x="127" y="2"/>
                    <a:pt x="118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4178075" y="2385225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04" y="1"/>
                  </a:moveTo>
                  <a:cubicBezTo>
                    <a:pt x="86" y="1"/>
                    <a:pt x="66" y="13"/>
                    <a:pt x="54" y="28"/>
                  </a:cubicBezTo>
                  <a:cubicBezTo>
                    <a:pt x="21" y="44"/>
                    <a:pt x="21" y="77"/>
                    <a:pt x="1" y="110"/>
                  </a:cubicBezTo>
                  <a:cubicBezTo>
                    <a:pt x="1" y="148"/>
                    <a:pt x="21" y="181"/>
                    <a:pt x="38" y="213"/>
                  </a:cubicBezTo>
                  <a:cubicBezTo>
                    <a:pt x="57" y="245"/>
                    <a:pt x="89" y="264"/>
                    <a:pt x="123" y="264"/>
                  </a:cubicBezTo>
                  <a:cubicBezTo>
                    <a:pt x="146" y="264"/>
                    <a:pt x="170" y="254"/>
                    <a:pt x="190" y="234"/>
                  </a:cubicBezTo>
                  <a:cubicBezTo>
                    <a:pt x="244" y="181"/>
                    <a:pt x="244" y="110"/>
                    <a:pt x="207" y="44"/>
                  </a:cubicBezTo>
                  <a:cubicBezTo>
                    <a:pt x="190" y="28"/>
                    <a:pt x="174" y="28"/>
                    <a:pt x="157" y="7"/>
                  </a:cubicBezTo>
                  <a:lnTo>
                    <a:pt x="124" y="7"/>
                  </a:lnTo>
                  <a:cubicBezTo>
                    <a:pt x="119" y="3"/>
                    <a:pt x="112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4181175" y="2318925"/>
              <a:ext cx="6425" cy="6400"/>
            </a:xfrm>
            <a:custGeom>
              <a:avLst/>
              <a:gdLst/>
              <a:ahLst/>
              <a:cxnLst/>
              <a:rect l="l" t="t" r="r" b="b"/>
              <a:pathLst>
                <a:path w="257" h="256" extrusionOk="0">
                  <a:moveTo>
                    <a:pt x="136" y="0"/>
                  </a:moveTo>
                  <a:cubicBezTo>
                    <a:pt x="120" y="0"/>
                    <a:pt x="83" y="0"/>
                    <a:pt x="66" y="33"/>
                  </a:cubicBezTo>
                  <a:cubicBezTo>
                    <a:pt x="17" y="66"/>
                    <a:pt x="0" y="153"/>
                    <a:pt x="50" y="206"/>
                  </a:cubicBezTo>
                  <a:cubicBezTo>
                    <a:pt x="66" y="239"/>
                    <a:pt x="83" y="256"/>
                    <a:pt x="120" y="256"/>
                  </a:cubicBezTo>
                  <a:cubicBezTo>
                    <a:pt x="153" y="256"/>
                    <a:pt x="169" y="256"/>
                    <a:pt x="207" y="223"/>
                  </a:cubicBezTo>
                  <a:cubicBezTo>
                    <a:pt x="240" y="186"/>
                    <a:pt x="256" y="103"/>
                    <a:pt x="223" y="50"/>
                  </a:cubicBezTo>
                  <a:cubicBezTo>
                    <a:pt x="207" y="33"/>
                    <a:pt x="186" y="17"/>
                    <a:pt x="1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4180250" y="236530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03" y="0"/>
                  </a:moveTo>
                  <a:cubicBezTo>
                    <a:pt x="54" y="17"/>
                    <a:pt x="0" y="83"/>
                    <a:pt x="17" y="153"/>
                  </a:cubicBezTo>
                  <a:cubicBezTo>
                    <a:pt x="17" y="186"/>
                    <a:pt x="37" y="223"/>
                    <a:pt x="70" y="240"/>
                  </a:cubicBezTo>
                  <a:cubicBezTo>
                    <a:pt x="82" y="251"/>
                    <a:pt x="102" y="263"/>
                    <a:pt x="120" y="263"/>
                  </a:cubicBezTo>
                  <a:cubicBezTo>
                    <a:pt x="127" y="263"/>
                    <a:pt x="134" y="261"/>
                    <a:pt x="140" y="256"/>
                  </a:cubicBezTo>
                  <a:cubicBezTo>
                    <a:pt x="206" y="256"/>
                    <a:pt x="244" y="186"/>
                    <a:pt x="244" y="120"/>
                  </a:cubicBezTo>
                  <a:cubicBezTo>
                    <a:pt x="223" y="83"/>
                    <a:pt x="223" y="50"/>
                    <a:pt x="190" y="33"/>
                  </a:cubicBezTo>
                  <a:cubicBezTo>
                    <a:pt x="190" y="17"/>
                    <a:pt x="173" y="17"/>
                    <a:pt x="173" y="17"/>
                  </a:cubicBezTo>
                  <a:cubicBezTo>
                    <a:pt x="157" y="0"/>
                    <a:pt x="14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4172525" y="2261300"/>
              <a:ext cx="3000" cy="6100"/>
            </a:xfrm>
            <a:custGeom>
              <a:avLst/>
              <a:gdLst/>
              <a:ahLst/>
              <a:cxnLst/>
              <a:rect l="l" t="t" r="r" b="b"/>
              <a:pathLst>
                <a:path w="120" h="244" extrusionOk="0">
                  <a:moveTo>
                    <a:pt x="37" y="0"/>
                  </a:moveTo>
                  <a:cubicBezTo>
                    <a:pt x="17" y="37"/>
                    <a:pt x="0" y="54"/>
                    <a:pt x="0" y="87"/>
                  </a:cubicBezTo>
                  <a:cubicBezTo>
                    <a:pt x="0" y="120"/>
                    <a:pt x="0" y="157"/>
                    <a:pt x="17" y="190"/>
                  </a:cubicBezTo>
                  <a:cubicBezTo>
                    <a:pt x="37" y="207"/>
                    <a:pt x="70" y="223"/>
                    <a:pt x="103" y="244"/>
                  </a:cubicBezTo>
                  <a:lnTo>
                    <a:pt x="120" y="244"/>
                  </a:lnTo>
                  <a:cubicBezTo>
                    <a:pt x="87" y="157"/>
                    <a:pt x="70" y="87"/>
                    <a:pt x="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4182000" y="2349475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20" y="0"/>
                  </a:moveTo>
                  <a:cubicBezTo>
                    <a:pt x="76" y="0"/>
                    <a:pt x="41" y="33"/>
                    <a:pt x="17" y="81"/>
                  </a:cubicBezTo>
                  <a:cubicBezTo>
                    <a:pt x="0" y="151"/>
                    <a:pt x="33" y="221"/>
                    <a:pt x="87" y="254"/>
                  </a:cubicBezTo>
                  <a:cubicBezTo>
                    <a:pt x="95" y="257"/>
                    <a:pt x="104" y="258"/>
                    <a:pt x="114" y="258"/>
                  </a:cubicBezTo>
                  <a:cubicBezTo>
                    <a:pt x="159" y="258"/>
                    <a:pt x="209" y="226"/>
                    <a:pt x="223" y="167"/>
                  </a:cubicBezTo>
                  <a:cubicBezTo>
                    <a:pt x="256" y="118"/>
                    <a:pt x="223" y="31"/>
                    <a:pt x="174" y="15"/>
                  </a:cubicBezTo>
                  <a:cubicBezTo>
                    <a:pt x="154" y="5"/>
                    <a:pt x="13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4192725" y="241130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11" y="1"/>
                  </a:moveTo>
                  <a:cubicBezTo>
                    <a:pt x="69" y="1"/>
                    <a:pt x="29" y="34"/>
                    <a:pt x="17" y="82"/>
                  </a:cubicBezTo>
                  <a:cubicBezTo>
                    <a:pt x="0" y="152"/>
                    <a:pt x="17" y="238"/>
                    <a:pt x="87" y="255"/>
                  </a:cubicBezTo>
                  <a:cubicBezTo>
                    <a:pt x="98" y="255"/>
                    <a:pt x="109" y="262"/>
                    <a:pt x="120" y="262"/>
                  </a:cubicBezTo>
                  <a:cubicBezTo>
                    <a:pt x="125" y="262"/>
                    <a:pt x="131" y="260"/>
                    <a:pt x="136" y="255"/>
                  </a:cubicBezTo>
                  <a:cubicBezTo>
                    <a:pt x="173" y="255"/>
                    <a:pt x="206" y="222"/>
                    <a:pt x="223" y="185"/>
                  </a:cubicBezTo>
                  <a:cubicBezTo>
                    <a:pt x="239" y="135"/>
                    <a:pt x="223" y="82"/>
                    <a:pt x="206" y="49"/>
                  </a:cubicBezTo>
                  <a:cubicBezTo>
                    <a:pt x="190" y="32"/>
                    <a:pt x="173" y="16"/>
                    <a:pt x="157" y="16"/>
                  </a:cubicBezTo>
                  <a:cubicBezTo>
                    <a:pt x="142" y="6"/>
                    <a:pt x="126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4197050" y="2321900"/>
              <a:ext cx="850" cy="2200"/>
            </a:xfrm>
            <a:custGeom>
              <a:avLst/>
              <a:gdLst/>
              <a:ahLst/>
              <a:cxnLst/>
              <a:rect l="l" t="t" r="r" b="b"/>
              <a:pathLst>
                <a:path w="34" h="88" extrusionOk="0">
                  <a:moveTo>
                    <a:pt x="0" y="1"/>
                  </a:moveTo>
                  <a:lnTo>
                    <a:pt x="0" y="17"/>
                  </a:lnTo>
                  <a:cubicBezTo>
                    <a:pt x="0" y="34"/>
                    <a:pt x="17" y="67"/>
                    <a:pt x="33" y="87"/>
                  </a:cubicBezTo>
                  <a:cubicBezTo>
                    <a:pt x="17" y="67"/>
                    <a:pt x="17" y="3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4195300" y="236180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6" y="0"/>
                  </a:moveTo>
                  <a:cubicBezTo>
                    <a:pt x="103" y="0"/>
                    <a:pt x="70" y="0"/>
                    <a:pt x="54" y="17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5" y="237"/>
                    <a:pt x="85" y="256"/>
                    <a:pt x="118" y="256"/>
                  </a:cubicBezTo>
                  <a:cubicBezTo>
                    <a:pt x="142" y="256"/>
                    <a:pt x="167" y="246"/>
                    <a:pt x="190" y="223"/>
                  </a:cubicBezTo>
                  <a:cubicBezTo>
                    <a:pt x="239" y="190"/>
                    <a:pt x="239" y="103"/>
                    <a:pt x="206" y="54"/>
                  </a:cubicBezTo>
                  <a:cubicBezTo>
                    <a:pt x="190" y="37"/>
                    <a:pt x="173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4190150" y="2336125"/>
              <a:ext cx="6500" cy="6750"/>
            </a:xfrm>
            <a:custGeom>
              <a:avLst/>
              <a:gdLst/>
              <a:ahLst/>
              <a:cxnLst/>
              <a:rect l="l" t="t" r="r" b="b"/>
              <a:pathLst>
                <a:path w="260" h="270" extrusionOk="0">
                  <a:moveTo>
                    <a:pt x="129" y="0"/>
                  </a:moveTo>
                  <a:cubicBezTo>
                    <a:pt x="87" y="0"/>
                    <a:pt x="44" y="32"/>
                    <a:pt x="17" y="83"/>
                  </a:cubicBezTo>
                  <a:cubicBezTo>
                    <a:pt x="0" y="153"/>
                    <a:pt x="33" y="240"/>
                    <a:pt x="87" y="256"/>
                  </a:cubicBezTo>
                  <a:cubicBezTo>
                    <a:pt x="100" y="265"/>
                    <a:pt x="114" y="269"/>
                    <a:pt x="129" y="269"/>
                  </a:cubicBezTo>
                  <a:cubicBezTo>
                    <a:pt x="170" y="269"/>
                    <a:pt x="211" y="238"/>
                    <a:pt x="223" y="186"/>
                  </a:cubicBezTo>
                  <a:cubicBezTo>
                    <a:pt x="260" y="116"/>
                    <a:pt x="223" y="34"/>
                    <a:pt x="173" y="13"/>
                  </a:cubicBezTo>
                  <a:cubicBezTo>
                    <a:pt x="159" y="4"/>
                    <a:pt x="144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4178600" y="2288400"/>
              <a:ext cx="5575" cy="6825"/>
            </a:xfrm>
            <a:custGeom>
              <a:avLst/>
              <a:gdLst/>
              <a:ahLst/>
              <a:cxnLst/>
              <a:rect l="l" t="t" r="r" b="b"/>
              <a:pathLst>
                <a:path w="223" h="273" extrusionOk="0">
                  <a:moveTo>
                    <a:pt x="136" y="1"/>
                  </a:moveTo>
                  <a:cubicBezTo>
                    <a:pt x="103" y="1"/>
                    <a:pt x="66" y="17"/>
                    <a:pt x="50" y="34"/>
                  </a:cubicBezTo>
                  <a:cubicBezTo>
                    <a:pt x="0" y="87"/>
                    <a:pt x="0" y="153"/>
                    <a:pt x="33" y="223"/>
                  </a:cubicBezTo>
                  <a:cubicBezTo>
                    <a:pt x="50" y="240"/>
                    <a:pt x="83" y="256"/>
                    <a:pt x="103" y="273"/>
                  </a:cubicBezTo>
                  <a:cubicBezTo>
                    <a:pt x="136" y="273"/>
                    <a:pt x="169" y="256"/>
                    <a:pt x="186" y="240"/>
                  </a:cubicBezTo>
                  <a:cubicBezTo>
                    <a:pt x="206" y="223"/>
                    <a:pt x="223" y="190"/>
                    <a:pt x="223" y="153"/>
                  </a:cubicBezTo>
                  <a:cubicBezTo>
                    <a:pt x="223" y="120"/>
                    <a:pt x="223" y="87"/>
                    <a:pt x="206" y="50"/>
                  </a:cubicBezTo>
                  <a:cubicBezTo>
                    <a:pt x="186" y="34"/>
                    <a:pt x="169" y="17"/>
                    <a:pt x="153" y="17"/>
                  </a:cubicBezTo>
                  <a:cubicBezTo>
                    <a:pt x="153" y="17"/>
                    <a:pt x="136" y="17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4175100" y="233542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21" y="1"/>
                  </a:moveTo>
                  <a:cubicBezTo>
                    <a:pt x="115" y="1"/>
                    <a:pt x="109" y="2"/>
                    <a:pt x="103" y="8"/>
                  </a:cubicBezTo>
                  <a:cubicBezTo>
                    <a:pt x="37" y="8"/>
                    <a:pt x="0" y="78"/>
                    <a:pt x="0" y="144"/>
                  </a:cubicBezTo>
                  <a:cubicBezTo>
                    <a:pt x="17" y="181"/>
                    <a:pt x="37" y="214"/>
                    <a:pt x="54" y="231"/>
                  </a:cubicBezTo>
                  <a:cubicBezTo>
                    <a:pt x="70" y="247"/>
                    <a:pt x="103" y="268"/>
                    <a:pt x="140" y="268"/>
                  </a:cubicBezTo>
                  <a:cubicBezTo>
                    <a:pt x="190" y="247"/>
                    <a:pt x="243" y="181"/>
                    <a:pt x="223" y="111"/>
                  </a:cubicBezTo>
                  <a:cubicBezTo>
                    <a:pt x="223" y="78"/>
                    <a:pt x="206" y="41"/>
                    <a:pt x="190" y="24"/>
                  </a:cubicBezTo>
                  <a:cubicBezTo>
                    <a:pt x="173" y="24"/>
                    <a:pt x="173" y="8"/>
                    <a:pt x="157" y="8"/>
                  </a:cubicBezTo>
                  <a:cubicBezTo>
                    <a:pt x="146" y="8"/>
                    <a:pt x="133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4186750" y="2302950"/>
              <a:ext cx="4750" cy="6675"/>
            </a:xfrm>
            <a:custGeom>
              <a:avLst/>
              <a:gdLst/>
              <a:ahLst/>
              <a:cxnLst/>
              <a:rect l="l" t="t" r="r" b="b"/>
              <a:pathLst>
                <a:path w="190" h="267" extrusionOk="0">
                  <a:moveTo>
                    <a:pt x="103" y="0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0" y="190"/>
                    <a:pt x="17" y="227"/>
                    <a:pt x="50" y="243"/>
                  </a:cubicBezTo>
                  <a:cubicBezTo>
                    <a:pt x="61" y="255"/>
                    <a:pt x="83" y="267"/>
                    <a:pt x="107" y="267"/>
                  </a:cubicBezTo>
                  <a:cubicBezTo>
                    <a:pt x="116" y="267"/>
                    <a:pt x="126" y="265"/>
                    <a:pt x="136" y="260"/>
                  </a:cubicBezTo>
                  <a:cubicBezTo>
                    <a:pt x="153" y="260"/>
                    <a:pt x="169" y="243"/>
                    <a:pt x="190" y="227"/>
                  </a:cubicBezTo>
                  <a:cubicBezTo>
                    <a:pt x="169" y="157"/>
                    <a:pt x="136" y="87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4128700" y="2267800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87" y="0"/>
                  </a:moveTo>
                  <a:cubicBezTo>
                    <a:pt x="71" y="17"/>
                    <a:pt x="38" y="33"/>
                    <a:pt x="17" y="50"/>
                  </a:cubicBezTo>
                  <a:cubicBezTo>
                    <a:pt x="1" y="87"/>
                    <a:pt x="1" y="120"/>
                    <a:pt x="1" y="153"/>
                  </a:cubicBezTo>
                  <a:cubicBezTo>
                    <a:pt x="1" y="190"/>
                    <a:pt x="17" y="223"/>
                    <a:pt x="38" y="239"/>
                  </a:cubicBezTo>
                  <a:cubicBezTo>
                    <a:pt x="71" y="256"/>
                    <a:pt x="104" y="256"/>
                    <a:pt x="120" y="256"/>
                  </a:cubicBezTo>
                  <a:cubicBezTo>
                    <a:pt x="191" y="256"/>
                    <a:pt x="223" y="190"/>
                    <a:pt x="223" y="120"/>
                  </a:cubicBezTo>
                  <a:cubicBezTo>
                    <a:pt x="207" y="87"/>
                    <a:pt x="191" y="50"/>
                    <a:pt x="174" y="33"/>
                  </a:cubicBezTo>
                  <a:cubicBezTo>
                    <a:pt x="174" y="17"/>
                    <a:pt x="158" y="17"/>
                    <a:pt x="158" y="17"/>
                  </a:cubicBezTo>
                  <a:cubicBezTo>
                    <a:pt x="141" y="0"/>
                    <a:pt x="104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3796300" y="2343850"/>
              <a:ext cx="4350" cy="6600"/>
            </a:xfrm>
            <a:custGeom>
              <a:avLst/>
              <a:gdLst/>
              <a:ahLst/>
              <a:cxnLst/>
              <a:rect l="l" t="t" r="r" b="b"/>
              <a:pathLst>
                <a:path w="174" h="264" extrusionOk="0">
                  <a:moveTo>
                    <a:pt x="52" y="1"/>
                  </a:moveTo>
                  <a:cubicBezTo>
                    <a:pt x="37" y="1"/>
                    <a:pt x="19" y="5"/>
                    <a:pt x="0" y="13"/>
                  </a:cubicBezTo>
                  <a:lnTo>
                    <a:pt x="0" y="256"/>
                  </a:lnTo>
                  <a:lnTo>
                    <a:pt x="17" y="256"/>
                  </a:lnTo>
                  <a:cubicBezTo>
                    <a:pt x="31" y="256"/>
                    <a:pt x="43" y="264"/>
                    <a:pt x="54" y="264"/>
                  </a:cubicBezTo>
                  <a:cubicBezTo>
                    <a:pt x="60" y="264"/>
                    <a:pt x="65" y="262"/>
                    <a:pt x="71" y="256"/>
                  </a:cubicBezTo>
                  <a:cubicBezTo>
                    <a:pt x="104" y="256"/>
                    <a:pt x="141" y="219"/>
                    <a:pt x="157" y="186"/>
                  </a:cubicBezTo>
                  <a:cubicBezTo>
                    <a:pt x="174" y="137"/>
                    <a:pt x="157" y="83"/>
                    <a:pt x="141" y="50"/>
                  </a:cubicBezTo>
                  <a:cubicBezTo>
                    <a:pt x="120" y="34"/>
                    <a:pt x="104" y="13"/>
                    <a:pt x="87" y="13"/>
                  </a:cubicBezTo>
                  <a:cubicBezTo>
                    <a:pt x="79" y="5"/>
                    <a:pt x="66" y="1"/>
                    <a:pt x="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3796300" y="2437850"/>
              <a:ext cx="4350" cy="6425"/>
            </a:xfrm>
            <a:custGeom>
              <a:avLst/>
              <a:gdLst/>
              <a:ahLst/>
              <a:cxnLst/>
              <a:rect l="l" t="t" r="r" b="b"/>
              <a:pathLst>
                <a:path w="174" h="257" extrusionOk="0">
                  <a:moveTo>
                    <a:pt x="38" y="1"/>
                  </a:moveTo>
                  <a:cubicBezTo>
                    <a:pt x="17" y="1"/>
                    <a:pt x="17" y="1"/>
                    <a:pt x="0" y="17"/>
                  </a:cubicBezTo>
                  <a:lnTo>
                    <a:pt x="0" y="257"/>
                  </a:lnTo>
                  <a:lnTo>
                    <a:pt x="71" y="257"/>
                  </a:lnTo>
                  <a:cubicBezTo>
                    <a:pt x="104" y="257"/>
                    <a:pt x="120" y="240"/>
                    <a:pt x="141" y="207"/>
                  </a:cubicBezTo>
                  <a:cubicBezTo>
                    <a:pt x="157" y="170"/>
                    <a:pt x="174" y="137"/>
                    <a:pt x="157" y="104"/>
                  </a:cubicBezTo>
                  <a:cubicBezTo>
                    <a:pt x="157" y="67"/>
                    <a:pt x="141" y="50"/>
                    <a:pt x="120" y="34"/>
                  </a:cubicBezTo>
                  <a:cubicBezTo>
                    <a:pt x="104" y="17"/>
                    <a:pt x="104" y="17"/>
                    <a:pt x="87" y="17"/>
                  </a:cubicBezTo>
                  <a:cubicBezTo>
                    <a:pt x="71" y="1"/>
                    <a:pt x="54" y="1"/>
                    <a:pt x="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3796300" y="2387675"/>
              <a:ext cx="4350" cy="6725"/>
            </a:xfrm>
            <a:custGeom>
              <a:avLst/>
              <a:gdLst/>
              <a:ahLst/>
              <a:cxnLst/>
              <a:rect l="l" t="t" r="r" b="b"/>
              <a:pathLst>
                <a:path w="174" h="269" extrusionOk="0">
                  <a:moveTo>
                    <a:pt x="52" y="0"/>
                  </a:moveTo>
                  <a:cubicBezTo>
                    <a:pt x="37" y="0"/>
                    <a:pt x="19" y="4"/>
                    <a:pt x="0" y="12"/>
                  </a:cubicBezTo>
                  <a:lnTo>
                    <a:pt x="0" y="256"/>
                  </a:lnTo>
                  <a:lnTo>
                    <a:pt x="17" y="256"/>
                  </a:lnTo>
                  <a:cubicBezTo>
                    <a:pt x="31" y="264"/>
                    <a:pt x="47" y="269"/>
                    <a:pt x="62" y="269"/>
                  </a:cubicBezTo>
                  <a:cubicBezTo>
                    <a:pt x="104" y="269"/>
                    <a:pt x="145" y="237"/>
                    <a:pt x="157" y="186"/>
                  </a:cubicBezTo>
                  <a:cubicBezTo>
                    <a:pt x="174" y="115"/>
                    <a:pt x="157" y="33"/>
                    <a:pt x="87" y="12"/>
                  </a:cubicBezTo>
                  <a:cubicBezTo>
                    <a:pt x="79" y="4"/>
                    <a:pt x="66" y="0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4141600" y="2216750"/>
              <a:ext cx="6500" cy="6700"/>
            </a:xfrm>
            <a:custGeom>
              <a:avLst/>
              <a:gdLst/>
              <a:ahLst/>
              <a:cxnLst/>
              <a:rect l="l" t="t" r="r" b="b"/>
              <a:pathLst>
                <a:path w="260" h="268" extrusionOk="0">
                  <a:moveTo>
                    <a:pt x="122" y="1"/>
                  </a:moveTo>
                  <a:cubicBezTo>
                    <a:pt x="78" y="1"/>
                    <a:pt x="44" y="32"/>
                    <a:pt x="17" y="84"/>
                  </a:cubicBezTo>
                  <a:cubicBezTo>
                    <a:pt x="0" y="150"/>
                    <a:pt x="37" y="220"/>
                    <a:pt x="87" y="253"/>
                  </a:cubicBezTo>
                  <a:cubicBezTo>
                    <a:pt x="101" y="263"/>
                    <a:pt x="117" y="268"/>
                    <a:pt x="132" y="268"/>
                  </a:cubicBezTo>
                  <a:cubicBezTo>
                    <a:pt x="173" y="268"/>
                    <a:pt x="211" y="235"/>
                    <a:pt x="223" y="187"/>
                  </a:cubicBezTo>
                  <a:cubicBezTo>
                    <a:pt x="260" y="117"/>
                    <a:pt x="223" y="30"/>
                    <a:pt x="173" y="14"/>
                  </a:cubicBezTo>
                  <a:cubicBezTo>
                    <a:pt x="155" y="5"/>
                    <a:pt x="138" y="1"/>
                    <a:pt x="1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3806200" y="2356325"/>
              <a:ext cx="5575" cy="6825"/>
            </a:xfrm>
            <a:custGeom>
              <a:avLst/>
              <a:gdLst/>
              <a:ahLst/>
              <a:cxnLst/>
              <a:rect l="l" t="t" r="r" b="b"/>
              <a:pathLst>
                <a:path w="223" h="273" extrusionOk="0">
                  <a:moveTo>
                    <a:pt x="112" y="1"/>
                  </a:moveTo>
                  <a:cubicBezTo>
                    <a:pt x="103" y="1"/>
                    <a:pt x="95" y="5"/>
                    <a:pt x="87" y="13"/>
                  </a:cubicBezTo>
                  <a:cubicBezTo>
                    <a:pt x="54" y="13"/>
                    <a:pt x="33" y="30"/>
                    <a:pt x="17" y="67"/>
                  </a:cubicBezTo>
                  <a:cubicBezTo>
                    <a:pt x="0" y="83"/>
                    <a:pt x="0" y="116"/>
                    <a:pt x="0" y="153"/>
                  </a:cubicBezTo>
                  <a:cubicBezTo>
                    <a:pt x="0" y="186"/>
                    <a:pt x="17" y="219"/>
                    <a:pt x="33" y="236"/>
                  </a:cubicBezTo>
                  <a:cubicBezTo>
                    <a:pt x="70" y="256"/>
                    <a:pt x="87" y="273"/>
                    <a:pt x="120" y="273"/>
                  </a:cubicBezTo>
                  <a:cubicBezTo>
                    <a:pt x="190" y="256"/>
                    <a:pt x="223" y="186"/>
                    <a:pt x="206" y="116"/>
                  </a:cubicBezTo>
                  <a:cubicBezTo>
                    <a:pt x="206" y="83"/>
                    <a:pt x="190" y="50"/>
                    <a:pt x="173" y="30"/>
                  </a:cubicBezTo>
                  <a:cubicBezTo>
                    <a:pt x="157" y="30"/>
                    <a:pt x="157" y="13"/>
                    <a:pt x="136" y="13"/>
                  </a:cubicBezTo>
                  <a:cubicBezTo>
                    <a:pt x="128" y="5"/>
                    <a:pt x="120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3798875" y="2373025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41" y="1"/>
                  </a:moveTo>
                  <a:cubicBezTo>
                    <a:pt x="104" y="1"/>
                    <a:pt x="87" y="1"/>
                    <a:pt x="54" y="17"/>
                  </a:cubicBezTo>
                  <a:cubicBezTo>
                    <a:pt x="17" y="67"/>
                    <a:pt x="1" y="153"/>
                    <a:pt x="38" y="207"/>
                  </a:cubicBezTo>
                  <a:cubicBezTo>
                    <a:pt x="54" y="240"/>
                    <a:pt x="87" y="256"/>
                    <a:pt x="120" y="256"/>
                  </a:cubicBezTo>
                  <a:cubicBezTo>
                    <a:pt x="141" y="256"/>
                    <a:pt x="174" y="256"/>
                    <a:pt x="190" y="223"/>
                  </a:cubicBezTo>
                  <a:cubicBezTo>
                    <a:pt x="223" y="207"/>
                    <a:pt x="244" y="170"/>
                    <a:pt x="244" y="137"/>
                  </a:cubicBezTo>
                  <a:cubicBezTo>
                    <a:pt x="244" y="104"/>
                    <a:pt x="223" y="67"/>
                    <a:pt x="207" y="50"/>
                  </a:cubicBezTo>
                  <a:cubicBezTo>
                    <a:pt x="207" y="34"/>
                    <a:pt x="190" y="17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3796300" y="2358800"/>
              <a:ext cx="950" cy="4350"/>
            </a:xfrm>
            <a:custGeom>
              <a:avLst/>
              <a:gdLst/>
              <a:ahLst/>
              <a:cxnLst/>
              <a:rect l="l" t="t" r="r" b="b"/>
              <a:pathLst>
                <a:path w="38" h="174" extrusionOk="0">
                  <a:moveTo>
                    <a:pt x="0" y="1"/>
                  </a:moveTo>
                  <a:lnTo>
                    <a:pt x="0" y="174"/>
                  </a:lnTo>
                  <a:cubicBezTo>
                    <a:pt x="17" y="157"/>
                    <a:pt x="17" y="157"/>
                    <a:pt x="17" y="137"/>
                  </a:cubicBezTo>
                  <a:cubicBezTo>
                    <a:pt x="38" y="87"/>
                    <a:pt x="38" y="3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3796300" y="242240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04" y="0"/>
                  </a:moveTo>
                  <a:cubicBezTo>
                    <a:pt x="54" y="17"/>
                    <a:pt x="17" y="50"/>
                    <a:pt x="0" y="104"/>
                  </a:cubicBezTo>
                  <a:lnTo>
                    <a:pt x="0" y="170"/>
                  </a:lnTo>
                  <a:cubicBezTo>
                    <a:pt x="15" y="216"/>
                    <a:pt x="57" y="259"/>
                    <a:pt x="114" y="259"/>
                  </a:cubicBezTo>
                  <a:cubicBezTo>
                    <a:pt x="122" y="259"/>
                    <a:pt x="131" y="258"/>
                    <a:pt x="141" y="256"/>
                  </a:cubicBezTo>
                  <a:cubicBezTo>
                    <a:pt x="157" y="256"/>
                    <a:pt x="190" y="240"/>
                    <a:pt x="207" y="207"/>
                  </a:cubicBezTo>
                  <a:cubicBezTo>
                    <a:pt x="223" y="190"/>
                    <a:pt x="223" y="153"/>
                    <a:pt x="223" y="120"/>
                  </a:cubicBezTo>
                  <a:cubicBezTo>
                    <a:pt x="223" y="87"/>
                    <a:pt x="207" y="50"/>
                    <a:pt x="174" y="33"/>
                  </a:cubicBezTo>
                  <a:cubicBezTo>
                    <a:pt x="174" y="17"/>
                    <a:pt x="157" y="17"/>
                    <a:pt x="157" y="17"/>
                  </a:cubicBezTo>
                  <a:cubicBezTo>
                    <a:pt x="141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3796300" y="2311600"/>
              <a:ext cx="2200" cy="6000"/>
            </a:xfrm>
            <a:custGeom>
              <a:avLst/>
              <a:gdLst/>
              <a:ahLst/>
              <a:cxnLst/>
              <a:rect l="l" t="t" r="r" b="b"/>
              <a:pathLst>
                <a:path w="88" h="240" extrusionOk="0">
                  <a:moveTo>
                    <a:pt x="0" y="0"/>
                  </a:moveTo>
                  <a:lnTo>
                    <a:pt x="0" y="239"/>
                  </a:lnTo>
                  <a:cubicBezTo>
                    <a:pt x="54" y="223"/>
                    <a:pt x="87" y="169"/>
                    <a:pt x="87" y="103"/>
                  </a:cubicBezTo>
                  <a:cubicBezTo>
                    <a:pt x="71" y="66"/>
                    <a:pt x="71" y="33"/>
                    <a:pt x="38" y="17"/>
                  </a:cubicBezTo>
                  <a:lnTo>
                    <a:pt x="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4074600" y="243137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3" y="0"/>
                  </a:moveTo>
                  <a:cubicBezTo>
                    <a:pt x="54" y="17"/>
                    <a:pt x="0" y="70"/>
                    <a:pt x="17" y="157"/>
                  </a:cubicBezTo>
                  <a:cubicBezTo>
                    <a:pt x="17" y="190"/>
                    <a:pt x="37" y="206"/>
                    <a:pt x="54" y="243"/>
                  </a:cubicBezTo>
                  <a:cubicBezTo>
                    <a:pt x="87" y="260"/>
                    <a:pt x="103" y="260"/>
                    <a:pt x="141" y="260"/>
                  </a:cubicBezTo>
                  <a:cubicBezTo>
                    <a:pt x="190" y="243"/>
                    <a:pt x="244" y="173"/>
                    <a:pt x="223" y="103"/>
                  </a:cubicBezTo>
                  <a:cubicBezTo>
                    <a:pt x="223" y="70"/>
                    <a:pt x="206" y="37"/>
                    <a:pt x="190" y="17"/>
                  </a:cubicBezTo>
                  <a:cubicBezTo>
                    <a:pt x="173" y="17"/>
                    <a:pt x="173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4102125" y="230212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3" y="0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7" y="190"/>
                    <a:pt x="17" y="206"/>
                    <a:pt x="50" y="239"/>
                  </a:cubicBezTo>
                  <a:cubicBezTo>
                    <a:pt x="70" y="260"/>
                    <a:pt x="103" y="260"/>
                    <a:pt x="136" y="260"/>
                  </a:cubicBezTo>
                  <a:cubicBezTo>
                    <a:pt x="190" y="239"/>
                    <a:pt x="239" y="173"/>
                    <a:pt x="223" y="103"/>
                  </a:cubicBezTo>
                  <a:cubicBezTo>
                    <a:pt x="223" y="70"/>
                    <a:pt x="206" y="54"/>
                    <a:pt x="173" y="17"/>
                  </a:cubicBezTo>
                  <a:cubicBezTo>
                    <a:pt x="173" y="17"/>
                    <a:pt x="153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4041500" y="2408575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04" y="1"/>
                  </a:moveTo>
                  <a:cubicBezTo>
                    <a:pt x="54" y="22"/>
                    <a:pt x="1" y="88"/>
                    <a:pt x="21" y="158"/>
                  </a:cubicBezTo>
                  <a:cubicBezTo>
                    <a:pt x="21" y="191"/>
                    <a:pt x="38" y="228"/>
                    <a:pt x="54" y="244"/>
                  </a:cubicBezTo>
                  <a:cubicBezTo>
                    <a:pt x="87" y="261"/>
                    <a:pt x="125" y="261"/>
                    <a:pt x="141" y="261"/>
                  </a:cubicBezTo>
                  <a:cubicBezTo>
                    <a:pt x="207" y="261"/>
                    <a:pt x="244" y="191"/>
                    <a:pt x="244" y="125"/>
                  </a:cubicBezTo>
                  <a:cubicBezTo>
                    <a:pt x="228" y="71"/>
                    <a:pt x="207" y="55"/>
                    <a:pt x="191" y="38"/>
                  </a:cubicBezTo>
                  <a:cubicBezTo>
                    <a:pt x="191" y="22"/>
                    <a:pt x="174" y="22"/>
                    <a:pt x="174" y="22"/>
                  </a:cubicBezTo>
                  <a:cubicBezTo>
                    <a:pt x="141" y="1"/>
                    <a:pt x="125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3817325" y="2400450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04" y="0"/>
                  </a:moveTo>
                  <a:cubicBezTo>
                    <a:pt x="38" y="17"/>
                    <a:pt x="1" y="87"/>
                    <a:pt x="1" y="157"/>
                  </a:cubicBezTo>
                  <a:cubicBezTo>
                    <a:pt x="21" y="190"/>
                    <a:pt x="38" y="223"/>
                    <a:pt x="54" y="244"/>
                  </a:cubicBezTo>
                  <a:cubicBezTo>
                    <a:pt x="66" y="255"/>
                    <a:pt x="86" y="267"/>
                    <a:pt x="110" y="267"/>
                  </a:cubicBezTo>
                  <a:cubicBezTo>
                    <a:pt x="119" y="267"/>
                    <a:pt x="130" y="265"/>
                    <a:pt x="141" y="260"/>
                  </a:cubicBezTo>
                  <a:cubicBezTo>
                    <a:pt x="190" y="260"/>
                    <a:pt x="244" y="190"/>
                    <a:pt x="227" y="120"/>
                  </a:cubicBezTo>
                  <a:cubicBezTo>
                    <a:pt x="227" y="87"/>
                    <a:pt x="207" y="54"/>
                    <a:pt x="190" y="37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0"/>
                    <a:pt x="124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3855575" y="2425950"/>
              <a:ext cx="5175" cy="6375"/>
            </a:xfrm>
            <a:custGeom>
              <a:avLst/>
              <a:gdLst/>
              <a:ahLst/>
              <a:cxnLst/>
              <a:rect l="l" t="t" r="r" b="b"/>
              <a:pathLst>
                <a:path w="207" h="255" extrusionOk="0">
                  <a:moveTo>
                    <a:pt x="113" y="0"/>
                  </a:moveTo>
                  <a:cubicBezTo>
                    <a:pt x="92" y="0"/>
                    <a:pt x="73" y="8"/>
                    <a:pt x="54" y="28"/>
                  </a:cubicBezTo>
                  <a:cubicBezTo>
                    <a:pt x="37" y="28"/>
                    <a:pt x="17" y="65"/>
                    <a:pt x="0" y="81"/>
                  </a:cubicBezTo>
                  <a:lnTo>
                    <a:pt x="0" y="168"/>
                  </a:lnTo>
                  <a:cubicBezTo>
                    <a:pt x="17" y="201"/>
                    <a:pt x="37" y="234"/>
                    <a:pt x="70" y="254"/>
                  </a:cubicBezTo>
                  <a:cubicBezTo>
                    <a:pt x="120" y="201"/>
                    <a:pt x="157" y="151"/>
                    <a:pt x="206" y="81"/>
                  </a:cubicBezTo>
                  <a:cubicBezTo>
                    <a:pt x="206" y="48"/>
                    <a:pt x="173" y="28"/>
                    <a:pt x="157" y="11"/>
                  </a:cubicBezTo>
                  <a:cubicBezTo>
                    <a:pt x="141" y="4"/>
                    <a:pt x="127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3809600" y="24335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1" y="1"/>
                  </a:moveTo>
                  <a:cubicBezTo>
                    <a:pt x="103" y="1"/>
                    <a:pt x="70" y="1"/>
                    <a:pt x="54" y="34"/>
                  </a:cubicBezTo>
                  <a:cubicBezTo>
                    <a:pt x="0" y="71"/>
                    <a:pt x="0" y="157"/>
                    <a:pt x="37" y="207"/>
                  </a:cubicBezTo>
                  <a:cubicBezTo>
                    <a:pt x="54" y="240"/>
                    <a:pt x="87" y="260"/>
                    <a:pt x="103" y="260"/>
                  </a:cubicBezTo>
                  <a:cubicBezTo>
                    <a:pt x="141" y="260"/>
                    <a:pt x="174" y="260"/>
                    <a:pt x="190" y="223"/>
                  </a:cubicBezTo>
                  <a:cubicBezTo>
                    <a:pt x="244" y="190"/>
                    <a:pt x="244" y="104"/>
                    <a:pt x="206" y="54"/>
                  </a:cubicBezTo>
                  <a:cubicBezTo>
                    <a:pt x="190" y="34"/>
                    <a:pt x="174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3815275" y="2293400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23" y="0"/>
                  </a:moveTo>
                  <a:cubicBezTo>
                    <a:pt x="98" y="0"/>
                    <a:pt x="73" y="12"/>
                    <a:pt x="50" y="23"/>
                  </a:cubicBezTo>
                  <a:cubicBezTo>
                    <a:pt x="33" y="40"/>
                    <a:pt x="17" y="56"/>
                    <a:pt x="0" y="93"/>
                  </a:cubicBezTo>
                  <a:lnTo>
                    <a:pt x="0" y="176"/>
                  </a:lnTo>
                  <a:cubicBezTo>
                    <a:pt x="17" y="213"/>
                    <a:pt x="33" y="246"/>
                    <a:pt x="66" y="246"/>
                  </a:cubicBezTo>
                  <a:cubicBezTo>
                    <a:pt x="80" y="255"/>
                    <a:pt x="95" y="259"/>
                    <a:pt x="110" y="259"/>
                  </a:cubicBezTo>
                  <a:cubicBezTo>
                    <a:pt x="151" y="259"/>
                    <a:pt x="191" y="227"/>
                    <a:pt x="206" y="176"/>
                  </a:cubicBezTo>
                  <a:cubicBezTo>
                    <a:pt x="239" y="110"/>
                    <a:pt x="206" y="40"/>
                    <a:pt x="153" y="7"/>
                  </a:cubicBezTo>
                  <a:cubicBezTo>
                    <a:pt x="143" y="2"/>
                    <a:pt x="133" y="0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3810925" y="2465575"/>
              <a:ext cx="6025" cy="6625"/>
            </a:xfrm>
            <a:custGeom>
              <a:avLst/>
              <a:gdLst/>
              <a:ahLst/>
              <a:cxnLst/>
              <a:rect l="l" t="t" r="r" b="b"/>
              <a:pathLst>
                <a:path w="241" h="265" extrusionOk="0">
                  <a:moveTo>
                    <a:pt x="121" y="0"/>
                  </a:moveTo>
                  <a:cubicBezTo>
                    <a:pt x="115" y="0"/>
                    <a:pt x="110" y="2"/>
                    <a:pt x="104" y="9"/>
                  </a:cubicBezTo>
                  <a:cubicBezTo>
                    <a:pt x="71" y="9"/>
                    <a:pt x="50" y="26"/>
                    <a:pt x="34" y="59"/>
                  </a:cubicBezTo>
                  <a:cubicBezTo>
                    <a:pt x="17" y="75"/>
                    <a:pt x="1" y="112"/>
                    <a:pt x="17" y="145"/>
                  </a:cubicBezTo>
                  <a:cubicBezTo>
                    <a:pt x="17" y="178"/>
                    <a:pt x="34" y="215"/>
                    <a:pt x="50" y="232"/>
                  </a:cubicBezTo>
                  <a:cubicBezTo>
                    <a:pt x="88" y="248"/>
                    <a:pt x="104" y="265"/>
                    <a:pt x="137" y="265"/>
                  </a:cubicBezTo>
                  <a:cubicBezTo>
                    <a:pt x="207" y="248"/>
                    <a:pt x="240" y="178"/>
                    <a:pt x="224" y="112"/>
                  </a:cubicBezTo>
                  <a:cubicBezTo>
                    <a:pt x="224" y="75"/>
                    <a:pt x="207" y="42"/>
                    <a:pt x="191" y="26"/>
                  </a:cubicBezTo>
                  <a:cubicBezTo>
                    <a:pt x="174" y="26"/>
                    <a:pt x="174" y="9"/>
                    <a:pt x="153" y="9"/>
                  </a:cubicBezTo>
                  <a:cubicBezTo>
                    <a:pt x="142" y="9"/>
                    <a:pt x="132" y="0"/>
                    <a:pt x="1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3811750" y="2369925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4" y="1"/>
                  </a:moveTo>
                  <a:cubicBezTo>
                    <a:pt x="71" y="1"/>
                    <a:pt x="55" y="22"/>
                    <a:pt x="38" y="38"/>
                  </a:cubicBezTo>
                  <a:cubicBezTo>
                    <a:pt x="17" y="71"/>
                    <a:pt x="1" y="104"/>
                    <a:pt x="1" y="158"/>
                  </a:cubicBezTo>
                  <a:cubicBezTo>
                    <a:pt x="1" y="191"/>
                    <a:pt x="17" y="228"/>
                    <a:pt x="55" y="244"/>
                  </a:cubicBezTo>
                  <a:cubicBezTo>
                    <a:pt x="71" y="261"/>
                    <a:pt x="104" y="261"/>
                    <a:pt x="141" y="261"/>
                  </a:cubicBezTo>
                  <a:cubicBezTo>
                    <a:pt x="191" y="261"/>
                    <a:pt x="224" y="191"/>
                    <a:pt x="224" y="125"/>
                  </a:cubicBezTo>
                  <a:lnTo>
                    <a:pt x="224" y="104"/>
                  </a:lnTo>
                  <a:cubicBezTo>
                    <a:pt x="224" y="71"/>
                    <a:pt x="191" y="38"/>
                    <a:pt x="158" y="22"/>
                  </a:cubicBezTo>
                  <a:cubicBezTo>
                    <a:pt x="141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3814750" y="2325725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24" y="0"/>
                  </a:moveTo>
                  <a:cubicBezTo>
                    <a:pt x="87" y="0"/>
                    <a:pt x="71" y="17"/>
                    <a:pt x="38" y="37"/>
                  </a:cubicBezTo>
                  <a:cubicBezTo>
                    <a:pt x="21" y="54"/>
                    <a:pt x="0" y="87"/>
                    <a:pt x="0" y="120"/>
                  </a:cubicBezTo>
                  <a:cubicBezTo>
                    <a:pt x="0" y="157"/>
                    <a:pt x="0" y="190"/>
                    <a:pt x="21" y="223"/>
                  </a:cubicBezTo>
                  <a:cubicBezTo>
                    <a:pt x="38" y="243"/>
                    <a:pt x="71" y="260"/>
                    <a:pt x="104" y="260"/>
                  </a:cubicBezTo>
                  <a:cubicBezTo>
                    <a:pt x="110" y="265"/>
                    <a:pt x="117" y="267"/>
                    <a:pt x="124" y="267"/>
                  </a:cubicBezTo>
                  <a:cubicBezTo>
                    <a:pt x="142" y="267"/>
                    <a:pt x="162" y="255"/>
                    <a:pt x="174" y="243"/>
                  </a:cubicBezTo>
                  <a:cubicBezTo>
                    <a:pt x="227" y="190"/>
                    <a:pt x="244" y="103"/>
                    <a:pt x="190" y="54"/>
                  </a:cubicBezTo>
                  <a:cubicBezTo>
                    <a:pt x="190" y="37"/>
                    <a:pt x="174" y="17"/>
                    <a:pt x="157" y="17"/>
                  </a:cubicBezTo>
                  <a:cubicBezTo>
                    <a:pt x="141" y="17"/>
                    <a:pt x="141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3813925" y="2245825"/>
              <a:ext cx="6000" cy="6950"/>
            </a:xfrm>
            <a:custGeom>
              <a:avLst/>
              <a:gdLst/>
              <a:ahLst/>
              <a:cxnLst/>
              <a:rect l="l" t="t" r="r" b="b"/>
              <a:pathLst>
                <a:path w="240" h="278" extrusionOk="0">
                  <a:moveTo>
                    <a:pt x="137" y="1"/>
                  </a:moveTo>
                  <a:cubicBezTo>
                    <a:pt x="120" y="1"/>
                    <a:pt x="87" y="17"/>
                    <a:pt x="71" y="38"/>
                  </a:cubicBezTo>
                  <a:cubicBezTo>
                    <a:pt x="17" y="88"/>
                    <a:pt x="1" y="174"/>
                    <a:pt x="54" y="224"/>
                  </a:cubicBezTo>
                  <a:cubicBezTo>
                    <a:pt x="71" y="244"/>
                    <a:pt x="87" y="261"/>
                    <a:pt x="120" y="277"/>
                  </a:cubicBezTo>
                  <a:cubicBezTo>
                    <a:pt x="157" y="277"/>
                    <a:pt x="174" y="261"/>
                    <a:pt x="207" y="244"/>
                  </a:cubicBezTo>
                  <a:cubicBezTo>
                    <a:pt x="223" y="224"/>
                    <a:pt x="240" y="191"/>
                    <a:pt x="240" y="158"/>
                  </a:cubicBezTo>
                  <a:cubicBezTo>
                    <a:pt x="240" y="121"/>
                    <a:pt x="240" y="88"/>
                    <a:pt x="223" y="55"/>
                  </a:cubicBezTo>
                  <a:cubicBezTo>
                    <a:pt x="207" y="38"/>
                    <a:pt x="190" y="17"/>
                    <a:pt x="174" y="17"/>
                  </a:cubicBezTo>
                  <a:cubicBezTo>
                    <a:pt x="157" y="17"/>
                    <a:pt x="157" y="17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3844425" y="2412925"/>
              <a:ext cx="6025" cy="6675"/>
            </a:xfrm>
            <a:custGeom>
              <a:avLst/>
              <a:gdLst/>
              <a:ahLst/>
              <a:cxnLst/>
              <a:rect l="l" t="t" r="r" b="b"/>
              <a:pathLst>
                <a:path w="241" h="267" extrusionOk="0">
                  <a:moveTo>
                    <a:pt x="104" y="0"/>
                  </a:moveTo>
                  <a:cubicBezTo>
                    <a:pt x="50" y="17"/>
                    <a:pt x="1" y="87"/>
                    <a:pt x="17" y="157"/>
                  </a:cubicBezTo>
                  <a:cubicBezTo>
                    <a:pt x="17" y="190"/>
                    <a:pt x="34" y="223"/>
                    <a:pt x="71" y="239"/>
                  </a:cubicBezTo>
                  <a:cubicBezTo>
                    <a:pt x="83" y="254"/>
                    <a:pt x="103" y="267"/>
                    <a:pt x="120" y="267"/>
                  </a:cubicBezTo>
                  <a:cubicBezTo>
                    <a:pt x="126" y="267"/>
                    <a:pt x="132" y="265"/>
                    <a:pt x="137" y="260"/>
                  </a:cubicBezTo>
                  <a:cubicBezTo>
                    <a:pt x="207" y="260"/>
                    <a:pt x="240" y="190"/>
                    <a:pt x="240" y="120"/>
                  </a:cubicBezTo>
                  <a:cubicBezTo>
                    <a:pt x="240" y="87"/>
                    <a:pt x="224" y="54"/>
                    <a:pt x="191" y="33"/>
                  </a:cubicBezTo>
                  <a:cubicBezTo>
                    <a:pt x="191" y="17"/>
                    <a:pt x="174" y="17"/>
                    <a:pt x="174" y="17"/>
                  </a:cubicBezTo>
                  <a:cubicBezTo>
                    <a:pt x="153" y="0"/>
                    <a:pt x="137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3800225" y="232650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32" y="0"/>
                  </a:moveTo>
                  <a:cubicBezTo>
                    <a:pt x="83" y="0"/>
                    <a:pt x="43" y="32"/>
                    <a:pt x="17" y="72"/>
                  </a:cubicBezTo>
                  <a:cubicBezTo>
                    <a:pt x="0" y="142"/>
                    <a:pt x="33" y="229"/>
                    <a:pt x="87" y="245"/>
                  </a:cubicBezTo>
                  <a:cubicBezTo>
                    <a:pt x="103" y="262"/>
                    <a:pt x="120" y="262"/>
                    <a:pt x="136" y="262"/>
                  </a:cubicBezTo>
                  <a:cubicBezTo>
                    <a:pt x="169" y="245"/>
                    <a:pt x="206" y="229"/>
                    <a:pt x="223" y="175"/>
                  </a:cubicBezTo>
                  <a:cubicBezTo>
                    <a:pt x="239" y="126"/>
                    <a:pt x="239" y="72"/>
                    <a:pt x="206" y="39"/>
                  </a:cubicBezTo>
                  <a:cubicBezTo>
                    <a:pt x="206" y="23"/>
                    <a:pt x="190" y="23"/>
                    <a:pt x="169" y="6"/>
                  </a:cubicBezTo>
                  <a:cubicBezTo>
                    <a:pt x="156" y="2"/>
                    <a:pt x="144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3810100" y="2417250"/>
              <a:ext cx="6025" cy="6575"/>
            </a:xfrm>
            <a:custGeom>
              <a:avLst/>
              <a:gdLst/>
              <a:ahLst/>
              <a:cxnLst/>
              <a:rect l="l" t="t" r="r" b="b"/>
              <a:pathLst>
                <a:path w="241" h="263" extrusionOk="0">
                  <a:moveTo>
                    <a:pt x="104" y="0"/>
                  </a:moveTo>
                  <a:cubicBezTo>
                    <a:pt x="34" y="17"/>
                    <a:pt x="1" y="87"/>
                    <a:pt x="1" y="153"/>
                  </a:cubicBezTo>
                  <a:cubicBezTo>
                    <a:pt x="17" y="190"/>
                    <a:pt x="17" y="223"/>
                    <a:pt x="50" y="239"/>
                  </a:cubicBezTo>
                  <a:cubicBezTo>
                    <a:pt x="62" y="251"/>
                    <a:pt x="84" y="263"/>
                    <a:pt x="108" y="263"/>
                  </a:cubicBezTo>
                  <a:cubicBezTo>
                    <a:pt x="117" y="263"/>
                    <a:pt x="127" y="261"/>
                    <a:pt x="137" y="256"/>
                  </a:cubicBezTo>
                  <a:cubicBezTo>
                    <a:pt x="186" y="256"/>
                    <a:pt x="240" y="190"/>
                    <a:pt x="224" y="120"/>
                  </a:cubicBezTo>
                  <a:cubicBezTo>
                    <a:pt x="224" y="87"/>
                    <a:pt x="207" y="50"/>
                    <a:pt x="170" y="33"/>
                  </a:cubicBezTo>
                  <a:cubicBezTo>
                    <a:pt x="170" y="17"/>
                    <a:pt x="170" y="17"/>
                    <a:pt x="154" y="17"/>
                  </a:cubicBezTo>
                  <a:cubicBezTo>
                    <a:pt x="137" y="0"/>
                    <a:pt x="121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3809600" y="2386825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22" y="1"/>
                  </a:moveTo>
                  <a:cubicBezTo>
                    <a:pt x="78" y="1"/>
                    <a:pt x="45" y="32"/>
                    <a:pt x="21" y="84"/>
                  </a:cubicBezTo>
                  <a:cubicBezTo>
                    <a:pt x="0" y="149"/>
                    <a:pt x="37" y="220"/>
                    <a:pt x="87" y="253"/>
                  </a:cubicBezTo>
                  <a:cubicBezTo>
                    <a:pt x="97" y="256"/>
                    <a:pt x="107" y="258"/>
                    <a:pt x="118" y="258"/>
                  </a:cubicBezTo>
                  <a:cubicBezTo>
                    <a:pt x="164" y="258"/>
                    <a:pt x="210" y="224"/>
                    <a:pt x="227" y="170"/>
                  </a:cubicBezTo>
                  <a:cubicBezTo>
                    <a:pt x="260" y="117"/>
                    <a:pt x="227" y="30"/>
                    <a:pt x="174" y="13"/>
                  </a:cubicBezTo>
                  <a:cubicBezTo>
                    <a:pt x="155" y="5"/>
                    <a:pt x="138" y="1"/>
                    <a:pt x="1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4105100" y="22553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7" y="0"/>
                  </a:moveTo>
                  <a:cubicBezTo>
                    <a:pt x="120" y="0"/>
                    <a:pt x="87" y="0"/>
                    <a:pt x="71" y="17"/>
                  </a:cubicBezTo>
                  <a:cubicBezTo>
                    <a:pt x="17" y="70"/>
                    <a:pt x="1" y="153"/>
                    <a:pt x="54" y="206"/>
                  </a:cubicBezTo>
                  <a:cubicBezTo>
                    <a:pt x="71" y="239"/>
                    <a:pt x="87" y="256"/>
                    <a:pt x="120" y="256"/>
                  </a:cubicBezTo>
                  <a:cubicBezTo>
                    <a:pt x="157" y="256"/>
                    <a:pt x="174" y="256"/>
                    <a:pt x="207" y="223"/>
                  </a:cubicBezTo>
                  <a:cubicBezTo>
                    <a:pt x="223" y="206"/>
                    <a:pt x="240" y="173"/>
                    <a:pt x="240" y="136"/>
                  </a:cubicBezTo>
                  <a:cubicBezTo>
                    <a:pt x="240" y="103"/>
                    <a:pt x="240" y="70"/>
                    <a:pt x="223" y="50"/>
                  </a:cubicBezTo>
                  <a:cubicBezTo>
                    <a:pt x="207" y="33"/>
                    <a:pt x="190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"/>
            <p:cNvSpPr/>
            <p:nvPr/>
          </p:nvSpPr>
          <p:spPr>
            <a:xfrm>
              <a:off x="3802375" y="2402500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35" y="1"/>
                  </a:moveTo>
                  <a:cubicBezTo>
                    <a:pt x="81" y="1"/>
                    <a:pt x="31" y="31"/>
                    <a:pt x="17" y="75"/>
                  </a:cubicBezTo>
                  <a:cubicBezTo>
                    <a:pt x="1" y="141"/>
                    <a:pt x="34" y="228"/>
                    <a:pt x="83" y="244"/>
                  </a:cubicBezTo>
                  <a:cubicBezTo>
                    <a:pt x="98" y="254"/>
                    <a:pt x="114" y="259"/>
                    <a:pt x="129" y="259"/>
                  </a:cubicBezTo>
                  <a:cubicBezTo>
                    <a:pt x="171" y="259"/>
                    <a:pt x="211" y="226"/>
                    <a:pt x="223" y="178"/>
                  </a:cubicBezTo>
                  <a:cubicBezTo>
                    <a:pt x="240" y="108"/>
                    <a:pt x="223" y="38"/>
                    <a:pt x="170" y="5"/>
                  </a:cubicBezTo>
                  <a:cubicBezTo>
                    <a:pt x="158" y="2"/>
                    <a:pt x="146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"/>
            <p:cNvSpPr/>
            <p:nvPr/>
          </p:nvSpPr>
          <p:spPr>
            <a:xfrm>
              <a:off x="3803200" y="24503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34" y="17"/>
                    <a:pt x="1" y="67"/>
                    <a:pt x="17" y="153"/>
                  </a:cubicBezTo>
                  <a:cubicBezTo>
                    <a:pt x="17" y="186"/>
                    <a:pt x="34" y="207"/>
                    <a:pt x="50" y="223"/>
                  </a:cubicBezTo>
                  <a:cubicBezTo>
                    <a:pt x="71" y="256"/>
                    <a:pt x="104" y="256"/>
                    <a:pt x="137" y="256"/>
                  </a:cubicBezTo>
                  <a:cubicBezTo>
                    <a:pt x="174" y="256"/>
                    <a:pt x="190" y="223"/>
                    <a:pt x="207" y="207"/>
                  </a:cubicBezTo>
                  <a:cubicBezTo>
                    <a:pt x="223" y="170"/>
                    <a:pt x="240" y="137"/>
                    <a:pt x="223" y="104"/>
                  </a:cubicBezTo>
                  <a:cubicBezTo>
                    <a:pt x="223" y="67"/>
                    <a:pt x="207" y="34"/>
                    <a:pt x="190" y="17"/>
                  </a:cubicBezTo>
                  <a:cubicBezTo>
                    <a:pt x="174" y="17"/>
                    <a:pt x="174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3806200" y="24829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87" y="1"/>
                  </a:moveTo>
                  <a:cubicBezTo>
                    <a:pt x="33" y="38"/>
                    <a:pt x="0" y="87"/>
                    <a:pt x="17" y="157"/>
                  </a:cubicBezTo>
                  <a:cubicBezTo>
                    <a:pt x="17" y="190"/>
                    <a:pt x="33" y="207"/>
                    <a:pt x="54" y="244"/>
                  </a:cubicBezTo>
                  <a:cubicBezTo>
                    <a:pt x="87" y="260"/>
                    <a:pt x="120" y="260"/>
                    <a:pt x="136" y="260"/>
                  </a:cubicBezTo>
                  <a:cubicBezTo>
                    <a:pt x="206" y="244"/>
                    <a:pt x="239" y="174"/>
                    <a:pt x="239" y="104"/>
                  </a:cubicBezTo>
                  <a:cubicBezTo>
                    <a:pt x="239" y="104"/>
                    <a:pt x="223" y="87"/>
                    <a:pt x="223" y="71"/>
                  </a:cubicBezTo>
                  <a:cubicBezTo>
                    <a:pt x="206" y="38"/>
                    <a:pt x="190" y="17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3811350" y="234077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4" y="0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7" y="190"/>
                    <a:pt x="17" y="223"/>
                    <a:pt x="54" y="239"/>
                  </a:cubicBezTo>
                  <a:cubicBezTo>
                    <a:pt x="66" y="254"/>
                    <a:pt x="86" y="267"/>
                    <a:pt x="109" y="267"/>
                  </a:cubicBezTo>
                  <a:cubicBezTo>
                    <a:pt x="118" y="267"/>
                    <a:pt x="127" y="265"/>
                    <a:pt x="136" y="260"/>
                  </a:cubicBezTo>
                  <a:cubicBezTo>
                    <a:pt x="190" y="260"/>
                    <a:pt x="240" y="190"/>
                    <a:pt x="223" y="120"/>
                  </a:cubicBezTo>
                  <a:cubicBezTo>
                    <a:pt x="223" y="70"/>
                    <a:pt x="190" y="33"/>
                    <a:pt x="157" y="17"/>
                  </a:cubicBezTo>
                  <a:cubicBezTo>
                    <a:pt x="136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4108100" y="2285425"/>
              <a:ext cx="6525" cy="6575"/>
            </a:xfrm>
            <a:custGeom>
              <a:avLst/>
              <a:gdLst/>
              <a:ahLst/>
              <a:cxnLst/>
              <a:rect l="l" t="t" r="r" b="b"/>
              <a:pathLst>
                <a:path w="261" h="263" extrusionOk="0">
                  <a:moveTo>
                    <a:pt x="140" y="0"/>
                  </a:moveTo>
                  <a:cubicBezTo>
                    <a:pt x="103" y="0"/>
                    <a:pt x="87" y="17"/>
                    <a:pt x="54" y="33"/>
                  </a:cubicBezTo>
                  <a:cubicBezTo>
                    <a:pt x="17" y="66"/>
                    <a:pt x="0" y="153"/>
                    <a:pt x="37" y="223"/>
                  </a:cubicBezTo>
                  <a:cubicBezTo>
                    <a:pt x="70" y="239"/>
                    <a:pt x="87" y="256"/>
                    <a:pt x="120" y="256"/>
                  </a:cubicBezTo>
                  <a:cubicBezTo>
                    <a:pt x="131" y="261"/>
                    <a:pt x="140" y="263"/>
                    <a:pt x="148" y="263"/>
                  </a:cubicBezTo>
                  <a:cubicBezTo>
                    <a:pt x="168" y="263"/>
                    <a:pt x="183" y="251"/>
                    <a:pt x="206" y="239"/>
                  </a:cubicBezTo>
                  <a:cubicBezTo>
                    <a:pt x="244" y="186"/>
                    <a:pt x="260" y="103"/>
                    <a:pt x="223" y="50"/>
                  </a:cubicBezTo>
                  <a:cubicBezTo>
                    <a:pt x="206" y="33"/>
                    <a:pt x="190" y="17"/>
                    <a:pt x="173" y="17"/>
                  </a:cubicBezTo>
                  <a:cubicBezTo>
                    <a:pt x="157" y="0"/>
                    <a:pt x="157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4113250" y="2269725"/>
              <a:ext cx="6100" cy="6650"/>
            </a:xfrm>
            <a:custGeom>
              <a:avLst/>
              <a:gdLst/>
              <a:ahLst/>
              <a:cxnLst/>
              <a:rect l="l" t="t" r="r" b="b"/>
              <a:pathLst>
                <a:path w="244" h="266" extrusionOk="0">
                  <a:moveTo>
                    <a:pt x="134" y="1"/>
                  </a:moveTo>
                  <a:cubicBezTo>
                    <a:pt x="126" y="1"/>
                    <a:pt x="116" y="3"/>
                    <a:pt x="103" y="10"/>
                  </a:cubicBezTo>
                  <a:cubicBezTo>
                    <a:pt x="54" y="10"/>
                    <a:pt x="0" y="76"/>
                    <a:pt x="17" y="146"/>
                  </a:cubicBezTo>
                  <a:cubicBezTo>
                    <a:pt x="17" y="179"/>
                    <a:pt x="38" y="216"/>
                    <a:pt x="71" y="232"/>
                  </a:cubicBezTo>
                  <a:cubicBezTo>
                    <a:pt x="87" y="249"/>
                    <a:pt x="120" y="265"/>
                    <a:pt x="141" y="265"/>
                  </a:cubicBezTo>
                  <a:cubicBezTo>
                    <a:pt x="207" y="249"/>
                    <a:pt x="244" y="179"/>
                    <a:pt x="244" y="113"/>
                  </a:cubicBezTo>
                  <a:cubicBezTo>
                    <a:pt x="223" y="76"/>
                    <a:pt x="223" y="43"/>
                    <a:pt x="190" y="26"/>
                  </a:cubicBezTo>
                  <a:lnTo>
                    <a:pt x="174" y="10"/>
                  </a:lnTo>
                  <a:cubicBezTo>
                    <a:pt x="163" y="10"/>
                    <a:pt x="152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4112000" y="2240075"/>
              <a:ext cx="6025" cy="6725"/>
            </a:xfrm>
            <a:custGeom>
              <a:avLst/>
              <a:gdLst/>
              <a:ahLst/>
              <a:cxnLst/>
              <a:rect l="l" t="t" r="r" b="b"/>
              <a:pathLst>
                <a:path w="241" h="269" extrusionOk="0">
                  <a:moveTo>
                    <a:pt x="121" y="1"/>
                  </a:moveTo>
                  <a:cubicBezTo>
                    <a:pt x="115" y="1"/>
                    <a:pt x="110" y="3"/>
                    <a:pt x="104" y="8"/>
                  </a:cubicBezTo>
                  <a:cubicBezTo>
                    <a:pt x="50" y="8"/>
                    <a:pt x="1" y="78"/>
                    <a:pt x="17" y="144"/>
                  </a:cubicBezTo>
                  <a:cubicBezTo>
                    <a:pt x="17" y="181"/>
                    <a:pt x="34" y="214"/>
                    <a:pt x="50" y="231"/>
                  </a:cubicBezTo>
                  <a:cubicBezTo>
                    <a:pt x="88" y="247"/>
                    <a:pt x="104" y="268"/>
                    <a:pt x="137" y="268"/>
                  </a:cubicBezTo>
                  <a:cubicBezTo>
                    <a:pt x="170" y="247"/>
                    <a:pt x="191" y="231"/>
                    <a:pt x="207" y="214"/>
                  </a:cubicBezTo>
                  <a:cubicBezTo>
                    <a:pt x="224" y="181"/>
                    <a:pt x="240" y="144"/>
                    <a:pt x="240" y="111"/>
                  </a:cubicBezTo>
                  <a:cubicBezTo>
                    <a:pt x="224" y="78"/>
                    <a:pt x="207" y="41"/>
                    <a:pt x="191" y="25"/>
                  </a:cubicBezTo>
                  <a:cubicBezTo>
                    <a:pt x="191" y="25"/>
                    <a:pt x="170" y="8"/>
                    <a:pt x="153" y="8"/>
                  </a:cubicBezTo>
                  <a:cubicBezTo>
                    <a:pt x="142" y="8"/>
                    <a:pt x="131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4109025" y="231597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16" y="0"/>
                  </a:moveTo>
                  <a:cubicBezTo>
                    <a:pt x="69" y="0"/>
                    <a:pt x="29" y="33"/>
                    <a:pt x="17" y="81"/>
                  </a:cubicBezTo>
                  <a:cubicBezTo>
                    <a:pt x="0" y="151"/>
                    <a:pt x="33" y="238"/>
                    <a:pt x="83" y="254"/>
                  </a:cubicBezTo>
                  <a:cubicBezTo>
                    <a:pt x="97" y="263"/>
                    <a:pt x="112" y="267"/>
                    <a:pt x="128" y="267"/>
                  </a:cubicBezTo>
                  <a:cubicBezTo>
                    <a:pt x="170" y="267"/>
                    <a:pt x="211" y="236"/>
                    <a:pt x="223" y="184"/>
                  </a:cubicBezTo>
                  <a:cubicBezTo>
                    <a:pt x="240" y="118"/>
                    <a:pt x="223" y="48"/>
                    <a:pt x="169" y="15"/>
                  </a:cubicBezTo>
                  <a:cubicBezTo>
                    <a:pt x="151" y="5"/>
                    <a:pt x="133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4116750" y="2391775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19" y="1"/>
                  </a:moveTo>
                  <a:cubicBezTo>
                    <a:pt x="67" y="1"/>
                    <a:pt x="28" y="34"/>
                    <a:pt x="1" y="92"/>
                  </a:cubicBezTo>
                  <a:lnTo>
                    <a:pt x="1" y="141"/>
                  </a:lnTo>
                  <a:cubicBezTo>
                    <a:pt x="1" y="195"/>
                    <a:pt x="34" y="244"/>
                    <a:pt x="67" y="261"/>
                  </a:cubicBezTo>
                  <a:cubicBezTo>
                    <a:pt x="77" y="266"/>
                    <a:pt x="88" y="269"/>
                    <a:pt x="100" y="269"/>
                  </a:cubicBezTo>
                  <a:cubicBezTo>
                    <a:pt x="130" y="269"/>
                    <a:pt x="162" y="252"/>
                    <a:pt x="186" y="228"/>
                  </a:cubicBezTo>
                  <a:cubicBezTo>
                    <a:pt x="186" y="211"/>
                    <a:pt x="207" y="195"/>
                    <a:pt x="207" y="178"/>
                  </a:cubicBezTo>
                  <a:cubicBezTo>
                    <a:pt x="240" y="108"/>
                    <a:pt x="207" y="38"/>
                    <a:pt x="153" y="5"/>
                  </a:cubicBezTo>
                  <a:cubicBezTo>
                    <a:pt x="141" y="2"/>
                    <a:pt x="130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4107275" y="23322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50" y="1"/>
                    <a:pt x="0" y="67"/>
                    <a:pt x="17" y="137"/>
                  </a:cubicBezTo>
                  <a:cubicBezTo>
                    <a:pt x="17" y="170"/>
                    <a:pt x="33" y="207"/>
                    <a:pt x="50" y="224"/>
                  </a:cubicBezTo>
                  <a:cubicBezTo>
                    <a:pt x="87" y="257"/>
                    <a:pt x="120" y="257"/>
                    <a:pt x="136" y="257"/>
                  </a:cubicBezTo>
                  <a:cubicBezTo>
                    <a:pt x="206" y="240"/>
                    <a:pt x="239" y="170"/>
                    <a:pt x="239" y="104"/>
                  </a:cubicBezTo>
                  <a:cubicBezTo>
                    <a:pt x="223" y="67"/>
                    <a:pt x="206" y="34"/>
                    <a:pt x="190" y="17"/>
                  </a:cubicBezTo>
                  <a:lnTo>
                    <a:pt x="17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4113250" y="23643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0"/>
                  </a:moveTo>
                  <a:cubicBezTo>
                    <a:pt x="54" y="17"/>
                    <a:pt x="0" y="87"/>
                    <a:pt x="17" y="157"/>
                  </a:cubicBezTo>
                  <a:cubicBezTo>
                    <a:pt x="17" y="190"/>
                    <a:pt x="38" y="206"/>
                    <a:pt x="54" y="244"/>
                  </a:cubicBezTo>
                  <a:cubicBezTo>
                    <a:pt x="87" y="260"/>
                    <a:pt x="103" y="260"/>
                    <a:pt x="141" y="260"/>
                  </a:cubicBezTo>
                  <a:cubicBezTo>
                    <a:pt x="174" y="260"/>
                    <a:pt x="190" y="244"/>
                    <a:pt x="207" y="206"/>
                  </a:cubicBezTo>
                  <a:cubicBezTo>
                    <a:pt x="223" y="173"/>
                    <a:pt x="244" y="140"/>
                    <a:pt x="223" y="103"/>
                  </a:cubicBezTo>
                  <a:cubicBezTo>
                    <a:pt x="223" y="70"/>
                    <a:pt x="207" y="54"/>
                    <a:pt x="190" y="17"/>
                  </a:cubicBezTo>
                  <a:cubicBezTo>
                    <a:pt x="174" y="17"/>
                    <a:pt x="174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4118000" y="2345500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87" y="1"/>
                  </a:moveTo>
                  <a:cubicBezTo>
                    <a:pt x="54" y="1"/>
                    <a:pt x="33" y="34"/>
                    <a:pt x="1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0" y="190"/>
                    <a:pt x="17" y="223"/>
                    <a:pt x="33" y="240"/>
                  </a:cubicBezTo>
                  <a:cubicBezTo>
                    <a:pt x="70" y="256"/>
                    <a:pt x="87" y="256"/>
                    <a:pt x="120" y="256"/>
                  </a:cubicBezTo>
                  <a:cubicBezTo>
                    <a:pt x="190" y="240"/>
                    <a:pt x="223" y="190"/>
                    <a:pt x="223" y="104"/>
                  </a:cubicBezTo>
                  <a:cubicBezTo>
                    <a:pt x="206" y="71"/>
                    <a:pt x="190" y="50"/>
                    <a:pt x="173" y="34"/>
                  </a:cubicBezTo>
                  <a:cubicBezTo>
                    <a:pt x="173" y="17"/>
                    <a:pt x="157" y="17"/>
                    <a:pt x="136" y="17"/>
                  </a:cubicBezTo>
                  <a:cubicBezTo>
                    <a:pt x="120" y="1"/>
                    <a:pt x="103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4107275" y="22101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33" y="21"/>
                    <a:pt x="0" y="71"/>
                    <a:pt x="0" y="157"/>
                  </a:cubicBezTo>
                  <a:cubicBezTo>
                    <a:pt x="17" y="190"/>
                    <a:pt x="17" y="207"/>
                    <a:pt x="50" y="244"/>
                  </a:cubicBezTo>
                  <a:cubicBezTo>
                    <a:pt x="70" y="260"/>
                    <a:pt x="103" y="260"/>
                    <a:pt x="136" y="260"/>
                  </a:cubicBezTo>
                  <a:cubicBezTo>
                    <a:pt x="190" y="244"/>
                    <a:pt x="239" y="174"/>
                    <a:pt x="223" y="103"/>
                  </a:cubicBezTo>
                  <a:cubicBezTo>
                    <a:pt x="223" y="71"/>
                    <a:pt x="206" y="38"/>
                    <a:pt x="173" y="21"/>
                  </a:cubicBezTo>
                  <a:cubicBezTo>
                    <a:pt x="173" y="21"/>
                    <a:pt x="153" y="21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4134800" y="22029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33" y="17"/>
                    <a:pt x="0" y="67"/>
                    <a:pt x="0" y="153"/>
                  </a:cubicBezTo>
                  <a:cubicBezTo>
                    <a:pt x="17" y="186"/>
                    <a:pt x="33" y="207"/>
                    <a:pt x="50" y="240"/>
                  </a:cubicBezTo>
                  <a:cubicBezTo>
                    <a:pt x="66" y="256"/>
                    <a:pt x="103" y="256"/>
                    <a:pt x="136" y="256"/>
                  </a:cubicBezTo>
                  <a:cubicBezTo>
                    <a:pt x="186" y="240"/>
                    <a:pt x="239" y="170"/>
                    <a:pt x="223" y="104"/>
                  </a:cubicBezTo>
                  <a:cubicBezTo>
                    <a:pt x="223" y="67"/>
                    <a:pt x="206" y="34"/>
                    <a:pt x="186" y="17"/>
                  </a:cubicBezTo>
                  <a:cubicBezTo>
                    <a:pt x="169" y="17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4140775" y="2186150"/>
              <a:ext cx="6400" cy="6525"/>
            </a:xfrm>
            <a:custGeom>
              <a:avLst/>
              <a:gdLst/>
              <a:ahLst/>
              <a:cxnLst/>
              <a:rect l="l" t="t" r="r" b="b"/>
              <a:pathLst>
                <a:path w="256" h="261" extrusionOk="0">
                  <a:moveTo>
                    <a:pt x="136" y="1"/>
                  </a:moveTo>
                  <a:cubicBezTo>
                    <a:pt x="120" y="1"/>
                    <a:pt x="87" y="1"/>
                    <a:pt x="70" y="34"/>
                  </a:cubicBezTo>
                  <a:cubicBezTo>
                    <a:pt x="17" y="71"/>
                    <a:pt x="0" y="157"/>
                    <a:pt x="50" y="207"/>
                  </a:cubicBezTo>
                  <a:cubicBezTo>
                    <a:pt x="70" y="240"/>
                    <a:pt x="87" y="261"/>
                    <a:pt x="120" y="261"/>
                  </a:cubicBezTo>
                  <a:cubicBezTo>
                    <a:pt x="153" y="261"/>
                    <a:pt x="173" y="261"/>
                    <a:pt x="206" y="240"/>
                  </a:cubicBezTo>
                  <a:cubicBezTo>
                    <a:pt x="256" y="190"/>
                    <a:pt x="256" y="104"/>
                    <a:pt x="223" y="54"/>
                  </a:cubicBezTo>
                  <a:cubicBezTo>
                    <a:pt x="206" y="34"/>
                    <a:pt x="190" y="17"/>
                    <a:pt x="173" y="17"/>
                  </a:cubicBezTo>
                  <a:cubicBezTo>
                    <a:pt x="173" y="1"/>
                    <a:pt x="15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4106450" y="237942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36" y="0"/>
                  </a:moveTo>
                  <a:cubicBezTo>
                    <a:pt x="103" y="0"/>
                    <a:pt x="83" y="0"/>
                    <a:pt x="50" y="33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0" y="239"/>
                    <a:pt x="83" y="260"/>
                    <a:pt x="120" y="260"/>
                  </a:cubicBezTo>
                  <a:cubicBezTo>
                    <a:pt x="136" y="260"/>
                    <a:pt x="169" y="260"/>
                    <a:pt x="186" y="223"/>
                  </a:cubicBezTo>
                  <a:cubicBezTo>
                    <a:pt x="223" y="206"/>
                    <a:pt x="223" y="173"/>
                    <a:pt x="239" y="136"/>
                  </a:cubicBezTo>
                  <a:cubicBezTo>
                    <a:pt x="239" y="103"/>
                    <a:pt x="223" y="70"/>
                    <a:pt x="206" y="54"/>
                  </a:cubicBezTo>
                  <a:cubicBezTo>
                    <a:pt x="206" y="33"/>
                    <a:pt x="186" y="17"/>
                    <a:pt x="1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4129125" y="2314575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3" y="1"/>
                  </a:moveTo>
                  <a:cubicBezTo>
                    <a:pt x="54" y="17"/>
                    <a:pt x="0" y="87"/>
                    <a:pt x="21" y="153"/>
                  </a:cubicBezTo>
                  <a:cubicBezTo>
                    <a:pt x="21" y="191"/>
                    <a:pt x="37" y="224"/>
                    <a:pt x="70" y="240"/>
                  </a:cubicBezTo>
                  <a:cubicBezTo>
                    <a:pt x="87" y="257"/>
                    <a:pt x="124" y="257"/>
                    <a:pt x="141" y="257"/>
                  </a:cubicBezTo>
                  <a:cubicBezTo>
                    <a:pt x="206" y="240"/>
                    <a:pt x="244" y="191"/>
                    <a:pt x="244" y="104"/>
                  </a:cubicBezTo>
                  <a:cubicBezTo>
                    <a:pt x="227" y="71"/>
                    <a:pt x="206" y="50"/>
                    <a:pt x="190" y="17"/>
                  </a:cubicBezTo>
                  <a:lnTo>
                    <a:pt x="174" y="17"/>
                  </a:lnTo>
                  <a:cubicBezTo>
                    <a:pt x="157" y="1"/>
                    <a:pt x="12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4105100" y="23519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0" y="0"/>
                  </a:moveTo>
                  <a:cubicBezTo>
                    <a:pt x="104" y="0"/>
                    <a:pt x="71" y="0"/>
                    <a:pt x="54" y="38"/>
                  </a:cubicBezTo>
                  <a:cubicBezTo>
                    <a:pt x="17" y="54"/>
                    <a:pt x="1" y="87"/>
                    <a:pt x="1" y="124"/>
                  </a:cubicBezTo>
                  <a:cubicBezTo>
                    <a:pt x="1" y="157"/>
                    <a:pt x="17" y="190"/>
                    <a:pt x="34" y="207"/>
                  </a:cubicBezTo>
                  <a:cubicBezTo>
                    <a:pt x="55" y="238"/>
                    <a:pt x="87" y="257"/>
                    <a:pt x="121" y="257"/>
                  </a:cubicBezTo>
                  <a:cubicBezTo>
                    <a:pt x="144" y="257"/>
                    <a:pt x="168" y="248"/>
                    <a:pt x="190" y="227"/>
                  </a:cubicBezTo>
                  <a:cubicBezTo>
                    <a:pt x="223" y="190"/>
                    <a:pt x="240" y="103"/>
                    <a:pt x="207" y="54"/>
                  </a:cubicBezTo>
                  <a:cubicBezTo>
                    <a:pt x="190" y="38"/>
                    <a:pt x="174" y="21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4140350" y="2232775"/>
              <a:ext cx="5600" cy="6700"/>
            </a:xfrm>
            <a:custGeom>
              <a:avLst/>
              <a:gdLst/>
              <a:ahLst/>
              <a:cxnLst/>
              <a:rect l="l" t="t" r="r" b="b"/>
              <a:pathLst>
                <a:path w="224" h="268" extrusionOk="0">
                  <a:moveTo>
                    <a:pt x="115" y="0"/>
                  </a:moveTo>
                  <a:cubicBezTo>
                    <a:pt x="107" y="0"/>
                    <a:pt x="98" y="2"/>
                    <a:pt x="87" y="8"/>
                  </a:cubicBezTo>
                  <a:cubicBezTo>
                    <a:pt x="34" y="8"/>
                    <a:pt x="1" y="78"/>
                    <a:pt x="1" y="148"/>
                  </a:cubicBezTo>
                  <a:cubicBezTo>
                    <a:pt x="1" y="181"/>
                    <a:pt x="17" y="214"/>
                    <a:pt x="50" y="230"/>
                  </a:cubicBezTo>
                  <a:cubicBezTo>
                    <a:pt x="67" y="251"/>
                    <a:pt x="104" y="267"/>
                    <a:pt x="120" y="267"/>
                  </a:cubicBezTo>
                  <a:cubicBezTo>
                    <a:pt x="190" y="251"/>
                    <a:pt x="223" y="181"/>
                    <a:pt x="223" y="111"/>
                  </a:cubicBezTo>
                  <a:cubicBezTo>
                    <a:pt x="223" y="78"/>
                    <a:pt x="207" y="45"/>
                    <a:pt x="170" y="24"/>
                  </a:cubicBezTo>
                  <a:lnTo>
                    <a:pt x="153" y="8"/>
                  </a:lnTo>
                  <a:cubicBezTo>
                    <a:pt x="142" y="8"/>
                    <a:pt x="131" y="0"/>
                    <a:pt x="1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4117175" y="2302850"/>
              <a:ext cx="6400" cy="6525"/>
            </a:xfrm>
            <a:custGeom>
              <a:avLst/>
              <a:gdLst/>
              <a:ahLst/>
              <a:cxnLst/>
              <a:rect l="l" t="t" r="r" b="b"/>
              <a:pathLst>
                <a:path w="256" h="261" extrusionOk="0">
                  <a:moveTo>
                    <a:pt x="138" y="0"/>
                  </a:moveTo>
                  <a:cubicBezTo>
                    <a:pt x="87" y="0"/>
                    <a:pt x="44" y="35"/>
                    <a:pt x="17" y="91"/>
                  </a:cubicBezTo>
                  <a:cubicBezTo>
                    <a:pt x="0" y="161"/>
                    <a:pt x="33" y="231"/>
                    <a:pt x="87" y="247"/>
                  </a:cubicBezTo>
                  <a:cubicBezTo>
                    <a:pt x="100" y="256"/>
                    <a:pt x="114" y="260"/>
                    <a:pt x="129" y="260"/>
                  </a:cubicBezTo>
                  <a:cubicBezTo>
                    <a:pt x="170" y="260"/>
                    <a:pt x="211" y="229"/>
                    <a:pt x="223" y="177"/>
                  </a:cubicBezTo>
                  <a:cubicBezTo>
                    <a:pt x="256" y="107"/>
                    <a:pt x="223" y="41"/>
                    <a:pt x="169" y="4"/>
                  </a:cubicBezTo>
                  <a:cubicBezTo>
                    <a:pt x="159" y="1"/>
                    <a:pt x="148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4119325" y="2421850"/>
              <a:ext cx="6425" cy="6450"/>
            </a:xfrm>
            <a:custGeom>
              <a:avLst/>
              <a:gdLst/>
              <a:ahLst/>
              <a:cxnLst/>
              <a:rect l="l" t="t" r="r" b="b"/>
              <a:pathLst>
                <a:path w="257" h="258" extrusionOk="0">
                  <a:moveTo>
                    <a:pt x="140" y="0"/>
                  </a:moveTo>
                  <a:cubicBezTo>
                    <a:pt x="96" y="0"/>
                    <a:pt x="47" y="35"/>
                    <a:pt x="34" y="88"/>
                  </a:cubicBezTo>
                  <a:cubicBezTo>
                    <a:pt x="1" y="159"/>
                    <a:pt x="34" y="229"/>
                    <a:pt x="83" y="245"/>
                  </a:cubicBezTo>
                  <a:cubicBezTo>
                    <a:pt x="102" y="254"/>
                    <a:pt x="119" y="258"/>
                    <a:pt x="135" y="258"/>
                  </a:cubicBezTo>
                  <a:cubicBezTo>
                    <a:pt x="180" y="258"/>
                    <a:pt x="216" y="226"/>
                    <a:pt x="240" y="175"/>
                  </a:cubicBezTo>
                  <a:cubicBezTo>
                    <a:pt x="256" y="109"/>
                    <a:pt x="223" y="39"/>
                    <a:pt x="170" y="6"/>
                  </a:cubicBezTo>
                  <a:cubicBezTo>
                    <a:pt x="160" y="2"/>
                    <a:pt x="150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4120575" y="22523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3" y="1"/>
                  </a:moveTo>
                  <a:cubicBezTo>
                    <a:pt x="33" y="17"/>
                    <a:pt x="0" y="87"/>
                    <a:pt x="17" y="153"/>
                  </a:cubicBezTo>
                  <a:cubicBezTo>
                    <a:pt x="17" y="190"/>
                    <a:pt x="33" y="223"/>
                    <a:pt x="54" y="240"/>
                  </a:cubicBezTo>
                  <a:cubicBezTo>
                    <a:pt x="77" y="251"/>
                    <a:pt x="92" y="263"/>
                    <a:pt x="111" y="263"/>
                  </a:cubicBezTo>
                  <a:cubicBezTo>
                    <a:pt x="118" y="263"/>
                    <a:pt x="127" y="261"/>
                    <a:pt x="136" y="256"/>
                  </a:cubicBezTo>
                  <a:cubicBezTo>
                    <a:pt x="173" y="256"/>
                    <a:pt x="190" y="240"/>
                    <a:pt x="206" y="207"/>
                  </a:cubicBezTo>
                  <a:cubicBezTo>
                    <a:pt x="223" y="190"/>
                    <a:pt x="239" y="153"/>
                    <a:pt x="223" y="120"/>
                  </a:cubicBezTo>
                  <a:cubicBezTo>
                    <a:pt x="223" y="87"/>
                    <a:pt x="206" y="50"/>
                    <a:pt x="190" y="34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4119750" y="2204700"/>
              <a:ext cx="6400" cy="6525"/>
            </a:xfrm>
            <a:custGeom>
              <a:avLst/>
              <a:gdLst/>
              <a:ahLst/>
              <a:cxnLst/>
              <a:rect l="l" t="t" r="r" b="b"/>
              <a:pathLst>
                <a:path w="256" h="261" extrusionOk="0">
                  <a:moveTo>
                    <a:pt x="119" y="0"/>
                  </a:moveTo>
                  <a:cubicBezTo>
                    <a:pt x="76" y="0"/>
                    <a:pt x="41" y="32"/>
                    <a:pt x="17" y="83"/>
                  </a:cubicBezTo>
                  <a:cubicBezTo>
                    <a:pt x="0" y="153"/>
                    <a:pt x="33" y="219"/>
                    <a:pt x="87" y="257"/>
                  </a:cubicBezTo>
                  <a:cubicBezTo>
                    <a:pt x="95" y="259"/>
                    <a:pt x="104" y="261"/>
                    <a:pt x="113" y="261"/>
                  </a:cubicBezTo>
                  <a:cubicBezTo>
                    <a:pt x="159" y="261"/>
                    <a:pt x="209" y="228"/>
                    <a:pt x="223" y="170"/>
                  </a:cubicBezTo>
                  <a:cubicBezTo>
                    <a:pt x="256" y="116"/>
                    <a:pt x="223" y="34"/>
                    <a:pt x="169" y="13"/>
                  </a:cubicBezTo>
                  <a:cubicBezTo>
                    <a:pt x="152" y="5"/>
                    <a:pt x="135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4112000" y="2189925"/>
              <a:ext cx="6025" cy="6675"/>
            </a:xfrm>
            <a:custGeom>
              <a:avLst/>
              <a:gdLst/>
              <a:ahLst/>
              <a:cxnLst/>
              <a:rect l="l" t="t" r="r" b="b"/>
              <a:pathLst>
                <a:path w="241" h="267" extrusionOk="0">
                  <a:moveTo>
                    <a:pt x="124" y="1"/>
                  </a:moveTo>
                  <a:cubicBezTo>
                    <a:pt x="80" y="1"/>
                    <a:pt x="31" y="35"/>
                    <a:pt x="17" y="89"/>
                  </a:cubicBezTo>
                  <a:cubicBezTo>
                    <a:pt x="1" y="159"/>
                    <a:pt x="17" y="229"/>
                    <a:pt x="88" y="262"/>
                  </a:cubicBezTo>
                  <a:cubicBezTo>
                    <a:pt x="96" y="265"/>
                    <a:pt x="105" y="266"/>
                    <a:pt x="114" y="266"/>
                  </a:cubicBezTo>
                  <a:cubicBezTo>
                    <a:pt x="159" y="266"/>
                    <a:pt x="210" y="234"/>
                    <a:pt x="224" y="175"/>
                  </a:cubicBezTo>
                  <a:cubicBezTo>
                    <a:pt x="240" y="110"/>
                    <a:pt x="224" y="39"/>
                    <a:pt x="153" y="6"/>
                  </a:cubicBezTo>
                  <a:cubicBezTo>
                    <a:pt x="144" y="3"/>
                    <a:pt x="134" y="1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4113650" y="2224800"/>
              <a:ext cx="5700" cy="6525"/>
            </a:xfrm>
            <a:custGeom>
              <a:avLst/>
              <a:gdLst/>
              <a:ahLst/>
              <a:cxnLst/>
              <a:rect l="l" t="t" r="r" b="b"/>
              <a:pathLst>
                <a:path w="228" h="261" extrusionOk="0">
                  <a:moveTo>
                    <a:pt x="104" y="1"/>
                  </a:moveTo>
                  <a:cubicBezTo>
                    <a:pt x="38" y="1"/>
                    <a:pt x="1" y="71"/>
                    <a:pt x="1" y="137"/>
                  </a:cubicBezTo>
                  <a:cubicBezTo>
                    <a:pt x="22" y="207"/>
                    <a:pt x="71" y="261"/>
                    <a:pt x="141" y="261"/>
                  </a:cubicBezTo>
                  <a:cubicBezTo>
                    <a:pt x="158" y="240"/>
                    <a:pt x="191" y="224"/>
                    <a:pt x="207" y="207"/>
                  </a:cubicBezTo>
                  <a:cubicBezTo>
                    <a:pt x="228" y="174"/>
                    <a:pt x="228" y="137"/>
                    <a:pt x="228" y="104"/>
                  </a:cubicBezTo>
                  <a:cubicBezTo>
                    <a:pt x="228" y="71"/>
                    <a:pt x="207" y="34"/>
                    <a:pt x="191" y="17"/>
                  </a:cubicBezTo>
                  <a:cubicBezTo>
                    <a:pt x="174" y="17"/>
                    <a:pt x="174" y="1"/>
                    <a:pt x="1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4123975" y="2284900"/>
              <a:ext cx="5675" cy="6700"/>
            </a:xfrm>
            <a:custGeom>
              <a:avLst/>
              <a:gdLst/>
              <a:ahLst/>
              <a:cxnLst/>
              <a:rect l="l" t="t" r="r" b="b"/>
              <a:pathLst>
                <a:path w="227" h="268" extrusionOk="0">
                  <a:moveTo>
                    <a:pt x="87" y="1"/>
                  </a:moveTo>
                  <a:cubicBezTo>
                    <a:pt x="87" y="21"/>
                    <a:pt x="70" y="21"/>
                    <a:pt x="70" y="21"/>
                  </a:cubicBezTo>
                  <a:cubicBezTo>
                    <a:pt x="21" y="38"/>
                    <a:pt x="0" y="104"/>
                    <a:pt x="0" y="157"/>
                  </a:cubicBezTo>
                  <a:cubicBezTo>
                    <a:pt x="0" y="190"/>
                    <a:pt x="21" y="227"/>
                    <a:pt x="54" y="244"/>
                  </a:cubicBezTo>
                  <a:cubicBezTo>
                    <a:pt x="65" y="255"/>
                    <a:pt x="85" y="267"/>
                    <a:pt x="103" y="267"/>
                  </a:cubicBezTo>
                  <a:cubicBezTo>
                    <a:pt x="111" y="267"/>
                    <a:pt x="118" y="265"/>
                    <a:pt x="124" y="260"/>
                  </a:cubicBezTo>
                  <a:cubicBezTo>
                    <a:pt x="190" y="260"/>
                    <a:pt x="227" y="190"/>
                    <a:pt x="227" y="124"/>
                  </a:cubicBezTo>
                  <a:cubicBezTo>
                    <a:pt x="227" y="104"/>
                    <a:pt x="206" y="87"/>
                    <a:pt x="206" y="87"/>
                  </a:cubicBezTo>
                  <a:cubicBezTo>
                    <a:pt x="206" y="54"/>
                    <a:pt x="173" y="38"/>
                    <a:pt x="157" y="21"/>
                  </a:cubicBezTo>
                  <a:cubicBezTo>
                    <a:pt x="140" y="1"/>
                    <a:pt x="124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4125300" y="2360650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22" y="0"/>
                  </a:moveTo>
                  <a:cubicBezTo>
                    <a:pt x="77" y="0"/>
                    <a:pt x="42" y="32"/>
                    <a:pt x="17" y="83"/>
                  </a:cubicBezTo>
                  <a:cubicBezTo>
                    <a:pt x="1" y="149"/>
                    <a:pt x="34" y="219"/>
                    <a:pt x="87" y="252"/>
                  </a:cubicBezTo>
                  <a:lnTo>
                    <a:pt x="137" y="252"/>
                  </a:lnTo>
                  <a:cubicBezTo>
                    <a:pt x="174" y="252"/>
                    <a:pt x="207" y="219"/>
                    <a:pt x="223" y="166"/>
                  </a:cubicBezTo>
                  <a:cubicBezTo>
                    <a:pt x="240" y="133"/>
                    <a:pt x="240" y="83"/>
                    <a:pt x="207" y="46"/>
                  </a:cubicBezTo>
                  <a:cubicBezTo>
                    <a:pt x="190" y="30"/>
                    <a:pt x="190" y="13"/>
                    <a:pt x="174" y="13"/>
                  </a:cubicBezTo>
                  <a:cubicBezTo>
                    <a:pt x="155" y="4"/>
                    <a:pt x="138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4121900" y="2328300"/>
              <a:ext cx="6425" cy="6675"/>
            </a:xfrm>
            <a:custGeom>
              <a:avLst/>
              <a:gdLst/>
              <a:ahLst/>
              <a:cxnLst/>
              <a:rect l="l" t="t" r="r" b="b"/>
              <a:pathLst>
                <a:path w="257" h="267" extrusionOk="0">
                  <a:moveTo>
                    <a:pt x="137" y="0"/>
                  </a:moveTo>
                  <a:cubicBezTo>
                    <a:pt x="120" y="0"/>
                    <a:pt x="83" y="17"/>
                    <a:pt x="67" y="37"/>
                  </a:cubicBezTo>
                  <a:cubicBezTo>
                    <a:pt x="17" y="70"/>
                    <a:pt x="1" y="157"/>
                    <a:pt x="50" y="223"/>
                  </a:cubicBezTo>
                  <a:cubicBezTo>
                    <a:pt x="69" y="253"/>
                    <a:pt x="99" y="266"/>
                    <a:pt x="131" y="266"/>
                  </a:cubicBezTo>
                  <a:cubicBezTo>
                    <a:pt x="157" y="266"/>
                    <a:pt x="183" y="258"/>
                    <a:pt x="207" y="244"/>
                  </a:cubicBezTo>
                  <a:cubicBezTo>
                    <a:pt x="240" y="190"/>
                    <a:pt x="256" y="103"/>
                    <a:pt x="223" y="54"/>
                  </a:cubicBezTo>
                  <a:cubicBezTo>
                    <a:pt x="207" y="37"/>
                    <a:pt x="186" y="17"/>
                    <a:pt x="170" y="17"/>
                  </a:cubicBezTo>
                  <a:cubicBezTo>
                    <a:pt x="170" y="0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4119750" y="237805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23" y="0"/>
                  </a:moveTo>
                  <a:cubicBezTo>
                    <a:pt x="79" y="0"/>
                    <a:pt x="30" y="35"/>
                    <a:pt x="17" y="88"/>
                  </a:cubicBezTo>
                  <a:cubicBezTo>
                    <a:pt x="0" y="142"/>
                    <a:pt x="17" y="228"/>
                    <a:pt x="87" y="245"/>
                  </a:cubicBezTo>
                  <a:cubicBezTo>
                    <a:pt x="103" y="261"/>
                    <a:pt x="120" y="261"/>
                    <a:pt x="120" y="261"/>
                  </a:cubicBezTo>
                  <a:cubicBezTo>
                    <a:pt x="169" y="261"/>
                    <a:pt x="206" y="228"/>
                    <a:pt x="223" y="175"/>
                  </a:cubicBezTo>
                  <a:cubicBezTo>
                    <a:pt x="239" y="125"/>
                    <a:pt x="223" y="72"/>
                    <a:pt x="206" y="39"/>
                  </a:cubicBezTo>
                  <a:cubicBezTo>
                    <a:pt x="190" y="22"/>
                    <a:pt x="169" y="22"/>
                    <a:pt x="153" y="6"/>
                  </a:cubicBezTo>
                  <a:cubicBezTo>
                    <a:pt x="143" y="2"/>
                    <a:pt x="133" y="0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4127050" y="2189050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43" y="0"/>
                  </a:moveTo>
                  <a:cubicBezTo>
                    <a:pt x="98" y="0"/>
                    <a:pt x="48" y="33"/>
                    <a:pt x="34" y="91"/>
                  </a:cubicBezTo>
                  <a:cubicBezTo>
                    <a:pt x="1" y="145"/>
                    <a:pt x="34" y="227"/>
                    <a:pt x="83" y="248"/>
                  </a:cubicBezTo>
                  <a:cubicBezTo>
                    <a:pt x="102" y="256"/>
                    <a:pt x="119" y="260"/>
                    <a:pt x="136" y="260"/>
                  </a:cubicBezTo>
                  <a:cubicBezTo>
                    <a:pt x="180" y="260"/>
                    <a:pt x="216" y="229"/>
                    <a:pt x="240" y="178"/>
                  </a:cubicBezTo>
                  <a:cubicBezTo>
                    <a:pt x="257" y="107"/>
                    <a:pt x="224" y="41"/>
                    <a:pt x="170" y="4"/>
                  </a:cubicBezTo>
                  <a:cubicBezTo>
                    <a:pt x="161" y="2"/>
                    <a:pt x="152" y="0"/>
                    <a:pt x="1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4127050" y="2235525"/>
              <a:ext cx="6025" cy="6925"/>
            </a:xfrm>
            <a:custGeom>
              <a:avLst/>
              <a:gdLst/>
              <a:ahLst/>
              <a:cxnLst/>
              <a:rect l="l" t="t" r="r" b="b"/>
              <a:pathLst>
                <a:path w="241" h="277" extrusionOk="0">
                  <a:moveTo>
                    <a:pt x="137" y="1"/>
                  </a:moveTo>
                  <a:cubicBezTo>
                    <a:pt x="104" y="1"/>
                    <a:pt x="67" y="17"/>
                    <a:pt x="50" y="38"/>
                  </a:cubicBezTo>
                  <a:cubicBezTo>
                    <a:pt x="1" y="87"/>
                    <a:pt x="1" y="157"/>
                    <a:pt x="34" y="223"/>
                  </a:cubicBezTo>
                  <a:cubicBezTo>
                    <a:pt x="50" y="244"/>
                    <a:pt x="83" y="260"/>
                    <a:pt x="104" y="277"/>
                  </a:cubicBezTo>
                  <a:cubicBezTo>
                    <a:pt x="137" y="277"/>
                    <a:pt x="170" y="260"/>
                    <a:pt x="186" y="244"/>
                  </a:cubicBezTo>
                  <a:cubicBezTo>
                    <a:pt x="240" y="190"/>
                    <a:pt x="240" y="120"/>
                    <a:pt x="207" y="54"/>
                  </a:cubicBezTo>
                  <a:cubicBezTo>
                    <a:pt x="186" y="38"/>
                    <a:pt x="170" y="17"/>
                    <a:pt x="153" y="17"/>
                  </a:cubicBezTo>
                  <a:cubicBezTo>
                    <a:pt x="153" y="17"/>
                    <a:pt x="137" y="17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4127475" y="22196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17"/>
                    <a:pt x="0" y="71"/>
                    <a:pt x="0" y="157"/>
                  </a:cubicBezTo>
                  <a:cubicBezTo>
                    <a:pt x="17" y="190"/>
                    <a:pt x="33" y="207"/>
                    <a:pt x="50" y="240"/>
                  </a:cubicBezTo>
                  <a:cubicBezTo>
                    <a:pt x="66" y="260"/>
                    <a:pt x="103" y="260"/>
                    <a:pt x="136" y="260"/>
                  </a:cubicBezTo>
                  <a:cubicBezTo>
                    <a:pt x="190" y="240"/>
                    <a:pt x="240" y="174"/>
                    <a:pt x="223" y="104"/>
                  </a:cubicBezTo>
                  <a:cubicBezTo>
                    <a:pt x="223" y="71"/>
                    <a:pt x="207" y="34"/>
                    <a:pt x="190" y="17"/>
                  </a:cubicBezTo>
                  <a:cubicBezTo>
                    <a:pt x="169" y="17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3894225" y="226427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03" y="1"/>
                  </a:moveTo>
                  <a:cubicBezTo>
                    <a:pt x="37" y="22"/>
                    <a:pt x="0" y="88"/>
                    <a:pt x="0" y="158"/>
                  </a:cubicBezTo>
                  <a:cubicBezTo>
                    <a:pt x="17" y="191"/>
                    <a:pt x="17" y="228"/>
                    <a:pt x="54" y="244"/>
                  </a:cubicBezTo>
                  <a:cubicBezTo>
                    <a:pt x="70" y="261"/>
                    <a:pt x="103" y="261"/>
                    <a:pt x="140" y="261"/>
                  </a:cubicBezTo>
                  <a:cubicBezTo>
                    <a:pt x="157" y="261"/>
                    <a:pt x="190" y="244"/>
                    <a:pt x="206" y="207"/>
                  </a:cubicBezTo>
                  <a:cubicBezTo>
                    <a:pt x="223" y="174"/>
                    <a:pt x="223" y="141"/>
                    <a:pt x="223" y="104"/>
                  </a:cubicBezTo>
                  <a:cubicBezTo>
                    <a:pt x="223" y="71"/>
                    <a:pt x="206" y="55"/>
                    <a:pt x="173" y="38"/>
                  </a:cubicBezTo>
                  <a:cubicBezTo>
                    <a:pt x="173" y="22"/>
                    <a:pt x="157" y="22"/>
                    <a:pt x="157" y="22"/>
                  </a:cubicBezTo>
                  <a:cubicBezTo>
                    <a:pt x="140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3838875" y="2257075"/>
              <a:ext cx="5575" cy="6575"/>
            </a:xfrm>
            <a:custGeom>
              <a:avLst/>
              <a:gdLst/>
              <a:ahLst/>
              <a:cxnLst/>
              <a:rect l="l" t="t" r="r" b="b"/>
              <a:pathLst>
                <a:path w="223" h="263" extrusionOk="0">
                  <a:moveTo>
                    <a:pt x="87" y="0"/>
                  </a:moveTo>
                  <a:cubicBezTo>
                    <a:pt x="66" y="17"/>
                    <a:pt x="33" y="33"/>
                    <a:pt x="17" y="50"/>
                  </a:cubicBezTo>
                  <a:cubicBezTo>
                    <a:pt x="0" y="83"/>
                    <a:pt x="0" y="120"/>
                    <a:pt x="0" y="153"/>
                  </a:cubicBezTo>
                  <a:cubicBezTo>
                    <a:pt x="0" y="186"/>
                    <a:pt x="17" y="223"/>
                    <a:pt x="50" y="239"/>
                  </a:cubicBezTo>
                  <a:cubicBezTo>
                    <a:pt x="61" y="251"/>
                    <a:pt x="83" y="263"/>
                    <a:pt x="101" y="263"/>
                  </a:cubicBezTo>
                  <a:cubicBezTo>
                    <a:pt x="108" y="263"/>
                    <a:pt x="115" y="261"/>
                    <a:pt x="120" y="256"/>
                  </a:cubicBezTo>
                  <a:cubicBezTo>
                    <a:pt x="190" y="256"/>
                    <a:pt x="223" y="186"/>
                    <a:pt x="223" y="120"/>
                  </a:cubicBezTo>
                  <a:cubicBezTo>
                    <a:pt x="206" y="83"/>
                    <a:pt x="206" y="50"/>
                    <a:pt x="169" y="33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03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3840525" y="2210700"/>
              <a:ext cx="5675" cy="6400"/>
            </a:xfrm>
            <a:custGeom>
              <a:avLst/>
              <a:gdLst/>
              <a:ahLst/>
              <a:cxnLst/>
              <a:rect l="l" t="t" r="r" b="b"/>
              <a:pathLst>
                <a:path w="227" h="256" extrusionOk="0">
                  <a:moveTo>
                    <a:pt x="103" y="0"/>
                  </a:moveTo>
                  <a:cubicBezTo>
                    <a:pt x="37" y="0"/>
                    <a:pt x="0" y="66"/>
                    <a:pt x="0" y="136"/>
                  </a:cubicBezTo>
                  <a:cubicBezTo>
                    <a:pt x="21" y="186"/>
                    <a:pt x="37" y="223"/>
                    <a:pt x="54" y="239"/>
                  </a:cubicBezTo>
                  <a:cubicBezTo>
                    <a:pt x="87" y="256"/>
                    <a:pt x="103" y="256"/>
                    <a:pt x="140" y="256"/>
                  </a:cubicBezTo>
                  <a:cubicBezTo>
                    <a:pt x="157" y="239"/>
                    <a:pt x="190" y="223"/>
                    <a:pt x="206" y="206"/>
                  </a:cubicBezTo>
                  <a:cubicBezTo>
                    <a:pt x="227" y="169"/>
                    <a:pt x="227" y="136"/>
                    <a:pt x="227" y="103"/>
                  </a:cubicBezTo>
                  <a:cubicBezTo>
                    <a:pt x="227" y="66"/>
                    <a:pt x="206" y="33"/>
                    <a:pt x="173" y="17"/>
                  </a:cubicBez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3821250" y="2230925"/>
              <a:ext cx="5575" cy="6800"/>
            </a:xfrm>
            <a:custGeom>
              <a:avLst/>
              <a:gdLst/>
              <a:ahLst/>
              <a:cxnLst/>
              <a:rect l="l" t="t" r="r" b="b"/>
              <a:pathLst>
                <a:path w="223" h="272" extrusionOk="0">
                  <a:moveTo>
                    <a:pt x="126" y="0"/>
                  </a:moveTo>
                  <a:cubicBezTo>
                    <a:pt x="116" y="0"/>
                    <a:pt x="103" y="5"/>
                    <a:pt x="87" y="16"/>
                  </a:cubicBezTo>
                  <a:cubicBezTo>
                    <a:pt x="33" y="16"/>
                    <a:pt x="0" y="82"/>
                    <a:pt x="0" y="152"/>
                  </a:cubicBezTo>
                  <a:cubicBezTo>
                    <a:pt x="0" y="185"/>
                    <a:pt x="17" y="222"/>
                    <a:pt x="50" y="238"/>
                  </a:cubicBezTo>
                  <a:cubicBezTo>
                    <a:pt x="70" y="255"/>
                    <a:pt x="103" y="271"/>
                    <a:pt x="120" y="271"/>
                  </a:cubicBezTo>
                  <a:cubicBezTo>
                    <a:pt x="153" y="255"/>
                    <a:pt x="190" y="238"/>
                    <a:pt x="206" y="201"/>
                  </a:cubicBezTo>
                  <a:cubicBezTo>
                    <a:pt x="223" y="185"/>
                    <a:pt x="223" y="152"/>
                    <a:pt x="223" y="119"/>
                  </a:cubicBezTo>
                  <a:cubicBezTo>
                    <a:pt x="223" y="82"/>
                    <a:pt x="206" y="49"/>
                    <a:pt x="173" y="32"/>
                  </a:cubicBezTo>
                  <a:lnTo>
                    <a:pt x="153" y="16"/>
                  </a:lnTo>
                  <a:cubicBezTo>
                    <a:pt x="145" y="5"/>
                    <a:pt x="136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3832775" y="2227075"/>
              <a:ext cx="6525" cy="6825"/>
            </a:xfrm>
            <a:custGeom>
              <a:avLst/>
              <a:gdLst/>
              <a:ahLst/>
              <a:cxnLst/>
              <a:rect l="l" t="t" r="r" b="b"/>
              <a:pathLst>
                <a:path w="261" h="273" extrusionOk="0">
                  <a:moveTo>
                    <a:pt x="132" y="0"/>
                  </a:moveTo>
                  <a:cubicBezTo>
                    <a:pt x="91" y="0"/>
                    <a:pt x="50" y="32"/>
                    <a:pt x="38" y="83"/>
                  </a:cubicBezTo>
                  <a:cubicBezTo>
                    <a:pt x="1" y="149"/>
                    <a:pt x="38" y="236"/>
                    <a:pt x="88" y="252"/>
                  </a:cubicBezTo>
                  <a:cubicBezTo>
                    <a:pt x="104" y="273"/>
                    <a:pt x="125" y="273"/>
                    <a:pt x="141" y="273"/>
                  </a:cubicBezTo>
                  <a:cubicBezTo>
                    <a:pt x="191" y="252"/>
                    <a:pt x="228" y="236"/>
                    <a:pt x="244" y="186"/>
                  </a:cubicBezTo>
                  <a:cubicBezTo>
                    <a:pt x="261" y="133"/>
                    <a:pt x="244" y="83"/>
                    <a:pt x="207" y="46"/>
                  </a:cubicBezTo>
                  <a:cubicBezTo>
                    <a:pt x="207" y="29"/>
                    <a:pt x="191" y="13"/>
                    <a:pt x="174" y="13"/>
                  </a:cubicBezTo>
                  <a:cubicBezTo>
                    <a:pt x="161" y="4"/>
                    <a:pt x="146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3847425" y="22265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0" y="1"/>
                  </a:moveTo>
                  <a:cubicBezTo>
                    <a:pt x="87" y="1"/>
                    <a:pt x="71" y="17"/>
                    <a:pt x="33" y="34"/>
                  </a:cubicBezTo>
                  <a:cubicBezTo>
                    <a:pt x="17" y="50"/>
                    <a:pt x="0" y="88"/>
                    <a:pt x="0" y="121"/>
                  </a:cubicBezTo>
                  <a:cubicBezTo>
                    <a:pt x="0" y="154"/>
                    <a:pt x="0" y="191"/>
                    <a:pt x="17" y="207"/>
                  </a:cubicBezTo>
                  <a:cubicBezTo>
                    <a:pt x="54" y="240"/>
                    <a:pt x="71" y="257"/>
                    <a:pt x="104" y="257"/>
                  </a:cubicBezTo>
                  <a:cubicBezTo>
                    <a:pt x="137" y="257"/>
                    <a:pt x="157" y="257"/>
                    <a:pt x="190" y="240"/>
                  </a:cubicBezTo>
                  <a:cubicBezTo>
                    <a:pt x="223" y="191"/>
                    <a:pt x="240" y="104"/>
                    <a:pt x="207" y="50"/>
                  </a:cubicBezTo>
                  <a:cubicBezTo>
                    <a:pt x="190" y="34"/>
                    <a:pt x="174" y="17"/>
                    <a:pt x="157" y="17"/>
                  </a:cubicBezTo>
                  <a:cubicBezTo>
                    <a:pt x="137" y="1"/>
                    <a:pt x="13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"/>
            <p:cNvSpPr/>
            <p:nvPr/>
          </p:nvSpPr>
          <p:spPr>
            <a:xfrm>
              <a:off x="3825575" y="2212150"/>
              <a:ext cx="5600" cy="6700"/>
            </a:xfrm>
            <a:custGeom>
              <a:avLst/>
              <a:gdLst/>
              <a:ahLst/>
              <a:cxnLst/>
              <a:rect l="l" t="t" r="r" b="b"/>
              <a:pathLst>
                <a:path w="224" h="268" extrusionOk="0">
                  <a:moveTo>
                    <a:pt x="120" y="1"/>
                  </a:moveTo>
                  <a:cubicBezTo>
                    <a:pt x="114" y="1"/>
                    <a:pt x="109" y="3"/>
                    <a:pt x="103" y="8"/>
                  </a:cubicBezTo>
                  <a:cubicBezTo>
                    <a:pt x="66" y="8"/>
                    <a:pt x="33" y="24"/>
                    <a:pt x="17" y="62"/>
                  </a:cubicBezTo>
                  <a:cubicBezTo>
                    <a:pt x="0" y="78"/>
                    <a:pt x="0" y="111"/>
                    <a:pt x="0" y="148"/>
                  </a:cubicBezTo>
                  <a:cubicBezTo>
                    <a:pt x="0" y="181"/>
                    <a:pt x="17" y="214"/>
                    <a:pt x="50" y="231"/>
                  </a:cubicBezTo>
                  <a:cubicBezTo>
                    <a:pt x="66" y="251"/>
                    <a:pt x="103" y="268"/>
                    <a:pt x="136" y="268"/>
                  </a:cubicBezTo>
                  <a:cubicBezTo>
                    <a:pt x="186" y="251"/>
                    <a:pt x="223" y="181"/>
                    <a:pt x="223" y="111"/>
                  </a:cubicBezTo>
                  <a:cubicBezTo>
                    <a:pt x="223" y="78"/>
                    <a:pt x="207" y="45"/>
                    <a:pt x="169" y="24"/>
                  </a:cubicBezTo>
                  <a:lnTo>
                    <a:pt x="153" y="8"/>
                  </a:lnTo>
                  <a:cubicBezTo>
                    <a:pt x="142" y="8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3829800" y="219500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09" y="1"/>
                  </a:moveTo>
                  <a:cubicBezTo>
                    <a:pt x="85" y="1"/>
                    <a:pt x="66" y="15"/>
                    <a:pt x="54" y="26"/>
                  </a:cubicBezTo>
                  <a:cubicBezTo>
                    <a:pt x="0" y="76"/>
                    <a:pt x="0" y="162"/>
                    <a:pt x="38" y="216"/>
                  </a:cubicBezTo>
                  <a:cubicBezTo>
                    <a:pt x="57" y="245"/>
                    <a:pt x="88" y="262"/>
                    <a:pt x="121" y="262"/>
                  </a:cubicBezTo>
                  <a:cubicBezTo>
                    <a:pt x="145" y="262"/>
                    <a:pt x="169" y="253"/>
                    <a:pt x="190" y="232"/>
                  </a:cubicBezTo>
                  <a:cubicBezTo>
                    <a:pt x="244" y="195"/>
                    <a:pt x="244" y="113"/>
                    <a:pt x="207" y="43"/>
                  </a:cubicBezTo>
                  <a:cubicBezTo>
                    <a:pt x="190" y="26"/>
                    <a:pt x="174" y="26"/>
                    <a:pt x="157" y="10"/>
                  </a:cubicBezTo>
                  <a:lnTo>
                    <a:pt x="141" y="10"/>
                  </a:lnTo>
                  <a:cubicBezTo>
                    <a:pt x="130" y="3"/>
                    <a:pt x="119" y="1"/>
                    <a:pt x="1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"/>
            <p:cNvSpPr/>
            <p:nvPr/>
          </p:nvSpPr>
          <p:spPr>
            <a:xfrm>
              <a:off x="3844025" y="22416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3" y="1"/>
                  </a:moveTo>
                  <a:cubicBezTo>
                    <a:pt x="33" y="17"/>
                    <a:pt x="0" y="83"/>
                    <a:pt x="17" y="153"/>
                  </a:cubicBezTo>
                  <a:cubicBezTo>
                    <a:pt x="17" y="186"/>
                    <a:pt x="33" y="224"/>
                    <a:pt x="50" y="240"/>
                  </a:cubicBezTo>
                  <a:cubicBezTo>
                    <a:pt x="62" y="252"/>
                    <a:pt x="83" y="263"/>
                    <a:pt x="107" y="263"/>
                  </a:cubicBezTo>
                  <a:cubicBezTo>
                    <a:pt x="117" y="263"/>
                    <a:pt x="127" y="261"/>
                    <a:pt x="136" y="257"/>
                  </a:cubicBezTo>
                  <a:cubicBezTo>
                    <a:pt x="190" y="257"/>
                    <a:pt x="240" y="186"/>
                    <a:pt x="223" y="120"/>
                  </a:cubicBezTo>
                  <a:cubicBezTo>
                    <a:pt x="223" y="67"/>
                    <a:pt x="190" y="34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"/>
            <p:cNvSpPr/>
            <p:nvPr/>
          </p:nvSpPr>
          <p:spPr>
            <a:xfrm>
              <a:off x="3859900" y="2189225"/>
              <a:ext cx="6400" cy="6550"/>
            </a:xfrm>
            <a:custGeom>
              <a:avLst/>
              <a:gdLst/>
              <a:ahLst/>
              <a:cxnLst/>
              <a:rect l="l" t="t" r="r" b="b"/>
              <a:pathLst>
                <a:path w="256" h="262" extrusionOk="0">
                  <a:moveTo>
                    <a:pt x="121" y="1"/>
                  </a:moveTo>
                  <a:cubicBezTo>
                    <a:pt x="76" y="1"/>
                    <a:pt x="41" y="32"/>
                    <a:pt x="17" y="84"/>
                  </a:cubicBezTo>
                  <a:cubicBezTo>
                    <a:pt x="0" y="154"/>
                    <a:pt x="33" y="220"/>
                    <a:pt x="87" y="257"/>
                  </a:cubicBezTo>
                  <a:cubicBezTo>
                    <a:pt x="95" y="260"/>
                    <a:pt x="104" y="261"/>
                    <a:pt x="114" y="261"/>
                  </a:cubicBezTo>
                  <a:cubicBezTo>
                    <a:pt x="159" y="261"/>
                    <a:pt x="209" y="229"/>
                    <a:pt x="223" y="171"/>
                  </a:cubicBezTo>
                  <a:cubicBezTo>
                    <a:pt x="256" y="117"/>
                    <a:pt x="223" y="34"/>
                    <a:pt x="173" y="14"/>
                  </a:cubicBezTo>
                  <a:cubicBezTo>
                    <a:pt x="155" y="5"/>
                    <a:pt x="137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"/>
            <p:cNvSpPr/>
            <p:nvPr/>
          </p:nvSpPr>
          <p:spPr>
            <a:xfrm>
              <a:off x="3865050" y="2302200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29" y="1"/>
                  </a:moveTo>
                  <a:cubicBezTo>
                    <a:pt x="87" y="1"/>
                    <a:pt x="46" y="32"/>
                    <a:pt x="33" y="84"/>
                  </a:cubicBezTo>
                  <a:cubicBezTo>
                    <a:pt x="0" y="154"/>
                    <a:pt x="33" y="220"/>
                    <a:pt x="87" y="257"/>
                  </a:cubicBezTo>
                  <a:cubicBezTo>
                    <a:pt x="98" y="259"/>
                    <a:pt x="108" y="261"/>
                    <a:pt x="118" y="261"/>
                  </a:cubicBezTo>
                  <a:cubicBezTo>
                    <a:pt x="170" y="261"/>
                    <a:pt x="212" y="226"/>
                    <a:pt x="240" y="170"/>
                  </a:cubicBezTo>
                  <a:cubicBezTo>
                    <a:pt x="256" y="100"/>
                    <a:pt x="223" y="30"/>
                    <a:pt x="174" y="14"/>
                  </a:cubicBezTo>
                  <a:cubicBezTo>
                    <a:pt x="159" y="5"/>
                    <a:pt x="144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"/>
            <p:cNvSpPr/>
            <p:nvPr/>
          </p:nvSpPr>
          <p:spPr>
            <a:xfrm>
              <a:off x="3847825" y="2194125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26" y="1"/>
                  </a:moveTo>
                  <a:cubicBezTo>
                    <a:pt x="101" y="1"/>
                    <a:pt x="78" y="12"/>
                    <a:pt x="55" y="24"/>
                  </a:cubicBezTo>
                  <a:cubicBezTo>
                    <a:pt x="38" y="24"/>
                    <a:pt x="17" y="61"/>
                    <a:pt x="1" y="78"/>
                  </a:cubicBezTo>
                  <a:lnTo>
                    <a:pt x="1" y="164"/>
                  </a:lnTo>
                  <a:cubicBezTo>
                    <a:pt x="17" y="214"/>
                    <a:pt x="38" y="230"/>
                    <a:pt x="71" y="251"/>
                  </a:cubicBezTo>
                  <a:cubicBezTo>
                    <a:pt x="84" y="260"/>
                    <a:pt x="99" y="264"/>
                    <a:pt x="113" y="264"/>
                  </a:cubicBezTo>
                  <a:cubicBezTo>
                    <a:pt x="154" y="264"/>
                    <a:pt x="195" y="232"/>
                    <a:pt x="207" y="181"/>
                  </a:cubicBezTo>
                  <a:cubicBezTo>
                    <a:pt x="244" y="111"/>
                    <a:pt x="207" y="45"/>
                    <a:pt x="158" y="7"/>
                  </a:cubicBezTo>
                  <a:cubicBezTo>
                    <a:pt x="147" y="3"/>
                    <a:pt x="136" y="1"/>
                    <a:pt x="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"/>
            <p:cNvSpPr/>
            <p:nvPr/>
          </p:nvSpPr>
          <p:spPr>
            <a:xfrm>
              <a:off x="3855150" y="22093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0"/>
                  </a:moveTo>
                  <a:cubicBezTo>
                    <a:pt x="34" y="17"/>
                    <a:pt x="1" y="87"/>
                    <a:pt x="17" y="157"/>
                  </a:cubicBezTo>
                  <a:cubicBezTo>
                    <a:pt x="17" y="190"/>
                    <a:pt x="34" y="223"/>
                    <a:pt x="54" y="240"/>
                  </a:cubicBezTo>
                  <a:cubicBezTo>
                    <a:pt x="87" y="260"/>
                    <a:pt x="104" y="260"/>
                    <a:pt x="137" y="260"/>
                  </a:cubicBezTo>
                  <a:cubicBezTo>
                    <a:pt x="190" y="240"/>
                    <a:pt x="240" y="190"/>
                    <a:pt x="223" y="104"/>
                  </a:cubicBezTo>
                  <a:cubicBezTo>
                    <a:pt x="223" y="71"/>
                    <a:pt x="207" y="54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3853400" y="2254500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41" y="0"/>
                  </a:moveTo>
                  <a:cubicBezTo>
                    <a:pt x="104" y="0"/>
                    <a:pt x="71" y="0"/>
                    <a:pt x="54" y="33"/>
                  </a:cubicBezTo>
                  <a:cubicBezTo>
                    <a:pt x="1" y="66"/>
                    <a:pt x="1" y="153"/>
                    <a:pt x="38" y="206"/>
                  </a:cubicBezTo>
                  <a:cubicBezTo>
                    <a:pt x="54" y="239"/>
                    <a:pt x="87" y="256"/>
                    <a:pt x="104" y="256"/>
                  </a:cubicBezTo>
                  <a:cubicBezTo>
                    <a:pt x="141" y="256"/>
                    <a:pt x="174" y="256"/>
                    <a:pt x="190" y="223"/>
                  </a:cubicBezTo>
                  <a:cubicBezTo>
                    <a:pt x="207" y="206"/>
                    <a:pt x="227" y="169"/>
                    <a:pt x="227" y="136"/>
                  </a:cubicBezTo>
                  <a:cubicBezTo>
                    <a:pt x="244" y="103"/>
                    <a:pt x="227" y="66"/>
                    <a:pt x="207" y="50"/>
                  </a:cubicBezTo>
                  <a:cubicBezTo>
                    <a:pt x="190" y="33"/>
                    <a:pt x="174" y="17"/>
                    <a:pt x="157" y="17"/>
                  </a:cubicBezTo>
                  <a:cubicBezTo>
                    <a:pt x="157" y="0"/>
                    <a:pt x="141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3850000" y="230130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4" y="0"/>
                  </a:moveTo>
                  <a:cubicBezTo>
                    <a:pt x="34" y="17"/>
                    <a:pt x="1" y="87"/>
                    <a:pt x="17" y="153"/>
                  </a:cubicBezTo>
                  <a:cubicBezTo>
                    <a:pt x="17" y="190"/>
                    <a:pt x="34" y="223"/>
                    <a:pt x="54" y="239"/>
                  </a:cubicBezTo>
                  <a:cubicBezTo>
                    <a:pt x="77" y="251"/>
                    <a:pt x="93" y="263"/>
                    <a:pt x="111" y="263"/>
                  </a:cubicBezTo>
                  <a:cubicBezTo>
                    <a:pt x="119" y="263"/>
                    <a:pt x="127" y="261"/>
                    <a:pt x="137" y="256"/>
                  </a:cubicBezTo>
                  <a:cubicBezTo>
                    <a:pt x="190" y="256"/>
                    <a:pt x="240" y="190"/>
                    <a:pt x="223" y="120"/>
                  </a:cubicBezTo>
                  <a:cubicBezTo>
                    <a:pt x="223" y="87"/>
                    <a:pt x="207" y="50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3861650" y="222397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3" y="1"/>
                  </a:moveTo>
                  <a:cubicBezTo>
                    <a:pt x="50" y="17"/>
                    <a:pt x="0" y="67"/>
                    <a:pt x="17" y="153"/>
                  </a:cubicBezTo>
                  <a:cubicBezTo>
                    <a:pt x="17" y="214"/>
                    <a:pt x="54" y="260"/>
                    <a:pt x="110" y="260"/>
                  </a:cubicBezTo>
                  <a:cubicBezTo>
                    <a:pt x="118" y="260"/>
                    <a:pt x="127" y="259"/>
                    <a:pt x="136" y="257"/>
                  </a:cubicBezTo>
                  <a:cubicBezTo>
                    <a:pt x="169" y="257"/>
                    <a:pt x="186" y="240"/>
                    <a:pt x="207" y="207"/>
                  </a:cubicBezTo>
                  <a:cubicBezTo>
                    <a:pt x="223" y="170"/>
                    <a:pt x="240" y="137"/>
                    <a:pt x="223" y="104"/>
                  </a:cubicBezTo>
                  <a:cubicBezTo>
                    <a:pt x="223" y="67"/>
                    <a:pt x="207" y="50"/>
                    <a:pt x="186" y="17"/>
                  </a:cubicBezTo>
                  <a:cubicBezTo>
                    <a:pt x="169" y="17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3797225" y="22943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7" y="1"/>
                  </a:moveTo>
                  <a:cubicBezTo>
                    <a:pt x="104" y="1"/>
                    <a:pt x="67" y="1"/>
                    <a:pt x="50" y="17"/>
                  </a:cubicBezTo>
                  <a:cubicBezTo>
                    <a:pt x="1" y="71"/>
                    <a:pt x="1" y="157"/>
                    <a:pt x="34" y="207"/>
                  </a:cubicBezTo>
                  <a:cubicBezTo>
                    <a:pt x="53" y="238"/>
                    <a:pt x="84" y="256"/>
                    <a:pt x="116" y="256"/>
                  </a:cubicBezTo>
                  <a:cubicBezTo>
                    <a:pt x="140" y="256"/>
                    <a:pt x="165" y="246"/>
                    <a:pt x="186" y="223"/>
                  </a:cubicBezTo>
                  <a:cubicBezTo>
                    <a:pt x="240" y="190"/>
                    <a:pt x="240" y="104"/>
                    <a:pt x="207" y="54"/>
                  </a:cubicBezTo>
                  <a:cubicBezTo>
                    <a:pt x="186" y="34"/>
                    <a:pt x="17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3799800" y="2500625"/>
              <a:ext cx="6425" cy="6575"/>
            </a:xfrm>
            <a:custGeom>
              <a:avLst/>
              <a:gdLst/>
              <a:ahLst/>
              <a:cxnLst/>
              <a:rect l="l" t="t" r="r" b="b"/>
              <a:pathLst>
                <a:path w="257" h="263" extrusionOk="0">
                  <a:moveTo>
                    <a:pt x="117" y="0"/>
                  </a:moveTo>
                  <a:cubicBezTo>
                    <a:pt x="70" y="0"/>
                    <a:pt x="29" y="32"/>
                    <a:pt x="17" y="83"/>
                  </a:cubicBezTo>
                  <a:cubicBezTo>
                    <a:pt x="1" y="153"/>
                    <a:pt x="34" y="219"/>
                    <a:pt x="83" y="256"/>
                  </a:cubicBezTo>
                  <a:cubicBezTo>
                    <a:pt x="96" y="260"/>
                    <a:pt x="109" y="262"/>
                    <a:pt x="122" y="262"/>
                  </a:cubicBezTo>
                  <a:cubicBezTo>
                    <a:pt x="166" y="262"/>
                    <a:pt x="211" y="240"/>
                    <a:pt x="223" y="186"/>
                  </a:cubicBezTo>
                  <a:cubicBezTo>
                    <a:pt x="256" y="116"/>
                    <a:pt x="223" y="30"/>
                    <a:pt x="170" y="13"/>
                  </a:cubicBezTo>
                  <a:cubicBezTo>
                    <a:pt x="152" y="4"/>
                    <a:pt x="134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3798875" y="225100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04" y="0"/>
                  </a:moveTo>
                  <a:cubicBezTo>
                    <a:pt x="87" y="0"/>
                    <a:pt x="71" y="0"/>
                    <a:pt x="71" y="17"/>
                  </a:cubicBezTo>
                  <a:cubicBezTo>
                    <a:pt x="17" y="37"/>
                    <a:pt x="1" y="87"/>
                    <a:pt x="1" y="157"/>
                  </a:cubicBezTo>
                  <a:cubicBezTo>
                    <a:pt x="1" y="190"/>
                    <a:pt x="17" y="206"/>
                    <a:pt x="54" y="243"/>
                  </a:cubicBezTo>
                  <a:cubicBezTo>
                    <a:pt x="71" y="260"/>
                    <a:pt x="104" y="260"/>
                    <a:pt x="141" y="260"/>
                  </a:cubicBezTo>
                  <a:cubicBezTo>
                    <a:pt x="190" y="243"/>
                    <a:pt x="223" y="173"/>
                    <a:pt x="223" y="103"/>
                  </a:cubicBezTo>
                  <a:cubicBezTo>
                    <a:pt x="223" y="103"/>
                    <a:pt x="223" y="87"/>
                    <a:pt x="207" y="70"/>
                  </a:cubicBezTo>
                  <a:cubicBezTo>
                    <a:pt x="207" y="54"/>
                    <a:pt x="174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3796300" y="2269025"/>
              <a:ext cx="2200" cy="6100"/>
            </a:xfrm>
            <a:custGeom>
              <a:avLst/>
              <a:gdLst/>
              <a:ahLst/>
              <a:cxnLst/>
              <a:rect l="l" t="t" r="r" b="b"/>
              <a:pathLst>
                <a:path w="88" h="244" extrusionOk="0">
                  <a:moveTo>
                    <a:pt x="0" y="1"/>
                  </a:moveTo>
                  <a:lnTo>
                    <a:pt x="0" y="244"/>
                  </a:lnTo>
                  <a:cubicBezTo>
                    <a:pt x="38" y="223"/>
                    <a:pt x="54" y="207"/>
                    <a:pt x="54" y="174"/>
                  </a:cubicBezTo>
                  <a:cubicBezTo>
                    <a:pt x="87" y="104"/>
                    <a:pt x="54" y="38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"/>
            <p:cNvSpPr/>
            <p:nvPr/>
          </p:nvSpPr>
          <p:spPr>
            <a:xfrm>
              <a:off x="3796300" y="246745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87" y="0"/>
                  </a:moveTo>
                  <a:cubicBezTo>
                    <a:pt x="54" y="17"/>
                    <a:pt x="17" y="37"/>
                    <a:pt x="0" y="87"/>
                  </a:cubicBezTo>
                  <a:lnTo>
                    <a:pt x="0" y="190"/>
                  </a:lnTo>
                  <a:cubicBezTo>
                    <a:pt x="17" y="206"/>
                    <a:pt x="38" y="223"/>
                    <a:pt x="38" y="243"/>
                  </a:cubicBezTo>
                  <a:cubicBezTo>
                    <a:pt x="71" y="260"/>
                    <a:pt x="104" y="260"/>
                    <a:pt x="120" y="260"/>
                  </a:cubicBezTo>
                  <a:cubicBezTo>
                    <a:pt x="190" y="243"/>
                    <a:pt x="223" y="190"/>
                    <a:pt x="223" y="103"/>
                  </a:cubicBezTo>
                  <a:cubicBezTo>
                    <a:pt x="207" y="70"/>
                    <a:pt x="190" y="54"/>
                    <a:pt x="174" y="17"/>
                  </a:cubicBezTo>
                  <a:lnTo>
                    <a:pt x="157" y="17"/>
                  </a:lnTo>
                  <a:cubicBezTo>
                    <a:pt x="141" y="0"/>
                    <a:pt x="104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"/>
            <p:cNvSpPr/>
            <p:nvPr/>
          </p:nvSpPr>
          <p:spPr>
            <a:xfrm>
              <a:off x="3796300" y="2485475"/>
              <a:ext cx="425" cy="2200"/>
            </a:xfrm>
            <a:custGeom>
              <a:avLst/>
              <a:gdLst/>
              <a:ahLst/>
              <a:cxnLst/>
              <a:rect l="l" t="t" r="r" b="b"/>
              <a:pathLst>
                <a:path w="17" h="88" extrusionOk="0">
                  <a:moveTo>
                    <a:pt x="0" y="1"/>
                  </a:moveTo>
                  <a:lnTo>
                    <a:pt x="0" y="87"/>
                  </a:lnTo>
                  <a:cubicBezTo>
                    <a:pt x="17" y="54"/>
                    <a:pt x="17" y="1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"/>
            <p:cNvSpPr/>
            <p:nvPr/>
          </p:nvSpPr>
          <p:spPr>
            <a:xfrm>
              <a:off x="3816925" y="22758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39" y="1"/>
                  </a:moveTo>
                  <a:cubicBezTo>
                    <a:pt x="87" y="1"/>
                    <a:pt x="47" y="33"/>
                    <a:pt x="17" y="91"/>
                  </a:cubicBezTo>
                  <a:cubicBezTo>
                    <a:pt x="0" y="157"/>
                    <a:pt x="37" y="227"/>
                    <a:pt x="87" y="260"/>
                  </a:cubicBezTo>
                  <a:lnTo>
                    <a:pt x="140" y="260"/>
                  </a:lnTo>
                  <a:cubicBezTo>
                    <a:pt x="173" y="260"/>
                    <a:pt x="206" y="227"/>
                    <a:pt x="223" y="178"/>
                  </a:cubicBezTo>
                  <a:cubicBezTo>
                    <a:pt x="243" y="124"/>
                    <a:pt x="243" y="91"/>
                    <a:pt x="206" y="38"/>
                  </a:cubicBezTo>
                  <a:cubicBezTo>
                    <a:pt x="190" y="38"/>
                    <a:pt x="190" y="21"/>
                    <a:pt x="173" y="5"/>
                  </a:cubicBezTo>
                  <a:cubicBezTo>
                    <a:pt x="161" y="2"/>
                    <a:pt x="150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3802375" y="21853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4" y="1"/>
                  </a:moveTo>
                  <a:cubicBezTo>
                    <a:pt x="34" y="17"/>
                    <a:pt x="1" y="87"/>
                    <a:pt x="17" y="153"/>
                  </a:cubicBezTo>
                  <a:cubicBezTo>
                    <a:pt x="17" y="190"/>
                    <a:pt x="34" y="223"/>
                    <a:pt x="50" y="240"/>
                  </a:cubicBezTo>
                  <a:cubicBezTo>
                    <a:pt x="74" y="252"/>
                    <a:pt x="91" y="263"/>
                    <a:pt x="110" y="263"/>
                  </a:cubicBezTo>
                  <a:cubicBezTo>
                    <a:pt x="119" y="263"/>
                    <a:pt x="127" y="261"/>
                    <a:pt x="137" y="256"/>
                  </a:cubicBezTo>
                  <a:cubicBezTo>
                    <a:pt x="186" y="256"/>
                    <a:pt x="240" y="190"/>
                    <a:pt x="223" y="120"/>
                  </a:cubicBezTo>
                  <a:cubicBezTo>
                    <a:pt x="223" y="87"/>
                    <a:pt x="207" y="50"/>
                    <a:pt x="186" y="34"/>
                  </a:cubicBezTo>
                  <a:cubicBezTo>
                    <a:pt x="170" y="17"/>
                    <a:pt x="170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3812700" y="221842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36" y="0"/>
                  </a:moveTo>
                  <a:cubicBezTo>
                    <a:pt x="103" y="0"/>
                    <a:pt x="66" y="17"/>
                    <a:pt x="50" y="33"/>
                  </a:cubicBezTo>
                  <a:cubicBezTo>
                    <a:pt x="33" y="50"/>
                    <a:pt x="17" y="83"/>
                    <a:pt x="17" y="120"/>
                  </a:cubicBezTo>
                  <a:cubicBezTo>
                    <a:pt x="0" y="153"/>
                    <a:pt x="17" y="186"/>
                    <a:pt x="33" y="223"/>
                  </a:cubicBezTo>
                  <a:cubicBezTo>
                    <a:pt x="51" y="250"/>
                    <a:pt x="81" y="262"/>
                    <a:pt x="112" y="262"/>
                  </a:cubicBezTo>
                  <a:cubicBezTo>
                    <a:pt x="137" y="262"/>
                    <a:pt x="163" y="254"/>
                    <a:pt x="186" y="239"/>
                  </a:cubicBezTo>
                  <a:cubicBezTo>
                    <a:pt x="239" y="186"/>
                    <a:pt x="239" y="103"/>
                    <a:pt x="206" y="50"/>
                  </a:cubicBezTo>
                  <a:cubicBezTo>
                    <a:pt x="186" y="33"/>
                    <a:pt x="169" y="17"/>
                    <a:pt x="153" y="17"/>
                  </a:cubicBezTo>
                  <a:lnTo>
                    <a:pt x="1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3815275" y="2198625"/>
              <a:ext cx="5575" cy="6625"/>
            </a:xfrm>
            <a:custGeom>
              <a:avLst/>
              <a:gdLst/>
              <a:ahLst/>
              <a:cxnLst/>
              <a:rect l="l" t="t" r="r" b="b"/>
              <a:pathLst>
                <a:path w="223" h="265" extrusionOk="0">
                  <a:moveTo>
                    <a:pt x="103" y="1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0" y="190"/>
                    <a:pt x="17" y="223"/>
                    <a:pt x="50" y="240"/>
                  </a:cubicBezTo>
                  <a:cubicBezTo>
                    <a:pt x="61" y="251"/>
                    <a:pt x="83" y="265"/>
                    <a:pt x="106" y="265"/>
                  </a:cubicBezTo>
                  <a:cubicBezTo>
                    <a:pt x="116" y="265"/>
                    <a:pt x="126" y="262"/>
                    <a:pt x="136" y="256"/>
                  </a:cubicBezTo>
                  <a:cubicBezTo>
                    <a:pt x="186" y="256"/>
                    <a:pt x="223" y="190"/>
                    <a:pt x="223" y="120"/>
                  </a:cubicBezTo>
                  <a:cubicBezTo>
                    <a:pt x="223" y="87"/>
                    <a:pt x="206" y="50"/>
                    <a:pt x="169" y="34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"/>
            <p:cNvSpPr/>
            <p:nvPr/>
          </p:nvSpPr>
          <p:spPr>
            <a:xfrm>
              <a:off x="3810100" y="2263050"/>
              <a:ext cx="6025" cy="6425"/>
            </a:xfrm>
            <a:custGeom>
              <a:avLst/>
              <a:gdLst/>
              <a:ahLst/>
              <a:cxnLst/>
              <a:rect l="l" t="t" r="r" b="b"/>
              <a:pathLst>
                <a:path w="241" h="257" extrusionOk="0">
                  <a:moveTo>
                    <a:pt x="104" y="0"/>
                  </a:moveTo>
                  <a:cubicBezTo>
                    <a:pt x="67" y="0"/>
                    <a:pt x="50" y="17"/>
                    <a:pt x="34" y="50"/>
                  </a:cubicBezTo>
                  <a:cubicBezTo>
                    <a:pt x="17" y="71"/>
                    <a:pt x="1" y="104"/>
                    <a:pt x="1" y="137"/>
                  </a:cubicBezTo>
                  <a:cubicBezTo>
                    <a:pt x="17" y="174"/>
                    <a:pt x="34" y="207"/>
                    <a:pt x="50" y="223"/>
                  </a:cubicBezTo>
                  <a:cubicBezTo>
                    <a:pt x="67" y="256"/>
                    <a:pt x="104" y="256"/>
                    <a:pt x="137" y="256"/>
                  </a:cubicBezTo>
                  <a:cubicBezTo>
                    <a:pt x="186" y="240"/>
                    <a:pt x="240" y="174"/>
                    <a:pt x="224" y="104"/>
                  </a:cubicBezTo>
                  <a:cubicBezTo>
                    <a:pt x="224" y="71"/>
                    <a:pt x="207" y="33"/>
                    <a:pt x="186" y="17"/>
                  </a:cubicBezTo>
                  <a:cubicBezTo>
                    <a:pt x="170" y="17"/>
                    <a:pt x="170" y="0"/>
                    <a:pt x="1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"/>
            <p:cNvSpPr/>
            <p:nvPr/>
          </p:nvSpPr>
          <p:spPr>
            <a:xfrm>
              <a:off x="3807950" y="230985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87" y="0"/>
                  </a:moveTo>
                  <a:cubicBezTo>
                    <a:pt x="33" y="17"/>
                    <a:pt x="0" y="70"/>
                    <a:pt x="0" y="157"/>
                  </a:cubicBezTo>
                  <a:cubicBezTo>
                    <a:pt x="0" y="190"/>
                    <a:pt x="33" y="223"/>
                    <a:pt x="50" y="239"/>
                  </a:cubicBezTo>
                  <a:cubicBezTo>
                    <a:pt x="66" y="260"/>
                    <a:pt x="103" y="260"/>
                    <a:pt x="120" y="260"/>
                  </a:cubicBezTo>
                  <a:cubicBezTo>
                    <a:pt x="153" y="260"/>
                    <a:pt x="190" y="239"/>
                    <a:pt x="207" y="206"/>
                  </a:cubicBezTo>
                  <a:cubicBezTo>
                    <a:pt x="223" y="173"/>
                    <a:pt x="223" y="136"/>
                    <a:pt x="223" y="103"/>
                  </a:cubicBezTo>
                  <a:cubicBezTo>
                    <a:pt x="223" y="70"/>
                    <a:pt x="207" y="54"/>
                    <a:pt x="169" y="17"/>
                  </a:cubicBezTo>
                  <a:cubicBezTo>
                    <a:pt x="169" y="17"/>
                    <a:pt x="153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3804450" y="2280500"/>
              <a:ext cx="5675" cy="6600"/>
            </a:xfrm>
            <a:custGeom>
              <a:avLst/>
              <a:gdLst/>
              <a:ahLst/>
              <a:cxnLst/>
              <a:rect l="l" t="t" r="r" b="b"/>
              <a:pathLst>
                <a:path w="227" h="264" extrusionOk="0">
                  <a:moveTo>
                    <a:pt x="118" y="0"/>
                  </a:moveTo>
                  <a:cubicBezTo>
                    <a:pt x="109" y="0"/>
                    <a:pt x="99" y="2"/>
                    <a:pt x="87" y="7"/>
                  </a:cubicBezTo>
                  <a:cubicBezTo>
                    <a:pt x="37" y="7"/>
                    <a:pt x="0" y="73"/>
                    <a:pt x="0" y="144"/>
                  </a:cubicBezTo>
                  <a:cubicBezTo>
                    <a:pt x="0" y="177"/>
                    <a:pt x="21" y="214"/>
                    <a:pt x="54" y="230"/>
                  </a:cubicBezTo>
                  <a:cubicBezTo>
                    <a:pt x="70" y="247"/>
                    <a:pt x="103" y="263"/>
                    <a:pt x="124" y="263"/>
                  </a:cubicBezTo>
                  <a:cubicBezTo>
                    <a:pt x="190" y="247"/>
                    <a:pt x="227" y="177"/>
                    <a:pt x="227" y="111"/>
                  </a:cubicBezTo>
                  <a:cubicBezTo>
                    <a:pt x="227" y="73"/>
                    <a:pt x="206" y="40"/>
                    <a:pt x="173" y="24"/>
                  </a:cubicBezTo>
                  <a:lnTo>
                    <a:pt x="157" y="7"/>
                  </a:lnTo>
                  <a:cubicBezTo>
                    <a:pt x="146" y="7"/>
                    <a:pt x="135" y="0"/>
                    <a:pt x="1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3801875" y="220162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40" y="0"/>
                  </a:moveTo>
                  <a:cubicBezTo>
                    <a:pt x="103" y="0"/>
                    <a:pt x="87" y="0"/>
                    <a:pt x="54" y="33"/>
                  </a:cubicBezTo>
                  <a:cubicBezTo>
                    <a:pt x="0" y="70"/>
                    <a:pt x="0" y="157"/>
                    <a:pt x="37" y="206"/>
                  </a:cubicBezTo>
                  <a:cubicBezTo>
                    <a:pt x="54" y="239"/>
                    <a:pt x="87" y="260"/>
                    <a:pt x="124" y="260"/>
                  </a:cubicBezTo>
                  <a:cubicBezTo>
                    <a:pt x="140" y="260"/>
                    <a:pt x="173" y="260"/>
                    <a:pt x="190" y="223"/>
                  </a:cubicBezTo>
                  <a:cubicBezTo>
                    <a:pt x="243" y="190"/>
                    <a:pt x="243" y="103"/>
                    <a:pt x="206" y="54"/>
                  </a:cubicBezTo>
                  <a:cubicBezTo>
                    <a:pt x="206" y="33"/>
                    <a:pt x="190" y="17"/>
                    <a:pt x="173" y="17"/>
                  </a:cubicBezTo>
                  <a:cubicBezTo>
                    <a:pt x="157" y="0"/>
                    <a:pt x="157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3928125" y="224285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4" y="0"/>
                  </a:moveTo>
                  <a:cubicBezTo>
                    <a:pt x="54" y="0"/>
                    <a:pt x="1" y="70"/>
                    <a:pt x="21" y="136"/>
                  </a:cubicBezTo>
                  <a:cubicBezTo>
                    <a:pt x="21" y="174"/>
                    <a:pt x="38" y="207"/>
                    <a:pt x="54" y="223"/>
                  </a:cubicBezTo>
                  <a:cubicBezTo>
                    <a:pt x="87" y="260"/>
                    <a:pt x="104" y="260"/>
                    <a:pt x="141" y="260"/>
                  </a:cubicBezTo>
                  <a:cubicBezTo>
                    <a:pt x="207" y="240"/>
                    <a:pt x="244" y="174"/>
                    <a:pt x="227" y="103"/>
                  </a:cubicBezTo>
                  <a:cubicBezTo>
                    <a:pt x="227" y="70"/>
                    <a:pt x="207" y="33"/>
                    <a:pt x="190" y="17"/>
                  </a:cubicBezTo>
                  <a:cubicBezTo>
                    <a:pt x="174" y="17"/>
                    <a:pt x="174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3905875" y="2260575"/>
              <a:ext cx="6400" cy="6325"/>
            </a:xfrm>
            <a:custGeom>
              <a:avLst/>
              <a:gdLst/>
              <a:ahLst/>
              <a:cxnLst/>
              <a:rect l="l" t="t" r="r" b="b"/>
              <a:pathLst>
                <a:path w="256" h="253" extrusionOk="0">
                  <a:moveTo>
                    <a:pt x="127" y="0"/>
                  </a:moveTo>
                  <a:cubicBezTo>
                    <a:pt x="86" y="0"/>
                    <a:pt x="45" y="31"/>
                    <a:pt x="33" y="83"/>
                  </a:cubicBezTo>
                  <a:cubicBezTo>
                    <a:pt x="0" y="149"/>
                    <a:pt x="33" y="219"/>
                    <a:pt x="87" y="252"/>
                  </a:cubicBezTo>
                  <a:lnTo>
                    <a:pt x="136" y="252"/>
                  </a:lnTo>
                  <a:cubicBezTo>
                    <a:pt x="190" y="252"/>
                    <a:pt x="223" y="219"/>
                    <a:pt x="239" y="170"/>
                  </a:cubicBezTo>
                  <a:cubicBezTo>
                    <a:pt x="256" y="132"/>
                    <a:pt x="239" y="83"/>
                    <a:pt x="223" y="46"/>
                  </a:cubicBezTo>
                  <a:cubicBezTo>
                    <a:pt x="206" y="29"/>
                    <a:pt x="190" y="13"/>
                    <a:pt x="169" y="13"/>
                  </a:cubicBezTo>
                  <a:cubicBezTo>
                    <a:pt x="156" y="4"/>
                    <a:pt x="141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3932875" y="2222550"/>
              <a:ext cx="6525" cy="6525"/>
            </a:xfrm>
            <a:custGeom>
              <a:avLst/>
              <a:gdLst/>
              <a:ahLst/>
              <a:cxnLst/>
              <a:rect l="l" t="t" r="r" b="b"/>
              <a:pathLst>
                <a:path w="261" h="261" extrusionOk="0">
                  <a:moveTo>
                    <a:pt x="139" y="0"/>
                  </a:moveTo>
                  <a:cubicBezTo>
                    <a:pt x="87" y="0"/>
                    <a:pt x="48" y="33"/>
                    <a:pt x="17" y="91"/>
                  </a:cubicBezTo>
                  <a:cubicBezTo>
                    <a:pt x="0" y="161"/>
                    <a:pt x="37" y="227"/>
                    <a:pt x="87" y="248"/>
                  </a:cubicBezTo>
                  <a:cubicBezTo>
                    <a:pt x="101" y="256"/>
                    <a:pt x="116" y="260"/>
                    <a:pt x="131" y="260"/>
                  </a:cubicBezTo>
                  <a:cubicBezTo>
                    <a:pt x="172" y="260"/>
                    <a:pt x="211" y="229"/>
                    <a:pt x="223" y="177"/>
                  </a:cubicBezTo>
                  <a:cubicBezTo>
                    <a:pt x="260" y="107"/>
                    <a:pt x="223" y="41"/>
                    <a:pt x="173" y="4"/>
                  </a:cubicBezTo>
                  <a:cubicBezTo>
                    <a:pt x="162" y="1"/>
                    <a:pt x="150" y="0"/>
                    <a:pt x="1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3930300" y="2192500"/>
              <a:ext cx="5575" cy="6725"/>
            </a:xfrm>
            <a:custGeom>
              <a:avLst/>
              <a:gdLst/>
              <a:ahLst/>
              <a:cxnLst/>
              <a:rect l="l" t="t" r="r" b="b"/>
              <a:pathLst>
                <a:path w="223" h="269" extrusionOk="0">
                  <a:moveTo>
                    <a:pt x="109" y="1"/>
                  </a:moveTo>
                  <a:cubicBezTo>
                    <a:pt x="62" y="1"/>
                    <a:pt x="14" y="35"/>
                    <a:pt x="0" y="89"/>
                  </a:cubicBezTo>
                  <a:lnTo>
                    <a:pt x="0" y="143"/>
                  </a:lnTo>
                  <a:cubicBezTo>
                    <a:pt x="0" y="192"/>
                    <a:pt x="17" y="246"/>
                    <a:pt x="70" y="262"/>
                  </a:cubicBezTo>
                  <a:cubicBezTo>
                    <a:pt x="79" y="267"/>
                    <a:pt x="90" y="269"/>
                    <a:pt x="100" y="269"/>
                  </a:cubicBezTo>
                  <a:cubicBezTo>
                    <a:pt x="129" y="269"/>
                    <a:pt x="161" y="253"/>
                    <a:pt x="173" y="229"/>
                  </a:cubicBezTo>
                  <a:cubicBezTo>
                    <a:pt x="190" y="213"/>
                    <a:pt x="206" y="192"/>
                    <a:pt x="206" y="176"/>
                  </a:cubicBezTo>
                  <a:cubicBezTo>
                    <a:pt x="223" y="110"/>
                    <a:pt x="206" y="40"/>
                    <a:pt x="140" y="7"/>
                  </a:cubicBezTo>
                  <a:cubicBezTo>
                    <a:pt x="130" y="3"/>
                    <a:pt x="120" y="1"/>
                    <a:pt x="1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3920925" y="22275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1" y="0"/>
                  </a:moveTo>
                  <a:cubicBezTo>
                    <a:pt x="84" y="0"/>
                    <a:pt x="66" y="4"/>
                    <a:pt x="50" y="12"/>
                  </a:cubicBezTo>
                  <a:cubicBezTo>
                    <a:pt x="33" y="29"/>
                    <a:pt x="17" y="50"/>
                    <a:pt x="17" y="83"/>
                  </a:cubicBezTo>
                  <a:cubicBezTo>
                    <a:pt x="0" y="116"/>
                    <a:pt x="0" y="132"/>
                    <a:pt x="0" y="169"/>
                  </a:cubicBezTo>
                  <a:cubicBezTo>
                    <a:pt x="17" y="202"/>
                    <a:pt x="33" y="235"/>
                    <a:pt x="66" y="256"/>
                  </a:cubicBezTo>
                  <a:cubicBezTo>
                    <a:pt x="78" y="258"/>
                    <a:pt x="89" y="260"/>
                    <a:pt x="99" y="260"/>
                  </a:cubicBezTo>
                  <a:cubicBezTo>
                    <a:pt x="152" y="260"/>
                    <a:pt x="192" y="227"/>
                    <a:pt x="223" y="186"/>
                  </a:cubicBezTo>
                  <a:cubicBezTo>
                    <a:pt x="239" y="116"/>
                    <a:pt x="206" y="29"/>
                    <a:pt x="153" y="12"/>
                  </a:cubicBezTo>
                  <a:cubicBezTo>
                    <a:pt x="136" y="4"/>
                    <a:pt x="119" y="0"/>
                    <a:pt x="1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3910100" y="22145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37" y="17"/>
                    <a:pt x="0" y="87"/>
                    <a:pt x="0" y="157"/>
                  </a:cubicBezTo>
                  <a:cubicBezTo>
                    <a:pt x="21" y="190"/>
                    <a:pt x="37" y="223"/>
                    <a:pt x="54" y="240"/>
                  </a:cubicBezTo>
                  <a:cubicBezTo>
                    <a:pt x="70" y="260"/>
                    <a:pt x="103" y="260"/>
                    <a:pt x="140" y="260"/>
                  </a:cubicBezTo>
                  <a:cubicBezTo>
                    <a:pt x="190" y="260"/>
                    <a:pt x="243" y="190"/>
                    <a:pt x="227" y="120"/>
                  </a:cubicBezTo>
                  <a:cubicBezTo>
                    <a:pt x="227" y="87"/>
                    <a:pt x="206" y="54"/>
                    <a:pt x="190" y="34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40" y="1"/>
                    <a:pt x="12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"/>
            <p:cNvSpPr/>
            <p:nvPr/>
          </p:nvSpPr>
          <p:spPr>
            <a:xfrm>
              <a:off x="3913600" y="2243675"/>
              <a:ext cx="5575" cy="6675"/>
            </a:xfrm>
            <a:custGeom>
              <a:avLst/>
              <a:gdLst/>
              <a:ahLst/>
              <a:cxnLst/>
              <a:rect l="l" t="t" r="r" b="b"/>
              <a:pathLst>
                <a:path w="223" h="267" extrusionOk="0">
                  <a:moveTo>
                    <a:pt x="103" y="0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17" y="190"/>
                    <a:pt x="33" y="227"/>
                    <a:pt x="66" y="244"/>
                  </a:cubicBezTo>
                  <a:cubicBezTo>
                    <a:pt x="81" y="255"/>
                    <a:pt x="93" y="267"/>
                    <a:pt x="111" y="267"/>
                  </a:cubicBezTo>
                  <a:cubicBezTo>
                    <a:pt x="119" y="267"/>
                    <a:pt x="127" y="265"/>
                    <a:pt x="136" y="260"/>
                  </a:cubicBezTo>
                  <a:cubicBezTo>
                    <a:pt x="153" y="260"/>
                    <a:pt x="190" y="244"/>
                    <a:pt x="206" y="207"/>
                  </a:cubicBezTo>
                  <a:cubicBezTo>
                    <a:pt x="223" y="190"/>
                    <a:pt x="223" y="157"/>
                    <a:pt x="223" y="124"/>
                  </a:cubicBezTo>
                  <a:cubicBezTo>
                    <a:pt x="223" y="87"/>
                    <a:pt x="206" y="54"/>
                    <a:pt x="190" y="37"/>
                  </a:cubicBezTo>
                  <a:cubicBezTo>
                    <a:pt x="169" y="21"/>
                    <a:pt x="169" y="21"/>
                    <a:pt x="153" y="21"/>
                  </a:cubicBezTo>
                  <a:lnTo>
                    <a:pt x="136" y="21"/>
                  </a:lnTo>
                  <a:cubicBezTo>
                    <a:pt x="120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"/>
            <p:cNvSpPr/>
            <p:nvPr/>
          </p:nvSpPr>
          <p:spPr>
            <a:xfrm>
              <a:off x="3922575" y="2209850"/>
              <a:ext cx="6500" cy="6850"/>
            </a:xfrm>
            <a:custGeom>
              <a:avLst/>
              <a:gdLst/>
              <a:ahLst/>
              <a:cxnLst/>
              <a:rect l="l" t="t" r="r" b="b"/>
              <a:pathLst>
                <a:path w="260" h="274" extrusionOk="0">
                  <a:moveTo>
                    <a:pt x="129" y="1"/>
                  </a:moveTo>
                  <a:cubicBezTo>
                    <a:pt x="88" y="1"/>
                    <a:pt x="49" y="32"/>
                    <a:pt x="37" y="84"/>
                  </a:cubicBezTo>
                  <a:cubicBezTo>
                    <a:pt x="0" y="154"/>
                    <a:pt x="37" y="240"/>
                    <a:pt x="87" y="257"/>
                  </a:cubicBezTo>
                  <a:cubicBezTo>
                    <a:pt x="103" y="273"/>
                    <a:pt x="120" y="273"/>
                    <a:pt x="140" y="273"/>
                  </a:cubicBezTo>
                  <a:cubicBezTo>
                    <a:pt x="190" y="257"/>
                    <a:pt x="223" y="240"/>
                    <a:pt x="243" y="187"/>
                  </a:cubicBezTo>
                  <a:cubicBezTo>
                    <a:pt x="260" y="137"/>
                    <a:pt x="243" y="84"/>
                    <a:pt x="206" y="51"/>
                  </a:cubicBezTo>
                  <a:cubicBezTo>
                    <a:pt x="206" y="34"/>
                    <a:pt x="190" y="13"/>
                    <a:pt x="173" y="13"/>
                  </a:cubicBezTo>
                  <a:cubicBezTo>
                    <a:pt x="159" y="5"/>
                    <a:pt x="144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3948325" y="2221675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19" y="0"/>
                  </a:moveTo>
                  <a:cubicBezTo>
                    <a:pt x="76" y="0"/>
                    <a:pt x="33" y="23"/>
                    <a:pt x="17" y="76"/>
                  </a:cubicBezTo>
                  <a:cubicBezTo>
                    <a:pt x="1" y="142"/>
                    <a:pt x="17" y="229"/>
                    <a:pt x="87" y="245"/>
                  </a:cubicBezTo>
                  <a:cubicBezTo>
                    <a:pt x="102" y="256"/>
                    <a:pt x="118" y="260"/>
                    <a:pt x="133" y="260"/>
                  </a:cubicBezTo>
                  <a:cubicBezTo>
                    <a:pt x="173" y="260"/>
                    <a:pt x="211" y="227"/>
                    <a:pt x="223" y="179"/>
                  </a:cubicBezTo>
                  <a:cubicBezTo>
                    <a:pt x="244" y="109"/>
                    <a:pt x="223" y="39"/>
                    <a:pt x="157" y="6"/>
                  </a:cubicBezTo>
                  <a:cubicBezTo>
                    <a:pt x="145" y="2"/>
                    <a:pt x="132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3950075" y="2204700"/>
              <a:ext cx="6000" cy="6850"/>
            </a:xfrm>
            <a:custGeom>
              <a:avLst/>
              <a:gdLst/>
              <a:ahLst/>
              <a:cxnLst/>
              <a:rect l="l" t="t" r="r" b="b"/>
              <a:pathLst>
                <a:path w="240" h="274" extrusionOk="0">
                  <a:moveTo>
                    <a:pt x="129" y="1"/>
                  </a:moveTo>
                  <a:cubicBezTo>
                    <a:pt x="120" y="1"/>
                    <a:pt x="112" y="5"/>
                    <a:pt x="104" y="13"/>
                  </a:cubicBezTo>
                  <a:cubicBezTo>
                    <a:pt x="87" y="13"/>
                    <a:pt x="71" y="34"/>
                    <a:pt x="50" y="50"/>
                  </a:cubicBezTo>
                  <a:cubicBezTo>
                    <a:pt x="17" y="67"/>
                    <a:pt x="1" y="116"/>
                    <a:pt x="17" y="153"/>
                  </a:cubicBezTo>
                  <a:cubicBezTo>
                    <a:pt x="17" y="186"/>
                    <a:pt x="34" y="219"/>
                    <a:pt x="50" y="240"/>
                  </a:cubicBezTo>
                  <a:cubicBezTo>
                    <a:pt x="87" y="257"/>
                    <a:pt x="104" y="273"/>
                    <a:pt x="137" y="273"/>
                  </a:cubicBezTo>
                  <a:cubicBezTo>
                    <a:pt x="191" y="257"/>
                    <a:pt x="240" y="186"/>
                    <a:pt x="240" y="137"/>
                  </a:cubicBezTo>
                  <a:lnTo>
                    <a:pt x="240" y="116"/>
                  </a:lnTo>
                  <a:cubicBezTo>
                    <a:pt x="223" y="67"/>
                    <a:pt x="207" y="34"/>
                    <a:pt x="153" y="13"/>
                  </a:cubicBezTo>
                  <a:cubicBezTo>
                    <a:pt x="145" y="5"/>
                    <a:pt x="137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3950500" y="23472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33" y="17"/>
                    <a:pt x="0" y="67"/>
                    <a:pt x="0" y="153"/>
                  </a:cubicBezTo>
                  <a:cubicBezTo>
                    <a:pt x="17" y="186"/>
                    <a:pt x="33" y="207"/>
                    <a:pt x="54" y="240"/>
                  </a:cubicBezTo>
                  <a:cubicBezTo>
                    <a:pt x="70" y="256"/>
                    <a:pt x="103" y="256"/>
                    <a:pt x="136" y="256"/>
                  </a:cubicBezTo>
                  <a:cubicBezTo>
                    <a:pt x="190" y="240"/>
                    <a:pt x="239" y="170"/>
                    <a:pt x="223" y="104"/>
                  </a:cubicBezTo>
                  <a:cubicBezTo>
                    <a:pt x="223" y="67"/>
                    <a:pt x="206" y="50"/>
                    <a:pt x="190" y="17"/>
                  </a:cubicBezTo>
                  <a:cubicBezTo>
                    <a:pt x="174" y="17"/>
                    <a:pt x="174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3937600" y="2207600"/>
              <a:ext cx="6025" cy="6525"/>
            </a:xfrm>
            <a:custGeom>
              <a:avLst/>
              <a:gdLst/>
              <a:ahLst/>
              <a:cxnLst/>
              <a:rect l="l" t="t" r="r" b="b"/>
              <a:pathLst>
                <a:path w="241" h="261" extrusionOk="0">
                  <a:moveTo>
                    <a:pt x="137" y="0"/>
                  </a:moveTo>
                  <a:cubicBezTo>
                    <a:pt x="104" y="0"/>
                    <a:pt x="71" y="21"/>
                    <a:pt x="55" y="37"/>
                  </a:cubicBezTo>
                  <a:cubicBezTo>
                    <a:pt x="1" y="70"/>
                    <a:pt x="1" y="157"/>
                    <a:pt x="34" y="206"/>
                  </a:cubicBezTo>
                  <a:cubicBezTo>
                    <a:pt x="55" y="244"/>
                    <a:pt x="88" y="260"/>
                    <a:pt x="104" y="260"/>
                  </a:cubicBezTo>
                  <a:cubicBezTo>
                    <a:pt x="137" y="260"/>
                    <a:pt x="174" y="260"/>
                    <a:pt x="191" y="244"/>
                  </a:cubicBezTo>
                  <a:cubicBezTo>
                    <a:pt x="207" y="206"/>
                    <a:pt x="224" y="190"/>
                    <a:pt x="224" y="157"/>
                  </a:cubicBezTo>
                  <a:cubicBezTo>
                    <a:pt x="240" y="124"/>
                    <a:pt x="224" y="87"/>
                    <a:pt x="207" y="54"/>
                  </a:cubicBezTo>
                  <a:cubicBezTo>
                    <a:pt x="191" y="37"/>
                    <a:pt x="174" y="21"/>
                    <a:pt x="158" y="21"/>
                  </a:cubicBezTo>
                  <a:cubicBezTo>
                    <a:pt x="158" y="0"/>
                    <a:pt x="137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3944525" y="21913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66" y="1"/>
                    <a:pt x="50" y="17"/>
                    <a:pt x="33" y="55"/>
                  </a:cubicBezTo>
                  <a:cubicBezTo>
                    <a:pt x="17" y="88"/>
                    <a:pt x="0" y="120"/>
                    <a:pt x="0" y="158"/>
                  </a:cubicBezTo>
                  <a:cubicBezTo>
                    <a:pt x="17" y="191"/>
                    <a:pt x="33" y="207"/>
                    <a:pt x="50" y="240"/>
                  </a:cubicBezTo>
                  <a:cubicBezTo>
                    <a:pt x="66" y="261"/>
                    <a:pt x="103" y="261"/>
                    <a:pt x="136" y="261"/>
                  </a:cubicBezTo>
                  <a:cubicBezTo>
                    <a:pt x="190" y="240"/>
                    <a:pt x="239" y="174"/>
                    <a:pt x="223" y="104"/>
                  </a:cubicBezTo>
                  <a:cubicBezTo>
                    <a:pt x="223" y="71"/>
                    <a:pt x="206" y="34"/>
                    <a:pt x="190" y="17"/>
                  </a:cubicBezTo>
                  <a:cubicBezTo>
                    <a:pt x="169" y="17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3940600" y="2237175"/>
              <a:ext cx="6525" cy="6675"/>
            </a:xfrm>
            <a:custGeom>
              <a:avLst/>
              <a:gdLst/>
              <a:ahLst/>
              <a:cxnLst/>
              <a:rect l="l" t="t" r="r" b="b"/>
              <a:pathLst>
                <a:path w="261" h="267" extrusionOk="0">
                  <a:moveTo>
                    <a:pt x="146" y="1"/>
                  </a:moveTo>
                  <a:cubicBezTo>
                    <a:pt x="99" y="1"/>
                    <a:pt x="51" y="33"/>
                    <a:pt x="38" y="91"/>
                  </a:cubicBezTo>
                  <a:cubicBezTo>
                    <a:pt x="1" y="157"/>
                    <a:pt x="38" y="227"/>
                    <a:pt x="87" y="260"/>
                  </a:cubicBezTo>
                  <a:cubicBezTo>
                    <a:pt x="100" y="264"/>
                    <a:pt x="113" y="266"/>
                    <a:pt x="124" y="266"/>
                  </a:cubicBezTo>
                  <a:cubicBezTo>
                    <a:pt x="175" y="266"/>
                    <a:pt x="214" y="232"/>
                    <a:pt x="244" y="178"/>
                  </a:cubicBezTo>
                  <a:cubicBezTo>
                    <a:pt x="260" y="108"/>
                    <a:pt x="223" y="38"/>
                    <a:pt x="174" y="5"/>
                  </a:cubicBezTo>
                  <a:cubicBezTo>
                    <a:pt x="165" y="2"/>
                    <a:pt x="155" y="1"/>
                    <a:pt x="1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"/>
            <p:cNvSpPr/>
            <p:nvPr/>
          </p:nvSpPr>
          <p:spPr>
            <a:xfrm>
              <a:off x="3875350" y="22188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50" y="17"/>
                    <a:pt x="1" y="87"/>
                    <a:pt x="17" y="153"/>
                  </a:cubicBezTo>
                  <a:cubicBezTo>
                    <a:pt x="17" y="190"/>
                    <a:pt x="34" y="223"/>
                    <a:pt x="50" y="240"/>
                  </a:cubicBezTo>
                  <a:cubicBezTo>
                    <a:pt x="87" y="256"/>
                    <a:pt x="104" y="256"/>
                    <a:pt x="137" y="256"/>
                  </a:cubicBezTo>
                  <a:cubicBezTo>
                    <a:pt x="207" y="240"/>
                    <a:pt x="240" y="190"/>
                    <a:pt x="223" y="104"/>
                  </a:cubicBezTo>
                  <a:cubicBezTo>
                    <a:pt x="223" y="67"/>
                    <a:pt x="207" y="50"/>
                    <a:pt x="190" y="34"/>
                  </a:cubicBezTo>
                  <a:cubicBezTo>
                    <a:pt x="174" y="17"/>
                    <a:pt x="174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3875350" y="218822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27" y="0"/>
                  </a:moveTo>
                  <a:cubicBezTo>
                    <a:pt x="82" y="0"/>
                    <a:pt x="31" y="33"/>
                    <a:pt x="17" y="91"/>
                  </a:cubicBezTo>
                  <a:cubicBezTo>
                    <a:pt x="1" y="157"/>
                    <a:pt x="17" y="227"/>
                    <a:pt x="87" y="260"/>
                  </a:cubicBezTo>
                  <a:cubicBezTo>
                    <a:pt x="97" y="264"/>
                    <a:pt x="107" y="266"/>
                    <a:pt x="117" y="266"/>
                  </a:cubicBezTo>
                  <a:cubicBezTo>
                    <a:pt x="161" y="266"/>
                    <a:pt x="210" y="231"/>
                    <a:pt x="223" y="178"/>
                  </a:cubicBezTo>
                  <a:cubicBezTo>
                    <a:pt x="240" y="107"/>
                    <a:pt x="207" y="37"/>
                    <a:pt x="153" y="4"/>
                  </a:cubicBezTo>
                  <a:cubicBezTo>
                    <a:pt x="145" y="2"/>
                    <a:pt x="136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3867625" y="2203875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29" y="0"/>
                  </a:moveTo>
                  <a:cubicBezTo>
                    <a:pt x="87" y="0"/>
                    <a:pt x="46" y="32"/>
                    <a:pt x="34" y="83"/>
                  </a:cubicBezTo>
                  <a:cubicBezTo>
                    <a:pt x="1" y="149"/>
                    <a:pt x="34" y="219"/>
                    <a:pt x="87" y="252"/>
                  </a:cubicBezTo>
                  <a:cubicBezTo>
                    <a:pt x="103" y="258"/>
                    <a:pt x="119" y="260"/>
                    <a:pt x="134" y="260"/>
                  </a:cubicBezTo>
                  <a:cubicBezTo>
                    <a:pt x="178" y="260"/>
                    <a:pt x="215" y="236"/>
                    <a:pt x="240" y="186"/>
                  </a:cubicBezTo>
                  <a:cubicBezTo>
                    <a:pt x="256" y="116"/>
                    <a:pt x="223" y="30"/>
                    <a:pt x="174" y="13"/>
                  </a:cubicBezTo>
                  <a:cubicBezTo>
                    <a:pt x="159" y="5"/>
                    <a:pt x="144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3904525" y="2184925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04" y="0"/>
                  </a:moveTo>
                  <a:cubicBezTo>
                    <a:pt x="87" y="17"/>
                    <a:pt x="87" y="17"/>
                    <a:pt x="71" y="17"/>
                  </a:cubicBezTo>
                  <a:cubicBezTo>
                    <a:pt x="38" y="33"/>
                    <a:pt x="1" y="103"/>
                    <a:pt x="17" y="153"/>
                  </a:cubicBezTo>
                  <a:cubicBezTo>
                    <a:pt x="17" y="186"/>
                    <a:pt x="38" y="223"/>
                    <a:pt x="54" y="239"/>
                  </a:cubicBezTo>
                  <a:cubicBezTo>
                    <a:pt x="66" y="251"/>
                    <a:pt x="86" y="263"/>
                    <a:pt x="109" y="263"/>
                  </a:cubicBezTo>
                  <a:cubicBezTo>
                    <a:pt x="119" y="263"/>
                    <a:pt x="130" y="261"/>
                    <a:pt x="141" y="256"/>
                  </a:cubicBezTo>
                  <a:cubicBezTo>
                    <a:pt x="190" y="256"/>
                    <a:pt x="244" y="186"/>
                    <a:pt x="223" y="120"/>
                  </a:cubicBezTo>
                  <a:lnTo>
                    <a:pt x="223" y="83"/>
                  </a:lnTo>
                  <a:cubicBezTo>
                    <a:pt x="207" y="50"/>
                    <a:pt x="190" y="33"/>
                    <a:pt x="157" y="17"/>
                  </a:cubicBezTo>
                  <a:cubicBezTo>
                    <a:pt x="141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"/>
            <p:cNvSpPr/>
            <p:nvPr/>
          </p:nvSpPr>
          <p:spPr>
            <a:xfrm>
              <a:off x="3874950" y="2234950"/>
              <a:ext cx="6400" cy="6675"/>
            </a:xfrm>
            <a:custGeom>
              <a:avLst/>
              <a:gdLst/>
              <a:ahLst/>
              <a:cxnLst/>
              <a:rect l="l" t="t" r="r" b="b"/>
              <a:pathLst>
                <a:path w="256" h="267" extrusionOk="0">
                  <a:moveTo>
                    <a:pt x="111" y="0"/>
                  </a:moveTo>
                  <a:cubicBezTo>
                    <a:pt x="92" y="0"/>
                    <a:pt x="76" y="12"/>
                    <a:pt x="50" y="24"/>
                  </a:cubicBezTo>
                  <a:cubicBezTo>
                    <a:pt x="17" y="77"/>
                    <a:pt x="0" y="164"/>
                    <a:pt x="33" y="213"/>
                  </a:cubicBezTo>
                  <a:cubicBezTo>
                    <a:pt x="50" y="246"/>
                    <a:pt x="87" y="267"/>
                    <a:pt x="120" y="267"/>
                  </a:cubicBezTo>
                  <a:cubicBezTo>
                    <a:pt x="136" y="267"/>
                    <a:pt x="169" y="246"/>
                    <a:pt x="190" y="230"/>
                  </a:cubicBezTo>
                  <a:cubicBezTo>
                    <a:pt x="239" y="197"/>
                    <a:pt x="256" y="110"/>
                    <a:pt x="206" y="40"/>
                  </a:cubicBezTo>
                  <a:cubicBezTo>
                    <a:pt x="206" y="24"/>
                    <a:pt x="190" y="24"/>
                    <a:pt x="169" y="7"/>
                  </a:cubicBezTo>
                  <a:lnTo>
                    <a:pt x="136" y="7"/>
                  </a:lnTo>
                  <a:cubicBezTo>
                    <a:pt x="127" y="2"/>
                    <a:pt x="118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3871950" y="22843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1"/>
                  </a:moveTo>
                  <a:cubicBezTo>
                    <a:pt x="115" y="1"/>
                    <a:pt x="109" y="3"/>
                    <a:pt x="104" y="8"/>
                  </a:cubicBezTo>
                  <a:lnTo>
                    <a:pt x="67" y="8"/>
                  </a:lnTo>
                  <a:cubicBezTo>
                    <a:pt x="34" y="45"/>
                    <a:pt x="1" y="95"/>
                    <a:pt x="1" y="148"/>
                  </a:cubicBezTo>
                  <a:cubicBezTo>
                    <a:pt x="17" y="181"/>
                    <a:pt x="17" y="214"/>
                    <a:pt x="50" y="231"/>
                  </a:cubicBezTo>
                  <a:cubicBezTo>
                    <a:pt x="67" y="251"/>
                    <a:pt x="104" y="268"/>
                    <a:pt x="137" y="268"/>
                  </a:cubicBezTo>
                  <a:cubicBezTo>
                    <a:pt x="186" y="251"/>
                    <a:pt x="240" y="181"/>
                    <a:pt x="223" y="111"/>
                  </a:cubicBezTo>
                  <a:lnTo>
                    <a:pt x="223" y="78"/>
                  </a:lnTo>
                  <a:cubicBezTo>
                    <a:pt x="207" y="45"/>
                    <a:pt x="186" y="25"/>
                    <a:pt x="153" y="8"/>
                  </a:cubicBezTo>
                  <a:cubicBezTo>
                    <a:pt x="142" y="8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"/>
            <p:cNvSpPr/>
            <p:nvPr/>
          </p:nvSpPr>
          <p:spPr>
            <a:xfrm>
              <a:off x="3868450" y="2251700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25" y="0"/>
                  </a:moveTo>
                  <a:cubicBezTo>
                    <a:pt x="117" y="0"/>
                    <a:pt x="109" y="2"/>
                    <a:pt x="104" y="9"/>
                  </a:cubicBezTo>
                  <a:cubicBezTo>
                    <a:pt x="54" y="9"/>
                    <a:pt x="1" y="75"/>
                    <a:pt x="17" y="145"/>
                  </a:cubicBezTo>
                  <a:cubicBezTo>
                    <a:pt x="17" y="178"/>
                    <a:pt x="38" y="215"/>
                    <a:pt x="54" y="232"/>
                  </a:cubicBezTo>
                  <a:cubicBezTo>
                    <a:pt x="87" y="248"/>
                    <a:pt x="120" y="265"/>
                    <a:pt x="141" y="265"/>
                  </a:cubicBezTo>
                  <a:cubicBezTo>
                    <a:pt x="174" y="248"/>
                    <a:pt x="190" y="232"/>
                    <a:pt x="207" y="215"/>
                  </a:cubicBezTo>
                  <a:cubicBezTo>
                    <a:pt x="244" y="178"/>
                    <a:pt x="244" y="145"/>
                    <a:pt x="244" y="112"/>
                  </a:cubicBezTo>
                  <a:cubicBezTo>
                    <a:pt x="223" y="75"/>
                    <a:pt x="207" y="42"/>
                    <a:pt x="190" y="26"/>
                  </a:cubicBezTo>
                  <a:lnTo>
                    <a:pt x="174" y="9"/>
                  </a:lnTo>
                  <a:cubicBezTo>
                    <a:pt x="163" y="9"/>
                    <a:pt x="143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"/>
            <p:cNvSpPr/>
            <p:nvPr/>
          </p:nvSpPr>
          <p:spPr>
            <a:xfrm>
              <a:off x="3877525" y="23137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3" y="1"/>
                  </a:moveTo>
                  <a:cubicBezTo>
                    <a:pt x="33" y="17"/>
                    <a:pt x="0" y="83"/>
                    <a:pt x="0" y="153"/>
                  </a:cubicBezTo>
                  <a:cubicBezTo>
                    <a:pt x="17" y="186"/>
                    <a:pt x="17" y="224"/>
                    <a:pt x="50" y="240"/>
                  </a:cubicBezTo>
                  <a:cubicBezTo>
                    <a:pt x="61" y="252"/>
                    <a:pt x="83" y="263"/>
                    <a:pt x="107" y="263"/>
                  </a:cubicBezTo>
                  <a:cubicBezTo>
                    <a:pt x="117" y="263"/>
                    <a:pt x="127" y="261"/>
                    <a:pt x="136" y="257"/>
                  </a:cubicBezTo>
                  <a:cubicBezTo>
                    <a:pt x="190" y="257"/>
                    <a:pt x="239" y="186"/>
                    <a:pt x="223" y="120"/>
                  </a:cubicBezTo>
                  <a:cubicBezTo>
                    <a:pt x="223" y="83"/>
                    <a:pt x="206" y="50"/>
                    <a:pt x="169" y="34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"/>
            <p:cNvSpPr/>
            <p:nvPr/>
          </p:nvSpPr>
          <p:spPr>
            <a:xfrm>
              <a:off x="3889475" y="2216150"/>
              <a:ext cx="6525" cy="6425"/>
            </a:xfrm>
            <a:custGeom>
              <a:avLst/>
              <a:gdLst/>
              <a:ahLst/>
              <a:cxnLst/>
              <a:rect l="l" t="t" r="r" b="b"/>
              <a:pathLst>
                <a:path w="261" h="257" extrusionOk="0">
                  <a:moveTo>
                    <a:pt x="146" y="0"/>
                  </a:moveTo>
                  <a:cubicBezTo>
                    <a:pt x="101" y="0"/>
                    <a:pt x="51" y="30"/>
                    <a:pt x="38" y="71"/>
                  </a:cubicBezTo>
                  <a:cubicBezTo>
                    <a:pt x="1" y="141"/>
                    <a:pt x="38" y="227"/>
                    <a:pt x="87" y="244"/>
                  </a:cubicBezTo>
                  <a:cubicBezTo>
                    <a:pt x="106" y="253"/>
                    <a:pt x="123" y="257"/>
                    <a:pt x="139" y="257"/>
                  </a:cubicBezTo>
                  <a:cubicBezTo>
                    <a:pt x="183" y="257"/>
                    <a:pt x="217" y="225"/>
                    <a:pt x="244" y="174"/>
                  </a:cubicBezTo>
                  <a:cubicBezTo>
                    <a:pt x="260" y="108"/>
                    <a:pt x="227" y="38"/>
                    <a:pt x="174" y="5"/>
                  </a:cubicBezTo>
                  <a:cubicBezTo>
                    <a:pt x="165" y="2"/>
                    <a:pt x="156" y="0"/>
                    <a:pt x="1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"/>
            <p:cNvSpPr/>
            <p:nvPr/>
          </p:nvSpPr>
          <p:spPr>
            <a:xfrm>
              <a:off x="3898125" y="2202825"/>
              <a:ext cx="6025" cy="6650"/>
            </a:xfrm>
            <a:custGeom>
              <a:avLst/>
              <a:gdLst/>
              <a:ahLst/>
              <a:cxnLst/>
              <a:rect l="l" t="t" r="r" b="b"/>
              <a:pathLst>
                <a:path w="241" h="266" extrusionOk="0">
                  <a:moveTo>
                    <a:pt x="124" y="0"/>
                  </a:moveTo>
                  <a:cubicBezTo>
                    <a:pt x="80" y="0"/>
                    <a:pt x="31" y="35"/>
                    <a:pt x="17" y="88"/>
                  </a:cubicBezTo>
                  <a:cubicBezTo>
                    <a:pt x="1" y="158"/>
                    <a:pt x="17" y="228"/>
                    <a:pt x="87" y="261"/>
                  </a:cubicBezTo>
                  <a:cubicBezTo>
                    <a:pt x="96" y="264"/>
                    <a:pt x="105" y="266"/>
                    <a:pt x="114" y="266"/>
                  </a:cubicBezTo>
                  <a:cubicBezTo>
                    <a:pt x="159" y="266"/>
                    <a:pt x="210" y="233"/>
                    <a:pt x="224" y="175"/>
                  </a:cubicBezTo>
                  <a:cubicBezTo>
                    <a:pt x="240" y="109"/>
                    <a:pt x="207" y="39"/>
                    <a:pt x="153" y="6"/>
                  </a:cubicBezTo>
                  <a:cubicBezTo>
                    <a:pt x="144" y="2"/>
                    <a:pt x="134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"/>
            <p:cNvSpPr/>
            <p:nvPr/>
          </p:nvSpPr>
          <p:spPr>
            <a:xfrm>
              <a:off x="3902875" y="22282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37" y="1"/>
                  </a:moveTo>
                  <a:cubicBezTo>
                    <a:pt x="104" y="1"/>
                    <a:pt x="83" y="22"/>
                    <a:pt x="50" y="38"/>
                  </a:cubicBezTo>
                  <a:cubicBezTo>
                    <a:pt x="1" y="88"/>
                    <a:pt x="1" y="158"/>
                    <a:pt x="34" y="228"/>
                  </a:cubicBezTo>
                  <a:cubicBezTo>
                    <a:pt x="52" y="255"/>
                    <a:pt x="81" y="267"/>
                    <a:pt x="112" y="267"/>
                  </a:cubicBezTo>
                  <a:cubicBezTo>
                    <a:pt x="137" y="267"/>
                    <a:pt x="164" y="259"/>
                    <a:pt x="186" y="244"/>
                  </a:cubicBezTo>
                  <a:cubicBezTo>
                    <a:pt x="240" y="191"/>
                    <a:pt x="240" y="104"/>
                    <a:pt x="207" y="55"/>
                  </a:cubicBezTo>
                  <a:cubicBezTo>
                    <a:pt x="207" y="38"/>
                    <a:pt x="186" y="22"/>
                    <a:pt x="170" y="22"/>
                  </a:cubicBezTo>
                  <a:cubicBezTo>
                    <a:pt x="153" y="22"/>
                    <a:pt x="137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3889075" y="2185325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40" y="1"/>
                  </a:moveTo>
                  <a:cubicBezTo>
                    <a:pt x="103" y="1"/>
                    <a:pt x="70" y="17"/>
                    <a:pt x="54" y="34"/>
                  </a:cubicBezTo>
                  <a:cubicBezTo>
                    <a:pt x="0" y="87"/>
                    <a:pt x="0" y="153"/>
                    <a:pt x="37" y="223"/>
                  </a:cubicBezTo>
                  <a:cubicBezTo>
                    <a:pt x="54" y="240"/>
                    <a:pt x="87" y="256"/>
                    <a:pt x="103" y="256"/>
                  </a:cubicBezTo>
                  <a:cubicBezTo>
                    <a:pt x="114" y="261"/>
                    <a:pt x="125" y="263"/>
                    <a:pt x="134" y="263"/>
                  </a:cubicBezTo>
                  <a:cubicBezTo>
                    <a:pt x="158" y="263"/>
                    <a:pt x="178" y="252"/>
                    <a:pt x="190" y="240"/>
                  </a:cubicBezTo>
                  <a:cubicBezTo>
                    <a:pt x="243" y="190"/>
                    <a:pt x="243" y="104"/>
                    <a:pt x="206" y="50"/>
                  </a:cubicBezTo>
                  <a:cubicBezTo>
                    <a:pt x="190" y="34"/>
                    <a:pt x="173" y="17"/>
                    <a:pt x="157" y="17"/>
                  </a:cubicBezTo>
                  <a:lnTo>
                    <a:pt x="14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"/>
            <p:cNvSpPr/>
            <p:nvPr/>
          </p:nvSpPr>
          <p:spPr>
            <a:xfrm>
              <a:off x="3882675" y="22020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50" y="17"/>
                    <a:pt x="0" y="87"/>
                    <a:pt x="17" y="157"/>
                  </a:cubicBezTo>
                  <a:cubicBezTo>
                    <a:pt x="17" y="190"/>
                    <a:pt x="33" y="223"/>
                    <a:pt x="50" y="244"/>
                  </a:cubicBezTo>
                  <a:cubicBezTo>
                    <a:pt x="87" y="260"/>
                    <a:pt x="104" y="260"/>
                    <a:pt x="137" y="260"/>
                  </a:cubicBezTo>
                  <a:cubicBezTo>
                    <a:pt x="207" y="244"/>
                    <a:pt x="240" y="190"/>
                    <a:pt x="240" y="104"/>
                  </a:cubicBezTo>
                  <a:cubicBezTo>
                    <a:pt x="223" y="71"/>
                    <a:pt x="207" y="54"/>
                    <a:pt x="190" y="38"/>
                  </a:cubicBezTo>
                  <a:cubicBezTo>
                    <a:pt x="170" y="17"/>
                    <a:pt x="170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"/>
            <p:cNvSpPr/>
            <p:nvPr/>
          </p:nvSpPr>
          <p:spPr>
            <a:xfrm>
              <a:off x="3888250" y="22321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33" y="17"/>
                    <a:pt x="0" y="71"/>
                    <a:pt x="0" y="153"/>
                  </a:cubicBezTo>
                  <a:cubicBezTo>
                    <a:pt x="17" y="190"/>
                    <a:pt x="33" y="207"/>
                    <a:pt x="50" y="223"/>
                  </a:cubicBezTo>
                  <a:cubicBezTo>
                    <a:pt x="70" y="256"/>
                    <a:pt x="103" y="256"/>
                    <a:pt x="136" y="256"/>
                  </a:cubicBezTo>
                  <a:cubicBezTo>
                    <a:pt x="190" y="240"/>
                    <a:pt x="239" y="174"/>
                    <a:pt x="223" y="104"/>
                  </a:cubicBezTo>
                  <a:cubicBezTo>
                    <a:pt x="223" y="71"/>
                    <a:pt x="206" y="34"/>
                    <a:pt x="190" y="17"/>
                  </a:cubicBezTo>
                  <a:cubicBezTo>
                    <a:pt x="173" y="17"/>
                    <a:pt x="17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"/>
            <p:cNvSpPr/>
            <p:nvPr/>
          </p:nvSpPr>
          <p:spPr>
            <a:xfrm>
              <a:off x="4169125" y="24004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87" y="0"/>
                  </a:moveTo>
                  <a:cubicBezTo>
                    <a:pt x="70" y="0"/>
                    <a:pt x="33" y="17"/>
                    <a:pt x="17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0" y="190"/>
                    <a:pt x="17" y="206"/>
                    <a:pt x="33" y="244"/>
                  </a:cubicBezTo>
                  <a:cubicBezTo>
                    <a:pt x="70" y="260"/>
                    <a:pt x="87" y="260"/>
                    <a:pt x="120" y="260"/>
                  </a:cubicBezTo>
                  <a:cubicBezTo>
                    <a:pt x="190" y="244"/>
                    <a:pt x="223" y="173"/>
                    <a:pt x="223" y="103"/>
                  </a:cubicBezTo>
                  <a:cubicBezTo>
                    <a:pt x="206" y="70"/>
                    <a:pt x="190" y="54"/>
                    <a:pt x="173" y="17"/>
                  </a:cubicBezTo>
                  <a:cubicBezTo>
                    <a:pt x="173" y="17"/>
                    <a:pt x="153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"/>
            <p:cNvSpPr/>
            <p:nvPr/>
          </p:nvSpPr>
          <p:spPr>
            <a:xfrm>
              <a:off x="4209525" y="24081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3" y="1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7" y="190"/>
                    <a:pt x="17" y="223"/>
                    <a:pt x="50" y="244"/>
                  </a:cubicBezTo>
                  <a:cubicBezTo>
                    <a:pt x="61" y="255"/>
                    <a:pt x="83" y="267"/>
                    <a:pt x="107" y="267"/>
                  </a:cubicBezTo>
                  <a:cubicBezTo>
                    <a:pt x="117" y="267"/>
                    <a:pt x="127" y="265"/>
                    <a:pt x="136" y="260"/>
                  </a:cubicBezTo>
                  <a:cubicBezTo>
                    <a:pt x="186" y="260"/>
                    <a:pt x="239" y="190"/>
                    <a:pt x="223" y="120"/>
                  </a:cubicBezTo>
                  <a:cubicBezTo>
                    <a:pt x="223" y="71"/>
                    <a:pt x="186" y="38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"/>
            <p:cNvSpPr/>
            <p:nvPr/>
          </p:nvSpPr>
          <p:spPr>
            <a:xfrm>
              <a:off x="4202600" y="2348075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88" y="1"/>
                  </a:moveTo>
                  <a:cubicBezTo>
                    <a:pt x="34" y="1"/>
                    <a:pt x="1" y="71"/>
                    <a:pt x="1" y="137"/>
                  </a:cubicBezTo>
                  <a:cubicBezTo>
                    <a:pt x="1" y="174"/>
                    <a:pt x="17" y="207"/>
                    <a:pt x="50" y="223"/>
                  </a:cubicBezTo>
                  <a:cubicBezTo>
                    <a:pt x="71" y="256"/>
                    <a:pt x="104" y="256"/>
                    <a:pt x="121" y="256"/>
                  </a:cubicBezTo>
                  <a:cubicBezTo>
                    <a:pt x="191" y="240"/>
                    <a:pt x="224" y="174"/>
                    <a:pt x="224" y="104"/>
                  </a:cubicBezTo>
                  <a:cubicBezTo>
                    <a:pt x="224" y="71"/>
                    <a:pt x="207" y="34"/>
                    <a:pt x="174" y="17"/>
                  </a:cubicBezTo>
                  <a:lnTo>
                    <a:pt x="1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"/>
            <p:cNvSpPr/>
            <p:nvPr/>
          </p:nvSpPr>
          <p:spPr>
            <a:xfrm>
              <a:off x="4204375" y="2423875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102" y="0"/>
                  </a:moveTo>
                  <a:cubicBezTo>
                    <a:pt x="96" y="0"/>
                    <a:pt x="89" y="2"/>
                    <a:pt x="83" y="7"/>
                  </a:cubicBezTo>
                  <a:cubicBezTo>
                    <a:pt x="50" y="7"/>
                    <a:pt x="33" y="28"/>
                    <a:pt x="17" y="61"/>
                  </a:cubicBezTo>
                  <a:cubicBezTo>
                    <a:pt x="0" y="78"/>
                    <a:pt x="0" y="111"/>
                    <a:pt x="0" y="148"/>
                  </a:cubicBezTo>
                  <a:cubicBezTo>
                    <a:pt x="0" y="181"/>
                    <a:pt x="17" y="214"/>
                    <a:pt x="33" y="234"/>
                  </a:cubicBezTo>
                  <a:cubicBezTo>
                    <a:pt x="66" y="251"/>
                    <a:pt x="83" y="267"/>
                    <a:pt x="120" y="267"/>
                  </a:cubicBezTo>
                  <a:cubicBezTo>
                    <a:pt x="186" y="251"/>
                    <a:pt x="223" y="181"/>
                    <a:pt x="223" y="111"/>
                  </a:cubicBezTo>
                  <a:cubicBezTo>
                    <a:pt x="206" y="78"/>
                    <a:pt x="186" y="45"/>
                    <a:pt x="169" y="28"/>
                  </a:cubicBezTo>
                  <a:cubicBezTo>
                    <a:pt x="153" y="28"/>
                    <a:pt x="153" y="7"/>
                    <a:pt x="136" y="7"/>
                  </a:cubicBezTo>
                  <a:cubicBezTo>
                    <a:pt x="125" y="7"/>
                    <a:pt x="114" y="0"/>
                    <a:pt x="1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"/>
            <p:cNvSpPr/>
            <p:nvPr/>
          </p:nvSpPr>
          <p:spPr>
            <a:xfrm>
              <a:off x="4212925" y="239312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1"/>
                  </a:moveTo>
                  <a:cubicBezTo>
                    <a:pt x="87" y="1"/>
                    <a:pt x="70" y="21"/>
                    <a:pt x="33" y="38"/>
                  </a:cubicBezTo>
                  <a:cubicBezTo>
                    <a:pt x="17" y="54"/>
                    <a:pt x="0" y="87"/>
                    <a:pt x="0" y="124"/>
                  </a:cubicBezTo>
                  <a:cubicBezTo>
                    <a:pt x="0" y="157"/>
                    <a:pt x="0" y="190"/>
                    <a:pt x="17" y="227"/>
                  </a:cubicBezTo>
                  <a:cubicBezTo>
                    <a:pt x="33" y="244"/>
                    <a:pt x="70" y="260"/>
                    <a:pt x="103" y="260"/>
                  </a:cubicBezTo>
                  <a:cubicBezTo>
                    <a:pt x="108" y="265"/>
                    <a:pt x="114" y="267"/>
                    <a:pt x="121" y="267"/>
                  </a:cubicBezTo>
                  <a:cubicBezTo>
                    <a:pt x="138" y="267"/>
                    <a:pt x="159" y="255"/>
                    <a:pt x="173" y="244"/>
                  </a:cubicBezTo>
                  <a:cubicBezTo>
                    <a:pt x="223" y="190"/>
                    <a:pt x="239" y="104"/>
                    <a:pt x="190" y="54"/>
                  </a:cubicBezTo>
                  <a:cubicBezTo>
                    <a:pt x="190" y="38"/>
                    <a:pt x="173" y="21"/>
                    <a:pt x="153" y="21"/>
                  </a:cubicBezTo>
                  <a:cubicBezTo>
                    <a:pt x="136" y="21"/>
                    <a:pt x="136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"/>
            <p:cNvSpPr/>
            <p:nvPr/>
          </p:nvSpPr>
          <p:spPr>
            <a:xfrm>
              <a:off x="4213325" y="2362725"/>
              <a:ext cx="1775" cy="4650"/>
            </a:xfrm>
            <a:custGeom>
              <a:avLst/>
              <a:gdLst/>
              <a:ahLst/>
              <a:cxnLst/>
              <a:rect l="l" t="t" r="r" b="b"/>
              <a:pathLst>
                <a:path w="71" h="186" extrusionOk="0">
                  <a:moveTo>
                    <a:pt x="17" y="0"/>
                  </a:moveTo>
                  <a:cubicBezTo>
                    <a:pt x="17" y="0"/>
                    <a:pt x="1" y="0"/>
                    <a:pt x="1" y="17"/>
                  </a:cubicBezTo>
                  <a:lnTo>
                    <a:pt x="1" y="103"/>
                  </a:lnTo>
                  <a:cubicBezTo>
                    <a:pt x="17" y="135"/>
                    <a:pt x="32" y="167"/>
                    <a:pt x="67" y="169"/>
                  </a:cubicBezTo>
                  <a:lnTo>
                    <a:pt x="67" y="169"/>
                  </a:lnTo>
                  <a:cubicBezTo>
                    <a:pt x="51" y="108"/>
                    <a:pt x="32" y="46"/>
                    <a:pt x="17" y="0"/>
                  </a:cubicBezTo>
                  <a:close/>
                  <a:moveTo>
                    <a:pt x="67" y="169"/>
                  </a:moveTo>
                  <a:cubicBezTo>
                    <a:pt x="68" y="175"/>
                    <a:pt x="69" y="180"/>
                    <a:pt x="71" y="186"/>
                  </a:cubicBezTo>
                  <a:lnTo>
                    <a:pt x="71" y="169"/>
                  </a:lnTo>
                  <a:cubicBezTo>
                    <a:pt x="69" y="169"/>
                    <a:pt x="68" y="169"/>
                    <a:pt x="67" y="1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"/>
            <p:cNvSpPr/>
            <p:nvPr/>
          </p:nvSpPr>
          <p:spPr>
            <a:xfrm>
              <a:off x="4149725" y="2203675"/>
              <a:ext cx="5700" cy="6475"/>
            </a:xfrm>
            <a:custGeom>
              <a:avLst/>
              <a:gdLst/>
              <a:ahLst/>
              <a:cxnLst/>
              <a:rect l="l" t="t" r="r" b="b"/>
              <a:pathLst>
                <a:path w="228" h="259" extrusionOk="0">
                  <a:moveTo>
                    <a:pt x="147" y="1"/>
                  </a:moveTo>
                  <a:cubicBezTo>
                    <a:pt x="102" y="1"/>
                    <a:pt x="52" y="33"/>
                    <a:pt x="38" y="91"/>
                  </a:cubicBezTo>
                  <a:cubicBezTo>
                    <a:pt x="1" y="141"/>
                    <a:pt x="38" y="227"/>
                    <a:pt x="87" y="244"/>
                  </a:cubicBezTo>
                  <a:cubicBezTo>
                    <a:pt x="103" y="254"/>
                    <a:pt x="118" y="259"/>
                    <a:pt x="132" y="259"/>
                  </a:cubicBezTo>
                  <a:cubicBezTo>
                    <a:pt x="168" y="259"/>
                    <a:pt x="201" y="230"/>
                    <a:pt x="228" y="194"/>
                  </a:cubicBezTo>
                  <a:cubicBezTo>
                    <a:pt x="207" y="124"/>
                    <a:pt x="191" y="75"/>
                    <a:pt x="174" y="5"/>
                  </a:cubicBezTo>
                  <a:cubicBezTo>
                    <a:pt x="166" y="2"/>
                    <a:pt x="157" y="1"/>
                    <a:pt x="1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"/>
            <p:cNvSpPr/>
            <p:nvPr/>
          </p:nvSpPr>
          <p:spPr>
            <a:xfrm>
              <a:off x="4165700" y="2245000"/>
              <a:ext cx="3850" cy="6025"/>
            </a:xfrm>
            <a:custGeom>
              <a:avLst/>
              <a:gdLst/>
              <a:ahLst/>
              <a:cxnLst/>
              <a:rect l="l" t="t" r="r" b="b"/>
              <a:pathLst>
                <a:path w="154" h="241" extrusionOk="0">
                  <a:moveTo>
                    <a:pt x="67" y="1"/>
                  </a:moveTo>
                  <a:cubicBezTo>
                    <a:pt x="17" y="17"/>
                    <a:pt x="1" y="71"/>
                    <a:pt x="1" y="137"/>
                  </a:cubicBezTo>
                  <a:cubicBezTo>
                    <a:pt x="1" y="174"/>
                    <a:pt x="34" y="207"/>
                    <a:pt x="50" y="224"/>
                  </a:cubicBezTo>
                  <a:cubicBezTo>
                    <a:pt x="67" y="240"/>
                    <a:pt x="104" y="240"/>
                    <a:pt x="121" y="240"/>
                  </a:cubicBezTo>
                  <a:lnTo>
                    <a:pt x="154" y="240"/>
                  </a:lnTo>
                  <a:cubicBezTo>
                    <a:pt x="121" y="154"/>
                    <a:pt x="104" y="71"/>
                    <a:pt x="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"/>
            <p:cNvSpPr/>
            <p:nvPr/>
          </p:nvSpPr>
          <p:spPr>
            <a:xfrm>
              <a:off x="4197050" y="24404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6" y="1"/>
                  </a:moveTo>
                  <a:cubicBezTo>
                    <a:pt x="103" y="1"/>
                    <a:pt x="87" y="1"/>
                    <a:pt x="50" y="34"/>
                  </a:cubicBezTo>
                  <a:cubicBezTo>
                    <a:pt x="17" y="67"/>
                    <a:pt x="0" y="154"/>
                    <a:pt x="33" y="207"/>
                  </a:cubicBezTo>
                  <a:cubicBezTo>
                    <a:pt x="50" y="240"/>
                    <a:pt x="87" y="257"/>
                    <a:pt x="120" y="257"/>
                  </a:cubicBezTo>
                  <a:cubicBezTo>
                    <a:pt x="136" y="257"/>
                    <a:pt x="169" y="257"/>
                    <a:pt x="190" y="224"/>
                  </a:cubicBezTo>
                  <a:cubicBezTo>
                    <a:pt x="223" y="207"/>
                    <a:pt x="239" y="170"/>
                    <a:pt x="239" y="137"/>
                  </a:cubicBezTo>
                  <a:cubicBezTo>
                    <a:pt x="239" y="104"/>
                    <a:pt x="223" y="67"/>
                    <a:pt x="206" y="50"/>
                  </a:cubicBezTo>
                  <a:cubicBezTo>
                    <a:pt x="206" y="34"/>
                    <a:pt x="190" y="17"/>
                    <a:pt x="1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"/>
            <p:cNvSpPr/>
            <p:nvPr/>
          </p:nvSpPr>
          <p:spPr>
            <a:xfrm>
              <a:off x="3804450" y="2526300"/>
              <a:ext cx="3525" cy="5575"/>
            </a:xfrm>
            <a:custGeom>
              <a:avLst/>
              <a:gdLst/>
              <a:ahLst/>
              <a:cxnLst/>
              <a:rect l="l" t="t" r="r" b="b"/>
              <a:pathLst>
                <a:path w="141" h="223" extrusionOk="0">
                  <a:moveTo>
                    <a:pt x="140" y="0"/>
                  </a:moveTo>
                  <a:cubicBezTo>
                    <a:pt x="103" y="0"/>
                    <a:pt x="87" y="0"/>
                    <a:pt x="70" y="17"/>
                  </a:cubicBezTo>
                  <a:cubicBezTo>
                    <a:pt x="21" y="70"/>
                    <a:pt x="0" y="157"/>
                    <a:pt x="54" y="206"/>
                  </a:cubicBezTo>
                  <a:cubicBezTo>
                    <a:pt x="54" y="223"/>
                    <a:pt x="54" y="223"/>
                    <a:pt x="70" y="223"/>
                  </a:cubicBezTo>
                  <a:cubicBezTo>
                    <a:pt x="87" y="157"/>
                    <a:pt x="124" y="7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"/>
            <p:cNvSpPr/>
            <p:nvPr/>
          </p:nvSpPr>
          <p:spPr>
            <a:xfrm>
              <a:off x="4206025" y="23772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87" y="1"/>
                  </a:moveTo>
                  <a:cubicBezTo>
                    <a:pt x="37" y="17"/>
                    <a:pt x="0" y="87"/>
                    <a:pt x="0" y="157"/>
                  </a:cubicBezTo>
                  <a:cubicBezTo>
                    <a:pt x="0" y="190"/>
                    <a:pt x="37" y="223"/>
                    <a:pt x="54" y="244"/>
                  </a:cubicBezTo>
                  <a:cubicBezTo>
                    <a:pt x="70" y="260"/>
                    <a:pt x="103" y="260"/>
                    <a:pt x="120" y="260"/>
                  </a:cubicBezTo>
                  <a:cubicBezTo>
                    <a:pt x="157" y="260"/>
                    <a:pt x="190" y="244"/>
                    <a:pt x="206" y="207"/>
                  </a:cubicBezTo>
                  <a:cubicBezTo>
                    <a:pt x="223" y="174"/>
                    <a:pt x="223" y="141"/>
                    <a:pt x="223" y="104"/>
                  </a:cubicBezTo>
                  <a:cubicBezTo>
                    <a:pt x="223" y="71"/>
                    <a:pt x="206" y="54"/>
                    <a:pt x="173" y="17"/>
                  </a:cubicBezTo>
                  <a:cubicBezTo>
                    <a:pt x="173" y="17"/>
                    <a:pt x="15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"/>
            <p:cNvSpPr/>
            <p:nvPr/>
          </p:nvSpPr>
          <p:spPr>
            <a:xfrm>
              <a:off x="4192725" y="245512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11" y="0"/>
                  </a:moveTo>
                  <a:cubicBezTo>
                    <a:pt x="69" y="0"/>
                    <a:pt x="29" y="33"/>
                    <a:pt x="17" y="81"/>
                  </a:cubicBezTo>
                  <a:cubicBezTo>
                    <a:pt x="0" y="151"/>
                    <a:pt x="17" y="238"/>
                    <a:pt x="87" y="254"/>
                  </a:cubicBezTo>
                  <a:cubicBezTo>
                    <a:pt x="100" y="263"/>
                    <a:pt x="114" y="267"/>
                    <a:pt x="129" y="267"/>
                  </a:cubicBezTo>
                  <a:cubicBezTo>
                    <a:pt x="170" y="267"/>
                    <a:pt x="211" y="235"/>
                    <a:pt x="223" y="184"/>
                  </a:cubicBezTo>
                  <a:cubicBezTo>
                    <a:pt x="239" y="118"/>
                    <a:pt x="223" y="31"/>
                    <a:pt x="157" y="15"/>
                  </a:cubicBezTo>
                  <a:cubicBezTo>
                    <a:pt x="142" y="5"/>
                    <a:pt x="126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"/>
            <p:cNvSpPr/>
            <p:nvPr/>
          </p:nvSpPr>
          <p:spPr>
            <a:xfrm>
              <a:off x="4186325" y="239787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4" y="0"/>
                  </a:moveTo>
                  <a:cubicBezTo>
                    <a:pt x="50" y="0"/>
                    <a:pt x="1" y="70"/>
                    <a:pt x="17" y="140"/>
                  </a:cubicBezTo>
                  <a:cubicBezTo>
                    <a:pt x="17" y="173"/>
                    <a:pt x="34" y="206"/>
                    <a:pt x="50" y="223"/>
                  </a:cubicBezTo>
                  <a:cubicBezTo>
                    <a:pt x="83" y="260"/>
                    <a:pt x="120" y="260"/>
                    <a:pt x="137" y="260"/>
                  </a:cubicBezTo>
                  <a:cubicBezTo>
                    <a:pt x="170" y="243"/>
                    <a:pt x="186" y="223"/>
                    <a:pt x="207" y="206"/>
                  </a:cubicBezTo>
                  <a:cubicBezTo>
                    <a:pt x="223" y="173"/>
                    <a:pt x="240" y="140"/>
                    <a:pt x="240" y="103"/>
                  </a:cubicBezTo>
                  <a:cubicBezTo>
                    <a:pt x="223" y="70"/>
                    <a:pt x="207" y="37"/>
                    <a:pt x="186" y="17"/>
                  </a:cubicBezTo>
                  <a:lnTo>
                    <a:pt x="1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"/>
            <p:cNvSpPr/>
            <p:nvPr/>
          </p:nvSpPr>
          <p:spPr>
            <a:xfrm>
              <a:off x="4089225" y="2184925"/>
              <a:ext cx="5600" cy="3600"/>
            </a:xfrm>
            <a:custGeom>
              <a:avLst/>
              <a:gdLst/>
              <a:ahLst/>
              <a:cxnLst/>
              <a:rect l="l" t="t" r="r" b="b"/>
              <a:pathLst>
                <a:path w="224" h="144" extrusionOk="0">
                  <a:moveTo>
                    <a:pt x="1" y="0"/>
                  </a:moveTo>
                  <a:lnTo>
                    <a:pt x="1" y="33"/>
                  </a:lnTo>
                  <a:cubicBezTo>
                    <a:pt x="1" y="66"/>
                    <a:pt x="17" y="103"/>
                    <a:pt x="50" y="120"/>
                  </a:cubicBezTo>
                  <a:cubicBezTo>
                    <a:pt x="65" y="132"/>
                    <a:pt x="86" y="143"/>
                    <a:pt x="102" y="143"/>
                  </a:cubicBezTo>
                  <a:cubicBezTo>
                    <a:pt x="109" y="143"/>
                    <a:pt x="116" y="141"/>
                    <a:pt x="120" y="136"/>
                  </a:cubicBezTo>
                  <a:cubicBezTo>
                    <a:pt x="190" y="136"/>
                    <a:pt x="223" y="66"/>
                    <a:pt x="2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4198275" y="2393950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40" y="0"/>
                  </a:moveTo>
                  <a:cubicBezTo>
                    <a:pt x="87" y="0"/>
                    <a:pt x="48" y="33"/>
                    <a:pt x="17" y="91"/>
                  </a:cubicBezTo>
                  <a:cubicBezTo>
                    <a:pt x="1" y="141"/>
                    <a:pt x="38" y="227"/>
                    <a:pt x="87" y="244"/>
                  </a:cubicBezTo>
                  <a:cubicBezTo>
                    <a:pt x="104" y="260"/>
                    <a:pt x="120" y="260"/>
                    <a:pt x="141" y="260"/>
                  </a:cubicBezTo>
                  <a:cubicBezTo>
                    <a:pt x="174" y="244"/>
                    <a:pt x="223" y="227"/>
                    <a:pt x="223" y="174"/>
                  </a:cubicBezTo>
                  <a:cubicBezTo>
                    <a:pt x="244" y="124"/>
                    <a:pt x="244" y="71"/>
                    <a:pt x="207" y="38"/>
                  </a:cubicBezTo>
                  <a:cubicBezTo>
                    <a:pt x="207" y="21"/>
                    <a:pt x="190" y="21"/>
                    <a:pt x="174" y="5"/>
                  </a:cubicBezTo>
                  <a:cubicBezTo>
                    <a:pt x="162" y="2"/>
                    <a:pt x="151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"/>
            <p:cNvSpPr/>
            <p:nvPr/>
          </p:nvSpPr>
          <p:spPr>
            <a:xfrm>
              <a:off x="4068625" y="2184925"/>
              <a:ext cx="6000" cy="5025"/>
            </a:xfrm>
            <a:custGeom>
              <a:avLst/>
              <a:gdLst/>
              <a:ahLst/>
              <a:cxnLst/>
              <a:rect l="l" t="t" r="r" b="b"/>
              <a:pathLst>
                <a:path w="240" h="201" extrusionOk="0">
                  <a:moveTo>
                    <a:pt x="33" y="0"/>
                  </a:moveTo>
                  <a:cubicBezTo>
                    <a:pt x="33" y="17"/>
                    <a:pt x="17" y="17"/>
                    <a:pt x="17" y="33"/>
                  </a:cubicBezTo>
                  <a:cubicBezTo>
                    <a:pt x="0" y="83"/>
                    <a:pt x="33" y="169"/>
                    <a:pt x="87" y="186"/>
                  </a:cubicBezTo>
                  <a:cubicBezTo>
                    <a:pt x="100" y="196"/>
                    <a:pt x="115" y="201"/>
                    <a:pt x="130" y="201"/>
                  </a:cubicBezTo>
                  <a:cubicBezTo>
                    <a:pt x="170" y="201"/>
                    <a:pt x="211" y="168"/>
                    <a:pt x="223" y="120"/>
                  </a:cubicBezTo>
                  <a:cubicBezTo>
                    <a:pt x="239" y="83"/>
                    <a:pt x="239" y="33"/>
                    <a:pt x="2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"/>
            <p:cNvSpPr/>
            <p:nvPr/>
          </p:nvSpPr>
          <p:spPr>
            <a:xfrm>
              <a:off x="4106850" y="2474350"/>
              <a:ext cx="1275" cy="425"/>
            </a:xfrm>
            <a:custGeom>
              <a:avLst/>
              <a:gdLst/>
              <a:ahLst/>
              <a:cxnLst/>
              <a:rect l="l" t="t" r="r" b="b"/>
              <a:pathLst>
                <a:path w="51" h="17" extrusionOk="0">
                  <a:moveTo>
                    <a:pt x="1" y="0"/>
                  </a:moveTo>
                  <a:cubicBezTo>
                    <a:pt x="17" y="0"/>
                    <a:pt x="34" y="17"/>
                    <a:pt x="50" y="17"/>
                  </a:cubicBezTo>
                  <a:cubicBezTo>
                    <a:pt x="50" y="17"/>
                    <a:pt x="34" y="17"/>
                    <a:pt x="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"/>
            <p:cNvSpPr/>
            <p:nvPr/>
          </p:nvSpPr>
          <p:spPr>
            <a:xfrm>
              <a:off x="4182400" y="2442650"/>
              <a:ext cx="6025" cy="6375"/>
            </a:xfrm>
            <a:custGeom>
              <a:avLst/>
              <a:gdLst/>
              <a:ahLst/>
              <a:cxnLst/>
              <a:rect l="l" t="t" r="r" b="b"/>
              <a:pathLst>
                <a:path w="241" h="255" extrusionOk="0">
                  <a:moveTo>
                    <a:pt x="111" y="0"/>
                  </a:moveTo>
                  <a:cubicBezTo>
                    <a:pt x="70" y="0"/>
                    <a:pt x="29" y="33"/>
                    <a:pt x="17" y="81"/>
                  </a:cubicBezTo>
                  <a:cubicBezTo>
                    <a:pt x="1" y="151"/>
                    <a:pt x="17" y="221"/>
                    <a:pt x="87" y="254"/>
                  </a:cubicBezTo>
                  <a:lnTo>
                    <a:pt x="137" y="254"/>
                  </a:lnTo>
                  <a:cubicBezTo>
                    <a:pt x="174" y="254"/>
                    <a:pt x="207" y="221"/>
                    <a:pt x="224" y="168"/>
                  </a:cubicBezTo>
                  <a:cubicBezTo>
                    <a:pt x="240" y="135"/>
                    <a:pt x="224" y="81"/>
                    <a:pt x="207" y="48"/>
                  </a:cubicBezTo>
                  <a:cubicBezTo>
                    <a:pt x="191" y="32"/>
                    <a:pt x="174" y="15"/>
                    <a:pt x="158" y="15"/>
                  </a:cubicBezTo>
                  <a:cubicBezTo>
                    <a:pt x="143" y="5"/>
                    <a:pt x="127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3796300" y="2514750"/>
              <a:ext cx="1375" cy="4675"/>
            </a:xfrm>
            <a:custGeom>
              <a:avLst/>
              <a:gdLst/>
              <a:ahLst/>
              <a:cxnLst/>
              <a:rect l="l" t="t" r="r" b="b"/>
              <a:pathLst>
                <a:path w="55" h="187" extrusionOk="0">
                  <a:moveTo>
                    <a:pt x="0" y="1"/>
                  </a:moveTo>
                  <a:lnTo>
                    <a:pt x="0" y="186"/>
                  </a:lnTo>
                  <a:cubicBezTo>
                    <a:pt x="17" y="170"/>
                    <a:pt x="38" y="153"/>
                    <a:pt x="38" y="137"/>
                  </a:cubicBezTo>
                  <a:cubicBezTo>
                    <a:pt x="54" y="83"/>
                    <a:pt x="38" y="3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4187975" y="2475175"/>
              <a:ext cx="5600" cy="5600"/>
            </a:xfrm>
            <a:custGeom>
              <a:avLst/>
              <a:gdLst/>
              <a:ahLst/>
              <a:cxnLst/>
              <a:rect l="l" t="t" r="r" b="b"/>
              <a:pathLst>
                <a:path w="224" h="224" extrusionOk="0">
                  <a:moveTo>
                    <a:pt x="104" y="0"/>
                  </a:moveTo>
                  <a:cubicBezTo>
                    <a:pt x="38" y="17"/>
                    <a:pt x="1" y="87"/>
                    <a:pt x="1" y="157"/>
                  </a:cubicBezTo>
                  <a:cubicBezTo>
                    <a:pt x="1" y="190"/>
                    <a:pt x="17" y="207"/>
                    <a:pt x="38" y="223"/>
                  </a:cubicBezTo>
                  <a:cubicBezTo>
                    <a:pt x="104" y="190"/>
                    <a:pt x="157" y="157"/>
                    <a:pt x="223" y="120"/>
                  </a:cubicBezTo>
                  <a:cubicBezTo>
                    <a:pt x="223" y="87"/>
                    <a:pt x="207" y="54"/>
                    <a:pt x="174" y="37"/>
                  </a:cubicBezTo>
                  <a:cubicBezTo>
                    <a:pt x="174" y="17"/>
                    <a:pt x="157" y="17"/>
                    <a:pt x="157" y="17"/>
                  </a:cubicBezTo>
                  <a:cubicBezTo>
                    <a:pt x="141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4218900" y="2421050"/>
              <a:ext cx="5175" cy="6525"/>
            </a:xfrm>
            <a:custGeom>
              <a:avLst/>
              <a:gdLst/>
              <a:ahLst/>
              <a:cxnLst/>
              <a:rect l="l" t="t" r="r" b="b"/>
              <a:pathLst>
                <a:path w="207" h="261" extrusionOk="0">
                  <a:moveTo>
                    <a:pt x="141" y="1"/>
                  </a:moveTo>
                  <a:cubicBezTo>
                    <a:pt x="103" y="1"/>
                    <a:pt x="70" y="17"/>
                    <a:pt x="54" y="38"/>
                  </a:cubicBezTo>
                  <a:cubicBezTo>
                    <a:pt x="0" y="71"/>
                    <a:pt x="0" y="158"/>
                    <a:pt x="37" y="207"/>
                  </a:cubicBezTo>
                  <a:cubicBezTo>
                    <a:pt x="54" y="244"/>
                    <a:pt x="70" y="261"/>
                    <a:pt x="103" y="261"/>
                  </a:cubicBezTo>
                  <a:cubicBezTo>
                    <a:pt x="141" y="261"/>
                    <a:pt x="157" y="261"/>
                    <a:pt x="190" y="244"/>
                  </a:cubicBezTo>
                  <a:cubicBezTo>
                    <a:pt x="190" y="174"/>
                    <a:pt x="190" y="104"/>
                    <a:pt x="207" y="54"/>
                  </a:cubicBezTo>
                  <a:cubicBezTo>
                    <a:pt x="190" y="38"/>
                    <a:pt x="174" y="17"/>
                    <a:pt x="157" y="17"/>
                  </a:cubicBezTo>
                  <a:cubicBezTo>
                    <a:pt x="157" y="1"/>
                    <a:pt x="141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4207775" y="24542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1" y="1"/>
                  </a:moveTo>
                  <a:cubicBezTo>
                    <a:pt x="76" y="1"/>
                    <a:pt x="41" y="32"/>
                    <a:pt x="17" y="84"/>
                  </a:cubicBezTo>
                  <a:cubicBezTo>
                    <a:pt x="0" y="154"/>
                    <a:pt x="33" y="220"/>
                    <a:pt x="87" y="257"/>
                  </a:cubicBezTo>
                  <a:cubicBezTo>
                    <a:pt x="96" y="262"/>
                    <a:pt x="106" y="264"/>
                    <a:pt x="115" y="264"/>
                  </a:cubicBezTo>
                  <a:cubicBezTo>
                    <a:pt x="139" y="264"/>
                    <a:pt x="163" y="251"/>
                    <a:pt x="190" y="236"/>
                  </a:cubicBezTo>
                  <a:cubicBezTo>
                    <a:pt x="206" y="220"/>
                    <a:pt x="223" y="187"/>
                    <a:pt x="239" y="154"/>
                  </a:cubicBezTo>
                  <a:cubicBezTo>
                    <a:pt x="239" y="100"/>
                    <a:pt x="223" y="30"/>
                    <a:pt x="173" y="14"/>
                  </a:cubicBezTo>
                  <a:cubicBezTo>
                    <a:pt x="155" y="5"/>
                    <a:pt x="137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3800225" y="2543500"/>
              <a:ext cx="3000" cy="6000"/>
            </a:xfrm>
            <a:custGeom>
              <a:avLst/>
              <a:gdLst/>
              <a:ahLst/>
              <a:cxnLst/>
              <a:rect l="l" t="t" r="r" b="b"/>
              <a:pathLst>
                <a:path w="120" h="240" extrusionOk="0">
                  <a:moveTo>
                    <a:pt x="103" y="1"/>
                  </a:moveTo>
                  <a:cubicBezTo>
                    <a:pt x="66" y="1"/>
                    <a:pt x="50" y="17"/>
                    <a:pt x="33" y="50"/>
                  </a:cubicBezTo>
                  <a:cubicBezTo>
                    <a:pt x="17" y="67"/>
                    <a:pt x="0" y="104"/>
                    <a:pt x="17" y="137"/>
                  </a:cubicBezTo>
                  <a:cubicBezTo>
                    <a:pt x="17" y="170"/>
                    <a:pt x="33" y="207"/>
                    <a:pt x="50" y="224"/>
                  </a:cubicBezTo>
                  <a:cubicBezTo>
                    <a:pt x="50" y="224"/>
                    <a:pt x="66" y="224"/>
                    <a:pt x="66" y="240"/>
                  </a:cubicBezTo>
                  <a:cubicBezTo>
                    <a:pt x="87" y="153"/>
                    <a:pt x="103" y="6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3935450" y="2184925"/>
              <a:ext cx="1775" cy="425"/>
            </a:xfrm>
            <a:custGeom>
              <a:avLst/>
              <a:gdLst/>
              <a:ahLst/>
              <a:cxnLst/>
              <a:rect l="l" t="t" r="r" b="b"/>
              <a:pathLst>
                <a:path w="71" h="17" extrusionOk="0">
                  <a:moveTo>
                    <a:pt x="0" y="0"/>
                  </a:moveTo>
                  <a:cubicBezTo>
                    <a:pt x="0" y="17"/>
                    <a:pt x="17" y="17"/>
                    <a:pt x="38" y="17"/>
                  </a:cubicBezTo>
                  <a:cubicBezTo>
                    <a:pt x="54" y="17"/>
                    <a:pt x="54" y="17"/>
                    <a:pt x="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3920400" y="2184925"/>
              <a:ext cx="5175" cy="1675"/>
            </a:xfrm>
            <a:custGeom>
              <a:avLst/>
              <a:gdLst/>
              <a:ahLst/>
              <a:cxnLst/>
              <a:rect l="l" t="t" r="r" b="b"/>
              <a:pathLst>
                <a:path w="207" h="67" extrusionOk="0">
                  <a:moveTo>
                    <a:pt x="0" y="0"/>
                  </a:moveTo>
                  <a:lnTo>
                    <a:pt x="21" y="17"/>
                  </a:lnTo>
                  <a:cubicBezTo>
                    <a:pt x="38" y="50"/>
                    <a:pt x="71" y="66"/>
                    <a:pt x="87" y="66"/>
                  </a:cubicBezTo>
                  <a:cubicBezTo>
                    <a:pt x="124" y="66"/>
                    <a:pt x="157" y="66"/>
                    <a:pt x="174" y="33"/>
                  </a:cubicBezTo>
                  <a:cubicBezTo>
                    <a:pt x="190" y="33"/>
                    <a:pt x="190" y="17"/>
                    <a:pt x="2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"/>
            <p:cNvSpPr/>
            <p:nvPr/>
          </p:nvSpPr>
          <p:spPr>
            <a:xfrm>
              <a:off x="3796300" y="2218425"/>
              <a:ext cx="5175" cy="6400"/>
            </a:xfrm>
            <a:custGeom>
              <a:avLst/>
              <a:gdLst/>
              <a:ahLst/>
              <a:cxnLst/>
              <a:rect l="l" t="t" r="r" b="b"/>
              <a:pathLst>
                <a:path w="207" h="256" extrusionOk="0">
                  <a:moveTo>
                    <a:pt x="71" y="0"/>
                  </a:moveTo>
                  <a:cubicBezTo>
                    <a:pt x="54" y="0"/>
                    <a:pt x="17" y="17"/>
                    <a:pt x="0" y="33"/>
                  </a:cubicBezTo>
                  <a:lnTo>
                    <a:pt x="0" y="223"/>
                  </a:lnTo>
                  <a:cubicBezTo>
                    <a:pt x="17" y="223"/>
                    <a:pt x="17" y="223"/>
                    <a:pt x="17" y="239"/>
                  </a:cubicBezTo>
                  <a:cubicBezTo>
                    <a:pt x="54" y="256"/>
                    <a:pt x="71" y="256"/>
                    <a:pt x="104" y="256"/>
                  </a:cubicBezTo>
                  <a:cubicBezTo>
                    <a:pt x="141" y="256"/>
                    <a:pt x="157" y="239"/>
                    <a:pt x="174" y="206"/>
                  </a:cubicBezTo>
                  <a:cubicBezTo>
                    <a:pt x="190" y="169"/>
                    <a:pt x="207" y="136"/>
                    <a:pt x="190" y="103"/>
                  </a:cubicBezTo>
                  <a:cubicBezTo>
                    <a:pt x="190" y="66"/>
                    <a:pt x="174" y="50"/>
                    <a:pt x="157" y="17"/>
                  </a:cubicBezTo>
                  <a:cubicBezTo>
                    <a:pt x="141" y="17"/>
                    <a:pt x="141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4005025" y="2184925"/>
              <a:ext cx="4350" cy="1250"/>
            </a:xfrm>
            <a:custGeom>
              <a:avLst/>
              <a:gdLst/>
              <a:ahLst/>
              <a:cxnLst/>
              <a:rect l="l" t="t" r="r" b="b"/>
              <a:pathLst>
                <a:path w="174" h="50" extrusionOk="0">
                  <a:moveTo>
                    <a:pt x="0" y="0"/>
                  </a:moveTo>
                  <a:lnTo>
                    <a:pt x="17" y="17"/>
                  </a:lnTo>
                  <a:cubicBezTo>
                    <a:pt x="54" y="50"/>
                    <a:pt x="70" y="50"/>
                    <a:pt x="103" y="50"/>
                  </a:cubicBezTo>
                  <a:cubicBezTo>
                    <a:pt x="141" y="33"/>
                    <a:pt x="157" y="33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3816500" y="2184925"/>
              <a:ext cx="6000" cy="4350"/>
            </a:xfrm>
            <a:custGeom>
              <a:avLst/>
              <a:gdLst/>
              <a:ahLst/>
              <a:cxnLst/>
              <a:rect l="l" t="t" r="r" b="b"/>
              <a:pathLst>
                <a:path w="240" h="174" extrusionOk="0">
                  <a:moveTo>
                    <a:pt x="17" y="0"/>
                  </a:moveTo>
                  <a:cubicBezTo>
                    <a:pt x="1" y="66"/>
                    <a:pt x="34" y="136"/>
                    <a:pt x="87" y="169"/>
                  </a:cubicBezTo>
                  <a:cubicBezTo>
                    <a:pt x="99" y="172"/>
                    <a:pt x="110" y="174"/>
                    <a:pt x="121" y="174"/>
                  </a:cubicBezTo>
                  <a:cubicBezTo>
                    <a:pt x="174" y="174"/>
                    <a:pt x="212" y="141"/>
                    <a:pt x="240" y="83"/>
                  </a:cubicBezTo>
                  <a:lnTo>
                    <a:pt x="2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3837125" y="2184925"/>
              <a:ext cx="5575" cy="3000"/>
            </a:xfrm>
            <a:custGeom>
              <a:avLst/>
              <a:gdLst/>
              <a:ahLst/>
              <a:cxnLst/>
              <a:rect l="l" t="t" r="r" b="b"/>
              <a:pathLst>
                <a:path w="223" h="120" extrusionOk="0">
                  <a:moveTo>
                    <a:pt x="0" y="0"/>
                  </a:moveTo>
                  <a:cubicBezTo>
                    <a:pt x="17" y="33"/>
                    <a:pt x="33" y="66"/>
                    <a:pt x="54" y="83"/>
                  </a:cubicBezTo>
                  <a:cubicBezTo>
                    <a:pt x="70" y="103"/>
                    <a:pt x="103" y="120"/>
                    <a:pt x="136" y="120"/>
                  </a:cubicBezTo>
                  <a:cubicBezTo>
                    <a:pt x="173" y="103"/>
                    <a:pt x="206" y="50"/>
                    <a:pt x="2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"/>
            <p:cNvSpPr/>
            <p:nvPr/>
          </p:nvSpPr>
          <p:spPr>
            <a:xfrm>
              <a:off x="4189725" y="2425275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25" y="1"/>
                  </a:moveTo>
                  <a:cubicBezTo>
                    <a:pt x="80" y="1"/>
                    <a:pt x="28" y="31"/>
                    <a:pt x="1" y="75"/>
                  </a:cubicBezTo>
                  <a:lnTo>
                    <a:pt x="1" y="141"/>
                  </a:lnTo>
                  <a:cubicBezTo>
                    <a:pt x="1" y="195"/>
                    <a:pt x="34" y="228"/>
                    <a:pt x="71" y="244"/>
                  </a:cubicBezTo>
                  <a:cubicBezTo>
                    <a:pt x="84" y="251"/>
                    <a:pt x="101" y="255"/>
                    <a:pt x="118" y="255"/>
                  </a:cubicBezTo>
                  <a:cubicBezTo>
                    <a:pt x="143" y="255"/>
                    <a:pt x="169" y="247"/>
                    <a:pt x="190" y="228"/>
                  </a:cubicBezTo>
                  <a:cubicBezTo>
                    <a:pt x="190" y="211"/>
                    <a:pt x="207" y="195"/>
                    <a:pt x="207" y="178"/>
                  </a:cubicBezTo>
                  <a:cubicBezTo>
                    <a:pt x="240" y="108"/>
                    <a:pt x="207" y="38"/>
                    <a:pt x="153" y="5"/>
                  </a:cubicBezTo>
                  <a:cubicBezTo>
                    <a:pt x="144" y="2"/>
                    <a:pt x="135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4109425" y="2409150"/>
              <a:ext cx="6000" cy="6775"/>
            </a:xfrm>
            <a:custGeom>
              <a:avLst/>
              <a:gdLst/>
              <a:ahLst/>
              <a:cxnLst/>
              <a:rect l="l" t="t" r="r" b="b"/>
              <a:pathLst>
                <a:path w="240" h="271" extrusionOk="0">
                  <a:moveTo>
                    <a:pt x="110" y="0"/>
                  </a:moveTo>
                  <a:cubicBezTo>
                    <a:pt x="70" y="0"/>
                    <a:pt x="29" y="33"/>
                    <a:pt x="17" y="81"/>
                  </a:cubicBezTo>
                  <a:cubicBezTo>
                    <a:pt x="1" y="151"/>
                    <a:pt x="17" y="238"/>
                    <a:pt x="87" y="254"/>
                  </a:cubicBezTo>
                  <a:cubicBezTo>
                    <a:pt x="104" y="271"/>
                    <a:pt x="120" y="271"/>
                    <a:pt x="137" y="271"/>
                  </a:cubicBezTo>
                  <a:cubicBezTo>
                    <a:pt x="170" y="254"/>
                    <a:pt x="207" y="238"/>
                    <a:pt x="224" y="184"/>
                  </a:cubicBezTo>
                  <a:cubicBezTo>
                    <a:pt x="240" y="135"/>
                    <a:pt x="224" y="81"/>
                    <a:pt x="207" y="48"/>
                  </a:cubicBezTo>
                  <a:cubicBezTo>
                    <a:pt x="191" y="32"/>
                    <a:pt x="170" y="15"/>
                    <a:pt x="153" y="15"/>
                  </a:cubicBezTo>
                  <a:cubicBezTo>
                    <a:pt x="140" y="5"/>
                    <a:pt x="125" y="0"/>
                    <a:pt x="1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4107275" y="242675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5" y="1"/>
                  </a:moveTo>
                  <a:cubicBezTo>
                    <a:pt x="91" y="1"/>
                    <a:pt x="79" y="6"/>
                    <a:pt x="70" y="16"/>
                  </a:cubicBezTo>
                  <a:cubicBezTo>
                    <a:pt x="33" y="33"/>
                    <a:pt x="17" y="49"/>
                    <a:pt x="17" y="82"/>
                  </a:cubicBezTo>
                  <a:cubicBezTo>
                    <a:pt x="0" y="119"/>
                    <a:pt x="0" y="152"/>
                    <a:pt x="17" y="169"/>
                  </a:cubicBezTo>
                  <a:cubicBezTo>
                    <a:pt x="17" y="202"/>
                    <a:pt x="50" y="239"/>
                    <a:pt x="87" y="255"/>
                  </a:cubicBezTo>
                  <a:cubicBezTo>
                    <a:pt x="96" y="258"/>
                    <a:pt x="105" y="260"/>
                    <a:pt x="114" y="260"/>
                  </a:cubicBezTo>
                  <a:cubicBezTo>
                    <a:pt x="159" y="260"/>
                    <a:pt x="209" y="229"/>
                    <a:pt x="223" y="185"/>
                  </a:cubicBezTo>
                  <a:cubicBezTo>
                    <a:pt x="239" y="119"/>
                    <a:pt x="223" y="33"/>
                    <a:pt x="153" y="16"/>
                  </a:cubicBezTo>
                  <a:cubicBezTo>
                    <a:pt x="136" y="6"/>
                    <a:pt x="120" y="1"/>
                    <a:pt x="1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4119750" y="24720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0"/>
                  </a:moveTo>
                  <a:cubicBezTo>
                    <a:pt x="114" y="0"/>
                    <a:pt x="109" y="2"/>
                    <a:pt x="103" y="8"/>
                  </a:cubicBezTo>
                  <a:cubicBezTo>
                    <a:pt x="33" y="8"/>
                    <a:pt x="0" y="78"/>
                    <a:pt x="17" y="144"/>
                  </a:cubicBezTo>
                  <a:cubicBezTo>
                    <a:pt x="17" y="181"/>
                    <a:pt x="33" y="214"/>
                    <a:pt x="50" y="230"/>
                  </a:cubicBezTo>
                  <a:cubicBezTo>
                    <a:pt x="66" y="247"/>
                    <a:pt x="103" y="268"/>
                    <a:pt x="136" y="268"/>
                  </a:cubicBezTo>
                  <a:cubicBezTo>
                    <a:pt x="169" y="247"/>
                    <a:pt x="190" y="230"/>
                    <a:pt x="206" y="214"/>
                  </a:cubicBezTo>
                  <a:cubicBezTo>
                    <a:pt x="223" y="181"/>
                    <a:pt x="239" y="144"/>
                    <a:pt x="223" y="111"/>
                  </a:cubicBezTo>
                  <a:cubicBezTo>
                    <a:pt x="223" y="78"/>
                    <a:pt x="206" y="41"/>
                    <a:pt x="190" y="24"/>
                  </a:cubicBezTo>
                  <a:cubicBezTo>
                    <a:pt x="169" y="24"/>
                    <a:pt x="169" y="8"/>
                    <a:pt x="153" y="8"/>
                  </a:cubicBezTo>
                  <a:cubicBezTo>
                    <a:pt x="142" y="8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"/>
            <p:cNvSpPr/>
            <p:nvPr/>
          </p:nvSpPr>
          <p:spPr>
            <a:xfrm>
              <a:off x="4106850" y="24593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0"/>
                  </a:moveTo>
                  <a:cubicBezTo>
                    <a:pt x="104" y="0"/>
                    <a:pt x="67" y="0"/>
                    <a:pt x="50" y="17"/>
                  </a:cubicBezTo>
                  <a:cubicBezTo>
                    <a:pt x="34" y="54"/>
                    <a:pt x="17" y="87"/>
                    <a:pt x="17" y="120"/>
                  </a:cubicBezTo>
                  <a:cubicBezTo>
                    <a:pt x="1" y="157"/>
                    <a:pt x="17" y="190"/>
                    <a:pt x="34" y="207"/>
                  </a:cubicBezTo>
                  <a:cubicBezTo>
                    <a:pt x="50" y="240"/>
                    <a:pt x="87" y="260"/>
                    <a:pt x="104" y="260"/>
                  </a:cubicBezTo>
                  <a:cubicBezTo>
                    <a:pt x="137" y="260"/>
                    <a:pt x="170" y="260"/>
                    <a:pt x="190" y="223"/>
                  </a:cubicBezTo>
                  <a:cubicBezTo>
                    <a:pt x="240" y="190"/>
                    <a:pt x="240" y="104"/>
                    <a:pt x="207" y="54"/>
                  </a:cubicBezTo>
                  <a:cubicBezTo>
                    <a:pt x="190" y="33"/>
                    <a:pt x="17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4127475" y="243660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11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0" y="154"/>
                    <a:pt x="17" y="220"/>
                    <a:pt x="87" y="257"/>
                  </a:cubicBezTo>
                  <a:cubicBezTo>
                    <a:pt x="95" y="260"/>
                    <a:pt x="104" y="261"/>
                    <a:pt x="114" y="261"/>
                  </a:cubicBezTo>
                  <a:cubicBezTo>
                    <a:pt x="159" y="261"/>
                    <a:pt x="209" y="229"/>
                    <a:pt x="223" y="170"/>
                  </a:cubicBezTo>
                  <a:cubicBezTo>
                    <a:pt x="240" y="100"/>
                    <a:pt x="223" y="34"/>
                    <a:pt x="153" y="14"/>
                  </a:cubicBezTo>
                  <a:cubicBezTo>
                    <a:pt x="140" y="5"/>
                    <a:pt x="125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"/>
            <p:cNvSpPr/>
            <p:nvPr/>
          </p:nvSpPr>
          <p:spPr>
            <a:xfrm>
              <a:off x="4121400" y="2456550"/>
              <a:ext cx="5675" cy="6700"/>
            </a:xfrm>
            <a:custGeom>
              <a:avLst/>
              <a:gdLst/>
              <a:ahLst/>
              <a:cxnLst/>
              <a:rect l="l" t="t" r="r" b="b"/>
              <a:pathLst>
                <a:path w="227" h="268" extrusionOk="0">
                  <a:moveTo>
                    <a:pt x="118" y="0"/>
                  </a:moveTo>
                  <a:cubicBezTo>
                    <a:pt x="109" y="0"/>
                    <a:pt x="99" y="2"/>
                    <a:pt x="87" y="7"/>
                  </a:cubicBezTo>
                  <a:cubicBezTo>
                    <a:pt x="37" y="7"/>
                    <a:pt x="0" y="77"/>
                    <a:pt x="0" y="143"/>
                  </a:cubicBezTo>
                  <a:cubicBezTo>
                    <a:pt x="21" y="214"/>
                    <a:pt x="70" y="267"/>
                    <a:pt x="124" y="267"/>
                  </a:cubicBezTo>
                  <a:cubicBezTo>
                    <a:pt x="157" y="247"/>
                    <a:pt x="190" y="230"/>
                    <a:pt x="206" y="214"/>
                  </a:cubicBezTo>
                  <a:cubicBezTo>
                    <a:pt x="227" y="181"/>
                    <a:pt x="227" y="143"/>
                    <a:pt x="227" y="110"/>
                  </a:cubicBezTo>
                  <a:cubicBezTo>
                    <a:pt x="227" y="77"/>
                    <a:pt x="206" y="40"/>
                    <a:pt x="173" y="24"/>
                  </a:cubicBezTo>
                  <a:lnTo>
                    <a:pt x="157" y="7"/>
                  </a:lnTo>
                  <a:cubicBezTo>
                    <a:pt x="146" y="7"/>
                    <a:pt x="135" y="0"/>
                    <a:pt x="1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"/>
            <p:cNvSpPr/>
            <p:nvPr/>
          </p:nvSpPr>
          <p:spPr>
            <a:xfrm>
              <a:off x="4123975" y="240695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40" y="0"/>
                  </a:moveTo>
                  <a:cubicBezTo>
                    <a:pt x="103" y="0"/>
                    <a:pt x="87" y="17"/>
                    <a:pt x="54" y="33"/>
                  </a:cubicBezTo>
                  <a:cubicBezTo>
                    <a:pt x="0" y="87"/>
                    <a:pt x="0" y="153"/>
                    <a:pt x="37" y="223"/>
                  </a:cubicBezTo>
                  <a:cubicBezTo>
                    <a:pt x="54" y="239"/>
                    <a:pt x="87" y="256"/>
                    <a:pt x="124" y="256"/>
                  </a:cubicBezTo>
                  <a:cubicBezTo>
                    <a:pt x="129" y="260"/>
                    <a:pt x="135" y="262"/>
                    <a:pt x="142" y="262"/>
                  </a:cubicBezTo>
                  <a:cubicBezTo>
                    <a:pt x="158" y="262"/>
                    <a:pt x="178" y="251"/>
                    <a:pt x="190" y="239"/>
                  </a:cubicBezTo>
                  <a:cubicBezTo>
                    <a:pt x="227" y="206"/>
                    <a:pt x="227" y="190"/>
                    <a:pt x="243" y="153"/>
                  </a:cubicBezTo>
                  <a:cubicBezTo>
                    <a:pt x="243" y="120"/>
                    <a:pt x="227" y="87"/>
                    <a:pt x="206" y="50"/>
                  </a:cubicBezTo>
                  <a:cubicBezTo>
                    <a:pt x="206" y="33"/>
                    <a:pt x="190" y="17"/>
                    <a:pt x="173" y="17"/>
                  </a:cubicBezTo>
                  <a:cubicBezTo>
                    <a:pt x="157" y="0"/>
                    <a:pt x="140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"/>
            <p:cNvSpPr/>
            <p:nvPr/>
          </p:nvSpPr>
          <p:spPr>
            <a:xfrm>
              <a:off x="4072425" y="245115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24" y="1"/>
                  </a:moveTo>
                  <a:cubicBezTo>
                    <a:pt x="87" y="1"/>
                    <a:pt x="71" y="1"/>
                    <a:pt x="38" y="34"/>
                  </a:cubicBezTo>
                  <a:cubicBezTo>
                    <a:pt x="21" y="50"/>
                    <a:pt x="1" y="87"/>
                    <a:pt x="1" y="120"/>
                  </a:cubicBezTo>
                  <a:cubicBezTo>
                    <a:pt x="1" y="137"/>
                    <a:pt x="1" y="174"/>
                    <a:pt x="21" y="207"/>
                  </a:cubicBezTo>
                  <a:cubicBezTo>
                    <a:pt x="54" y="223"/>
                    <a:pt x="87" y="240"/>
                    <a:pt x="124" y="256"/>
                  </a:cubicBezTo>
                  <a:cubicBezTo>
                    <a:pt x="141" y="256"/>
                    <a:pt x="157" y="256"/>
                    <a:pt x="174" y="240"/>
                  </a:cubicBezTo>
                  <a:cubicBezTo>
                    <a:pt x="228" y="190"/>
                    <a:pt x="244" y="104"/>
                    <a:pt x="190" y="50"/>
                  </a:cubicBezTo>
                  <a:cubicBezTo>
                    <a:pt x="190" y="34"/>
                    <a:pt x="174" y="17"/>
                    <a:pt x="157" y="17"/>
                  </a:cubicBezTo>
                  <a:cubicBezTo>
                    <a:pt x="141" y="1"/>
                    <a:pt x="141" y="1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4033775" y="24258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24" y="1"/>
                  </a:moveTo>
                  <a:cubicBezTo>
                    <a:pt x="104" y="1"/>
                    <a:pt x="71" y="17"/>
                    <a:pt x="54" y="34"/>
                  </a:cubicBezTo>
                  <a:cubicBezTo>
                    <a:pt x="21" y="54"/>
                    <a:pt x="21" y="87"/>
                    <a:pt x="1" y="120"/>
                  </a:cubicBezTo>
                  <a:lnTo>
                    <a:pt x="1" y="157"/>
                  </a:lnTo>
                  <a:cubicBezTo>
                    <a:pt x="54" y="190"/>
                    <a:pt x="104" y="223"/>
                    <a:pt x="157" y="260"/>
                  </a:cubicBezTo>
                  <a:cubicBezTo>
                    <a:pt x="174" y="260"/>
                    <a:pt x="174" y="240"/>
                    <a:pt x="190" y="240"/>
                  </a:cubicBezTo>
                  <a:cubicBezTo>
                    <a:pt x="244" y="190"/>
                    <a:pt x="244" y="104"/>
                    <a:pt x="207" y="54"/>
                  </a:cubicBezTo>
                  <a:cubicBezTo>
                    <a:pt x="190" y="34"/>
                    <a:pt x="174" y="17"/>
                    <a:pt x="157" y="17"/>
                  </a:cubicBezTo>
                  <a:cubicBezTo>
                    <a:pt x="157" y="1"/>
                    <a:pt x="141" y="1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4048000" y="2438675"/>
              <a:ext cx="4350" cy="3950"/>
            </a:xfrm>
            <a:custGeom>
              <a:avLst/>
              <a:gdLst/>
              <a:ahLst/>
              <a:cxnLst/>
              <a:rect l="l" t="t" r="r" b="b"/>
              <a:pathLst>
                <a:path w="174" h="158" extrusionOk="0">
                  <a:moveTo>
                    <a:pt x="50" y="1"/>
                  </a:moveTo>
                  <a:cubicBezTo>
                    <a:pt x="34" y="1"/>
                    <a:pt x="17" y="17"/>
                    <a:pt x="1" y="17"/>
                  </a:cubicBezTo>
                  <a:cubicBezTo>
                    <a:pt x="50" y="71"/>
                    <a:pt x="120" y="104"/>
                    <a:pt x="174" y="158"/>
                  </a:cubicBezTo>
                  <a:lnTo>
                    <a:pt x="174" y="104"/>
                  </a:lnTo>
                  <a:cubicBezTo>
                    <a:pt x="174" y="71"/>
                    <a:pt x="153" y="54"/>
                    <a:pt x="137" y="17"/>
                  </a:cubicBezTo>
                  <a:cubicBezTo>
                    <a:pt x="120" y="17"/>
                    <a:pt x="120" y="17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4102525" y="2396225"/>
              <a:ext cx="5600" cy="6575"/>
            </a:xfrm>
            <a:custGeom>
              <a:avLst/>
              <a:gdLst/>
              <a:ahLst/>
              <a:cxnLst/>
              <a:rect l="l" t="t" r="r" b="b"/>
              <a:pathLst>
                <a:path w="224" h="263" extrusionOk="0">
                  <a:moveTo>
                    <a:pt x="87" y="0"/>
                  </a:moveTo>
                  <a:cubicBezTo>
                    <a:pt x="71" y="17"/>
                    <a:pt x="34" y="33"/>
                    <a:pt x="17" y="50"/>
                  </a:cubicBezTo>
                  <a:cubicBezTo>
                    <a:pt x="1" y="83"/>
                    <a:pt x="1" y="120"/>
                    <a:pt x="1" y="153"/>
                  </a:cubicBezTo>
                  <a:cubicBezTo>
                    <a:pt x="1" y="186"/>
                    <a:pt x="17" y="223"/>
                    <a:pt x="54" y="239"/>
                  </a:cubicBezTo>
                  <a:cubicBezTo>
                    <a:pt x="66" y="251"/>
                    <a:pt x="86" y="263"/>
                    <a:pt x="102" y="263"/>
                  </a:cubicBezTo>
                  <a:cubicBezTo>
                    <a:pt x="109" y="263"/>
                    <a:pt x="115" y="261"/>
                    <a:pt x="120" y="256"/>
                  </a:cubicBezTo>
                  <a:cubicBezTo>
                    <a:pt x="190" y="256"/>
                    <a:pt x="223" y="186"/>
                    <a:pt x="223" y="120"/>
                  </a:cubicBezTo>
                  <a:cubicBezTo>
                    <a:pt x="207" y="83"/>
                    <a:pt x="207" y="50"/>
                    <a:pt x="174" y="33"/>
                  </a:cubicBezTo>
                  <a:cubicBezTo>
                    <a:pt x="174" y="17"/>
                    <a:pt x="157" y="17"/>
                    <a:pt x="157" y="17"/>
                  </a:cubicBezTo>
                  <a:cubicBezTo>
                    <a:pt x="137" y="0"/>
                    <a:pt x="120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"/>
            <p:cNvSpPr/>
            <p:nvPr/>
          </p:nvSpPr>
          <p:spPr>
            <a:xfrm>
              <a:off x="3817850" y="2495375"/>
              <a:ext cx="1250" cy="3025"/>
            </a:xfrm>
            <a:custGeom>
              <a:avLst/>
              <a:gdLst/>
              <a:ahLst/>
              <a:cxnLst/>
              <a:rect l="l" t="t" r="r" b="b"/>
              <a:pathLst>
                <a:path w="50" h="121" extrusionOk="0">
                  <a:moveTo>
                    <a:pt x="50" y="0"/>
                  </a:moveTo>
                  <a:cubicBezTo>
                    <a:pt x="33" y="0"/>
                    <a:pt x="33" y="17"/>
                    <a:pt x="17" y="33"/>
                  </a:cubicBezTo>
                  <a:cubicBezTo>
                    <a:pt x="0" y="54"/>
                    <a:pt x="0" y="87"/>
                    <a:pt x="0" y="120"/>
                  </a:cubicBezTo>
                  <a:cubicBezTo>
                    <a:pt x="17" y="71"/>
                    <a:pt x="33" y="33"/>
                    <a:pt x="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"/>
            <p:cNvSpPr/>
            <p:nvPr/>
          </p:nvSpPr>
          <p:spPr>
            <a:xfrm>
              <a:off x="4099950" y="244302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4" y="0"/>
                  </a:moveTo>
                  <a:cubicBezTo>
                    <a:pt x="54" y="17"/>
                    <a:pt x="1" y="87"/>
                    <a:pt x="17" y="153"/>
                  </a:cubicBezTo>
                  <a:cubicBezTo>
                    <a:pt x="17" y="190"/>
                    <a:pt x="34" y="223"/>
                    <a:pt x="71" y="239"/>
                  </a:cubicBezTo>
                  <a:cubicBezTo>
                    <a:pt x="82" y="251"/>
                    <a:pt x="102" y="262"/>
                    <a:pt x="119" y="262"/>
                  </a:cubicBezTo>
                  <a:cubicBezTo>
                    <a:pt x="126" y="262"/>
                    <a:pt x="132" y="260"/>
                    <a:pt x="137" y="256"/>
                  </a:cubicBezTo>
                  <a:cubicBezTo>
                    <a:pt x="174" y="256"/>
                    <a:pt x="190" y="239"/>
                    <a:pt x="207" y="206"/>
                  </a:cubicBezTo>
                  <a:cubicBezTo>
                    <a:pt x="223" y="190"/>
                    <a:pt x="240" y="153"/>
                    <a:pt x="223" y="120"/>
                  </a:cubicBezTo>
                  <a:cubicBezTo>
                    <a:pt x="223" y="87"/>
                    <a:pt x="207" y="50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lnTo>
                    <a:pt x="137" y="17"/>
                  </a:ln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"/>
            <p:cNvSpPr/>
            <p:nvPr/>
          </p:nvSpPr>
          <p:spPr>
            <a:xfrm>
              <a:off x="4130875" y="23905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0"/>
                  </a:moveTo>
                  <a:cubicBezTo>
                    <a:pt x="71" y="0"/>
                    <a:pt x="54" y="21"/>
                    <a:pt x="33" y="54"/>
                  </a:cubicBezTo>
                  <a:cubicBezTo>
                    <a:pt x="17" y="87"/>
                    <a:pt x="0" y="124"/>
                    <a:pt x="17" y="157"/>
                  </a:cubicBezTo>
                  <a:cubicBezTo>
                    <a:pt x="17" y="190"/>
                    <a:pt x="33" y="207"/>
                    <a:pt x="54" y="244"/>
                  </a:cubicBezTo>
                  <a:cubicBezTo>
                    <a:pt x="87" y="260"/>
                    <a:pt x="104" y="260"/>
                    <a:pt x="136" y="260"/>
                  </a:cubicBezTo>
                  <a:cubicBezTo>
                    <a:pt x="190" y="244"/>
                    <a:pt x="240" y="174"/>
                    <a:pt x="223" y="104"/>
                  </a:cubicBezTo>
                  <a:cubicBezTo>
                    <a:pt x="223" y="71"/>
                    <a:pt x="207" y="54"/>
                    <a:pt x="190" y="21"/>
                  </a:cubicBezTo>
                  <a:cubicBezTo>
                    <a:pt x="174" y="21"/>
                    <a:pt x="174" y="21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"/>
            <p:cNvSpPr/>
            <p:nvPr/>
          </p:nvSpPr>
          <p:spPr>
            <a:xfrm>
              <a:off x="4145925" y="2484475"/>
              <a:ext cx="5175" cy="2775"/>
            </a:xfrm>
            <a:custGeom>
              <a:avLst/>
              <a:gdLst/>
              <a:ahLst/>
              <a:cxnLst/>
              <a:rect l="l" t="t" r="r" b="b"/>
              <a:pathLst>
                <a:path w="207" h="111" extrusionOk="0">
                  <a:moveTo>
                    <a:pt x="85" y="1"/>
                  </a:moveTo>
                  <a:cubicBezTo>
                    <a:pt x="67" y="1"/>
                    <a:pt x="45" y="13"/>
                    <a:pt x="33" y="24"/>
                  </a:cubicBezTo>
                  <a:cubicBezTo>
                    <a:pt x="17" y="41"/>
                    <a:pt x="0" y="57"/>
                    <a:pt x="0" y="78"/>
                  </a:cubicBezTo>
                  <a:cubicBezTo>
                    <a:pt x="70" y="94"/>
                    <a:pt x="136" y="94"/>
                    <a:pt x="207" y="111"/>
                  </a:cubicBezTo>
                  <a:cubicBezTo>
                    <a:pt x="207" y="94"/>
                    <a:pt x="190" y="57"/>
                    <a:pt x="190" y="57"/>
                  </a:cubicBezTo>
                  <a:cubicBezTo>
                    <a:pt x="174" y="24"/>
                    <a:pt x="153" y="24"/>
                    <a:pt x="136" y="8"/>
                  </a:cubicBezTo>
                  <a:lnTo>
                    <a:pt x="103" y="8"/>
                  </a:lnTo>
                  <a:cubicBezTo>
                    <a:pt x="99" y="3"/>
                    <a:pt x="92" y="1"/>
                    <a:pt x="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"/>
            <p:cNvSpPr/>
            <p:nvPr/>
          </p:nvSpPr>
          <p:spPr>
            <a:xfrm>
              <a:off x="4157475" y="2435600"/>
              <a:ext cx="6500" cy="6475"/>
            </a:xfrm>
            <a:custGeom>
              <a:avLst/>
              <a:gdLst/>
              <a:ahLst/>
              <a:cxnLst/>
              <a:rect l="l" t="t" r="r" b="b"/>
              <a:pathLst>
                <a:path w="260" h="259" extrusionOk="0">
                  <a:moveTo>
                    <a:pt x="138" y="0"/>
                  </a:moveTo>
                  <a:cubicBezTo>
                    <a:pt x="86" y="0"/>
                    <a:pt x="48" y="30"/>
                    <a:pt x="21" y="74"/>
                  </a:cubicBezTo>
                  <a:cubicBezTo>
                    <a:pt x="0" y="140"/>
                    <a:pt x="37" y="227"/>
                    <a:pt x="87" y="243"/>
                  </a:cubicBezTo>
                  <a:cubicBezTo>
                    <a:pt x="101" y="254"/>
                    <a:pt x="117" y="258"/>
                    <a:pt x="132" y="258"/>
                  </a:cubicBezTo>
                  <a:cubicBezTo>
                    <a:pt x="173" y="258"/>
                    <a:pt x="212" y="225"/>
                    <a:pt x="227" y="177"/>
                  </a:cubicBezTo>
                  <a:cubicBezTo>
                    <a:pt x="260" y="107"/>
                    <a:pt x="227" y="37"/>
                    <a:pt x="173" y="4"/>
                  </a:cubicBezTo>
                  <a:cubicBezTo>
                    <a:pt x="161" y="1"/>
                    <a:pt x="149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"/>
            <p:cNvSpPr/>
            <p:nvPr/>
          </p:nvSpPr>
          <p:spPr>
            <a:xfrm>
              <a:off x="4157975" y="24781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67" y="1"/>
                    <a:pt x="50" y="22"/>
                    <a:pt x="34" y="55"/>
                  </a:cubicBezTo>
                  <a:cubicBezTo>
                    <a:pt x="17" y="88"/>
                    <a:pt x="1" y="125"/>
                    <a:pt x="17" y="158"/>
                  </a:cubicBezTo>
                  <a:cubicBezTo>
                    <a:pt x="17" y="191"/>
                    <a:pt x="34" y="207"/>
                    <a:pt x="50" y="244"/>
                  </a:cubicBezTo>
                  <a:cubicBezTo>
                    <a:pt x="83" y="261"/>
                    <a:pt x="104" y="261"/>
                    <a:pt x="137" y="261"/>
                  </a:cubicBezTo>
                  <a:cubicBezTo>
                    <a:pt x="207" y="244"/>
                    <a:pt x="240" y="174"/>
                    <a:pt x="223" y="104"/>
                  </a:cubicBezTo>
                  <a:cubicBezTo>
                    <a:pt x="223" y="71"/>
                    <a:pt x="207" y="55"/>
                    <a:pt x="186" y="22"/>
                  </a:cubicBezTo>
                  <a:cubicBezTo>
                    <a:pt x="170" y="22"/>
                    <a:pt x="170" y="22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"/>
            <p:cNvSpPr/>
            <p:nvPr/>
          </p:nvSpPr>
          <p:spPr>
            <a:xfrm>
              <a:off x="4164375" y="2417650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87" y="1"/>
                  </a:moveTo>
                  <a:cubicBezTo>
                    <a:pt x="87" y="1"/>
                    <a:pt x="70" y="1"/>
                    <a:pt x="70" y="17"/>
                  </a:cubicBezTo>
                  <a:cubicBezTo>
                    <a:pt x="17" y="34"/>
                    <a:pt x="0" y="87"/>
                    <a:pt x="0" y="153"/>
                  </a:cubicBezTo>
                  <a:cubicBezTo>
                    <a:pt x="0" y="190"/>
                    <a:pt x="17" y="223"/>
                    <a:pt x="54" y="240"/>
                  </a:cubicBezTo>
                  <a:cubicBezTo>
                    <a:pt x="70" y="256"/>
                    <a:pt x="103" y="256"/>
                    <a:pt x="120" y="256"/>
                  </a:cubicBezTo>
                  <a:cubicBezTo>
                    <a:pt x="190" y="256"/>
                    <a:pt x="223" y="190"/>
                    <a:pt x="223" y="120"/>
                  </a:cubicBezTo>
                  <a:cubicBezTo>
                    <a:pt x="223" y="104"/>
                    <a:pt x="207" y="87"/>
                    <a:pt x="207" y="87"/>
                  </a:cubicBezTo>
                  <a:cubicBezTo>
                    <a:pt x="190" y="50"/>
                    <a:pt x="174" y="17"/>
                    <a:pt x="157" y="17"/>
                  </a:cubicBezTo>
                  <a:cubicBezTo>
                    <a:pt x="136" y="1"/>
                    <a:pt x="103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"/>
            <p:cNvSpPr/>
            <p:nvPr/>
          </p:nvSpPr>
          <p:spPr>
            <a:xfrm>
              <a:off x="4162200" y="2461050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41" y="1"/>
                  </a:moveTo>
                  <a:cubicBezTo>
                    <a:pt x="120" y="1"/>
                    <a:pt x="87" y="1"/>
                    <a:pt x="71" y="34"/>
                  </a:cubicBezTo>
                  <a:cubicBezTo>
                    <a:pt x="17" y="67"/>
                    <a:pt x="1" y="153"/>
                    <a:pt x="54" y="207"/>
                  </a:cubicBezTo>
                  <a:cubicBezTo>
                    <a:pt x="72" y="242"/>
                    <a:pt x="100" y="258"/>
                    <a:pt x="131" y="258"/>
                  </a:cubicBezTo>
                  <a:cubicBezTo>
                    <a:pt x="157" y="258"/>
                    <a:pt x="184" y="246"/>
                    <a:pt x="207" y="223"/>
                  </a:cubicBezTo>
                  <a:cubicBezTo>
                    <a:pt x="244" y="190"/>
                    <a:pt x="261" y="104"/>
                    <a:pt x="223" y="50"/>
                  </a:cubicBezTo>
                  <a:cubicBezTo>
                    <a:pt x="207" y="34"/>
                    <a:pt x="190" y="17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"/>
            <p:cNvSpPr/>
            <p:nvPr/>
          </p:nvSpPr>
          <p:spPr>
            <a:xfrm>
              <a:off x="4175500" y="2429725"/>
              <a:ext cx="5700" cy="6400"/>
            </a:xfrm>
            <a:custGeom>
              <a:avLst/>
              <a:gdLst/>
              <a:ahLst/>
              <a:cxnLst/>
              <a:rect l="l" t="t" r="r" b="b"/>
              <a:pathLst>
                <a:path w="228" h="256" extrusionOk="0">
                  <a:moveTo>
                    <a:pt x="104" y="0"/>
                  </a:moveTo>
                  <a:cubicBezTo>
                    <a:pt x="71" y="0"/>
                    <a:pt x="38" y="17"/>
                    <a:pt x="21" y="50"/>
                  </a:cubicBezTo>
                  <a:cubicBezTo>
                    <a:pt x="1" y="83"/>
                    <a:pt x="1" y="120"/>
                    <a:pt x="1" y="153"/>
                  </a:cubicBezTo>
                  <a:cubicBezTo>
                    <a:pt x="1" y="186"/>
                    <a:pt x="21" y="206"/>
                    <a:pt x="54" y="239"/>
                  </a:cubicBezTo>
                  <a:cubicBezTo>
                    <a:pt x="71" y="256"/>
                    <a:pt x="104" y="256"/>
                    <a:pt x="141" y="256"/>
                  </a:cubicBezTo>
                  <a:cubicBezTo>
                    <a:pt x="190" y="239"/>
                    <a:pt x="227" y="169"/>
                    <a:pt x="227" y="103"/>
                  </a:cubicBezTo>
                  <a:cubicBezTo>
                    <a:pt x="227" y="66"/>
                    <a:pt x="207" y="33"/>
                    <a:pt x="174" y="17"/>
                  </a:cubicBezTo>
                  <a:cubicBezTo>
                    <a:pt x="174" y="17"/>
                    <a:pt x="157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"/>
            <p:cNvSpPr/>
            <p:nvPr/>
          </p:nvSpPr>
          <p:spPr>
            <a:xfrm>
              <a:off x="3955650" y="22355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54" y="1"/>
                    <a:pt x="0" y="71"/>
                    <a:pt x="17" y="141"/>
                  </a:cubicBezTo>
                  <a:cubicBezTo>
                    <a:pt x="17" y="174"/>
                    <a:pt x="33" y="207"/>
                    <a:pt x="71" y="223"/>
                  </a:cubicBezTo>
                  <a:cubicBezTo>
                    <a:pt x="87" y="260"/>
                    <a:pt x="120" y="260"/>
                    <a:pt x="137" y="260"/>
                  </a:cubicBezTo>
                  <a:cubicBezTo>
                    <a:pt x="207" y="244"/>
                    <a:pt x="240" y="174"/>
                    <a:pt x="240" y="104"/>
                  </a:cubicBezTo>
                  <a:cubicBezTo>
                    <a:pt x="223" y="71"/>
                    <a:pt x="207" y="38"/>
                    <a:pt x="190" y="17"/>
                  </a:cubicBezTo>
                  <a:lnTo>
                    <a:pt x="1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"/>
            <p:cNvSpPr/>
            <p:nvPr/>
          </p:nvSpPr>
          <p:spPr>
            <a:xfrm>
              <a:off x="4180250" y="2460125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57" y="0"/>
                  </a:moveTo>
                  <a:cubicBezTo>
                    <a:pt x="120" y="0"/>
                    <a:pt x="87" y="0"/>
                    <a:pt x="70" y="21"/>
                  </a:cubicBezTo>
                  <a:cubicBezTo>
                    <a:pt x="54" y="38"/>
                    <a:pt x="37" y="54"/>
                    <a:pt x="17" y="87"/>
                  </a:cubicBezTo>
                  <a:cubicBezTo>
                    <a:pt x="0" y="104"/>
                    <a:pt x="17" y="141"/>
                    <a:pt x="17" y="174"/>
                  </a:cubicBezTo>
                  <a:cubicBezTo>
                    <a:pt x="37" y="207"/>
                    <a:pt x="54" y="244"/>
                    <a:pt x="87" y="260"/>
                  </a:cubicBezTo>
                  <a:cubicBezTo>
                    <a:pt x="96" y="263"/>
                    <a:pt x="105" y="264"/>
                    <a:pt x="115" y="264"/>
                  </a:cubicBezTo>
                  <a:cubicBezTo>
                    <a:pt x="162" y="264"/>
                    <a:pt x="209" y="232"/>
                    <a:pt x="223" y="174"/>
                  </a:cubicBezTo>
                  <a:cubicBezTo>
                    <a:pt x="244" y="104"/>
                    <a:pt x="223" y="38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"/>
            <p:cNvSpPr/>
            <p:nvPr/>
          </p:nvSpPr>
          <p:spPr>
            <a:xfrm>
              <a:off x="4136850" y="2404175"/>
              <a:ext cx="5700" cy="6600"/>
            </a:xfrm>
            <a:custGeom>
              <a:avLst/>
              <a:gdLst/>
              <a:ahLst/>
              <a:cxnLst/>
              <a:rect l="l" t="t" r="r" b="b"/>
              <a:pathLst>
                <a:path w="228" h="264" extrusionOk="0">
                  <a:moveTo>
                    <a:pt x="118" y="1"/>
                  </a:moveTo>
                  <a:cubicBezTo>
                    <a:pt x="110" y="1"/>
                    <a:pt x="100" y="2"/>
                    <a:pt x="87" y="8"/>
                  </a:cubicBezTo>
                  <a:cubicBezTo>
                    <a:pt x="71" y="8"/>
                    <a:pt x="54" y="24"/>
                    <a:pt x="38" y="41"/>
                  </a:cubicBezTo>
                  <a:cubicBezTo>
                    <a:pt x="21" y="57"/>
                    <a:pt x="1" y="111"/>
                    <a:pt x="1" y="144"/>
                  </a:cubicBezTo>
                  <a:cubicBezTo>
                    <a:pt x="1" y="177"/>
                    <a:pt x="21" y="214"/>
                    <a:pt x="54" y="231"/>
                  </a:cubicBezTo>
                  <a:cubicBezTo>
                    <a:pt x="71" y="247"/>
                    <a:pt x="104" y="264"/>
                    <a:pt x="124" y="264"/>
                  </a:cubicBezTo>
                  <a:cubicBezTo>
                    <a:pt x="190" y="247"/>
                    <a:pt x="227" y="177"/>
                    <a:pt x="227" y="128"/>
                  </a:cubicBezTo>
                  <a:lnTo>
                    <a:pt x="227" y="111"/>
                  </a:lnTo>
                  <a:cubicBezTo>
                    <a:pt x="207" y="57"/>
                    <a:pt x="190" y="24"/>
                    <a:pt x="157" y="8"/>
                  </a:cubicBezTo>
                  <a:cubicBezTo>
                    <a:pt x="146" y="8"/>
                    <a:pt x="135" y="1"/>
                    <a:pt x="1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"/>
            <p:cNvSpPr/>
            <p:nvPr/>
          </p:nvSpPr>
          <p:spPr>
            <a:xfrm>
              <a:off x="4135200" y="2451575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04" y="0"/>
                  </a:moveTo>
                  <a:cubicBezTo>
                    <a:pt x="34" y="0"/>
                    <a:pt x="1" y="70"/>
                    <a:pt x="1" y="136"/>
                  </a:cubicBezTo>
                  <a:cubicBezTo>
                    <a:pt x="1" y="173"/>
                    <a:pt x="17" y="206"/>
                    <a:pt x="50" y="223"/>
                  </a:cubicBezTo>
                  <a:cubicBezTo>
                    <a:pt x="67" y="260"/>
                    <a:pt x="104" y="260"/>
                    <a:pt x="137" y="260"/>
                  </a:cubicBezTo>
                  <a:cubicBezTo>
                    <a:pt x="190" y="239"/>
                    <a:pt x="223" y="173"/>
                    <a:pt x="223" y="103"/>
                  </a:cubicBezTo>
                  <a:cubicBezTo>
                    <a:pt x="223" y="70"/>
                    <a:pt x="207" y="33"/>
                    <a:pt x="170" y="17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"/>
            <p:cNvSpPr/>
            <p:nvPr/>
          </p:nvSpPr>
          <p:spPr>
            <a:xfrm>
              <a:off x="4134800" y="246745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36" y="0"/>
                  </a:moveTo>
                  <a:cubicBezTo>
                    <a:pt x="103" y="0"/>
                    <a:pt x="66" y="17"/>
                    <a:pt x="50" y="37"/>
                  </a:cubicBezTo>
                  <a:cubicBezTo>
                    <a:pt x="0" y="87"/>
                    <a:pt x="0" y="157"/>
                    <a:pt x="33" y="223"/>
                  </a:cubicBezTo>
                  <a:cubicBezTo>
                    <a:pt x="50" y="243"/>
                    <a:pt x="66" y="260"/>
                    <a:pt x="103" y="260"/>
                  </a:cubicBezTo>
                  <a:cubicBezTo>
                    <a:pt x="113" y="265"/>
                    <a:pt x="122" y="267"/>
                    <a:pt x="132" y="267"/>
                  </a:cubicBezTo>
                  <a:cubicBezTo>
                    <a:pt x="154" y="267"/>
                    <a:pt x="174" y="255"/>
                    <a:pt x="186" y="243"/>
                  </a:cubicBezTo>
                  <a:cubicBezTo>
                    <a:pt x="239" y="190"/>
                    <a:pt x="239" y="103"/>
                    <a:pt x="206" y="54"/>
                  </a:cubicBezTo>
                  <a:cubicBezTo>
                    <a:pt x="186" y="37"/>
                    <a:pt x="169" y="17"/>
                    <a:pt x="153" y="17"/>
                  </a:cubicBezTo>
                  <a:lnTo>
                    <a:pt x="1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"/>
            <p:cNvSpPr/>
            <p:nvPr/>
          </p:nvSpPr>
          <p:spPr>
            <a:xfrm>
              <a:off x="4134800" y="2420950"/>
              <a:ext cx="6400" cy="6525"/>
            </a:xfrm>
            <a:custGeom>
              <a:avLst/>
              <a:gdLst/>
              <a:ahLst/>
              <a:cxnLst/>
              <a:rect l="l" t="t" r="r" b="b"/>
              <a:pathLst>
                <a:path w="256" h="261" extrusionOk="0">
                  <a:moveTo>
                    <a:pt x="136" y="1"/>
                  </a:moveTo>
                  <a:cubicBezTo>
                    <a:pt x="85" y="1"/>
                    <a:pt x="44" y="31"/>
                    <a:pt x="17" y="75"/>
                  </a:cubicBezTo>
                  <a:cubicBezTo>
                    <a:pt x="0" y="145"/>
                    <a:pt x="33" y="228"/>
                    <a:pt x="83" y="248"/>
                  </a:cubicBezTo>
                  <a:cubicBezTo>
                    <a:pt x="97" y="257"/>
                    <a:pt x="112" y="261"/>
                    <a:pt x="127" y="261"/>
                  </a:cubicBezTo>
                  <a:cubicBezTo>
                    <a:pt x="170" y="261"/>
                    <a:pt x="211" y="230"/>
                    <a:pt x="223" y="178"/>
                  </a:cubicBezTo>
                  <a:cubicBezTo>
                    <a:pt x="256" y="108"/>
                    <a:pt x="223" y="42"/>
                    <a:pt x="169" y="5"/>
                  </a:cubicBezTo>
                  <a:cubicBezTo>
                    <a:pt x="158" y="2"/>
                    <a:pt x="146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"/>
            <p:cNvSpPr/>
            <p:nvPr/>
          </p:nvSpPr>
          <p:spPr>
            <a:xfrm>
              <a:off x="4153650" y="240220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4" y="0"/>
                  </a:moveTo>
                  <a:cubicBezTo>
                    <a:pt x="50" y="17"/>
                    <a:pt x="1" y="87"/>
                    <a:pt x="17" y="153"/>
                  </a:cubicBezTo>
                  <a:cubicBezTo>
                    <a:pt x="17" y="190"/>
                    <a:pt x="34" y="223"/>
                    <a:pt x="71" y="240"/>
                  </a:cubicBezTo>
                  <a:cubicBezTo>
                    <a:pt x="82" y="251"/>
                    <a:pt x="102" y="265"/>
                    <a:pt x="118" y="265"/>
                  </a:cubicBezTo>
                  <a:cubicBezTo>
                    <a:pt x="125" y="265"/>
                    <a:pt x="132" y="262"/>
                    <a:pt x="137" y="256"/>
                  </a:cubicBezTo>
                  <a:cubicBezTo>
                    <a:pt x="207" y="256"/>
                    <a:pt x="240" y="190"/>
                    <a:pt x="240" y="120"/>
                  </a:cubicBezTo>
                  <a:cubicBezTo>
                    <a:pt x="223" y="87"/>
                    <a:pt x="223" y="50"/>
                    <a:pt x="190" y="33"/>
                  </a:cubicBezTo>
                  <a:cubicBezTo>
                    <a:pt x="190" y="17"/>
                    <a:pt x="174" y="17"/>
                    <a:pt x="174" y="17"/>
                  </a:cubicBezTo>
                  <a:cubicBezTo>
                    <a:pt x="153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"/>
            <p:cNvSpPr/>
            <p:nvPr/>
          </p:nvSpPr>
          <p:spPr>
            <a:xfrm>
              <a:off x="4139950" y="2359925"/>
              <a:ext cx="5575" cy="6625"/>
            </a:xfrm>
            <a:custGeom>
              <a:avLst/>
              <a:gdLst/>
              <a:ahLst/>
              <a:cxnLst/>
              <a:rect l="l" t="t" r="r" b="b"/>
              <a:pathLst>
                <a:path w="223" h="265" extrusionOk="0">
                  <a:moveTo>
                    <a:pt x="88" y="1"/>
                  </a:moveTo>
                  <a:cubicBezTo>
                    <a:pt x="64" y="1"/>
                    <a:pt x="45" y="14"/>
                    <a:pt x="33" y="26"/>
                  </a:cubicBezTo>
                  <a:cubicBezTo>
                    <a:pt x="17" y="59"/>
                    <a:pt x="0" y="75"/>
                    <a:pt x="0" y="112"/>
                  </a:cubicBezTo>
                  <a:cubicBezTo>
                    <a:pt x="0" y="145"/>
                    <a:pt x="0" y="178"/>
                    <a:pt x="17" y="215"/>
                  </a:cubicBezTo>
                  <a:cubicBezTo>
                    <a:pt x="33" y="248"/>
                    <a:pt x="66" y="265"/>
                    <a:pt x="83" y="265"/>
                  </a:cubicBezTo>
                  <a:cubicBezTo>
                    <a:pt x="120" y="265"/>
                    <a:pt x="153" y="248"/>
                    <a:pt x="169" y="232"/>
                  </a:cubicBezTo>
                  <a:cubicBezTo>
                    <a:pt x="223" y="195"/>
                    <a:pt x="223" y="112"/>
                    <a:pt x="186" y="42"/>
                  </a:cubicBezTo>
                  <a:cubicBezTo>
                    <a:pt x="169" y="26"/>
                    <a:pt x="169" y="26"/>
                    <a:pt x="136" y="9"/>
                  </a:cubicBezTo>
                  <a:lnTo>
                    <a:pt x="120" y="9"/>
                  </a:lnTo>
                  <a:cubicBezTo>
                    <a:pt x="109" y="3"/>
                    <a:pt x="98" y="1"/>
                    <a:pt x="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"/>
            <p:cNvSpPr/>
            <p:nvPr/>
          </p:nvSpPr>
          <p:spPr>
            <a:xfrm>
              <a:off x="4062125" y="2263575"/>
              <a:ext cx="5700" cy="6575"/>
            </a:xfrm>
            <a:custGeom>
              <a:avLst/>
              <a:gdLst/>
              <a:ahLst/>
              <a:cxnLst/>
              <a:rect l="l" t="t" r="r" b="b"/>
              <a:pathLst>
                <a:path w="228" h="263" extrusionOk="0">
                  <a:moveTo>
                    <a:pt x="130" y="0"/>
                  </a:moveTo>
                  <a:cubicBezTo>
                    <a:pt x="119" y="0"/>
                    <a:pt x="106" y="4"/>
                    <a:pt x="87" y="12"/>
                  </a:cubicBezTo>
                  <a:cubicBezTo>
                    <a:pt x="71" y="12"/>
                    <a:pt x="38" y="29"/>
                    <a:pt x="21" y="66"/>
                  </a:cubicBezTo>
                  <a:cubicBezTo>
                    <a:pt x="0" y="83"/>
                    <a:pt x="0" y="116"/>
                    <a:pt x="0" y="153"/>
                  </a:cubicBezTo>
                  <a:cubicBezTo>
                    <a:pt x="0" y="186"/>
                    <a:pt x="21" y="219"/>
                    <a:pt x="54" y="235"/>
                  </a:cubicBezTo>
                  <a:cubicBezTo>
                    <a:pt x="66" y="250"/>
                    <a:pt x="86" y="262"/>
                    <a:pt x="104" y="262"/>
                  </a:cubicBezTo>
                  <a:cubicBezTo>
                    <a:pt x="111" y="262"/>
                    <a:pt x="118" y="260"/>
                    <a:pt x="124" y="256"/>
                  </a:cubicBezTo>
                  <a:cubicBezTo>
                    <a:pt x="190" y="256"/>
                    <a:pt x="227" y="186"/>
                    <a:pt x="227" y="116"/>
                  </a:cubicBezTo>
                  <a:cubicBezTo>
                    <a:pt x="227" y="83"/>
                    <a:pt x="207" y="50"/>
                    <a:pt x="174" y="29"/>
                  </a:cubicBezTo>
                  <a:cubicBezTo>
                    <a:pt x="174" y="12"/>
                    <a:pt x="157" y="12"/>
                    <a:pt x="157" y="12"/>
                  </a:cubicBezTo>
                  <a:cubicBezTo>
                    <a:pt x="149" y="4"/>
                    <a:pt x="141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"/>
            <p:cNvSpPr/>
            <p:nvPr/>
          </p:nvSpPr>
          <p:spPr>
            <a:xfrm>
              <a:off x="4035950" y="2375900"/>
              <a:ext cx="6500" cy="6525"/>
            </a:xfrm>
            <a:custGeom>
              <a:avLst/>
              <a:gdLst/>
              <a:ahLst/>
              <a:cxnLst/>
              <a:rect l="l" t="t" r="r" b="b"/>
              <a:pathLst>
                <a:path w="260" h="261" extrusionOk="0">
                  <a:moveTo>
                    <a:pt x="145" y="1"/>
                  </a:moveTo>
                  <a:cubicBezTo>
                    <a:pt x="99" y="1"/>
                    <a:pt x="51" y="34"/>
                    <a:pt x="37" y="92"/>
                  </a:cubicBezTo>
                  <a:cubicBezTo>
                    <a:pt x="0" y="158"/>
                    <a:pt x="37" y="228"/>
                    <a:pt x="87" y="244"/>
                  </a:cubicBezTo>
                  <a:cubicBezTo>
                    <a:pt x="103" y="261"/>
                    <a:pt x="120" y="261"/>
                    <a:pt x="140" y="261"/>
                  </a:cubicBezTo>
                  <a:cubicBezTo>
                    <a:pt x="190" y="261"/>
                    <a:pt x="223" y="228"/>
                    <a:pt x="243" y="174"/>
                  </a:cubicBezTo>
                  <a:cubicBezTo>
                    <a:pt x="260" y="125"/>
                    <a:pt x="243" y="71"/>
                    <a:pt x="206" y="38"/>
                  </a:cubicBezTo>
                  <a:cubicBezTo>
                    <a:pt x="206" y="38"/>
                    <a:pt x="190" y="22"/>
                    <a:pt x="173" y="5"/>
                  </a:cubicBezTo>
                  <a:cubicBezTo>
                    <a:pt x="164" y="2"/>
                    <a:pt x="155" y="1"/>
                    <a:pt x="1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"/>
            <p:cNvSpPr/>
            <p:nvPr/>
          </p:nvSpPr>
          <p:spPr>
            <a:xfrm>
              <a:off x="4035950" y="2282700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26" y="0"/>
                  </a:moveTo>
                  <a:cubicBezTo>
                    <a:pt x="80" y="0"/>
                    <a:pt x="33" y="35"/>
                    <a:pt x="17" y="89"/>
                  </a:cubicBezTo>
                  <a:cubicBezTo>
                    <a:pt x="0" y="159"/>
                    <a:pt x="17" y="229"/>
                    <a:pt x="87" y="245"/>
                  </a:cubicBezTo>
                  <a:cubicBezTo>
                    <a:pt x="101" y="254"/>
                    <a:pt x="116" y="258"/>
                    <a:pt x="131" y="258"/>
                  </a:cubicBezTo>
                  <a:cubicBezTo>
                    <a:pt x="172" y="258"/>
                    <a:pt x="211" y="227"/>
                    <a:pt x="223" y="175"/>
                  </a:cubicBezTo>
                  <a:cubicBezTo>
                    <a:pt x="243" y="109"/>
                    <a:pt x="223" y="39"/>
                    <a:pt x="157" y="6"/>
                  </a:cubicBezTo>
                  <a:cubicBezTo>
                    <a:pt x="147" y="2"/>
                    <a:pt x="136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"/>
            <p:cNvSpPr/>
            <p:nvPr/>
          </p:nvSpPr>
          <p:spPr>
            <a:xfrm>
              <a:off x="4040275" y="22364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50" y="17"/>
                    <a:pt x="0" y="67"/>
                    <a:pt x="17" y="153"/>
                  </a:cubicBezTo>
                  <a:cubicBezTo>
                    <a:pt x="17" y="186"/>
                    <a:pt x="33" y="207"/>
                    <a:pt x="50" y="240"/>
                  </a:cubicBezTo>
                  <a:cubicBezTo>
                    <a:pt x="87" y="256"/>
                    <a:pt x="120" y="256"/>
                    <a:pt x="136" y="256"/>
                  </a:cubicBezTo>
                  <a:cubicBezTo>
                    <a:pt x="207" y="240"/>
                    <a:pt x="240" y="170"/>
                    <a:pt x="240" y="104"/>
                  </a:cubicBezTo>
                  <a:cubicBezTo>
                    <a:pt x="223" y="67"/>
                    <a:pt x="207" y="50"/>
                    <a:pt x="190" y="17"/>
                  </a:cubicBezTo>
                  <a:cubicBezTo>
                    <a:pt x="190" y="17"/>
                    <a:pt x="174" y="17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"/>
            <p:cNvSpPr/>
            <p:nvPr/>
          </p:nvSpPr>
          <p:spPr>
            <a:xfrm>
              <a:off x="4032125" y="231840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20" y="0"/>
                  </a:moveTo>
                  <a:cubicBezTo>
                    <a:pt x="87" y="0"/>
                    <a:pt x="67" y="21"/>
                    <a:pt x="34" y="38"/>
                  </a:cubicBezTo>
                  <a:cubicBezTo>
                    <a:pt x="17" y="54"/>
                    <a:pt x="1" y="87"/>
                    <a:pt x="1" y="124"/>
                  </a:cubicBezTo>
                  <a:cubicBezTo>
                    <a:pt x="1" y="157"/>
                    <a:pt x="1" y="190"/>
                    <a:pt x="17" y="227"/>
                  </a:cubicBezTo>
                  <a:cubicBezTo>
                    <a:pt x="44" y="254"/>
                    <a:pt x="78" y="267"/>
                    <a:pt x="108" y="267"/>
                  </a:cubicBezTo>
                  <a:cubicBezTo>
                    <a:pt x="133" y="267"/>
                    <a:pt x="155" y="259"/>
                    <a:pt x="170" y="244"/>
                  </a:cubicBezTo>
                  <a:cubicBezTo>
                    <a:pt x="223" y="190"/>
                    <a:pt x="240" y="104"/>
                    <a:pt x="190" y="54"/>
                  </a:cubicBezTo>
                  <a:cubicBezTo>
                    <a:pt x="190" y="38"/>
                    <a:pt x="170" y="21"/>
                    <a:pt x="153" y="21"/>
                  </a:cubicBezTo>
                  <a:cubicBezTo>
                    <a:pt x="137" y="21"/>
                    <a:pt x="13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"/>
            <p:cNvSpPr/>
            <p:nvPr/>
          </p:nvSpPr>
          <p:spPr>
            <a:xfrm>
              <a:off x="4034300" y="2393425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23" y="1"/>
                  </a:moveTo>
                  <a:cubicBezTo>
                    <a:pt x="99" y="1"/>
                    <a:pt x="78" y="14"/>
                    <a:pt x="66" y="26"/>
                  </a:cubicBezTo>
                  <a:cubicBezTo>
                    <a:pt x="33" y="42"/>
                    <a:pt x="17" y="59"/>
                    <a:pt x="17" y="75"/>
                  </a:cubicBezTo>
                  <a:cubicBezTo>
                    <a:pt x="0" y="112"/>
                    <a:pt x="0" y="145"/>
                    <a:pt x="17" y="162"/>
                  </a:cubicBezTo>
                  <a:cubicBezTo>
                    <a:pt x="17" y="215"/>
                    <a:pt x="50" y="232"/>
                    <a:pt x="66" y="248"/>
                  </a:cubicBezTo>
                  <a:cubicBezTo>
                    <a:pt x="85" y="257"/>
                    <a:pt x="102" y="261"/>
                    <a:pt x="118" y="261"/>
                  </a:cubicBezTo>
                  <a:cubicBezTo>
                    <a:pt x="162" y="261"/>
                    <a:pt x="196" y="230"/>
                    <a:pt x="223" y="178"/>
                  </a:cubicBezTo>
                  <a:cubicBezTo>
                    <a:pt x="239" y="112"/>
                    <a:pt x="206" y="42"/>
                    <a:pt x="153" y="9"/>
                  </a:cubicBezTo>
                  <a:cubicBezTo>
                    <a:pt x="143" y="3"/>
                    <a:pt x="133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"/>
            <p:cNvSpPr/>
            <p:nvPr/>
          </p:nvSpPr>
          <p:spPr>
            <a:xfrm>
              <a:off x="4040275" y="233087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3" y="0"/>
                  </a:moveTo>
                  <a:cubicBezTo>
                    <a:pt x="33" y="17"/>
                    <a:pt x="0" y="87"/>
                    <a:pt x="17" y="157"/>
                  </a:cubicBezTo>
                  <a:cubicBezTo>
                    <a:pt x="17" y="190"/>
                    <a:pt x="33" y="223"/>
                    <a:pt x="50" y="244"/>
                  </a:cubicBezTo>
                  <a:cubicBezTo>
                    <a:pt x="76" y="255"/>
                    <a:pt x="92" y="267"/>
                    <a:pt x="111" y="267"/>
                  </a:cubicBezTo>
                  <a:cubicBezTo>
                    <a:pt x="119" y="267"/>
                    <a:pt x="127" y="265"/>
                    <a:pt x="136" y="260"/>
                  </a:cubicBezTo>
                  <a:cubicBezTo>
                    <a:pt x="174" y="260"/>
                    <a:pt x="190" y="244"/>
                    <a:pt x="207" y="206"/>
                  </a:cubicBezTo>
                  <a:cubicBezTo>
                    <a:pt x="223" y="190"/>
                    <a:pt x="240" y="157"/>
                    <a:pt x="223" y="120"/>
                  </a:cubicBezTo>
                  <a:cubicBezTo>
                    <a:pt x="223" y="87"/>
                    <a:pt x="207" y="54"/>
                    <a:pt x="190" y="37"/>
                  </a:cubicBezTo>
                  <a:cubicBezTo>
                    <a:pt x="174" y="17"/>
                    <a:pt x="174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"/>
            <p:cNvSpPr/>
            <p:nvPr/>
          </p:nvSpPr>
          <p:spPr>
            <a:xfrm>
              <a:off x="4033375" y="2345925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40" y="0"/>
                  </a:moveTo>
                  <a:cubicBezTo>
                    <a:pt x="103" y="0"/>
                    <a:pt x="70" y="17"/>
                    <a:pt x="54" y="33"/>
                  </a:cubicBezTo>
                  <a:cubicBezTo>
                    <a:pt x="0" y="87"/>
                    <a:pt x="0" y="157"/>
                    <a:pt x="37" y="223"/>
                  </a:cubicBezTo>
                  <a:cubicBezTo>
                    <a:pt x="54" y="239"/>
                    <a:pt x="87" y="260"/>
                    <a:pt x="103" y="260"/>
                  </a:cubicBezTo>
                  <a:cubicBezTo>
                    <a:pt x="114" y="265"/>
                    <a:pt x="124" y="267"/>
                    <a:pt x="134" y="267"/>
                  </a:cubicBezTo>
                  <a:cubicBezTo>
                    <a:pt x="158" y="267"/>
                    <a:pt x="178" y="254"/>
                    <a:pt x="190" y="239"/>
                  </a:cubicBezTo>
                  <a:cubicBezTo>
                    <a:pt x="206" y="223"/>
                    <a:pt x="223" y="190"/>
                    <a:pt x="243" y="157"/>
                  </a:cubicBezTo>
                  <a:cubicBezTo>
                    <a:pt x="243" y="120"/>
                    <a:pt x="223" y="87"/>
                    <a:pt x="206" y="54"/>
                  </a:cubicBezTo>
                  <a:cubicBezTo>
                    <a:pt x="190" y="33"/>
                    <a:pt x="173" y="17"/>
                    <a:pt x="157" y="17"/>
                  </a:cubicBezTo>
                  <a:lnTo>
                    <a:pt x="1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"/>
            <p:cNvSpPr/>
            <p:nvPr/>
          </p:nvSpPr>
          <p:spPr>
            <a:xfrm>
              <a:off x="4034300" y="22987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50" y="17"/>
                    <a:pt x="0" y="88"/>
                    <a:pt x="17" y="154"/>
                  </a:cubicBezTo>
                  <a:cubicBezTo>
                    <a:pt x="17" y="191"/>
                    <a:pt x="33" y="224"/>
                    <a:pt x="50" y="240"/>
                  </a:cubicBezTo>
                  <a:cubicBezTo>
                    <a:pt x="83" y="257"/>
                    <a:pt x="103" y="257"/>
                    <a:pt x="136" y="257"/>
                  </a:cubicBezTo>
                  <a:cubicBezTo>
                    <a:pt x="206" y="240"/>
                    <a:pt x="239" y="191"/>
                    <a:pt x="223" y="104"/>
                  </a:cubicBezTo>
                  <a:cubicBezTo>
                    <a:pt x="223" y="67"/>
                    <a:pt x="206" y="50"/>
                    <a:pt x="186" y="34"/>
                  </a:cubicBezTo>
                  <a:cubicBezTo>
                    <a:pt x="169" y="17"/>
                    <a:pt x="169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"/>
            <p:cNvSpPr/>
            <p:nvPr/>
          </p:nvSpPr>
          <p:spPr>
            <a:xfrm>
              <a:off x="4051000" y="23736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8" y="1"/>
                  </a:moveTo>
                  <a:cubicBezTo>
                    <a:pt x="85" y="1"/>
                    <a:pt x="65" y="12"/>
                    <a:pt x="54" y="24"/>
                  </a:cubicBezTo>
                  <a:cubicBezTo>
                    <a:pt x="0" y="78"/>
                    <a:pt x="0" y="160"/>
                    <a:pt x="33" y="214"/>
                  </a:cubicBezTo>
                  <a:cubicBezTo>
                    <a:pt x="54" y="230"/>
                    <a:pt x="87" y="247"/>
                    <a:pt x="103" y="263"/>
                  </a:cubicBezTo>
                  <a:cubicBezTo>
                    <a:pt x="136" y="263"/>
                    <a:pt x="173" y="247"/>
                    <a:pt x="190" y="230"/>
                  </a:cubicBezTo>
                  <a:cubicBezTo>
                    <a:pt x="206" y="214"/>
                    <a:pt x="223" y="181"/>
                    <a:pt x="223" y="144"/>
                  </a:cubicBezTo>
                  <a:cubicBezTo>
                    <a:pt x="239" y="111"/>
                    <a:pt x="223" y="78"/>
                    <a:pt x="206" y="41"/>
                  </a:cubicBezTo>
                  <a:cubicBezTo>
                    <a:pt x="190" y="24"/>
                    <a:pt x="173" y="24"/>
                    <a:pt x="157" y="8"/>
                  </a:cubicBezTo>
                  <a:lnTo>
                    <a:pt x="136" y="8"/>
                  </a:lnTo>
                  <a:cubicBezTo>
                    <a:pt x="127" y="3"/>
                    <a:pt x="117" y="1"/>
                    <a:pt x="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"/>
            <p:cNvSpPr/>
            <p:nvPr/>
          </p:nvSpPr>
          <p:spPr>
            <a:xfrm>
              <a:off x="4043675" y="2358475"/>
              <a:ext cx="5600" cy="6550"/>
            </a:xfrm>
            <a:custGeom>
              <a:avLst/>
              <a:gdLst/>
              <a:ahLst/>
              <a:cxnLst/>
              <a:rect l="l" t="t" r="r" b="b"/>
              <a:pathLst>
                <a:path w="224" h="262" extrusionOk="0">
                  <a:moveTo>
                    <a:pt x="96" y="1"/>
                  </a:moveTo>
                  <a:cubicBezTo>
                    <a:pt x="54" y="1"/>
                    <a:pt x="13" y="32"/>
                    <a:pt x="0" y="84"/>
                  </a:cubicBezTo>
                  <a:lnTo>
                    <a:pt x="0" y="150"/>
                  </a:lnTo>
                  <a:cubicBezTo>
                    <a:pt x="0" y="187"/>
                    <a:pt x="38" y="236"/>
                    <a:pt x="71" y="253"/>
                  </a:cubicBezTo>
                  <a:cubicBezTo>
                    <a:pt x="80" y="259"/>
                    <a:pt x="92" y="261"/>
                    <a:pt x="104" y="261"/>
                  </a:cubicBezTo>
                  <a:cubicBezTo>
                    <a:pt x="132" y="261"/>
                    <a:pt x="162" y="248"/>
                    <a:pt x="174" y="236"/>
                  </a:cubicBezTo>
                  <a:cubicBezTo>
                    <a:pt x="190" y="220"/>
                    <a:pt x="207" y="203"/>
                    <a:pt x="207" y="187"/>
                  </a:cubicBezTo>
                  <a:cubicBezTo>
                    <a:pt x="223" y="117"/>
                    <a:pt x="207" y="30"/>
                    <a:pt x="141" y="14"/>
                  </a:cubicBezTo>
                  <a:cubicBezTo>
                    <a:pt x="126" y="5"/>
                    <a:pt x="111" y="1"/>
                    <a:pt x="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"/>
            <p:cNvSpPr/>
            <p:nvPr/>
          </p:nvSpPr>
          <p:spPr>
            <a:xfrm>
              <a:off x="4054400" y="2403100"/>
              <a:ext cx="6100" cy="6750"/>
            </a:xfrm>
            <a:custGeom>
              <a:avLst/>
              <a:gdLst/>
              <a:ahLst/>
              <a:cxnLst/>
              <a:rect l="l" t="t" r="r" b="b"/>
              <a:pathLst>
                <a:path w="244" h="270" extrusionOk="0">
                  <a:moveTo>
                    <a:pt x="113" y="1"/>
                  </a:moveTo>
                  <a:cubicBezTo>
                    <a:pt x="72" y="1"/>
                    <a:pt x="33" y="32"/>
                    <a:pt x="21" y="84"/>
                  </a:cubicBezTo>
                  <a:cubicBezTo>
                    <a:pt x="0" y="154"/>
                    <a:pt x="21" y="241"/>
                    <a:pt x="87" y="257"/>
                  </a:cubicBezTo>
                  <a:cubicBezTo>
                    <a:pt x="101" y="266"/>
                    <a:pt x="116" y="270"/>
                    <a:pt x="131" y="270"/>
                  </a:cubicBezTo>
                  <a:cubicBezTo>
                    <a:pt x="172" y="270"/>
                    <a:pt x="212" y="238"/>
                    <a:pt x="227" y="187"/>
                  </a:cubicBezTo>
                  <a:cubicBezTo>
                    <a:pt x="243" y="117"/>
                    <a:pt x="227" y="34"/>
                    <a:pt x="157" y="14"/>
                  </a:cubicBezTo>
                  <a:cubicBezTo>
                    <a:pt x="143" y="5"/>
                    <a:pt x="128" y="1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"/>
            <p:cNvSpPr/>
            <p:nvPr/>
          </p:nvSpPr>
          <p:spPr>
            <a:xfrm>
              <a:off x="4052325" y="232715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11" y="0"/>
                  </a:moveTo>
                  <a:cubicBezTo>
                    <a:pt x="70" y="0"/>
                    <a:pt x="29" y="32"/>
                    <a:pt x="17" y="83"/>
                  </a:cubicBezTo>
                  <a:cubicBezTo>
                    <a:pt x="1" y="149"/>
                    <a:pt x="17" y="236"/>
                    <a:pt x="83" y="252"/>
                  </a:cubicBezTo>
                  <a:cubicBezTo>
                    <a:pt x="97" y="252"/>
                    <a:pt x="109" y="260"/>
                    <a:pt x="120" y="260"/>
                  </a:cubicBezTo>
                  <a:cubicBezTo>
                    <a:pt x="126" y="260"/>
                    <a:pt x="131" y="258"/>
                    <a:pt x="137" y="252"/>
                  </a:cubicBezTo>
                  <a:cubicBezTo>
                    <a:pt x="170" y="252"/>
                    <a:pt x="207" y="219"/>
                    <a:pt x="223" y="186"/>
                  </a:cubicBezTo>
                  <a:cubicBezTo>
                    <a:pt x="240" y="133"/>
                    <a:pt x="223" y="83"/>
                    <a:pt x="207" y="46"/>
                  </a:cubicBezTo>
                  <a:cubicBezTo>
                    <a:pt x="186" y="30"/>
                    <a:pt x="170" y="13"/>
                    <a:pt x="153" y="13"/>
                  </a:cubicBezTo>
                  <a:cubicBezTo>
                    <a:pt x="140" y="5"/>
                    <a:pt x="126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"/>
            <p:cNvSpPr/>
            <p:nvPr/>
          </p:nvSpPr>
          <p:spPr>
            <a:xfrm>
              <a:off x="4044600" y="2312100"/>
              <a:ext cx="6000" cy="6850"/>
            </a:xfrm>
            <a:custGeom>
              <a:avLst/>
              <a:gdLst/>
              <a:ahLst/>
              <a:cxnLst/>
              <a:rect l="l" t="t" r="r" b="b"/>
              <a:pathLst>
                <a:path w="240" h="274" extrusionOk="0">
                  <a:moveTo>
                    <a:pt x="128" y="1"/>
                  </a:moveTo>
                  <a:cubicBezTo>
                    <a:pt x="120" y="1"/>
                    <a:pt x="112" y="5"/>
                    <a:pt x="104" y="13"/>
                  </a:cubicBezTo>
                  <a:cubicBezTo>
                    <a:pt x="67" y="13"/>
                    <a:pt x="50" y="30"/>
                    <a:pt x="34" y="67"/>
                  </a:cubicBezTo>
                  <a:cubicBezTo>
                    <a:pt x="17" y="83"/>
                    <a:pt x="1" y="116"/>
                    <a:pt x="17" y="149"/>
                  </a:cubicBezTo>
                  <a:cubicBezTo>
                    <a:pt x="17" y="186"/>
                    <a:pt x="34" y="219"/>
                    <a:pt x="50" y="236"/>
                  </a:cubicBezTo>
                  <a:cubicBezTo>
                    <a:pt x="83" y="252"/>
                    <a:pt x="104" y="273"/>
                    <a:pt x="137" y="273"/>
                  </a:cubicBezTo>
                  <a:cubicBezTo>
                    <a:pt x="186" y="252"/>
                    <a:pt x="240" y="186"/>
                    <a:pt x="223" y="116"/>
                  </a:cubicBezTo>
                  <a:cubicBezTo>
                    <a:pt x="223" y="83"/>
                    <a:pt x="207" y="46"/>
                    <a:pt x="186" y="30"/>
                  </a:cubicBezTo>
                  <a:cubicBezTo>
                    <a:pt x="170" y="30"/>
                    <a:pt x="170" y="13"/>
                    <a:pt x="153" y="13"/>
                  </a:cubicBezTo>
                  <a:cubicBezTo>
                    <a:pt x="145" y="5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"/>
            <p:cNvSpPr/>
            <p:nvPr/>
          </p:nvSpPr>
          <p:spPr>
            <a:xfrm>
              <a:off x="4048825" y="2295050"/>
              <a:ext cx="6525" cy="6600"/>
            </a:xfrm>
            <a:custGeom>
              <a:avLst/>
              <a:gdLst/>
              <a:ahLst/>
              <a:cxnLst/>
              <a:rect l="l" t="t" r="r" b="b"/>
              <a:pathLst>
                <a:path w="261" h="264" extrusionOk="0">
                  <a:moveTo>
                    <a:pt x="120" y="0"/>
                  </a:moveTo>
                  <a:cubicBezTo>
                    <a:pt x="101" y="0"/>
                    <a:pt x="78" y="13"/>
                    <a:pt x="54" y="27"/>
                  </a:cubicBezTo>
                  <a:cubicBezTo>
                    <a:pt x="17" y="77"/>
                    <a:pt x="1" y="163"/>
                    <a:pt x="54" y="213"/>
                  </a:cubicBezTo>
                  <a:cubicBezTo>
                    <a:pt x="74" y="244"/>
                    <a:pt x="106" y="263"/>
                    <a:pt x="139" y="263"/>
                  </a:cubicBezTo>
                  <a:cubicBezTo>
                    <a:pt x="162" y="263"/>
                    <a:pt x="186" y="254"/>
                    <a:pt x="207" y="234"/>
                  </a:cubicBezTo>
                  <a:cubicBezTo>
                    <a:pt x="244" y="180"/>
                    <a:pt x="260" y="110"/>
                    <a:pt x="223" y="44"/>
                  </a:cubicBezTo>
                  <a:cubicBezTo>
                    <a:pt x="207" y="27"/>
                    <a:pt x="190" y="27"/>
                    <a:pt x="174" y="7"/>
                  </a:cubicBezTo>
                  <a:lnTo>
                    <a:pt x="141" y="7"/>
                  </a:lnTo>
                  <a:cubicBezTo>
                    <a:pt x="135" y="2"/>
                    <a:pt x="128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"/>
            <p:cNvSpPr/>
            <p:nvPr/>
          </p:nvSpPr>
          <p:spPr>
            <a:xfrm>
              <a:off x="4075525" y="2384575"/>
              <a:ext cx="6425" cy="6675"/>
            </a:xfrm>
            <a:custGeom>
              <a:avLst/>
              <a:gdLst/>
              <a:ahLst/>
              <a:cxnLst/>
              <a:rect l="l" t="t" r="r" b="b"/>
              <a:pathLst>
                <a:path w="257" h="267" extrusionOk="0">
                  <a:moveTo>
                    <a:pt x="136" y="0"/>
                  </a:moveTo>
                  <a:cubicBezTo>
                    <a:pt x="104" y="0"/>
                    <a:pt x="83" y="17"/>
                    <a:pt x="50" y="33"/>
                  </a:cubicBezTo>
                  <a:cubicBezTo>
                    <a:pt x="0" y="87"/>
                    <a:pt x="0" y="157"/>
                    <a:pt x="33" y="223"/>
                  </a:cubicBezTo>
                  <a:cubicBezTo>
                    <a:pt x="50" y="239"/>
                    <a:pt x="83" y="260"/>
                    <a:pt x="120" y="260"/>
                  </a:cubicBezTo>
                  <a:cubicBezTo>
                    <a:pt x="125" y="265"/>
                    <a:pt x="131" y="267"/>
                    <a:pt x="137" y="267"/>
                  </a:cubicBezTo>
                  <a:cubicBezTo>
                    <a:pt x="154" y="267"/>
                    <a:pt x="174" y="254"/>
                    <a:pt x="186" y="239"/>
                  </a:cubicBezTo>
                  <a:cubicBezTo>
                    <a:pt x="240" y="190"/>
                    <a:pt x="256" y="103"/>
                    <a:pt x="207" y="54"/>
                  </a:cubicBezTo>
                  <a:cubicBezTo>
                    <a:pt x="207" y="33"/>
                    <a:pt x="186" y="17"/>
                    <a:pt x="169" y="17"/>
                  </a:cubicBezTo>
                  <a:cubicBezTo>
                    <a:pt x="153" y="17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"/>
            <p:cNvSpPr/>
            <p:nvPr/>
          </p:nvSpPr>
          <p:spPr>
            <a:xfrm>
              <a:off x="4046250" y="2388525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28" y="1"/>
                  </a:moveTo>
                  <a:cubicBezTo>
                    <a:pt x="88" y="1"/>
                    <a:pt x="50" y="34"/>
                    <a:pt x="38" y="81"/>
                  </a:cubicBezTo>
                  <a:cubicBezTo>
                    <a:pt x="1" y="152"/>
                    <a:pt x="38" y="222"/>
                    <a:pt x="87" y="255"/>
                  </a:cubicBezTo>
                  <a:cubicBezTo>
                    <a:pt x="99" y="257"/>
                    <a:pt x="110" y="259"/>
                    <a:pt x="121" y="259"/>
                  </a:cubicBezTo>
                  <a:cubicBezTo>
                    <a:pt x="174" y="259"/>
                    <a:pt x="213" y="226"/>
                    <a:pt x="244" y="168"/>
                  </a:cubicBezTo>
                  <a:cubicBezTo>
                    <a:pt x="260" y="119"/>
                    <a:pt x="223" y="32"/>
                    <a:pt x="174" y="16"/>
                  </a:cubicBezTo>
                  <a:cubicBezTo>
                    <a:pt x="159" y="5"/>
                    <a:pt x="144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"/>
            <p:cNvSpPr/>
            <p:nvPr/>
          </p:nvSpPr>
          <p:spPr>
            <a:xfrm>
              <a:off x="4087900" y="2351600"/>
              <a:ext cx="5675" cy="6825"/>
            </a:xfrm>
            <a:custGeom>
              <a:avLst/>
              <a:gdLst/>
              <a:ahLst/>
              <a:cxnLst/>
              <a:rect l="l" t="t" r="r" b="b"/>
              <a:pathLst>
                <a:path w="227" h="273" extrusionOk="0">
                  <a:moveTo>
                    <a:pt x="132" y="0"/>
                  </a:moveTo>
                  <a:cubicBezTo>
                    <a:pt x="123" y="0"/>
                    <a:pt x="114" y="4"/>
                    <a:pt x="103" y="12"/>
                  </a:cubicBezTo>
                  <a:cubicBezTo>
                    <a:pt x="37" y="12"/>
                    <a:pt x="0" y="82"/>
                    <a:pt x="0" y="153"/>
                  </a:cubicBezTo>
                  <a:cubicBezTo>
                    <a:pt x="21" y="186"/>
                    <a:pt x="37" y="219"/>
                    <a:pt x="54" y="239"/>
                  </a:cubicBezTo>
                  <a:cubicBezTo>
                    <a:pt x="70" y="256"/>
                    <a:pt x="103" y="272"/>
                    <a:pt x="140" y="272"/>
                  </a:cubicBezTo>
                  <a:cubicBezTo>
                    <a:pt x="157" y="256"/>
                    <a:pt x="190" y="239"/>
                    <a:pt x="206" y="202"/>
                  </a:cubicBezTo>
                  <a:cubicBezTo>
                    <a:pt x="227" y="186"/>
                    <a:pt x="227" y="153"/>
                    <a:pt x="227" y="115"/>
                  </a:cubicBezTo>
                  <a:cubicBezTo>
                    <a:pt x="227" y="82"/>
                    <a:pt x="206" y="50"/>
                    <a:pt x="190" y="33"/>
                  </a:cubicBezTo>
                  <a:cubicBezTo>
                    <a:pt x="173" y="33"/>
                    <a:pt x="173" y="12"/>
                    <a:pt x="157" y="12"/>
                  </a:cubicBezTo>
                  <a:cubicBezTo>
                    <a:pt x="149" y="4"/>
                    <a:pt x="140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"/>
            <p:cNvSpPr/>
            <p:nvPr/>
          </p:nvSpPr>
          <p:spPr>
            <a:xfrm>
              <a:off x="4090975" y="2384250"/>
              <a:ext cx="6000" cy="6850"/>
            </a:xfrm>
            <a:custGeom>
              <a:avLst/>
              <a:gdLst/>
              <a:ahLst/>
              <a:cxnLst/>
              <a:rect l="l" t="t" r="r" b="b"/>
              <a:pathLst>
                <a:path w="240" h="274" extrusionOk="0">
                  <a:moveTo>
                    <a:pt x="129" y="1"/>
                  </a:moveTo>
                  <a:cubicBezTo>
                    <a:pt x="120" y="1"/>
                    <a:pt x="112" y="5"/>
                    <a:pt x="104" y="13"/>
                  </a:cubicBezTo>
                  <a:lnTo>
                    <a:pt x="83" y="13"/>
                  </a:lnTo>
                  <a:cubicBezTo>
                    <a:pt x="34" y="30"/>
                    <a:pt x="1" y="100"/>
                    <a:pt x="17" y="149"/>
                  </a:cubicBezTo>
                  <a:cubicBezTo>
                    <a:pt x="17" y="187"/>
                    <a:pt x="34" y="220"/>
                    <a:pt x="50" y="236"/>
                  </a:cubicBezTo>
                  <a:cubicBezTo>
                    <a:pt x="83" y="252"/>
                    <a:pt x="104" y="273"/>
                    <a:pt x="137" y="273"/>
                  </a:cubicBezTo>
                  <a:cubicBezTo>
                    <a:pt x="207" y="252"/>
                    <a:pt x="240" y="187"/>
                    <a:pt x="240" y="116"/>
                  </a:cubicBezTo>
                  <a:cubicBezTo>
                    <a:pt x="224" y="100"/>
                    <a:pt x="224" y="100"/>
                    <a:pt x="224" y="83"/>
                  </a:cubicBezTo>
                  <a:cubicBezTo>
                    <a:pt x="207" y="46"/>
                    <a:pt x="186" y="30"/>
                    <a:pt x="153" y="13"/>
                  </a:cubicBezTo>
                  <a:cubicBezTo>
                    <a:pt x="145" y="5"/>
                    <a:pt x="137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"/>
            <p:cNvSpPr/>
            <p:nvPr/>
          </p:nvSpPr>
          <p:spPr>
            <a:xfrm>
              <a:off x="4046675" y="2344725"/>
              <a:ext cx="6100" cy="6375"/>
            </a:xfrm>
            <a:custGeom>
              <a:avLst/>
              <a:gdLst/>
              <a:ahLst/>
              <a:cxnLst/>
              <a:rect l="l" t="t" r="r" b="b"/>
              <a:pathLst>
                <a:path w="244" h="255" extrusionOk="0">
                  <a:moveTo>
                    <a:pt x="111" y="1"/>
                  </a:moveTo>
                  <a:cubicBezTo>
                    <a:pt x="71" y="1"/>
                    <a:pt x="33" y="33"/>
                    <a:pt x="21" y="81"/>
                  </a:cubicBezTo>
                  <a:cubicBezTo>
                    <a:pt x="0" y="151"/>
                    <a:pt x="21" y="221"/>
                    <a:pt x="70" y="254"/>
                  </a:cubicBezTo>
                  <a:lnTo>
                    <a:pt x="124" y="254"/>
                  </a:lnTo>
                  <a:cubicBezTo>
                    <a:pt x="173" y="254"/>
                    <a:pt x="206" y="221"/>
                    <a:pt x="227" y="168"/>
                  </a:cubicBezTo>
                  <a:cubicBezTo>
                    <a:pt x="243" y="135"/>
                    <a:pt x="227" y="81"/>
                    <a:pt x="190" y="48"/>
                  </a:cubicBezTo>
                  <a:cubicBezTo>
                    <a:pt x="190" y="32"/>
                    <a:pt x="173" y="15"/>
                    <a:pt x="157" y="15"/>
                  </a:cubicBezTo>
                  <a:cubicBezTo>
                    <a:pt x="142" y="5"/>
                    <a:pt x="127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"/>
            <p:cNvSpPr/>
            <p:nvPr/>
          </p:nvSpPr>
          <p:spPr>
            <a:xfrm>
              <a:off x="4094375" y="2335025"/>
              <a:ext cx="6025" cy="6600"/>
            </a:xfrm>
            <a:custGeom>
              <a:avLst/>
              <a:gdLst/>
              <a:ahLst/>
              <a:cxnLst/>
              <a:rect l="l" t="t" r="r" b="b"/>
              <a:pathLst>
                <a:path w="241" h="264" extrusionOk="0">
                  <a:moveTo>
                    <a:pt x="108" y="1"/>
                  </a:moveTo>
                  <a:cubicBezTo>
                    <a:pt x="86" y="1"/>
                    <a:pt x="65" y="12"/>
                    <a:pt x="50" y="24"/>
                  </a:cubicBezTo>
                  <a:cubicBezTo>
                    <a:pt x="1" y="78"/>
                    <a:pt x="1" y="160"/>
                    <a:pt x="34" y="214"/>
                  </a:cubicBezTo>
                  <a:cubicBezTo>
                    <a:pt x="50" y="230"/>
                    <a:pt x="88" y="247"/>
                    <a:pt x="104" y="263"/>
                  </a:cubicBezTo>
                  <a:cubicBezTo>
                    <a:pt x="137" y="263"/>
                    <a:pt x="174" y="247"/>
                    <a:pt x="191" y="230"/>
                  </a:cubicBezTo>
                  <a:cubicBezTo>
                    <a:pt x="240" y="181"/>
                    <a:pt x="240" y="111"/>
                    <a:pt x="207" y="40"/>
                  </a:cubicBezTo>
                  <a:cubicBezTo>
                    <a:pt x="191" y="24"/>
                    <a:pt x="174" y="24"/>
                    <a:pt x="153" y="7"/>
                  </a:cubicBezTo>
                  <a:lnTo>
                    <a:pt x="137" y="7"/>
                  </a:lnTo>
                  <a:cubicBezTo>
                    <a:pt x="127" y="3"/>
                    <a:pt x="118" y="1"/>
                    <a:pt x="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"/>
            <p:cNvSpPr/>
            <p:nvPr/>
          </p:nvSpPr>
          <p:spPr>
            <a:xfrm>
              <a:off x="4083675" y="2274175"/>
              <a:ext cx="6000" cy="6925"/>
            </a:xfrm>
            <a:custGeom>
              <a:avLst/>
              <a:gdLst/>
              <a:ahLst/>
              <a:cxnLst/>
              <a:rect l="l" t="t" r="r" b="b"/>
              <a:pathLst>
                <a:path w="240" h="277" extrusionOk="0">
                  <a:moveTo>
                    <a:pt x="136" y="1"/>
                  </a:moveTo>
                  <a:cubicBezTo>
                    <a:pt x="103" y="1"/>
                    <a:pt x="87" y="17"/>
                    <a:pt x="50" y="38"/>
                  </a:cubicBezTo>
                  <a:cubicBezTo>
                    <a:pt x="0" y="87"/>
                    <a:pt x="0" y="174"/>
                    <a:pt x="33" y="223"/>
                  </a:cubicBezTo>
                  <a:cubicBezTo>
                    <a:pt x="50" y="244"/>
                    <a:pt x="87" y="260"/>
                    <a:pt x="120" y="277"/>
                  </a:cubicBezTo>
                  <a:cubicBezTo>
                    <a:pt x="136" y="277"/>
                    <a:pt x="169" y="260"/>
                    <a:pt x="190" y="244"/>
                  </a:cubicBezTo>
                  <a:cubicBezTo>
                    <a:pt x="223" y="223"/>
                    <a:pt x="223" y="190"/>
                    <a:pt x="239" y="157"/>
                  </a:cubicBezTo>
                  <a:cubicBezTo>
                    <a:pt x="239" y="120"/>
                    <a:pt x="223" y="87"/>
                    <a:pt x="206" y="54"/>
                  </a:cubicBezTo>
                  <a:cubicBezTo>
                    <a:pt x="206" y="38"/>
                    <a:pt x="190" y="17"/>
                    <a:pt x="169" y="17"/>
                  </a:cubicBezTo>
                  <a:cubicBezTo>
                    <a:pt x="153" y="17"/>
                    <a:pt x="153" y="17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"/>
            <p:cNvSpPr/>
            <p:nvPr/>
          </p:nvSpPr>
          <p:spPr>
            <a:xfrm>
              <a:off x="4087075" y="2303950"/>
              <a:ext cx="6000" cy="6450"/>
            </a:xfrm>
            <a:custGeom>
              <a:avLst/>
              <a:gdLst/>
              <a:ahLst/>
              <a:cxnLst/>
              <a:rect l="l" t="t" r="r" b="b"/>
              <a:pathLst>
                <a:path w="240" h="258" extrusionOk="0">
                  <a:moveTo>
                    <a:pt x="112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0" y="150"/>
                    <a:pt x="17" y="220"/>
                    <a:pt x="87" y="253"/>
                  </a:cubicBezTo>
                  <a:cubicBezTo>
                    <a:pt x="96" y="256"/>
                    <a:pt x="105" y="257"/>
                    <a:pt x="115" y="257"/>
                  </a:cubicBezTo>
                  <a:cubicBezTo>
                    <a:pt x="159" y="257"/>
                    <a:pt x="209" y="227"/>
                    <a:pt x="223" y="187"/>
                  </a:cubicBezTo>
                  <a:cubicBezTo>
                    <a:pt x="239" y="117"/>
                    <a:pt x="223" y="30"/>
                    <a:pt x="157" y="14"/>
                  </a:cubicBezTo>
                  <a:cubicBezTo>
                    <a:pt x="143" y="5"/>
                    <a:pt x="127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"/>
            <p:cNvSpPr/>
            <p:nvPr/>
          </p:nvSpPr>
          <p:spPr>
            <a:xfrm>
              <a:off x="4094375" y="2288300"/>
              <a:ext cx="6425" cy="6425"/>
            </a:xfrm>
            <a:custGeom>
              <a:avLst/>
              <a:gdLst/>
              <a:ahLst/>
              <a:cxnLst/>
              <a:rect l="l" t="t" r="r" b="b"/>
              <a:pathLst>
                <a:path w="257" h="257" extrusionOk="0">
                  <a:moveTo>
                    <a:pt x="140" y="1"/>
                  </a:moveTo>
                  <a:cubicBezTo>
                    <a:pt x="86" y="1"/>
                    <a:pt x="45" y="33"/>
                    <a:pt x="17" y="91"/>
                  </a:cubicBezTo>
                  <a:cubicBezTo>
                    <a:pt x="1" y="157"/>
                    <a:pt x="34" y="227"/>
                    <a:pt x="88" y="244"/>
                  </a:cubicBezTo>
                  <a:cubicBezTo>
                    <a:pt x="101" y="253"/>
                    <a:pt x="115" y="257"/>
                    <a:pt x="130" y="257"/>
                  </a:cubicBezTo>
                  <a:cubicBezTo>
                    <a:pt x="170" y="257"/>
                    <a:pt x="211" y="225"/>
                    <a:pt x="224" y="174"/>
                  </a:cubicBezTo>
                  <a:cubicBezTo>
                    <a:pt x="257" y="108"/>
                    <a:pt x="224" y="38"/>
                    <a:pt x="174" y="5"/>
                  </a:cubicBezTo>
                  <a:cubicBezTo>
                    <a:pt x="162" y="2"/>
                    <a:pt x="151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"/>
            <p:cNvSpPr/>
            <p:nvPr/>
          </p:nvSpPr>
          <p:spPr>
            <a:xfrm>
              <a:off x="4048000" y="24232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4" y="0"/>
                  </a:moveTo>
                  <a:cubicBezTo>
                    <a:pt x="50" y="17"/>
                    <a:pt x="1" y="87"/>
                    <a:pt x="17" y="157"/>
                  </a:cubicBezTo>
                  <a:cubicBezTo>
                    <a:pt x="17" y="215"/>
                    <a:pt x="71" y="263"/>
                    <a:pt x="117" y="263"/>
                  </a:cubicBezTo>
                  <a:cubicBezTo>
                    <a:pt x="124" y="263"/>
                    <a:pt x="131" y="262"/>
                    <a:pt x="137" y="260"/>
                  </a:cubicBezTo>
                  <a:cubicBezTo>
                    <a:pt x="174" y="260"/>
                    <a:pt x="190" y="240"/>
                    <a:pt x="207" y="207"/>
                  </a:cubicBezTo>
                  <a:cubicBezTo>
                    <a:pt x="223" y="174"/>
                    <a:pt x="240" y="137"/>
                    <a:pt x="240" y="104"/>
                  </a:cubicBezTo>
                  <a:cubicBezTo>
                    <a:pt x="223" y="71"/>
                    <a:pt x="207" y="54"/>
                    <a:pt x="190" y="17"/>
                  </a:cubicBezTo>
                  <a:cubicBezTo>
                    <a:pt x="190" y="17"/>
                    <a:pt x="174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"/>
            <p:cNvSpPr/>
            <p:nvPr/>
          </p:nvSpPr>
          <p:spPr>
            <a:xfrm>
              <a:off x="4094800" y="2318925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103" y="0"/>
                  </a:moveTo>
                  <a:cubicBezTo>
                    <a:pt x="33" y="17"/>
                    <a:pt x="0" y="83"/>
                    <a:pt x="0" y="153"/>
                  </a:cubicBezTo>
                  <a:cubicBezTo>
                    <a:pt x="0" y="186"/>
                    <a:pt x="17" y="206"/>
                    <a:pt x="54" y="239"/>
                  </a:cubicBezTo>
                  <a:cubicBezTo>
                    <a:pt x="71" y="256"/>
                    <a:pt x="103" y="256"/>
                    <a:pt x="136" y="256"/>
                  </a:cubicBezTo>
                  <a:cubicBezTo>
                    <a:pt x="190" y="239"/>
                    <a:pt x="223" y="169"/>
                    <a:pt x="223" y="103"/>
                  </a:cubicBezTo>
                  <a:cubicBezTo>
                    <a:pt x="223" y="66"/>
                    <a:pt x="207" y="50"/>
                    <a:pt x="174" y="17"/>
                  </a:cubicBezTo>
                  <a:cubicBezTo>
                    <a:pt x="174" y="17"/>
                    <a:pt x="157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"/>
            <p:cNvSpPr/>
            <p:nvPr/>
          </p:nvSpPr>
          <p:spPr>
            <a:xfrm>
              <a:off x="4069450" y="2401375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87" y="0"/>
                  </a:moveTo>
                  <a:cubicBezTo>
                    <a:pt x="37" y="17"/>
                    <a:pt x="0" y="83"/>
                    <a:pt x="0" y="153"/>
                  </a:cubicBezTo>
                  <a:cubicBezTo>
                    <a:pt x="0" y="186"/>
                    <a:pt x="17" y="223"/>
                    <a:pt x="54" y="240"/>
                  </a:cubicBezTo>
                  <a:cubicBezTo>
                    <a:pt x="70" y="256"/>
                    <a:pt x="103" y="256"/>
                    <a:pt x="120" y="256"/>
                  </a:cubicBezTo>
                  <a:cubicBezTo>
                    <a:pt x="190" y="256"/>
                    <a:pt x="223" y="186"/>
                    <a:pt x="223" y="120"/>
                  </a:cubicBezTo>
                  <a:cubicBezTo>
                    <a:pt x="223" y="83"/>
                    <a:pt x="206" y="50"/>
                    <a:pt x="173" y="33"/>
                  </a:cubicBezTo>
                  <a:cubicBezTo>
                    <a:pt x="173" y="17"/>
                    <a:pt x="157" y="17"/>
                    <a:pt x="157" y="17"/>
                  </a:cubicBezTo>
                  <a:cubicBezTo>
                    <a:pt x="140" y="0"/>
                    <a:pt x="120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"/>
            <p:cNvSpPr/>
            <p:nvPr/>
          </p:nvSpPr>
          <p:spPr>
            <a:xfrm>
              <a:off x="4095625" y="2366950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03" y="0"/>
                  </a:moveTo>
                  <a:cubicBezTo>
                    <a:pt x="70" y="17"/>
                    <a:pt x="54" y="37"/>
                    <a:pt x="38" y="54"/>
                  </a:cubicBezTo>
                  <a:cubicBezTo>
                    <a:pt x="21" y="87"/>
                    <a:pt x="0" y="120"/>
                    <a:pt x="21" y="157"/>
                  </a:cubicBezTo>
                  <a:cubicBezTo>
                    <a:pt x="21" y="190"/>
                    <a:pt x="38" y="223"/>
                    <a:pt x="54" y="244"/>
                  </a:cubicBezTo>
                  <a:cubicBezTo>
                    <a:pt x="77" y="255"/>
                    <a:pt x="92" y="267"/>
                    <a:pt x="112" y="267"/>
                  </a:cubicBezTo>
                  <a:cubicBezTo>
                    <a:pt x="121" y="267"/>
                    <a:pt x="130" y="265"/>
                    <a:pt x="141" y="260"/>
                  </a:cubicBezTo>
                  <a:cubicBezTo>
                    <a:pt x="207" y="260"/>
                    <a:pt x="244" y="190"/>
                    <a:pt x="227" y="120"/>
                  </a:cubicBezTo>
                  <a:cubicBezTo>
                    <a:pt x="227" y="87"/>
                    <a:pt x="207" y="54"/>
                    <a:pt x="190" y="37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0"/>
                    <a:pt x="12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"/>
            <p:cNvSpPr/>
            <p:nvPr/>
          </p:nvSpPr>
          <p:spPr>
            <a:xfrm>
              <a:off x="4096550" y="227160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4" y="1"/>
                  </a:moveTo>
                  <a:cubicBezTo>
                    <a:pt x="66" y="1"/>
                    <a:pt x="50" y="17"/>
                    <a:pt x="33" y="38"/>
                  </a:cubicBezTo>
                  <a:cubicBezTo>
                    <a:pt x="17" y="71"/>
                    <a:pt x="1" y="104"/>
                    <a:pt x="1" y="141"/>
                  </a:cubicBezTo>
                  <a:cubicBezTo>
                    <a:pt x="1" y="174"/>
                    <a:pt x="17" y="207"/>
                    <a:pt x="50" y="223"/>
                  </a:cubicBezTo>
                  <a:cubicBezTo>
                    <a:pt x="66" y="260"/>
                    <a:pt x="104" y="260"/>
                    <a:pt x="120" y="260"/>
                  </a:cubicBezTo>
                  <a:cubicBezTo>
                    <a:pt x="190" y="244"/>
                    <a:pt x="223" y="190"/>
                    <a:pt x="223" y="120"/>
                  </a:cubicBezTo>
                  <a:lnTo>
                    <a:pt x="223" y="104"/>
                  </a:lnTo>
                  <a:cubicBezTo>
                    <a:pt x="207" y="54"/>
                    <a:pt x="19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"/>
            <p:cNvSpPr/>
            <p:nvPr/>
          </p:nvSpPr>
          <p:spPr>
            <a:xfrm>
              <a:off x="4079325" y="2339525"/>
              <a:ext cx="6025" cy="6425"/>
            </a:xfrm>
            <a:custGeom>
              <a:avLst/>
              <a:gdLst/>
              <a:ahLst/>
              <a:cxnLst/>
              <a:rect l="l" t="t" r="r" b="b"/>
              <a:pathLst>
                <a:path w="241" h="257" extrusionOk="0">
                  <a:moveTo>
                    <a:pt x="104" y="1"/>
                  </a:moveTo>
                  <a:cubicBezTo>
                    <a:pt x="34" y="1"/>
                    <a:pt x="1" y="67"/>
                    <a:pt x="17" y="137"/>
                  </a:cubicBezTo>
                  <a:cubicBezTo>
                    <a:pt x="17" y="170"/>
                    <a:pt x="34" y="207"/>
                    <a:pt x="55" y="223"/>
                  </a:cubicBezTo>
                  <a:cubicBezTo>
                    <a:pt x="88" y="256"/>
                    <a:pt x="104" y="256"/>
                    <a:pt x="137" y="256"/>
                  </a:cubicBezTo>
                  <a:cubicBezTo>
                    <a:pt x="174" y="240"/>
                    <a:pt x="191" y="223"/>
                    <a:pt x="207" y="207"/>
                  </a:cubicBezTo>
                  <a:cubicBezTo>
                    <a:pt x="224" y="170"/>
                    <a:pt x="240" y="137"/>
                    <a:pt x="224" y="104"/>
                  </a:cubicBezTo>
                  <a:cubicBezTo>
                    <a:pt x="224" y="67"/>
                    <a:pt x="207" y="34"/>
                    <a:pt x="191" y="17"/>
                  </a:cubicBezTo>
                  <a:cubicBezTo>
                    <a:pt x="174" y="17"/>
                    <a:pt x="174" y="1"/>
                    <a:pt x="1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"/>
            <p:cNvSpPr/>
            <p:nvPr/>
          </p:nvSpPr>
          <p:spPr>
            <a:xfrm>
              <a:off x="3860300" y="2239450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87" y="0"/>
                  </a:moveTo>
                  <a:cubicBezTo>
                    <a:pt x="34" y="17"/>
                    <a:pt x="1" y="66"/>
                    <a:pt x="1" y="153"/>
                  </a:cubicBezTo>
                  <a:cubicBezTo>
                    <a:pt x="1" y="190"/>
                    <a:pt x="17" y="206"/>
                    <a:pt x="54" y="223"/>
                  </a:cubicBezTo>
                  <a:cubicBezTo>
                    <a:pt x="71" y="256"/>
                    <a:pt x="104" y="256"/>
                    <a:pt x="120" y="256"/>
                  </a:cubicBezTo>
                  <a:cubicBezTo>
                    <a:pt x="157" y="256"/>
                    <a:pt x="190" y="223"/>
                    <a:pt x="207" y="206"/>
                  </a:cubicBezTo>
                  <a:cubicBezTo>
                    <a:pt x="223" y="169"/>
                    <a:pt x="223" y="136"/>
                    <a:pt x="223" y="103"/>
                  </a:cubicBezTo>
                  <a:cubicBezTo>
                    <a:pt x="223" y="66"/>
                    <a:pt x="207" y="33"/>
                    <a:pt x="174" y="17"/>
                  </a:cubicBezTo>
                  <a:cubicBezTo>
                    <a:pt x="174" y="17"/>
                    <a:pt x="157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"/>
            <p:cNvSpPr/>
            <p:nvPr/>
          </p:nvSpPr>
          <p:spPr>
            <a:xfrm>
              <a:off x="3856900" y="2315300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37" y="1"/>
                  </a:moveTo>
                  <a:cubicBezTo>
                    <a:pt x="86" y="1"/>
                    <a:pt x="45" y="33"/>
                    <a:pt x="17" y="91"/>
                  </a:cubicBezTo>
                  <a:cubicBezTo>
                    <a:pt x="1" y="145"/>
                    <a:pt x="34" y="228"/>
                    <a:pt x="87" y="248"/>
                  </a:cubicBezTo>
                  <a:cubicBezTo>
                    <a:pt x="100" y="257"/>
                    <a:pt x="115" y="261"/>
                    <a:pt x="130" y="261"/>
                  </a:cubicBezTo>
                  <a:cubicBezTo>
                    <a:pt x="170" y="261"/>
                    <a:pt x="211" y="230"/>
                    <a:pt x="223" y="178"/>
                  </a:cubicBezTo>
                  <a:cubicBezTo>
                    <a:pt x="256" y="108"/>
                    <a:pt x="223" y="42"/>
                    <a:pt x="170" y="5"/>
                  </a:cubicBezTo>
                  <a:cubicBezTo>
                    <a:pt x="159" y="2"/>
                    <a:pt x="148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"/>
            <p:cNvSpPr/>
            <p:nvPr/>
          </p:nvSpPr>
          <p:spPr>
            <a:xfrm>
              <a:off x="3856500" y="2284500"/>
              <a:ext cx="6000" cy="6925"/>
            </a:xfrm>
            <a:custGeom>
              <a:avLst/>
              <a:gdLst/>
              <a:ahLst/>
              <a:cxnLst/>
              <a:rect l="l" t="t" r="r" b="b"/>
              <a:pathLst>
                <a:path w="240" h="277" extrusionOk="0">
                  <a:moveTo>
                    <a:pt x="136" y="0"/>
                  </a:moveTo>
                  <a:cubicBezTo>
                    <a:pt x="103" y="0"/>
                    <a:pt x="66" y="17"/>
                    <a:pt x="50" y="37"/>
                  </a:cubicBezTo>
                  <a:cubicBezTo>
                    <a:pt x="0" y="87"/>
                    <a:pt x="0" y="157"/>
                    <a:pt x="33" y="223"/>
                  </a:cubicBezTo>
                  <a:cubicBezTo>
                    <a:pt x="50" y="243"/>
                    <a:pt x="66" y="260"/>
                    <a:pt x="103" y="276"/>
                  </a:cubicBezTo>
                  <a:cubicBezTo>
                    <a:pt x="136" y="276"/>
                    <a:pt x="169" y="260"/>
                    <a:pt x="186" y="243"/>
                  </a:cubicBezTo>
                  <a:cubicBezTo>
                    <a:pt x="239" y="190"/>
                    <a:pt x="239" y="103"/>
                    <a:pt x="206" y="54"/>
                  </a:cubicBezTo>
                  <a:cubicBezTo>
                    <a:pt x="186" y="37"/>
                    <a:pt x="169" y="17"/>
                    <a:pt x="153" y="17"/>
                  </a:cubicBezTo>
                  <a:cubicBezTo>
                    <a:pt x="153" y="17"/>
                    <a:pt x="136" y="17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"/>
            <p:cNvSpPr/>
            <p:nvPr/>
          </p:nvSpPr>
          <p:spPr>
            <a:xfrm>
              <a:off x="3861650" y="22690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1"/>
                    <a:pt x="0" y="71"/>
                    <a:pt x="0" y="141"/>
                  </a:cubicBezTo>
                  <a:cubicBezTo>
                    <a:pt x="17" y="174"/>
                    <a:pt x="33" y="207"/>
                    <a:pt x="50" y="223"/>
                  </a:cubicBezTo>
                  <a:cubicBezTo>
                    <a:pt x="66" y="260"/>
                    <a:pt x="103" y="260"/>
                    <a:pt x="136" y="260"/>
                  </a:cubicBezTo>
                  <a:cubicBezTo>
                    <a:pt x="186" y="244"/>
                    <a:pt x="240" y="174"/>
                    <a:pt x="223" y="104"/>
                  </a:cubicBezTo>
                  <a:cubicBezTo>
                    <a:pt x="223" y="71"/>
                    <a:pt x="207" y="38"/>
                    <a:pt x="186" y="17"/>
                  </a:cubicBezTo>
                  <a:cubicBezTo>
                    <a:pt x="169" y="17"/>
                    <a:pt x="16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"/>
            <p:cNvSpPr/>
            <p:nvPr/>
          </p:nvSpPr>
          <p:spPr>
            <a:xfrm>
              <a:off x="3850425" y="239540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30" y="0"/>
                  </a:moveTo>
                  <a:cubicBezTo>
                    <a:pt x="121" y="0"/>
                    <a:pt x="111" y="4"/>
                    <a:pt x="103" y="13"/>
                  </a:cubicBezTo>
                  <a:cubicBezTo>
                    <a:pt x="70" y="13"/>
                    <a:pt x="54" y="33"/>
                    <a:pt x="37" y="66"/>
                  </a:cubicBezTo>
                  <a:cubicBezTo>
                    <a:pt x="0" y="83"/>
                    <a:pt x="0" y="116"/>
                    <a:pt x="0" y="153"/>
                  </a:cubicBezTo>
                  <a:cubicBezTo>
                    <a:pt x="17" y="186"/>
                    <a:pt x="37" y="219"/>
                    <a:pt x="54" y="239"/>
                  </a:cubicBezTo>
                  <a:cubicBezTo>
                    <a:pt x="65" y="251"/>
                    <a:pt x="85" y="263"/>
                    <a:pt x="109" y="263"/>
                  </a:cubicBezTo>
                  <a:cubicBezTo>
                    <a:pt x="119" y="263"/>
                    <a:pt x="129" y="261"/>
                    <a:pt x="140" y="256"/>
                  </a:cubicBezTo>
                  <a:cubicBezTo>
                    <a:pt x="190" y="256"/>
                    <a:pt x="243" y="186"/>
                    <a:pt x="223" y="116"/>
                  </a:cubicBezTo>
                  <a:cubicBezTo>
                    <a:pt x="223" y="83"/>
                    <a:pt x="206" y="50"/>
                    <a:pt x="190" y="33"/>
                  </a:cubicBezTo>
                  <a:cubicBezTo>
                    <a:pt x="173" y="13"/>
                    <a:pt x="173" y="13"/>
                    <a:pt x="157" y="13"/>
                  </a:cubicBezTo>
                  <a:cubicBezTo>
                    <a:pt x="148" y="4"/>
                    <a:pt x="139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"/>
            <p:cNvSpPr/>
            <p:nvPr/>
          </p:nvSpPr>
          <p:spPr>
            <a:xfrm>
              <a:off x="3853000" y="2351075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40" y="0"/>
                  </a:moveTo>
                  <a:cubicBezTo>
                    <a:pt x="103" y="0"/>
                    <a:pt x="70" y="17"/>
                    <a:pt x="54" y="33"/>
                  </a:cubicBezTo>
                  <a:cubicBezTo>
                    <a:pt x="37" y="54"/>
                    <a:pt x="17" y="87"/>
                    <a:pt x="17" y="120"/>
                  </a:cubicBezTo>
                  <a:cubicBezTo>
                    <a:pt x="0" y="157"/>
                    <a:pt x="17" y="190"/>
                    <a:pt x="37" y="207"/>
                  </a:cubicBezTo>
                  <a:cubicBezTo>
                    <a:pt x="56" y="247"/>
                    <a:pt x="88" y="264"/>
                    <a:pt x="121" y="264"/>
                  </a:cubicBezTo>
                  <a:cubicBezTo>
                    <a:pt x="144" y="264"/>
                    <a:pt x="169" y="255"/>
                    <a:pt x="190" y="240"/>
                  </a:cubicBezTo>
                  <a:cubicBezTo>
                    <a:pt x="243" y="190"/>
                    <a:pt x="243" y="103"/>
                    <a:pt x="206" y="54"/>
                  </a:cubicBezTo>
                  <a:cubicBezTo>
                    <a:pt x="190" y="33"/>
                    <a:pt x="173" y="17"/>
                    <a:pt x="157" y="17"/>
                  </a:cubicBezTo>
                  <a:cubicBezTo>
                    <a:pt x="157" y="0"/>
                    <a:pt x="140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"/>
            <p:cNvSpPr/>
            <p:nvPr/>
          </p:nvSpPr>
          <p:spPr>
            <a:xfrm>
              <a:off x="3855575" y="233127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03" y="1"/>
                  </a:moveTo>
                  <a:cubicBezTo>
                    <a:pt x="37" y="21"/>
                    <a:pt x="0" y="87"/>
                    <a:pt x="0" y="157"/>
                  </a:cubicBezTo>
                  <a:cubicBezTo>
                    <a:pt x="0" y="190"/>
                    <a:pt x="17" y="207"/>
                    <a:pt x="54" y="244"/>
                  </a:cubicBezTo>
                  <a:cubicBezTo>
                    <a:pt x="70" y="261"/>
                    <a:pt x="103" y="261"/>
                    <a:pt x="140" y="261"/>
                  </a:cubicBezTo>
                  <a:cubicBezTo>
                    <a:pt x="190" y="244"/>
                    <a:pt x="223" y="174"/>
                    <a:pt x="223" y="104"/>
                  </a:cubicBezTo>
                  <a:cubicBezTo>
                    <a:pt x="223" y="71"/>
                    <a:pt x="206" y="54"/>
                    <a:pt x="173" y="21"/>
                  </a:cubicBezTo>
                  <a:cubicBezTo>
                    <a:pt x="173" y="21"/>
                    <a:pt x="157" y="2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"/>
            <p:cNvSpPr/>
            <p:nvPr/>
          </p:nvSpPr>
          <p:spPr>
            <a:xfrm>
              <a:off x="3865875" y="2344675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87" y="1"/>
                  </a:moveTo>
                  <a:cubicBezTo>
                    <a:pt x="71" y="17"/>
                    <a:pt x="38" y="34"/>
                    <a:pt x="17" y="50"/>
                  </a:cubicBezTo>
                  <a:cubicBezTo>
                    <a:pt x="0" y="83"/>
                    <a:pt x="0" y="120"/>
                    <a:pt x="0" y="153"/>
                  </a:cubicBezTo>
                  <a:cubicBezTo>
                    <a:pt x="0" y="186"/>
                    <a:pt x="17" y="223"/>
                    <a:pt x="54" y="240"/>
                  </a:cubicBezTo>
                  <a:cubicBezTo>
                    <a:pt x="66" y="252"/>
                    <a:pt x="86" y="263"/>
                    <a:pt x="102" y="263"/>
                  </a:cubicBezTo>
                  <a:cubicBezTo>
                    <a:pt x="109" y="263"/>
                    <a:pt x="115" y="261"/>
                    <a:pt x="120" y="256"/>
                  </a:cubicBezTo>
                  <a:cubicBezTo>
                    <a:pt x="190" y="256"/>
                    <a:pt x="223" y="186"/>
                    <a:pt x="223" y="120"/>
                  </a:cubicBezTo>
                  <a:cubicBezTo>
                    <a:pt x="223" y="83"/>
                    <a:pt x="207" y="50"/>
                    <a:pt x="174" y="34"/>
                  </a:cubicBezTo>
                  <a:cubicBezTo>
                    <a:pt x="174" y="17"/>
                    <a:pt x="157" y="17"/>
                    <a:pt x="157" y="17"/>
                  </a:cubicBezTo>
                  <a:cubicBezTo>
                    <a:pt x="141" y="1"/>
                    <a:pt x="120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"/>
            <p:cNvSpPr/>
            <p:nvPr/>
          </p:nvSpPr>
          <p:spPr>
            <a:xfrm>
              <a:off x="3885250" y="2403425"/>
              <a:ext cx="3025" cy="2600"/>
            </a:xfrm>
            <a:custGeom>
              <a:avLst/>
              <a:gdLst/>
              <a:ahLst/>
              <a:cxnLst/>
              <a:rect l="l" t="t" r="r" b="b"/>
              <a:pathLst>
                <a:path w="121" h="104" extrusionOk="0">
                  <a:moveTo>
                    <a:pt x="87" y="1"/>
                  </a:moveTo>
                  <a:cubicBezTo>
                    <a:pt x="50" y="1"/>
                    <a:pt x="34" y="21"/>
                    <a:pt x="17" y="38"/>
                  </a:cubicBezTo>
                  <a:cubicBezTo>
                    <a:pt x="1" y="54"/>
                    <a:pt x="1" y="71"/>
                    <a:pt x="1" y="104"/>
                  </a:cubicBezTo>
                  <a:cubicBezTo>
                    <a:pt x="34" y="71"/>
                    <a:pt x="87" y="38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"/>
            <p:cNvSpPr/>
            <p:nvPr/>
          </p:nvSpPr>
          <p:spPr>
            <a:xfrm>
              <a:off x="3854325" y="237860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37" y="0"/>
                  </a:moveTo>
                  <a:cubicBezTo>
                    <a:pt x="120" y="0"/>
                    <a:pt x="87" y="17"/>
                    <a:pt x="67" y="33"/>
                  </a:cubicBezTo>
                  <a:cubicBezTo>
                    <a:pt x="17" y="66"/>
                    <a:pt x="1" y="153"/>
                    <a:pt x="50" y="223"/>
                  </a:cubicBezTo>
                  <a:cubicBezTo>
                    <a:pt x="67" y="239"/>
                    <a:pt x="87" y="256"/>
                    <a:pt x="120" y="256"/>
                  </a:cubicBezTo>
                  <a:cubicBezTo>
                    <a:pt x="130" y="261"/>
                    <a:pt x="138" y="263"/>
                    <a:pt x="146" y="263"/>
                  </a:cubicBezTo>
                  <a:cubicBezTo>
                    <a:pt x="165" y="263"/>
                    <a:pt x="181" y="251"/>
                    <a:pt x="207" y="239"/>
                  </a:cubicBezTo>
                  <a:cubicBezTo>
                    <a:pt x="223" y="206"/>
                    <a:pt x="240" y="190"/>
                    <a:pt x="240" y="153"/>
                  </a:cubicBezTo>
                  <a:cubicBezTo>
                    <a:pt x="240" y="120"/>
                    <a:pt x="240" y="87"/>
                    <a:pt x="223" y="50"/>
                  </a:cubicBezTo>
                  <a:cubicBezTo>
                    <a:pt x="207" y="33"/>
                    <a:pt x="190" y="17"/>
                    <a:pt x="170" y="17"/>
                  </a:cubicBezTo>
                  <a:cubicBezTo>
                    <a:pt x="153" y="0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"/>
            <p:cNvSpPr/>
            <p:nvPr/>
          </p:nvSpPr>
          <p:spPr>
            <a:xfrm>
              <a:off x="3871950" y="2406000"/>
              <a:ext cx="6000" cy="6950"/>
            </a:xfrm>
            <a:custGeom>
              <a:avLst/>
              <a:gdLst/>
              <a:ahLst/>
              <a:cxnLst/>
              <a:rect l="l" t="t" r="r" b="b"/>
              <a:pathLst>
                <a:path w="240" h="278" extrusionOk="0">
                  <a:moveTo>
                    <a:pt x="137" y="1"/>
                  </a:moveTo>
                  <a:cubicBezTo>
                    <a:pt x="104" y="1"/>
                    <a:pt x="83" y="22"/>
                    <a:pt x="50" y="38"/>
                  </a:cubicBezTo>
                  <a:cubicBezTo>
                    <a:pt x="17" y="88"/>
                    <a:pt x="1" y="174"/>
                    <a:pt x="34" y="228"/>
                  </a:cubicBezTo>
                  <a:cubicBezTo>
                    <a:pt x="67" y="244"/>
                    <a:pt x="83" y="261"/>
                    <a:pt x="120" y="277"/>
                  </a:cubicBezTo>
                  <a:cubicBezTo>
                    <a:pt x="153" y="277"/>
                    <a:pt x="170" y="261"/>
                    <a:pt x="207" y="244"/>
                  </a:cubicBezTo>
                  <a:cubicBezTo>
                    <a:pt x="223" y="228"/>
                    <a:pt x="240" y="191"/>
                    <a:pt x="240" y="158"/>
                  </a:cubicBezTo>
                  <a:cubicBezTo>
                    <a:pt x="240" y="125"/>
                    <a:pt x="240" y="88"/>
                    <a:pt x="223" y="55"/>
                  </a:cubicBezTo>
                  <a:cubicBezTo>
                    <a:pt x="207" y="38"/>
                    <a:pt x="186" y="22"/>
                    <a:pt x="170" y="22"/>
                  </a:cubicBezTo>
                  <a:cubicBezTo>
                    <a:pt x="153" y="22"/>
                    <a:pt x="153" y="22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"/>
            <p:cNvSpPr/>
            <p:nvPr/>
          </p:nvSpPr>
          <p:spPr>
            <a:xfrm>
              <a:off x="3870200" y="2327475"/>
              <a:ext cx="6000" cy="6825"/>
            </a:xfrm>
            <a:custGeom>
              <a:avLst/>
              <a:gdLst/>
              <a:ahLst/>
              <a:cxnLst/>
              <a:rect l="l" t="t" r="r" b="b"/>
              <a:pathLst>
                <a:path w="240" h="273" extrusionOk="0">
                  <a:moveTo>
                    <a:pt x="137" y="0"/>
                  </a:moveTo>
                  <a:cubicBezTo>
                    <a:pt x="104" y="0"/>
                    <a:pt x="71" y="17"/>
                    <a:pt x="50" y="33"/>
                  </a:cubicBezTo>
                  <a:cubicBezTo>
                    <a:pt x="1" y="87"/>
                    <a:pt x="1" y="153"/>
                    <a:pt x="34" y="223"/>
                  </a:cubicBezTo>
                  <a:cubicBezTo>
                    <a:pt x="55" y="254"/>
                    <a:pt x="86" y="272"/>
                    <a:pt x="118" y="272"/>
                  </a:cubicBezTo>
                  <a:cubicBezTo>
                    <a:pt x="142" y="272"/>
                    <a:pt x="167" y="262"/>
                    <a:pt x="190" y="239"/>
                  </a:cubicBezTo>
                  <a:cubicBezTo>
                    <a:pt x="240" y="190"/>
                    <a:pt x="240" y="103"/>
                    <a:pt x="207" y="50"/>
                  </a:cubicBezTo>
                  <a:cubicBezTo>
                    <a:pt x="190" y="33"/>
                    <a:pt x="174" y="17"/>
                    <a:pt x="153" y="17"/>
                  </a:cubicBezTo>
                  <a:cubicBezTo>
                    <a:pt x="153" y="17"/>
                    <a:pt x="137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"/>
            <p:cNvSpPr/>
            <p:nvPr/>
          </p:nvSpPr>
          <p:spPr>
            <a:xfrm>
              <a:off x="3861650" y="2363550"/>
              <a:ext cx="5600" cy="6625"/>
            </a:xfrm>
            <a:custGeom>
              <a:avLst/>
              <a:gdLst/>
              <a:ahLst/>
              <a:cxnLst/>
              <a:rect l="l" t="t" r="r" b="b"/>
              <a:pathLst>
                <a:path w="224" h="265" extrusionOk="0">
                  <a:moveTo>
                    <a:pt x="83" y="0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0" y="190"/>
                    <a:pt x="17" y="223"/>
                    <a:pt x="50" y="239"/>
                  </a:cubicBezTo>
                  <a:cubicBezTo>
                    <a:pt x="61" y="251"/>
                    <a:pt x="83" y="265"/>
                    <a:pt x="101" y="265"/>
                  </a:cubicBezTo>
                  <a:cubicBezTo>
                    <a:pt x="108" y="265"/>
                    <a:pt x="115" y="262"/>
                    <a:pt x="120" y="256"/>
                  </a:cubicBezTo>
                  <a:cubicBezTo>
                    <a:pt x="153" y="256"/>
                    <a:pt x="186" y="239"/>
                    <a:pt x="207" y="206"/>
                  </a:cubicBezTo>
                  <a:cubicBezTo>
                    <a:pt x="223" y="190"/>
                    <a:pt x="223" y="153"/>
                    <a:pt x="223" y="120"/>
                  </a:cubicBezTo>
                  <a:cubicBezTo>
                    <a:pt x="223" y="87"/>
                    <a:pt x="207" y="50"/>
                    <a:pt x="169" y="33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20" y="0"/>
                    <a:pt x="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"/>
            <p:cNvSpPr/>
            <p:nvPr/>
          </p:nvSpPr>
          <p:spPr>
            <a:xfrm>
              <a:off x="3857325" y="24085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40" y="0"/>
                  </a:moveTo>
                  <a:cubicBezTo>
                    <a:pt x="82" y="0"/>
                    <a:pt x="31" y="35"/>
                    <a:pt x="17" y="91"/>
                  </a:cubicBezTo>
                  <a:cubicBezTo>
                    <a:pt x="0" y="144"/>
                    <a:pt x="33" y="231"/>
                    <a:pt x="87" y="247"/>
                  </a:cubicBezTo>
                  <a:cubicBezTo>
                    <a:pt x="103" y="264"/>
                    <a:pt x="120" y="264"/>
                    <a:pt x="136" y="264"/>
                  </a:cubicBezTo>
                  <a:cubicBezTo>
                    <a:pt x="173" y="264"/>
                    <a:pt x="206" y="231"/>
                    <a:pt x="223" y="177"/>
                  </a:cubicBezTo>
                  <a:cubicBezTo>
                    <a:pt x="239" y="128"/>
                    <a:pt x="239" y="74"/>
                    <a:pt x="206" y="41"/>
                  </a:cubicBezTo>
                  <a:lnTo>
                    <a:pt x="173" y="4"/>
                  </a:lnTo>
                  <a:cubicBezTo>
                    <a:pt x="162" y="1"/>
                    <a:pt x="151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"/>
            <p:cNvSpPr/>
            <p:nvPr/>
          </p:nvSpPr>
          <p:spPr>
            <a:xfrm>
              <a:off x="4063875" y="2370875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87" y="0"/>
                  </a:moveTo>
                  <a:cubicBezTo>
                    <a:pt x="71" y="0"/>
                    <a:pt x="54" y="17"/>
                    <a:pt x="34" y="33"/>
                  </a:cubicBezTo>
                  <a:cubicBezTo>
                    <a:pt x="1" y="66"/>
                    <a:pt x="1" y="103"/>
                    <a:pt x="1" y="153"/>
                  </a:cubicBezTo>
                  <a:cubicBezTo>
                    <a:pt x="1" y="190"/>
                    <a:pt x="17" y="206"/>
                    <a:pt x="34" y="239"/>
                  </a:cubicBezTo>
                  <a:cubicBezTo>
                    <a:pt x="71" y="256"/>
                    <a:pt x="104" y="256"/>
                    <a:pt x="120" y="256"/>
                  </a:cubicBezTo>
                  <a:cubicBezTo>
                    <a:pt x="190" y="239"/>
                    <a:pt x="223" y="190"/>
                    <a:pt x="223" y="120"/>
                  </a:cubicBezTo>
                  <a:lnTo>
                    <a:pt x="223" y="103"/>
                  </a:lnTo>
                  <a:cubicBezTo>
                    <a:pt x="207" y="49"/>
                    <a:pt x="190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"/>
            <p:cNvSpPr/>
            <p:nvPr/>
          </p:nvSpPr>
          <p:spPr>
            <a:xfrm>
              <a:off x="4061300" y="2434350"/>
              <a:ext cx="6525" cy="6525"/>
            </a:xfrm>
            <a:custGeom>
              <a:avLst/>
              <a:gdLst/>
              <a:ahLst/>
              <a:cxnLst/>
              <a:rect l="l" t="t" r="r" b="b"/>
              <a:pathLst>
                <a:path w="261" h="261" extrusionOk="0">
                  <a:moveTo>
                    <a:pt x="137" y="1"/>
                  </a:moveTo>
                  <a:cubicBezTo>
                    <a:pt x="120" y="1"/>
                    <a:pt x="87" y="1"/>
                    <a:pt x="71" y="21"/>
                  </a:cubicBezTo>
                  <a:cubicBezTo>
                    <a:pt x="17" y="71"/>
                    <a:pt x="0" y="157"/>
                    <a:pt x="54" y="207"/>
                  </a:cubicBezTo>
                  <a:cubicBezTo>
                    <a:pt x="71" y="244"/>
                    <a:pt x="87" y="260"/>
                    <a:pt x="120" y="260"/>
                  </a:cubicBezTo>
                  <a:cubicBezTo>
                    <a:pt x="157" y="260"/>
                    <a:pt x="174" y="244"/>
                    <a:pt x="207" y="227"/>
                  </a:cubicBezTo>
                  <a:cubicBezTo>
                    <a:pt x="240" y="190"/>
                    <a:pt x="260" y="104"/>
                    <a:pt x="223" y="54"/>
                  </a:cubicBezTo>
                  <a:cubicBezTo>
                    <a:pt x="207" y="21"/>
                    <a:pt x="190" y="2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"/>
            <p:cNvSpPr/>
            <p:nvPr/>
          </p:nvSpPr>
          <p:spPr>
            <a:xfrm>
              <a:off x="4061700" y="2387450"/>
              <a:ext cx="6125" cy="6725"/>
            </a:xfrm>
            <a:custGeom>
              <a:avLst/>
              <a:gdLst/>
              <a:ahLst/>
              <a:cxnLst/>
              <a:rect l="l" t="t" r="r" b="b"/>
              <a:pathLst>
                <a:path w="245" h="269" extrusionOk="0">
                  <a:moveTo>
                    <a:pt x="129" y="1"/>
                  </a:moveTo>
                  <a:cubicBezTo>
                    <a:pt x="83" y="1"/>
                    <a:pt x="35" y="33"/>
                    <a:pt x="17" y="92"/>
                  </a:cubicBezTo>
                  <a:cubicBezTo>
                    <a:pt x="1" y="162"/>
                    <a:pt x="17" y="228"/>
                    <a:pt x="88" y="265"/>
                  </a:cubicBezTo>
                  <a:cubicBezTo>
                    <a:pt x="97" y="267"/>
                    <a:pt x="106" y="269"/>
                    <a:pt x="116" y="269"/>
                  </a:cubicBezTo>
                  <a:cubicBezTo>
                    <a:pt x="162" y="269"/>
                    <a:pt x="210" y="236"/>
                    <a:pt x="224" y="178"/>
                  </a:cubicBezTo>
                  <a:cubicBezTo>
                    <a:pt x="244" y="108"/>
                    <a:pt x="224" y="42"/>
                    <a:pt x="158" y="5"/>
                  </a:cubicBezTo>
                  <a:cubicBezTo>
                    <a:pt x="149" y="2"/>
                    <a:pt x="139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"/>
            <p:cNvSpPr/>
            <p:nvPr/>
          </p:nvSpPr>
          <p:spPr>
            <a:xfrm>
              <a:off x="4061700" y="2418075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04" y="0"/>
                  </a:moveTo>
                  <a:cubicBezTo>
                    <a:pt x="55" y="17"/>
                    <a:pt x="1" y="87"/>
                    <a:pt x="17" y="157"/>
                  </a:cubicBezTo>
                  <a:cubicBezTo>
                    <a:pt x="17" y="190"/>
                    <a:pt x="38" y="223"/>
                    <a:pt x="71" y="239"/>
                  </a:cubicBezTo>
                  <a:cubicBezTo>
                    <a:pt x="88" y="260"/>
                    <a:pt x="121" y="260"/>
                    <a:pt x="141" y="260"/>
                  </a:cubicBezTo>
                  <a:cubicBezTo>
                    <a:pt x="207" y="260"/>
                    <a:pt x="244" y="190"/>
                    <a:pt x="244" y="120"/>
                  </a:cubicBezTo>
                  <a:cubicBezTo>
                    <a:pt x="224" y="87"/>
                    <a:pt x="224" y="54"/>
                    <a:pt x="191" y="33"/>
                  </a:cubicBezTo>
                  <a:cubicBezTo>
                    <a:pt x="191" y="17"/>
                    <a:pt x="174" y="17"/>
                    <a:pt x="174" y="17"/>
                  </a:cubicBezTo>
                  <a:cubicBezTo>
                    <a:pt x="158" y="0"/>
                    <a:pt x="141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"/>
            <p:cNvSpPr/>
            <p:nvPr/>
          </p:nvSpPr>
          <p:spPr>
            <a:xfrm>
              <a:off x="4066450" y="23266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7" y="0"/>
                  </a:moveTo>
                  <a:cubicBezTo>
                    <a:pt x="104" y="0"/>
                    <a:pt x="71" y="0"/>
                    <a:pt x="54" y="33"/>
                  </a:cubicBezTo>
                  <a:cubicBezTo>
                    <a:pt x="34" y="50"/>
                    <a:pt x="17" y="83"/>
                    <a:pt x="17" y="120"/>
                  </a:cubicBezTo>
                  <a:cubicBezTo>
                    <a:pt x="1" y="153"/>
                    <a:pt x="17" y="186"/>
                    <a:pt x="34" y="206"/>
                  </a:cubicBezTo>
                  <a:cubicBezTo>
                    <a:pt x="54" y="239"/>
                    <a:pt x="87" y="256"/>
                    <a:pt x="104" y="256"/>
                  </a:cubicBezTo>
                  <a:cubicBezTo>
                    <a:pt x="137" y="256"/>
                    <a:pt x="174" y="256"/>
                    <a:pt x="190" y="239"/>
                  </a:cubicBezTo>
                  <a:cubicBezTo>
                    <a:pt x="240" y="186"/>
                    <a:pt x="240" y="103"/>
                    <a:pt x="207" y="50"/>
                  </a:cubicBezTo>
                  <a:cubicBezTo>
                    <a:pt x="190" y="33"/>
                    <a:pt x="174" y="17"/>
                    <a:pt x="157" y="17"/>
                  </a:cubicBezTo>
                  <a:cubicBezTo>
                    <a:pt x="157" y="0"/>
                    <a:pt x="137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"/>
            <p:cNvSpPr/>
            <p:nvPr/>
          </p:nvSpPr>
          <p:spPr>
            <a:xfrm>
              <a:off x="4057900" y="23570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3" y="1"/>
                  </a:moveTo>
                  <a:cubicBezTo>
                    <a:pt x="66" y="21"/>
                    <a:pt x="50" y="38"/>
                    <a:pt x="33" y="54"/>
                  </a:cubicBezTo>
                  <a:cubicBezTo>
                    <a:pt x="17" y="87"/>
                    <a:pt x="0" y="124"/>
                    <a:pt x="0" y="157"/>
                  </a:cubicBezTo>
                  <a:cubicBezTo>
                    <a:pt x="17" y="190"/>
                    <a:pt x="33" y="227"/>
                    <a:pt x="50" y="244"/>
                  </a:cubicBezTo>
                  <a:cubicBezTo>
                    <a:pt x="62" y="255"/>
                    <a:pt x="84" y="267"/>
                    <a:pt x="107" y="267"/>
                  </a:cubicBezTo>
                  <a:cubicBezTo>
                    <a:pt x="117" y="267"/>
                    <a:pt x="127" y="265"/>
                    <a:pt x="136" y="260"/>
                  </a:cubicBezTo>
                  <a:cubicBezTo>
                    <a:pt x="190" y="260"/>
                    <a:pt x="240" y="190"/>
                    <a:pt x="223" y="124"/>
                  </a:cubicBezTo>
                  <a:cubicBezTo>
                    <a:pt x="223" y="87"/>
                    <a:pt x="207" y="54"/>
                    <a:pt x="190" y="38"/>
                  </a:cubicBezTo>
                  <a:cubicBezTo>
                    <a:pt x="169" y="21"/>
                    <a:pt x="169" y="21"/>
                    <a:pt x="153" y="21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"/>
            <p:cNvSpPr/>
            <p:nvPr/>
          </p:nvSpPr>
          <p:spPr>
            <a:xfrm>
              <a:off x="3926475" y="2384575"/>
              <a:ext cx="5600" cy="4350"/>
            </a:xfrm>
            <a:custGeom>
              <a:avLst/>
              <a:gdLst/>
              <a:ahLst/>
              <a:cxnLst/>
              <a:rect l="l" t="t" r="r" b="b"/>
              <a:pathLst>
                <a:path w="224" h="174" extrusionOk="0">
                  <a:moveTo>
                    <a:pt x="120" y="0"/>
                  </a:moveTo>
                  <a:cubicBezTo>
                    <a:pt x="87" y="0"/>
                    <a:pt x="50" y="0"/>
                    <a:pt x="34" y="17"/>
                  </a:cubicBezTo>
                  <a:cubicBezTo>
                    <a:pt x="17" y="54"/>
                    <a:pt x="1" y="87"/>
                    <a:pt x="1" y="120"/>
                  </a:cubicBezTo>
                  <a:lnTo>
                    <a:pt x="1" y="174"/>
                  </a:lnTo>
                  <a:cubicBezTo>
                    <a:pt x="67" y="157"/>
                    <a:pt x="137" y="157"/>
                    <a:pt x="207" y="157"/>
                  </a:cubicBezTo>
                  <a:cubicBezTo>
                    <a:pt x="223" y="120"/>
                    <a:pt x="207" y="70"/>
                    <a:pt x="190" y="54"/>
                  </a:cubicBezTo>
                  <a:cubicBezTo>
                    <a:pt x="170" y="33"/>
                    <a:pt x="153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"/>
            <p:cNvSpPr/>
            <p:nvPr/>
          </p:nvSpPr>
          <p:spPr>
            <a:xfrm>
              <a:off x="4063050" y="23416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4" y="0"/>
                  </a:moveTo>
                  <a:cubicBezTo>
                    <a:pt x="50" y="21"/>
                    <a:pt x="1" y="87"/>
                    <a:pt x="17" y="157"/>
                  </a:cubicBezTo>
                  <a:cubicBezTo>
                    <a:pt x="17" y="190"/>
                    <a:pt x="34" y="227"/>
                    <a:pt x="67" y="243"/>
                  </a:cubicBezTo>
                  <a:cubicBezTo>
                    <a:pt x="87" y="260"/>
                    <a:pt x="120" y="260"/>
                    <a:pt x="137" y="260"/>
                  </a:cubicBezTo>
                  <a:cubicBezTo>
                    <a:pt x="207" y="260"/>
                    <a:pt x="240" y="190"/>
                    <a:pt x="240" y="103"/>
                  </a:cubicBezTo>
                  <a:cubicBezTo>
                    <a:pt x="223" y="70"/>
                    <a:pt x="207" y="37"/>
                    <a:pt x="170" y="21"/>
                  </a:cubicBezTo>
                  <a:cubicBezTo>
                    <a:pt x="153" y="0"/>
                    <a:pt x="137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"/>
            <p:cNvSpPr/>
            <p:nvPr/>
          </p:nvSpPr>
          <p:spPr>
            <a:xfrm>
              <a:off x="4011925" y="2411450"/>
              <a:ext cx="6000" cy="6225"/>
            </a:xfrm>
            <a:custGeom>
              <a:avLst/>
              <a:gdLst/>
              <a:ahLst/>
              <a:cxnLst/>
              <a:rect l="l" t="t" r="r" b="b"/>
              <a:pathLst>
                <a:path w="240" h="249" extrusionOk="0">
                  <a:moveTo>
                    <a:pt x="120" y="1"/>
                  </a:moveTo>
                  <a:cubicBezTo>
                    <a:pt x="115" y="1"/>
                    <a:pt x="109" y="3"/>
                    <a:pt x="104" y="10"/>
                  </a:cubicBezTo>
                  <a:cubicBezTo>
                    <a:pt x="71" y="10"/>
                    <a:pt x="50" y="26"/>
                    <a:pt x="34" y="59"/>
                  </a:cubicBezTo>
                  <a:cubicBezTo>
                    <a:pt x="17" y="76"/>
                    <a:pt x="1" y="113"/>
                    <a:pt x="1" y="146"/>
                  </a:cubicBezTo>
                  <a:cubicBezTo>
                    <a:pt x="50" y="179"/>
                    <a:pt x="104" y="216"/>
                    <a:pt x="174" y="249"/>
                  </a:cubicBezTo>
                  <a:cubicBezTo>
                    <a:pt x="207" y="232"/>
                    <a:pt x="240" y="162"/>
                    <a:pt x="223" y="113"/>
                  </a:cubicBezTo>
                  <a:cubicBezTo>
                    <a:pt x="223" y="76"/>
                    <a:pt x="207" y="43"/>
                    <a:pt x="190" y="26"/>
                  </a:cubicBezTo>
                  <a:cubicBezTo>
                    <a:pt x="174" y="26"/>
                    <a:pt x="174" y="10"/>
                    <a:pt x="153" y="10"/>
                  </a:cubicBezTo>
                  <a:cubicBezTo>
                    <a:pt x="142" y="10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"/>
            <p:cNvSpPr/>
            <p:nvPr/>
          </p:nvSpPr>
          <p:spPr>
            <a:xfrm>
              <a:off x="4026975" y="24099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34" y="1"/>
                    <a:pt x="1" y="71"/>
                    <a:pt x="17" y="153"/>
                  </a:cubicBezTo>
                  <a:cubicBezTo>
                    <a:pt x="17" y="190"/>
                    <a:pt x="34" y="223"/>
                    <a:pt x="67" y="240"/>
                  </a:cubicBezTo>
                  <a:cubicBezTo>
                    <a:pt x="87" y="256"/>
                    <a:pt x="104" y="256"/>
                    <a:pt x="137" y="256"/>
                  </a:cubicBezTo>
                  <a:cubicBezTo>
                    <a:pt x="170" y="256"/>
                    <a:pt x="190" y="223"/>
                    <a:pt x="207" y="207"/>
                  </a:cubicBezTo>
                  <a:cubicBezTo>
                    <a:pt x="223" y="174"/>
                    <a:pt x="240" y="137"/>
                    <a:pt x="223" y="104"/>
                  </a:cubicBezTo>
                  <a:cubicBezTo>
                    <a:pt x="223" y="71"/>
                    <a:pt x="207" y="34"/>
                    <a:pt x="190" y="17"/>
                  </a:cubicBezTo>
                  <a:cubicBezTo>
                    <a:pt x="170" y="17"/>
                    <a:pt x="17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"/>
            <p:cNvSpPr/>
            <p:nvPr/>
          </p:nvSpPr>
          <p:spPr>
            <a:xfrm>
              <a:off x="3989150" y="2400850"/>
              <a:ext cx="5175" cy="3950"/>
            </a:xfrm>
            <a:custGeom>
              <a:avLst/>
              <a:gdLst/>
              <a:ahLst/>
              <a:cxnLst/>
              <a:rect l="l" t="t" r="r" b="b"/>
              <a:pathLst>
                <a:path w="207" h="158" extrusionOk="0">
                  <a:moveTo>
                    <a:pt x="104" y="1"/>
                  </a:moveTo>
                  <a:cubicBezTo>
                    <a:pt x="87" y="1"/>
                    <a:pt x="54" y="1"/>
                    <a:pt x="17" y="38"/>
                  </a:cubicBezTo>
                  <a:cubicBezTo>
                    <a:pt x="17" y="38"/>
                    <a:pt x="17" y="54"/>
                    <a:pt x="0" y="54"/>
                  </a:cubicBezTo>
                  <a:cubicBezTo>
                    <a:pt x="71" y="87"/>
                    <a:pt x="136" y="124"/>
                    <a:pt x="207" y="157"/>
                  </a:cubicBezTo>
                  <a:cubicBezTo>
                    <a:pt x="207" y="124"/>
                    <a:pt x="207" y="87"/>
                    <a:pt x="190" y="54"/>
                  </a:cubicBezTo>
                  <a:cubicBezTo>
                    <a:pt x="174" y="38"/>
                    <a:pt x="157" y="21"/>
                    <a:pt x="136" y="21"/>
                  </a:cubicBezTo>
                  <a:cubicBezTo>
                    <a:pt x="120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"/>
            <p:cNvSpPr/>
            <p:nvPr/>
          </p:nvSpPr>
          <p:spPr>
            <a:xfrm>
              <a:off x="4066875" y="2294100"/>
              <a:ext cx="6100" cy="6650"/>
            </a:xfrm>
            <a:custGeom>
              <a:avLst/>
              <a:gdLst/>
              <a:ahLst/>
              <a:cxnLst/>
              <a:rect l="l" t="t" r="r" b="b"/>
              <a:pathLst>
                <a:path w="244" h="266" extrusionOk="0">
                  <a:moveTo>
                    <a:pt x="114" y="1"/>
                  </a:moveTo>
                  <a:cubicBezTo>
                    <a:pt x="95" y="1"/>
                    <a:pt x="80" y="9"/>
                    <a:pt x="70" y="28"/>
                  </a:cubicBezTo>
                  <a:cubicBezTo>
                    <a:pt x="37" y="28"/>
                    <a:pt x="17" y="65"/>
                    <a:pt x="17" y="82"/>
                  </a:cubicBezTo>
                  <a:cubicBezTo>
                    <a:pt x="0" y="115"/>
                    <a:pt x="0" y="148"/>
                    <a:pt x="17" y="168"/>
                  </a:cubicBezTo>
                  <a:cubicBezTo>
                    <a:pt x="17" y="201"/>
                    <a:pt x="54" y="234"/>
                    <a:pt x="87" y="251"/>
                  </a:cubicBezTo>
                  <a:cubicBezTo>
                    <a:pt x="101" y="261"/>
                    <a:pt x="117" y="266"/>
                    <a:pt x="132" y="266"/>
                  </a:cubicBezTo>
                  <a:cubicBezTo>
                    <a:pt x="173" y="266"/>
                    <a:pt x="211" y="233"/>
                    <a:pt x="223" y="185"/>
                  </a:cubicBezTo>
                  <a:cubicBezTo>
                    <a:pt x="243" y="115"/>
                    <a:pt x="223" y="45"/>
                    <a:pt x="157" y="12"/>
                  </a:cubicBezTo>
                  <a:cubicBezTo>
                    <a:pt x="141" y="5"/>
                    <a:pt x="127" y="1"/>
                    <a:pt x="1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"/>
            <p:cNvSpPr/>
            <p:nvPr/>
          </p:nvSpPr>
          <p:spPr>
            <a:xfrm>
              <a:off x="4029550" y="2362950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08" y="0"/>
                  </a:moveTo>
                  <a:cubicBezTo>
                    <a:pt x="100" y="0"/>
                    <a:pt x="93" y="2"/>
                    <a:pt x="87" y="8"/>
                  </a:cubicBezTo>
                  <a:cubicBezTo>
                    <a:pt x="67" y="8"/>
                    <a:pt x="34" y="24"/>
                    <a:pt x="17" y="57"/>
                  </a:cubicBezTo>
                  <a:cubicBezTo>
                    <a:pt x="1" y="74"/>
                    <a:pt x="1" y="111"/>
                    <a:pt x="1" y="144"/>
                  </a:cubicBezTo>
                  <a:cubicBezTo>
                    <a:pt x="1" y="177"/>
                    <a:pt x="17" y="214"/>
                    <a:pt x="34" y="230"/>
                  </a:cubicBezTo>
                  <a:cubicBezTo>
                    <a:pt x="67" y="247"/>
                    <a:pt x="104" y="263"/>
                    <a:pt x="120" y="263"/>
                  </a:cubicBezTo>
                  <a:cubicBezTo>
                    <a:pt x="190" y="247"/>
                    <a:pt x="223" y="177"/>
                    <a:pt x="223" y="111"/>
                  </a:cubicBezTo>
                  <a:cubicBezTo>
                    <a:pt x="207" y="74"/>
                    <a:pt x="190" y="41"/>
                    <a:pt x="170" y="24"/>
                  </a:cubicBezTo>
                  <a:lnTo>
                    <a:pt x="153" y="8"/>
                  </a:lnTo>
                  <a:cubicBezTo>
                    <a:pt x="142" y="8"/>
                    <a:pt x="124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"/>
            <p:cNvSpPr/>
            <p:nvPr/>
          </p:nvSpPr>
          <p:spPr>
            <a:xfrm>
              <a:off x="4066050" y="224677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36" y="0"/>
                  </a:moveTo>
                  <a:cubicBezTo>
                    <a:pt x="103" y="0"/>
                    <a:pt x="87" y="17"/>
                    <a:pt x="50" y="33"/>
                  </a:cubicBezTo>
                  <a:cubicBezTo>
                    <a:pt x="17" y="83"/>
                    <a:pt x="0" y="153"/>
                    <a:pt x="33" y="223"/>
                  </a:cubicBezTo>
                  <a:cubicBezTo>
                    <a:pt x="50" y="239"/>
                    <a:pt x="87" y="256"/>
                    <a:pt x="120" y="256"/>
                  </a:cubicBezTo>
                  <a:cubicBezTo>
                    <a:pt x="125" y="261"/>
                    <a:pt x="131" y="263"/>
                    <a:pt x="138" y="263"/>
                  </a:cubicBezTo>
                  <a:cubicBezTo>
                    <a:pt x="156" y="263"/>
                    <a:pt x="178" y="251"/>
                    <a:pt x="190" y="239"/>
                  </a:cubicBezTo>
                  <a:cubicBezTo>
                    <a:pt x="223" y="206"/>
                    <a:pt x="239" y="186"/>
                    <a:pt x="239" y="153"/>
                  </a:cubicBezTo>
                  <a:cubicBezTo>
                    <a:pt x="239" y="120"/>
                    <a:pt x="223" y="83"/>
                    <a:pt x="206" y="50"/>
                  </a:cubicBezTo>
                  <a:cubicBezTo>
                    <a:pt x="206" y="33"/>
                    <a:pt x="190" y="17"/>
                    <a:pt x="173" y="17"/>
                  </a:cubicBezTo>
                  <a:cubicBezTo>
                    <a:pt x="153" y="0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"/>
            <p:cNvSpPr/>
            <p:nvPr/>
          </p:nvSpPr>
          <p:spPr>
            <a:xfrm>
              <a:off x="4056150" y="228107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3" y="1"/>
                  </a:moveTo>
                  <a:cubicBezTo>
                    <a:pt x="54" y="17"/>
                    <a:pt x="0" y="88"/>
                    <a:pt x="17" y="154"/>
                  </a:cubicBezTo>
                  <a:cubicBezTo>
                    <a:pt x="17" y="191"/>
                    <a:pt x="33" y="224"/>
                    <a:pt x="54" y="240"/>
                  </a:cubicBezTo>
                  <a:cubicBezTo>
                    <a:pt x="77" y="252"/>
                    <a:pt x="92" y="265"/>
                    <a:pt x="110" y="265"/>
                  </a:cubicBezTo>
                  <a:cubicBezTo>
                    <a:pt x="118" y="265"/>
                    <a:pt x="127" y="263"/>
                    <a:pt x="136" y="257"/>
                  </a:cubicBezTo>
                  <a:cubicBezTo>
                    <a:pt x="206" y="257"/>
                    <a:pt x="239" y="191"/>
                    <a:pt x="239" y="121"/>
                  </a:cubicBezTo>
                  <a:cubicBezTo>
                    <a:pt x="223" y="88"/>
                    <a:pt x="206" y="50"/>
                    <a:pt x="190" y="34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"/>
            <p:cNvSpPr/>
            <p:nvPr/>
          </p:nvSpPr>
          <p:spPr>
            <a:xfrm>
              <a:off x="4026050" y="2193900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41" y="0"/>
                  </a:moveTo>
                  <a:cubicBezTo>
                    <a:pt x="104" y="0"/>
                    <a:pt x="71" y="16"/>
                    <a:pt x="54" y="33"/>
                  </a:cubicBezTo>
                  <a:cubicBezTo>
                    <a:pt x="38" y="54"/>
                    <a:pt x="21" y="87"/>
                    <a:pt x="21" y="120"/>
                  </a:cubicBezTo>
                  <a:cubicBezTo>
                    <a:pt x="0" y="157"/>
                    <a:pt x="21" y="190"/>
                    <a:pt x="38" y="223"/>
                  </a:cubicBezTo>
                  <a:cubicBezTo>
                    <a:pt x="54" y="239"/>
                    <a:pt x="87" y="260"/>
                    <a:pt x="104" y="260"/>
                  </a:cubicBezTo>
                  <a:cubicBezTo>
                    <a:pt x="114" y="264"/>
                    <a:pt x="124" y="266"/>
                    <a:pt x="134" y="266"/>
                  </a:cubicBezTo>
                  <a:cubicBezTo>
                    <a:pt x="158" y="266"/>
                    <a:pt x="178" y="254"/>
                    <a:pt x="190" y="239"/>
                  </a:cubicBezTo>
                  <a:cubicBezTo>
                    <a:pt x="244" y="190"/>
                    <a:pt x="244" y="103"/>
                    <a:pt x="207" y="54"/>
                  </a:cubicBezTo>
                  <a:cubicBezTo>
                    <a:pt x="190" y="33"/>
                    <a:pt x="174" y="16"/>
                    <a:pt x="157" y="16"/>
                  </a:cubicBezTo>
                  <a:lnTo>
                    <a:pt x="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"/>
            <p:cNvSpPr/>
            <p:nvPr/>
          </p:nvSpPr>
          <p:spPr>
            <a:xfrm>
              <a:off x="4032125" y="22218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7" y="0"/>
                  </a:moveTo>
                  <a:cubicBezTo>
                    <a:pt x="120" y="0"/>
                    <a:pt x="87" y="17"/>
                    <a:pt x="67" y="33"/>
                  </a:cubicBezTo>
                  <a:cubicBezTo>
                    <a:pt x="17" y="70"/>
                    <a:pt x="1" y="153"/>
                    <a:pt x="50" y="206"/>
                  </a:cubicBezTo>
                  <a:cubicBezTo>
                    <a:pt x="67" y="239"/>
                    <a:pt x="87" y="256"/>
                    <a:pt x="120" y="256"/>
                  </a:cubicBezTo>
                  <a:cubicBezTo>
                    <a:pt x="153" y="256"/>
                    <a:pt x="170" y="256"/>
                    <a:pt x="207" y="239"/>
                  </a:cubicBezTo>
                  <a:cubicBezTo>
                    <a:pt x="223" y="206"/>
                    <a:pt x="240" y="190"/>
                    <a:pt x="240" y="153"/>
                  </a:cubicBezTo>
                  <a:cubicBezTo>
                    <a:pt x="240" y="120"/>
                    <a:pt x="240" y="87"/>
                    <a:pt x="223" y="50"/>
                  </a:cubicBezTo>
                  <a:cubicBezTo>
                    <a:pt x="207" y="33"/>
                    <a:pt x="190" y="17"/>
                    <a:pt x="170" y="17"/>
                  </a:cubicBezTo>
                  <a:cubicBezTo>
                    <a:pt x="153" y="0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"/>
            <p:cNvSpPr/>
            <p:nvPr/>
          </p:nvSpPr>
          <p:spPr>
            <a:xfrm>
              <a:off x="4078925" y="2289325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29" y="0"/>
                  </a:moveTo>
                  <a:cubicBezTo>
                    <a:pt x="87" y="0"/>
                    <a:pt x="46" y="32"/>
                    <a:pt x="33" y="83"/>
                  </a:cubicBezTo>
                  <a:cubicBezTo>
                    <a:pt x="0" y="153"/>
                    <a:pt x="33" y="219"/>
                    <a:pt x="87" y="256"/>
                  </a:cubicBezTo>
                  <a:cubicBezTo>
                    <a:pt x="98" y="259"/>
                    <a:pt x="108" y="260"/>
                    <a:pt x="118" y="260"/>
                  </a:cubicBezTo>
                  <a:cubicBezTo>
                    <a:pt x="170" y="260"/>
                    <a:pt x="212" y="225"/>
                    <a:pt x="240" y="170"/>
                  </a:cubicBezTo>
                  <a:cubicBezTo>
                    <a:pt x="256" y="100"/>
                    <a:pt x="223" y="30"/>
                    <a:pt x="174" y="13"/>
                  </a:cubicBezTo>
                  <a:cubicBezTo>
                    <a:pt x="159" y="4"/>
                    <a:pt x="144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"/>
            <p:cNvSpPr/>
            <p:nvPr/>
          </p:nvSpPr>
          <p:spPr>
            <a:xfrm>
              <a:off x="4029150" y="2268625"/>
              <a:ext cx="5575" cy="6675"/>
            </a:xfrm>
            <a:custGeom>
              <a:avLst/>
              <a:gdLst/>
              <a:ahLst/>
              <a:cxnLst/>
              <a:rect l="l" t="t" r="r" b="b"/>
              <a:pathLst>
                <a:path w="223" h="267" extrusionOk="0">
                  <a:moveTo>
                    <a:pt x="83" y="0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0" y="190"/>
                    <a:pt x="17" y="223"/>
                    <a:pt x="50" y="239"/>
                  </a:cubicBezTo>
                  <a:cubicBezTo>
                    <a:pt x="61" y="254"/>
                    <a:pt x="84" y="267"/>
                    <a:pt x="101" y="267"/>
                  </a:cubicBezTo>
                  <a:cubicBezTo>
                    <a:pt x="109" y="267"/>
                    <a:pt x="115" y="265"/>
                    <a:pt x="120" y="260"/>
                  </a:cubicBezTo>
                  <a:cubicBezTo>
                    <a:pt x="186" y="260"/>
                    <a:pt x="223" y="190"/>
                    <a:pt x="223" y="120"/>
                  </a:cubicBezTo>
                  <a:cubicBezTo>
                    <a:pt x="223" y="87"/>
                    <a:pt x="206" y="54"/>
                    <a:pt x="169" y="33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20" y="0"/>
                    <a:pt x="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"/>
            <p:cNvSpPr/>
            <p:nvPr/>
          </p:nvSpPr>
          <p:spPr>
            <a:xfrm>
              <a:off x="4006350" y="2212025"/>
              <a:ext cx="6025" cy="6600"/>
            </a:xfrm>
            <a:custGeom>
              <a:avLst/>
              <a:gdLst/>
              <a:ahLst/>
              <a:cxnLst/>
              <a:rect l="l" t="t" r="r" b="b"/>
              <a:pathLst>
                <a:path w="241" h="264" extrusionOk="0">
                  <a:moveTo>
                    <a:pt x="111" y="0"/>
                  </a:moveTo>
                  <a:cubicBezTo>
                    <a:pt x="71" y="0"/>
                    <a:pt x="30" y="32"/>
                    <a:pt x="17" y="83"/>
                  </a:cubicBezTo>
                  <a:cubicBezTo>
                    <a:pt x="1" y="153"/>
                    <a:pt x="17" y="219"/>
                    <a:pt x="88" y="256"/>
                  </a:cubicBezTo>
                  <a:cubicBezTo>
                    <a:pt x="88" y="256"/>
                    <a:pt x="95" y="264"/>
                    <a:pt x="105" y="264"/>
                  </a:cubicBezTo>
                  <a:cubicBezTo>
                    <a:pt x="110" y="264"/>
                    <a:pt x="115" y="262"/>
                    <a:pt x="121" y="256"/>
                  </a:cubicBezTo>
                  <a:cubicBezTo>
                    <a:pt x="170" y="256"/>
                    <a:pt x="207" y="219"/>
                    <a:pt x="224" y="186"/>
                  </a:cubicBezTo>
                  <a:cubicBezTo>
                    <a:pt x="240" y="133"/>
                    <a:pt x="224" y="83"/>
                    <a:pt x="207" y="50"/>
                  </a:cubicBezTo>
                  <a:cubicBezTo>
                    <a:pt x="191" y="29"/>
                    <a:pt x="170" y="13"/>
                    <a:pt x="154" y="13"/>
                  </a:cubicBezTo>
                  <a:cubicBezTo>
                    <a:pt x="140" y="4"/>
                    <a:pt x="126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"/>
            <p:cNvSpPr/>
            <p:nvPr/>
          </p:nvSpPr>
          <p:spPr>
            <a:xfrm>
              <a:off x="4017500" y="2224500"/>
              <a:ext cx="6000" cy="6825"/>
            </a:xfrm>
            <a:custGeom>
              <a:avLst/>
              <a:gdLst/>
              <a:ahLst/>
              <a:cxnLst/>
              <a:rect l="l" t="t" r="r" b="b"/>
              <a:pathLst>
                <a:path w="240" h="273" extrusionOk="0">
                  <a:moveTo>
                    <a:pt x="129" y="1"/>
                  </a:moveTo>
                  <a:cubicBezTo>
                    <a:pt x="120" y="1"/>
                    <a:pt x="112" y="5"/>
                    <a:pt x="103" y="13"/>
                  </a:cubicBezTo>
                  <a:cubicBezTo>
                    <a:pt x="70" y="13"/>
                    <a:pt x="54" y="29"/>
                    <a:pt x="33" y="66"/>
                  </a:cubicBezTo>
                  <a:cubicBezTo>
                    <a:pt x="17" y="83"/>
                    <a:pt x="0" y="116"/>
                    <a:pt x="17" y="149"/>
                  </a:cubicBezTo>
                  <a:cubicBezTo>
                    <a:pt x="17" y="186"/>
                    <a:pt x="33" y="219"/>
                    <a:pt x="54" y="236"/>
                  </a:cubicBezTo>
                  <a:cubicBezTo>
                    <a:pt x="70" y="252"/>
                    <a:pt x="103" y="273"/>
                    <a:pt x="136" y="273"/>
                  </a:cubicBezTo>
                  <a:cubicBezTo>
                    <a:pt x="190" y="252"/>
                    <a:pt x="239" y="186"/>
                    <a:pt x="223" y="116"/>
                  </a:cubicBezTo>
                  <a:cubicBezTo>
                    <a:pt x="223" y="83"/>
                    <a:pt x="206" y="46"/>
                    <a:pt x="190" y="29"/>
                  </a:cubicBezTo>
                  <a:cubicBezTo>
                    <a:pt x="173" y="29"/>
                    <a:pt x="173" y="13"/>
                    <a:pt x="157" y="13"/>
                  </a:cubicBezTo>
                  <a:cubicBezTo>
                    <a:pt x="147" y="5"/>
                    <a:pt x="137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"/>
            <p:cNvSpPr/>
            <p:nvPr/>
          </p:nvSpPr>
          <p:spPr>
            <a:xfrm>
              <a:off x="4011925" y="21946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7" y="0"/>
                  </a:moveTo>
                  <a:cubicBezTo>
                    <a:pt x="82" y="0"/>
                    <a:pt x="31" y="33"/>
                    <a:pt x="17" y="74"/>
                  </a:cubicBezTo>
                  <a:cubicBezTo>
                    <a:pt x="1" y="144"/>
                    <a:pt x="17" y="231"/>
                    <a:pt x="87" y="247"/>
                  </a:cubicBezTo>
                  <a:cubicBezTo>
                    <a:pt x="104" y="264"/>
                    <a:pt x="120" y="264"/>
                    <a:pt x="137" y="264"/>
                  </a:cubicBezTo>
                  <a:cubicBezTo>
                    <a:pt x="174" y="247"/>
                    <a:pt x="207" y="231"/>
                    <a:pt x="223" y="177"/>
                  </a:cubicBezTo>
                  <a:cubicBezTo>
                    <a:pt x="240" y="128"/>
                    <a:pt x="223" y="74"/>
                    <a:pt x="207" y="41"/>
                  </a:cubicBezTo>
                  <a:cubicBezTo>
                    <a:pt x="190" y="25"/>
                    <a:pt x="174" y="25"/>
                    <a:pt x="153" y="4"/>
                  </a:cubicBezTo>
                  <a:cubicBezTo>
                    <a:pt x="145" y="1"/>
                    <a:pt x="136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"/>
            <p:cNvSpPr/>
            <p:nvPr/>
          </p:nvSpPr>
          <p:spPr>
            <a:xfrm>
              <a:off x="4010600" y="22411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0" y="0"/>
                  </a:moveTo>
                  <a:cubicBezTo>
                    <a:pt x="103" y="0"/>
                    <a:pt x="70" y="0"/>
                    <a:pt x="54" y="21"/>
                  </a:cubicBezTo>
                  <a:cubicBezTo>
                    <a:pt x="0" y="70"/>
                    <a:pt x="0" y="157"/>
                    <a:pt x="37" y="206"/>
                  </a:cubicBezTo>
                  <a:cubicBezTo>
                    <a:pt x="54" y="244"/>
                    <a:pt x="87" y="260"/>
                    <a:pt x="103" y="260"/>
                  </a:cubicBezTo>
                  <a:cubicBezTo>
                    <a:pt x="140" y="260"/>
                    <a:pt x="173" y="260"/>
                    <a:pt x="190" y="227"/>
                  </a:cubicBezTo>
                  <a:cubicBezTo>
                    <a:pt x="206" y="206"/>
                    <a:pt x="227" y="173"/>
                    <a:pt x="227" y="140"/>
                  </a:cubicBezTo>
                  <a:cubicBezTo>
                    <a:pt x="243" y="103"/>
                    <a:pt x="227" y="70"/>
                    <a:pt x="206" y="54"/>
                  </a:cubicBezTo>
                  <a:cubicBezTo>
                    <a:pt x="190" y="37"/>
                    <a:pt x="173" y="21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"/>
            <p:cNvSpPr/>
            <p:nvPr/>
          </p:nvSpPr>
          <p:spPr>
            <a:xfrm>
              <a:off x="4044075" y="2269575"/>
              <a:ext cx="6125" cy="6500"/>
            </a:xfrm>
            <a:custGeom>
              <a:avLst/>
              <a:gdLst/>
              <a:ahLst/>
              <a:cxnLst/>
              <a:rect l="l" t="t" r="r" b="b"/>
              <a:pathLst>
                <a:path w="245" h="260" extrusionOk="0">
                  <a:moveTo>
                    <a:pt x="119" y="1"/>
                  </a:moveTo>
                  <a:cubicBezTo>
                    <a:pt x="72" y="1"/>
                    <a:pt x="34" y="34"/>
                    <a:pt x="22" y="82"/>
                  </a:cubicBezTo>
                  <a:cubicBezTo>
                    <a:pt x="1" y="152"/>
                    <a:pt x="38" y="222"/>
                    <a:pt x="88" y="255"/>
                  </a:cubicBezTo>
                  <a:cubicBezTo>
                    <a:pt x="97" y="258"/>
                    <a:pt x="107" y="259"/>
                    <a:pt x="117" y="259"/>
                  </a:cubicBezTo>
                  <a:cubicBezTo>
                    <a:pt x="163" y="259"/>
                    <a:pt x="211" y="229"/>
                    <a:pt x="228" y="185"/>
                  </a:cubicBezTo>
                  <a:cubicBezTo>
                    <a:pt x="244" y="119"/>
                    <a:pt x="228" y="32"/>
                    <a:pt x="174" y="16"/>
                  </a:cubicBezTo>
                  <a:cubicBezTo>
                    <a:pt x="155" y="6"/>
                    <a:pt x="136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"/>
            <p:cNvSpPr/>
            <p:nvPr/>
          </p:nvSpPr>
          <p:spPr>
            <a:xfrm>
              <a:off x="4047600" y="2219250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103" y="0"/>
                  </a:moveTo>
                  <a:cubicBezTo>
                    <a:pt x="33" y="0"/>
                    <a:pt x="0" y="70"/>
                    <a:pt x="0" y="136"/>
                  </a:cubicBezTo>
                  <a:cubicBezTo>
                    <a:pt x="17" y="173"/>
                    <a:pt x="33" y="206"/>
                    <a:pt x="50" y="223"/>
                  </a:cubicBezTo>
                  <a:cubicBezTo>
                    <a:pt x="66" y="256"/>
                    <a:pt x="103" y="256"/>
                    <a:pt x="136" y="256"/>
                  </a:cubicBezTo>
                  <a:cubicBezTo>
                    <a:pt x="169" y="239"/>
                    <a:pt x="190" y="223"/>
                    <a:pt x="206" y="206"/>
                  </a:cubicBezTo>
                  <a:cubicBezTo>
                    <a:pt x="223" y="173"/>
                    <a:pt x="223" y="136"/>
                    <a:pt x="223" y="103"/>
                  </a:cubicBezTo>
                  <a:cubicBezTo>
                    <a:pt x="223" y="70"/>
                    <a:pt x="206" y="33"/>
                    <a:pt x="190" y="17"/>
                  </a:cubicBezTo>
                  <a:cubicBezTo>
                    <a:pt x="169" y="17"/>
                    <a:pt x="169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"/>
            <p:cNvSpPr/>
            <p:nvPr/>
          </p:nvSpPr>
          <p:spPr>
            <a:xfrm>
              <a:off x="4035125" y="2252150"/>
              <a:ext cx="6400" cy="6600"/>
            </a:xfrm>
            <a:custGeom>
              <a:avLst/>
              <a:gdLst/>
              <a:ahLst/>
              <a:cxnLst/>
              <a:rect l="l" t="t" r="r" b="b"/>
              <a:pathLst>
                <a:path w="256" h="264" extrusionOk="0">
                  <a:moveTo>
                    <a:pt x="111" y="1"/>
                  </a:moveTo>
                  <a:cubicBezTo>
                    <a:pt x="92" y="1"/>
                    <a:pt x="76" y="13"/>
                    <a:pt x="50" y="24"/>
                  </a:cubicBezTo>
                  <a:cubicBezTo>
                    <a:pt x="17" y="74"/>
                    <a:pt x="0" y="160"/>
                    <a:pt x="33" y="214"/>
                  </a:cubicBezTo>
                  <a:cubicBezTo>
                    <a:pt x="50" y="230"/>
                    <a:pt x="87" y="247"/>
                    <a:pt x="120" y="263"/>
                  </a:cubicBezTo>
                  <a:cubicBezTo>
                    <a:pt x="136" y="263"/>
                    <a:pt x="173" y="247"/>
                    <a:pt x="190" y="230"/>
                  </a:cubicBezTo>
                  <a:cubicBezTo>
                    <a:pt x="239" y="177"/>
                    <a:pt x="256" y="111"/>
                    <a:pt x="206" y="41"/>
                  </a:cubicBezTo>
                  <a:cubicBezTo>
                    <a:pt x="206" y="24"/>
                    <a:pt x="190" y="24"/>
                    <a:pt x="173" y="8"/>
                  </a:cubicBezTo>
                  <a:lnTo>
                    <a:pt x="136" y="8"/>
                  </a:lnTo>
                  <a:cubicBezTo>
                    <a:pt x="127" y="3"/>
                    <a:pt x="118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"/>
            <p:cNvSpPr/>
            <p:nvPr/>
          </p:nvSpPr>
          <p:spPr>
            <a:xfrm>
              <a:off x="4050575" y="22519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87" y="0"/>
                  </a:moveTo>
                  <a:cubicBezTo>
                    <a:pt x="34" y="33"/>
                    <a:pt x="1" y="83"/>
                    <a:pt x="17" y="136"/>
                  </a:cubicBezTo>
                  <a:cubicBezTo>
                    <a:pt x="17" y="169"/>
                    <a:pt x="34" y="206"/>
                    <a:pt x="50" y="223"/>
                  </a:cubicBezTo>
                  <a:cubicBezTo>
                    <a:pt x="87" y="256"/>
                    <a:pt x="120" y="256"/>
                    <a:pt x="137" y="256"/>
                  </a:cubicBezTo>
                  <a:cubicBezTo>
                    <a:pt x="207" y="239"/>
                    <a:pt x="240" y="169"/>
                    <a:pt x="240" y="103"/>
                  </a:cubicBezTo>
                  <a:cubicBezTo>
                    <a:pt x="223" y="83"/>
                    <a:pt x="223" y="83"/>
                    <a:pt x="223" y="66"/>
                  </a:cubicBezTo>
                  <a:cubicBezTo>
                    <a:pt x="207" y="33"/>
                    <a:pt x="190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"/>
            <p:cNvSpPr/>
            <p:nvPr/>
          </p:nvSpPr>
          <p:spPr>
            <a:xfrm>
              <a:off x="4038925" y="2206775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04" y="0"/>
                  </a:moveTo>
                  <a:cubicBezTo>
                    <a:pt x="54" y="17"/>
                    <a:pt x="1" y="87"/>
                    <a:pt x="21" y="157"/>
                  </a:cubicBezTo>
                  <a:cubicBezTo>
                    <a:pt x="21" y="190"/>
                    <a:pt x="38" y="207"/>
                    <a:pt x="54" y="239"/>
                  </a:cubicBezTo>
                  <a:cubicBezTo>
                    <a:pt x="87" y="260"/>
                    <a:pt x="104" y="260"/>
                    <a:pt x="141" y="260"/>
                  </a:cubicBezTo>
                  <a:cubicBezTo>
                    <a:pt x="174" y="260"/>
                    <a:pt x="190" y="239"/>
                    <a:pt x="207" y="207"/>
                  </a:cubicBezTo>
                  <a:cubicBezTo>
                    <a:pt x="228" y="174"/>
                    <a:pt x="244" y="136"/>
                    <a:pt x="228" y="103"/>
                  </a:cubicBezTo>
                  <a:cubicBezTo>
                    <a:pt x="228" y="70"/>
                    <a:pt x="207" y="54"/>
                    <a:pt x="190" y="17"/>
                  </a:cubicBezTo>
                  <a:cubicBezTo>
                    <a:pt x="174" y="17"/>
                    <a:pt x="174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"/>
            <p:cNvSpPr/>
            <p:nvPr/>
          </p:nvSpPr>
          <p:spPr>
            <a:xfrm>
              <a:off x="4040675" y="2191300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04" y="1"/>
                  </a:moveTo>
                  <a:cubicBezTo>
                    <a:pt x="34" y="17"/>
                    <a:pt x="1" y="88"/>
                    <a:pt x="1" y="158"/>
                  </a:cubicBezTo>
                  <a:cubicBezTo>
                    <a:pt x="15" y="215"/>
                    <a:pt x="58" y="264"/>
                    <a:pt x="113" y="264"/>
                  </a:cubicBezTo>
                  <a:cubicBezTo>
                    <a:pt x="121" y="264"/>
                    <a:pt x="129" y="263"/>
                    <a:pt x="137" y="261"/>
                  </a:cubicBezTo>
                  <a:cubicBezTo>
                    <a:pt x="158" y="261"/>
                    <a:pt x="191" y="240"/>
                    <a:pt x="207" y="207"/>
                  </a:cubicBezTo>
                  <a:cubicBezTo>
                    <a:pt x="224" y="174"/>
                    <a:pt x="224" y="137"/>
                    <a:pt x="224" y="104"/>
                  </a:cubicBezTo>
                  <a:cubicBezTo>
                    <a:pt x="224" y="71"/>
                    <a:pt x="207" y="55"/>
                    <a:pt x="174" y="17"/>
                  </a:cubicBezTo>
                  <a:lnTo>
                    <a:pt x="158" y="17"/>
                  </a:ln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"/>
            <p:cNvSpPr/>
            <p:nvPr/>
          </p:nvSpPr>
          <p:spPr>
            <a:xfrm>
              <a:off x="4053975" y="2202450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41" y="0"/>
                  </a:moveTo>
                  <a:cubicBezTo>
                    <a:pt x="104" y="0"/>
                    <a:pt x="71" y="0"/>
                    <a:pt x="54" y="21"/>
                  </a:cubicBezTo>
                  <a:cubicBezTo>
                    <a:pt x="1" y="70"/>
                    <a:pt x="1" y="157"/>
                    <a:pt x="38" y="206"/>
                  </a:cubicBezTo>
                  <a:cubicBezTo>
                    <a:pt x="54" y="243"/>
                    <a:pt x="87" y="260"/>
                    <a:pt x="104" y="260"/>
                  </a:cubicBezTo>
                  <a:cubicBezTo>
                    <a:pt x="141" y="260"/>
                    <a:pt x="174" y="260"/>
                    <a:pt x="190" y="227"/>
                  </a:cubicBezTo>
                  <a:cubicBezTo>
                    <a:pt x="244" y="190"/>
                    <a:pt x="244" y="103"/>
                    <a:pt x="207" y="54"/>
                  </a:cubicBezTo>
                  <a:cubicBezTo>
                    <a:pt x="190" y="37"/>
                    <a:pt x="174" y="21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"/>
            <p:cNvSpPr/>
            <p:nvPr/>
          </p:nvSpPr>
          <p:spPr>
            <a:xfrm>
              <a:off x="3974500" y="2185750"/>
              <a:ext cx="5700" cy="6400"/>
            </a:xfrm>
            <a:custGeom>
              <a:avLst/>
              <a:gdLst/>
              <a:ahLst/>
              <a:cxnLst/>
              <a:rect l="l" t="t" r="r" b="b"/>
              <a:pathLst>
                <a:path w="228" h="256" extrusionOk="0">
                  <a:moveTo>
                    <a:pt x="104" y="0"/>
                  </a:moveTo>
                  <a:cubicBezTo>
                    <a:pt x="38" y="17"/>
                    <a:pt x="1" y="87"/>
                    <a:pt x="1" y="153"/>
                  </a:cubicBezTo>
                  <a:cubicBezTo>
                    <a:pt x="22" y="190"/>
                    <a:pt x="22" y="223"/>
                    <a:pt x="55" y="239"/>
                  </a:cubicBezTo>
                  <a:cubicBezTo>
                    <a:pt x="71" y="256"/>
                    <a:pt x="104" y="256"/>
                    <a:pt x="141" y="256"/>
                  </a:cubicBezTo>
                  <a:cubicBezTo>
                    <a:pt x="158" y="256"/>
                    <a:pt x="191" y="239"/>
                    <a:pt x="207" y="206"/>
                  </a:cubicBezTo>
                  <a:cubicBezTo>
                    <a:pt x="228" y="173"/>
                    <a:pt x="228" y="136"/>
                    <a:pt x="228" y="103"/>
                  </a:cubicBezTo>
                  <a:cubicBezTo>
                    <a:pt x="228" y="70"/>
                    <a:pt x="207" y="50"/>
                    <a:pt x="174" y="33"/>
                  </a:cubicBezTo>
                  <a:cubicBezTo>
                    <a:pt x="174" y="17"/>
                    <a:pt x="174" y="17"/>
                    <a:pt x="158" y="17"/>
                  </a:cubicBezTo>
                  <a:cubicBezTo>
                    <a:pt x="141" y="0"/>
                    <a:pt x="125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"/>
            <p:cNvSpPr/>
            <p:nvPr/>
          </p:nvSpPr>
          <p:spPr>
            <a:xfrm>
              <a:off x="3983175" y="22480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1"/>
                    <a:pt x="0" y="71"/>
                    <a:pt x="17" y="137"/>
                  </a:cubicBezTo>
                  <a:cubicBezTo>
                    <a:pt x="17" y="174"/>
                    <a:pt x="33" y="207"/>
                    <a:pt x="50" y="223"/>
                  </a:cubicBezTo>
                  <a:cubicBezTo>
                    <a:pt x="87" y="260"/>
                    <a:pt x="103" y="260"/>
                    <a:pt x="136" y="260"/>
                  </a:cubicBezTo>
                  <a:cubicBezTo>
                    <a:pt x="190" y="240"/>
                    <a:pt x="239" y="174"/>
                    <a:pt x="223" y="104"/>
                  </a:cubicBezTo>
                  <a:cubicBezTo>
                    <a:pt x="223" y="71"/>
                    <a:pt x="206" y="34"/>
                    <a:pt x="190" y="17"/>
                  </a:cubicBezTo>
                  <a:cubicBezTo>
                    <a:pt x="169" y="17"/>
                    <a:pt x="16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"/>
            <p:cNvSpPr/>
            <p:nvPr/>
          </p:nvSpPr>
          <p:spPr>
            <a:xfrm>
              <a:off x="3971100" y="2236300"/>
              <a:ext cx="6025" cy="6475"/>
            </a:xfrm>
            <a:custGeom>
              <a:avLst/>
              <a:gdLst/>
              <a:ahLst/>
              <a:cxnLst/>
              <a:rect l="l" t="t" r="r" b="b"/>
              <a:pathLst>
                <a:path w="241" h="259" extrusionOk="0">
                  <a:moveTo>
                    <a:pt x="125" y="1"/>
                  </a:moveTo>
                  <a:cubicBezTo>
                    <a:pt x="79" y="1"/>
                    <a:pt x="31" y="33"/>
                    <a:pt x="17" y="73"/>
                  </a:cubicBezTo>
                  <a:cubicBezTo>
                    <a:pt x="1" y="143"/>
                    <a:pt x="17" y="229"/>
                    <a:pt x="88" y="246"/>
                  </a:cubicBezTo>
                  <a:cubicBezTo>
                    <a:pt x="101" y="255"/>
                    <a:pt x="115" y="259"/>
                    <a:pt x="130" y="259"/>
                  </a:cubicBezTo>
                  <a:cubicBezTo>
                    <a:pt x="170" y="259"/>
                    <a:pt x="211" y="227"/>
                    <a:pt x="224" y="176"/>
                  </a:cubicBezTo>
                  <a:cubicBezTo>
                    <a:pt x="240" y="110"/>
                    <a:pt x="224" y="40"/>
                    <a:pt x="158" y="7"/>
                  </a:cubicBezTo>
                  <a:cubicBezTo>
                    <a:pt x="147" y="3"/>
                    <a:pt x="136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"/>
            <p:cNvSpPr/>
            <p:nvPr/>
          </p:nvSpPr>
          <p:spPr>
            <a:xfrm>
              <a:off x="3977600" y="22184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4" y="0"/>
                  </a:moveTo>
                  <a:cubicBezTo>
                    <a:pt x="104" y="0"/>
                    <a:pt x="83" y="0"/>
                    <a:pt x="83" y="17"/>
                  </a:cubicBezTo>
                  <a:cubicBezTo>
                    <a:pt x="34" y="33"/>
                    <a:pt x="1" y="83"/>
                    <a:pt x="17" y="153"/>
                  </a:cubicBezTo>
                  <a:cubicBezTo>
                    <a:pt x="17" y="186"/>
                    <a:pt x="34" y="223"/>
                    <a:pt x="50" y="239"/>
                  </a:cubicBezTo>
                  <a:cubicBezTo>
                    <a:pt x="83" y="256"/>
                    <a:pt x="104" y="256"/>
                    <a:pt x="137" y="256"/>
                  </a:cubicBezTo>
                  <a:cubicBezTo>
                    <a:pt x="207" y="239"/>
                    <a:pt x="240" y="186"/>
                    <a:pt x="223" y="103"/>
                  </a:cubicBezTo>
                  <a:lnTo>
                    <a:pt x="223" y="83"/>
                  </a:lnTo>
                  <a:cubicBezTo>
                    <a:pt x="207" y="50"/>
                    <a:pt x="186" y="17"/>
                    <a:pt x="153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"/>
            <p:cNvSpPr/>
            <p:nvPr/>
          </p:nvSpPr>
          <p:spPr>
            <a:xfrm>
              <a:off x="3962150" y="22188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6" y="1"/>
                  </a:moveTo>
                  <a:cubicBezTo>
                    <a:pt x="103" y="1"/>
                    <a:pt x="66" y="1"/>
                    <a:pt x="50" y="34"/>
                  </a:cubicBezTo>
                  <a:cubicBezTo>
                    <a:pt x="0" y="67"/>
                    <a:pt x="0" y="153"/>
                    <a:pt x="33" y="207"/>
                  </a:cubicBezTo>
                  <a:cubicBezTo>
                    <a:pt x="50" y="240"/>
                    <a:pt x="83" y="256"/>
                    <a:pt x="103" y="256"/>
                  </a:cubicBezTo>
                  <a:cubicBezTo>
                    <a:pt x="136" y="256"/>
                    <a:pt x="169" y="256"/>
                    <a:pt x="186" y="223"/>
                  </a:cubicBezTo>
                  <a:cubicBezTo>
                    <a:pt x="239" y="190"/>
                    <a:pt x="239" y="104"/>
                    <a:pt x="206" y="50"/>
                  </a:cubicBezTo>
                  <a:cubicBezTo>
                    <a:pt x="186" y="34"/>
                    <a:pt x="186" y="17"/>
                    <a:pt x="1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"/>
            <p:cNvSpPr/>
            <p:nvPr/>
          </p:nvSpPr>
          <p:spPr>
            <a:xfrm>
              <a:off x="3967300" y="22029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3" y="1"/>
                  </a:moveTo>
                  <a:cubicBezTo>
                    <a:pt x="50" y="17"/>
                    <a:pt x="0" y="83"/>
                    <a:pt x="17" y="153"/>
                  </a:cubicBezTo>
                  <a:cubicBezTo>
                    <a:pt x="17" y="186"/>
                    <a:pt x="33" y="223"/>
                    <a:pt x="50" y="240"/>
                  </a:cubicBezTo>
                  <a:cubicBezTo>
                    <a:pt x="73" y="252"/>
                    <a:pt x="90" y="263"/>
                    <a:pt x="110" y="263"/>
                  </a:cubicBezTo>
                  <a:cubicBezTo>
                    <a:pt x="118" y="263"/>
                    <a:pt x="127" y="261"/>
                    <a:pt x="136" y="256"/>
                  </a:cubicBezTo>
                  <a:cubicBezTo>
                    <a:pt x="207" y="256"/>
                    <a:pt x="240" y="186"/>
                    <a:pt x="223" y="120"/>
                  </a:cubicBezTo>
                  <a:cubicBezTo>
                    <a:pt x="223" y="83"/>
                    <a:pt x="207" y="50"/>
                    <a:pt x="186" y="34"/>
                  </a:cubicBezTo>
                  <a:cubicBezTo>
                    <a:pt x="169" y="17"/>
                    <a:pt x="169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"/>
            <p:cNvSpPr/>
            <p:nvPr/>
          </p:nvSpPr>
          <p:spPr>
            <a:xfrm>
              <a:off x="3991725" y="21859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94" y="1"/>
                  </a:moveTo>
                  <a:cubicBezTo>
                    <a:pt x="76" y="1"/>
                    <a:pt x="60" y="13"/>
                    <a:pt x="33" y="24"/>
                  </a:cubicBezTo>
                  <a:cubicBezTo>
                    <a:pt x="17" y="41"/>
                    <a:pt x="1" y="78"/>
                    <a:pt x="1" y="111"/>
                  </a:cubicBezTo>
                  <a:cubicBezTo>
                    <a:pt x="1" y="144"/>
                    <a:pt x="1" y="181"/>
                    <a:pt x="17" y="214"/>
                  </a:cubicBezTo>
                  <a:cubicBezTo>
                    <a:pt x="48" y="245"/>
                    <a:pt x="83" y="263"/>
                    <a:pt x="117" y="263"/>
                  </a:cubicBezTo>
                  <a:cubicBezTo>
                    <a:pt x="142" y="263"/>
                    <a:pt x="167" y="253"/>
                    <a:pt x="190" y="230"/>
                  </a:cubicBezTo>
                  <a:cubicBezTo>
                    <a:pt x="223" y="181"/>
                    <a:pt x="240" y="111"/>
                    <a:pt x="207" y="41"/>
                  </a:cubicBezTo>
                  <a:cubicBezTo>
                    <a:pt x="190" y="24"/>
                    <a:pt x="174" y="8"/>
                    <a:pt x="157" y="8"/>
                  </a:cubicBezTo>
                  <a:lnTo>
                    <a:pt x="120" y="8"/>
                  </a:lnTo>
                  <a:cubicBezTo>
                    <a:pt x="110" y="3"/>
                    <a:pt x="102" y="1"/>
                    <a:pt x="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"/>
            <p:cNvSpPr/>
            <p:nvPr/>
          </p:nvSpPr>
          <p:spPr>
            <a:xfrm>
              <a:off x="3995650" y="2243350"/>
              <a:ext cx="6400" cy="6425"/>
            </a:xfrm>
            <a:custGeom>
              <a:avLst/>
              <a:gdLst/>
              <a:ahLst/>
              <a:cxnLst/>
              <a:rect l="l" t="t" r="r" b="b"/>
              <a:pathLst>
                <a:path w="256" h="257" extrusionOk="0">
                  <a:moveTo>
                    <a:pt x="127" y="1"/>
                  </a:moveTo>
                  <a:cubicBezTo>
                    <a:pt x="86" y="1"/>
                    <a:pt x="45" y="32"/>
                    <a:pt x="33" y="83"/>
                  </a:cubicBezTo>
                  <a:cubicBezTo>
                    <a:pt x="0" y="154"/>
                    <a:pt x="33" y="220"/>
                    <a:pt x="83" y="257"/>
                  </a:cubicBezTo>
                  <a:lnTo>
                    <a:pt x="136" y="257"/>
                  </a:lnTo>
                  <a:cubicBezTo>
                    <a:pt x="186" y="257"/>
                    <a:pt x="223" y="220"/>
                    <a:pt x="239" y="170"/>
                  </a:cubicBezTo>
                  <a:cubicBezTo>
                    <a:pt x="256" y="137"/>
                    <a:pt x="239" y="83"/>
                    <a:pt x="223" y="50"/>
                  </a:cubicBezTo>
                  <a:cubicBezTo>
                    <a:pt x="206" y="34"/>
                    <a:pt x="186" y="13"/>
                    <a:pt x="169" y="13"/>
                  </a:cubicBezTo>
                  <a:cubicBezTo>
                    <a:pt x="156" y="5"/>
                    <a:pt x="142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"/>
            <p:cNvSpPr/>
            <p:nvPr/>
          </p:nvSpPr>
          <p:spPr>
            <a:xfrm>
              <a:off x="3993075" y="22135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7" y="1"/>
                  </a:moveTo>
                  <a:cubicBezTo>
                    <a:pt x="83" y="1"/>
                    <a:pt x="61" y="12"/>
                    <a:pt x="50" y="24"/>
                  </a:cubicBezTo>
                  <a:cubicBezTo>
                    <a:pt x="0" y="74"/>
                    <a:pt x="0" y="160"/>
                    <a:pt x="33" y="214"/>
                  </a:cubicBezTo>
                  <a:cubicBezTo>
                    <a:pt x="50" y="230"/>
                    <a:pt x="83" y="247"/>
                    <a:pt x="103" y="263"/>
                  </a:cubicBezTo>
                  <a:cubicBezTo>
                    <a:pt x="136" y="263"/>
                    <a:pt x="169" y="247"/>
                    <a:pt x="186" y="230"/>
                  </a:cubicBezTo>
                  <a:cubicBezTo>
                    <a:pt x="223" y="214"/>
                    <a:pt x="223" y="177"/>
                    <a:pt x="239" y="144"/>
                  </a:cubicBezTo>
                  <a:cubicBezTo>
                    <a:pt x="239" y="111"/>
                    <a:pt x="223" y="74"/>
                    <a:pt x="206" y="41"/>
                  </a:cubicBezTo>
                  <a:cubicBezTo>
                    <a:pt x="186" y="24"/>
                    <a:pt x="186" y="24"/>
                    <a:pt x="153" y="8"/>
                  </a:cubicBezTo>
                  <a:lnTo>
                    <a:pt x="136" y="8"/>
                  </a:lnTo>
                  <a:cubicBezTo>
                    <a:pt x="127" y="3"/>
                    <a:pt x="116" y="1"/>
                    <a:pt x="1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"/>
            <p:cNvSpPr/>
            <p:nvPr/>
          </p:nvSpPr>
          <p:spPr>
            <a:xfrm>
              <a:off x="3999875" y="2198450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21" y="0"/>
                  </a:moveTo>
                  <a:cubicBezTo>
                    <a:pt x="115" y="0"/>
                    <a:pt x="109" y="2"/>
                    <a:pt x="103" y="8"/>
                  </a:cubicBezTo>
                  <a:cubicBezTo>
                    <a:pt x="54" y="8"/>
                    <a:pt x="0" y="78"/>
                    <a:pt x="17" y="144"/>
                  </a:cubicBezTo>
                  <a:cubicBezTo>
                    <a:pt x="17" y="181"/>
                    <a:pt x="37" y="214"/>
                    <a:pt x="54" y="230"/>
                  </a:cubicBezTo>
                  <a:cubicBezTo>
                    <a:pt x="87" y="247"/>
                    <a:pt x="103" y="263"/>
                    <a:pt x="140" y="263"/>
                  </a:cubicBezTo>
                  <a:cubicBezTo>
                    <a:pt x="173" y="247"/>
                    <a:pt x="190" y="230"/>
                    <a:pt x="206" y="214"/>
                  </a:cubicBezTo>
                  <a:cubicBezTo>
                    <a:pt x="223" y="181"/>
                    <a:pt x="243" y="144"/>
                    <a:pt x="223" y="111"/>
                  </a:cubicBezTo>
                  <a:cubicBezTo>
                    <a:pt x="223" y="78"/>
                    <a:pt x="206" y="41"/>
                    <a:pt x="190" y="24"/>
                  </a:cubicBezTo>
                  <a:cubicBezTo>
                    <a:pt x="173" y="24"/>
                    <a:pt x="173" y="8"/>
                    <a:pt x="157" y="8"/>
                  </a:cubicBezTo>
                  <a:cubicBezTo>
                    <a:pt x="146" y="8"/>
                    <a:pt x="133" y="0"/>
                    <a:pt x="1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"/>
            <p:cNvSpPr/>
            <p:nvPr/>
          </p:nvSpPr>
          <p:spPr>
            <a:xfrm>
              <a:off x="3989150" y="2230375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87" y="1"/>
                  </a:moveTo>
                  <a:cubicBezTo>
                    <a:pt x="71" y="1"/>
                    <a:pt x="33" y="17"/>
                    <a:pt x="17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0" y="190"/>
                    <a:pt x="17" y="207"/>
                    <a:pt x="33" y="223"/>
                  </a:cubicBezTo>
                  <a:cubicBezTo>
                    <a:pt x="71" y="260"/>
                    <a:pt x="104" y="260"/>
                    <a:pt x="120" y="260"/>
                  </a:cubicBezTo>
                  <a:cubicBezTo>
                    <a:pt x="190" y="244"/>
                    <a:pt x="223" y="174"/>
                    <a:pt x="223" y="104"/>
                  </a:cubicBezTo>
                  <a:cubicBezTo>
                    <a:pt x="207" y="71"/>
                    <a:pt x="190" y="38"/>
                    <a:pt x="174" y="17"/>
                  </a:cubicBezTo>
                  <a:cubicBezTo>
                    <a:pt x="174" y="17"/>
                    <a:pt x="15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"/>
            <p:cNvSpPr/>
            <p:nvPr/>
          </p:nvSpPr>
          <p:spPr>
            <a:xfrm>
              <a:off x="4003375" y="22260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13" y="1"/>
                  </a:moveTo>
                  <a:cubicBezTo>
                    <a:pt x="59" y="1"/>
                    <a:pt x="14" y="33"/>
                    <a:pt x="0" y="72"/>
                  </a:cubicBezTo>
                  <a:lnTo>
                    <a:pt x="0" y="143"/>
                  </a:lnTo>
                  <a:cubicBezTo>
                    <a:pt x="0" y="192"/>
                    <a:pt x="33" y="229"/>
                    <a:pt x="66" y="246"/>
                  </a:cubicBezTo>
                  <a:cubicBezTo>
                    <a:pt x="82" y="252"/>
                    <a:pt x="99" y="256"/>
                    <a:pt x="116" y="256"/>
                  </a:cubicBezTo>
                  <a:cubicBezTo>
                    <a:pt x="139" y="256"/>
                    <a:pt x="160" y="248"/>
                    <a:pt x="169" y="229"/>
                  </a:cubicBezTo>
                  <a:cubicBezTo>
                    <a:pt x="186" y="213"/>
                    <a:pt x="207" y="192"/>
                    <a:pt x="207" y="176"/>
                  </a:cubicBezTo>
                  <a:cubicBezTo>
                    <a:pt x="240" y="110"/>
                    <a:pt x="207" y="39"/>
                    <a:pt x="153" y="6"/>
                  </a:cubicBezTo>
                  <a:cubicBezTo>
                    <a:pt x="139" y="2"/>
                    <a:pt x="126" y="1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"/>
            <p:cNvSpPr/>
            <p:nvPr/>
          </p:nvSpPr>
          <p:spPr>
            <a:xfrm>
              <a:off x="3986575" y="22771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33" y="21"/>
                    <a:pt x="0" y="87"/>
                    <a:pt x="17" y="157"/>
                  </a:cubicBezTo>
                  <a:cubicBezTo>
                    <a:pt x="17" y="190"/>
                    <a:pt x="33" y="227"/>
                    <a:pt x="70" y="244"/>
                  </a:cubicBezTo>
                  <a:cubicBezTo>
                    <a:pt x="87" y="260"/>
                    <a:pt x="103" y="260"/>
                    <a:pt x="136" y="260"/>
                  </a:cubicBezTo>
                  <a:cubicBezTo>
                    <a:pt x="174" y="260"/>
                    <a:pt x="190" y="244"/>
                    <a:pt x="207" y="206"/>
                  </a:cubicBezTo>
                  <a:cubicBezTo>
                    <a:pt x="223" y="173"/>
                    <a:pt x="239" y="140"/>
                    <a:pt x="223" y="103"/>
                  </a:cubicBezTo>
                  <a:cubicBezTo>
                    <a:pt x="223" y="70"/>
                    <a:pt x="207" y="54"/>
                    <a:pt x="190" y="21"/>
                  </a:cubicBezTo>
                  <a:lnTo>
                    <a:pt x="157" y="21"/>
                  </a:lnTo>
                  <a:cubicBezTo>
                    <a:pt x="157" y="0"/>
                    <a:pt x="157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"/>
            <p:cNvSpPr/>
            <p:nvPr/>
          </p:nvSpPr>
          <p:spPr>
            <a:xfrm>
              <a:off x="4022650" y="220892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3" y="1"/>
                  </a:moveTo>
                  <a:cubicBezTo>
                    <a:pt x="54" y="17"/>
                    <a:pt x="0" y="88"/>
                    <a:pt x="17" y="153"/>
                  </a:cubicBezTo>
                  <a:cubicBezTo>
                    <a:pt x="17" y="191"/>
                    <a:pt x="33" y="224"/>
                    <a:pt x="70" y="240"/>
                  </a:cubicBezTo>
                  <a:cubicBezTo>
                    <a:pt x="82" y="252"/>
                    <a:pt x="102" y="265"/>
                    <a:pt x="118" y="265"/>
                  </a:cubicBezTo>
                  <a:cubicBezTo>
                    <a:pt x="125" y="265"/>
                    <a:pt x="132" y="263"/>
                    <a:pt x="136" y="257"/>
                  </a:cubicBezTo>
                  <a:cubicBezTo>
                    <a:pt x="207" y="257"/>
                    <a:pt x="240" y="191"/>
                    <a:pt x="240" y="121"/>
                  </a:cubicBezTo>
                  <a:cubicBezTo>
                    <a:pt x="223" y="71"/>
                    <a:pt x="207" y="34"/>
                    <a:pt x="174" y="17"/>
                  </a:cubicBezTo>
                  <a:cubicBezTo>
                    <a:pt x="157" y="1"/>
                    <a:pt x="136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"/>
            <p:cNvSpPr/>
            <p:nvPr/>
          </p:nvSpPr>
          <p:spPr>
            <a:xfrm>
              <a:off x="4089225" y="2427550"/>
              <a:ext cx="6425" cy="6575"/>
            </a:xfrm>
            <a:custGeom>
              <a:avLst/>
              <a:gdLst/>
              <a:ahLst/>
              <a:cxnLst/>
              <a:rect l="l" t="t" r="r" b="b"/>
              <a:pathLst>
                <a:path w="257" h="263" extrusionOk="0">
                  <a:moveTo>
                    <a:pt x="137" y="1"/>
                  </a:moveTo>
                  <a:cubicBezTo>
                    <a:pt x="104" y="1"/>
                    <a:pt x="87" y="17"/>
                    <a:pt x="50" y="34"/>
                  </a:cubicBezTo>
                  <a:cubicBezTo>
                    <a:pt x="17" y="87"/>
                    <a:pt x="1" y="153"/>
                    <a:pt x="34" y="223"/>
                  </a:cubicBezTo>
                  <a:cubicBezTo>
                    <a:pt x="63" y="250"/>
                    <a:pt x="97" y="263"/>
                    <a:pt x="129" y="263"/>
                  </a:cubicBezTo>
                  <a:cubicBezTo>
                    <a:pt x="156" y="263"/>
                    <a:pt x="183" y="255"/>
                    <a:pt x="207" y="240"/>
                  </a:cubicBezTo>
                  <a:cubicBezTo>
                    <a:pt x="240" y="190"/>
                    <a:pt x="256" y="104"/>
                    <a:pt x="207" y="50"/>
                  </a:cubicBezTo>
                  <a:cubicBezTo>
                    <a:pt x="207" y="34"/>
                    <a:pt x="190" y="17"/>
                    <a:pt x="174" y="17"/>
                  </a:cubicBezTo>
                  <a:cubicBezTo>
                    <a:pt x="153" y="17"/>
                    <a:pt x="153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"/>
            <p:cNvSpPr/>
            <p:nvPr/>
          </p:nvSpPr>
          <p:spPr>
            <a:xfrm>
              <a:off x="4080675" y="23691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50" y="1"/>
                    <a:pt x="1" y="71"/>
                    <a:pt x="17" y="137"/>
                  </a:cubicBezTo>
                  <a:cubicBezTo>
                    <a:pt x="17" y="174"/>
                    <a:pt x="34" y="207"/>
                    <a:pt x="50" y="224"/>
                  </a:cubicBezTo>
                  <a:cubicBezTo>
                    <a:pt x="83" y="261"/>
                    <a:pt x="104" y="261"/>
                    <a:pt x="137" y="261"/>
                  </a:cubicBezTo>
                  <a:cubicBezTo>
                    <a:pt x="207" y="240"/>
                    <a:pt x="240" y="174"/>
                    <a:pt x="240" y="104"/>
                  </a:cubicBezTo>
                  <a:cubicBezTo>
                    <a:pt x="223" y="71"/>
                    <a:pt x="207" y="34"/>
                    <a:pt x="186" y="17"/>
                  </a:cubicBezTo>
                  <a:cubicBezTo>
                    <a:pt x="186" y="17"/>
                    <a:pt x="170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"/>
            <p:cNvSpPr/>
            <p:nvPr/>
          </p:nvSpPr>
          <p:spPr>
            <a:xfrm>
              <a:off x="4099550" y="222737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20" y="1"/>
                  </a:moveTo>
                  <a:cubicBezTo>
                    <a:pt x="87" y="1"/>
                    <a:pt x="50" y="1"/>
                    <a:pt x="33" y="34"/>
                  </a:cubicBezTo>
                  <a:cubicBezTo>
                    <a:pt x="17" y="55"/>
                    <a:pt x="0" y="88"/>
                    <a:pt x="0" y="121"/>
                  </a:cubicBezTo>
                  <a:cubicBezTo>
                    <a:pt x="0" y="158"/>
                    <a:pt x="0" y="191"/>
                    <a:pt x="17" y="207"/>
                  </a:cubicBezTo>
                  <a:cubicBezTo>
                    <a:pt x="33" y="240"/>
                    <a:pt x="70" y="261"/>
                    <a:pt x="87" y="261"/>
                  </a:cubicBezTo>
                  <a:cubicBezTo>
                    <a:pt x="120" y="261"/>
                    <a:pt x="153" y="261"/>
                    <a:pt x="173" y="224"/>
                  </a:cubicBezTo>
                  <a:cubicBezTo>
                    <a:pt x="223" y="191"/>
                    <a:pt x="223" y="104"/>
                    <a:pt x="190" y="55"/>
                  </a:cubicBezTo>
                  <a:cubicBezTo>
                    <a:pt x="173" y="34"/>
                    <a:pt x="17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"/>
            <p:cNvSpPr/>
            <p:nvPr/>
          </p:nvSpPr>
          <p:spPr>
            <a:xfrm>
              <a:off x="4084900" y="2444675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04" y="0"/>
                  </a:moveTo>
                  <a:cubicBezTo>
                    <a:pt x="71" y="21"/>
                    <a:pt x="54" y="37"/>
                    <a:pt x="38" y="54"/>
                  </a:cubicBezTo>
                  <a:cubicBezTo>
                    <a:pt x="17" y="87"/>
                    <a:pt x="1" y="124"/>
                    <a:pt x="17" y="157"/>
                  </a:cubicBezTo>
                  <a:cubicBezTo>
                    <a:pt x="17" y="190"/>
                    <a:pt x="38" y="227"/>
                    <a:pt x="54" y="243"/>
                  </a:cubicBezTo>
                  <a:cubicBezTo>
                    <a:pt x="78" y="255"/>
                    <a:pt x="93" y="267"/>
                    <a:pt x="113" y="267"/>
                  </a:cubicBezTo>
                  <a:cubicBezTo>
                    <a:pt x="121" y="267"/>
                    <a:pt x="130" y="265"/>
                    <a:pt x="141" y="260"/>
                  </a:cubicBezTo>
                  <a:cubicBezTo>
                    <a:pt x="190" y="260"/>
                    <a:pt x="244" y="190"/>
                    <a:pt x="223" y="124"/>
                  </a:cubicBezTo>
                  <a:cubicBezTo>
                    <a:pt x="223" y="87"/>
                    <a:pt x="207" y="54"/>
                    <a:pt x="190" y="37"/>
                  </a:cubicBezTo>
                  <a:cubicBezTo>
                    <a:pt x="174" y="21"/>
                    <a:pt x="174" y="21"/>
                    <a:pt x="157" y="21"/>
                  </a:cubicBezTo>
                  <a:cubicBezTo>
                    <a:pt x="141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"/>
            <p:cNvSpPr/>
            <p:nvPr/>
          </p:nvSpPr>
          <p:spPr>
            <a:xfrm>
              <a:off x="4092625" y="2459800"/>
              <a:ext cx="6125" cy="6425"/>
            </a:xfrm>
            <a:custGeom>
              <a:avLst/>
              <a:gdLst/>
              <a:ahLst/>
              <a:cxnLst/>
              <a:rect l="l" t="t" r="r" b="b"/>
              <a:pathLst>
                <a:path w="245" h="257" extrusionOk="0">
                  <a:moveTo>
                    <a:pt x="113" y="1"/>
                  </a:moveTo>
                  <a:cubicBezTo>
                    <a:pt x="72" y="1"/>
                    <a:pt x="32" y="32"/>
                    <a:pt x="17" y="84"/>
                  </a:cubicBezTo>
                  <a:cubicBezTo>
                    <a:pt x="1" y="154"/>
                    <a:pt x="17" y="220"/>
                    <a:pt x="87" y="257"/>
                  </a:cubicBezTo>
                  <a:lnTo>
                    <a:pt x="141" y="257"/>
                  </a:lnTo>
                  <a:cubicBezTo>
                    <a:pt x="174" y="257"/>
                    <a:pt x="207" y="220"/>
                    <a:pt x="223" y="170"/>
                  </a:cubicBezTo>
                  <a:cubicBezTo>
                    <a:pt x="244" y="137"/>
                    <a:pt x="223" y="84"/>
                    <a:pt x="207" y="51"/>
                  </a:cubicBezTo>
                  <a:cubicBezTo>
                    <a:pt x="190" y="34"/>
                    <a:pt x="174" y="13"/>
                    <a:pt x="158" y="13"/>
                  </a:cubicBezTo>
                  <a:cubicBezTo>
                    <a:pt x="143" y="5"/>
                    <a:pt x="128" y="1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"/>
            <p:cNvSpPr/>
            <p:nvPr/>
          </p:nvSpPr>
          <p:spPr>
            <a:xfrm>
              <a:off x="4099950" y="2194850"/>
              <a:ext cx="5600" cy="6700"/>
            </a:xfrm>
            <a:custGeom>
              <a:avLst/>
              <a:gdLst/>
              <a:ahLst/>
              <a:cxnLst/>
              <a:rect l="l" t="t" r="r" b="b"/>
              <a:pathLst>
                <a:path w="224" h="268" extrusionOk="0">
                  <a:moveTo>
                    <a:pt x="102" y="0"/>
                  </a:moveTo>
                  <a:cubicBezTo>
                    <a:pt x="87" y="0"/>
                    <a:pt x="71" y="5"/>
                    <a:pt x="54" y="16"/>
                  </a:cubicBezTo>
                  <a:cubicBezTo>
                    <a:pt x="34" y="32"/>
                    <a:pt x="17" y="65"/>
                    <a:pt x="1" y="82"/>
                  </a:cubicBezTo>
                  <a:lnTo>
                    <a:pt x="1" y="168"/>
                  </a:lnTo>
                  <a:cubicBezTo>
                    <a:pt x="17" y="201"/>
                    <a:pt x="34" y="238"/>
                    <a:pt x="71" y="255"/>
                  </a:cubicBezTo>
                  <a:cubicBezTo>
                    <a:pt x="84" y="263"/>
                    <a:pt x="98" y="268"/>
                    <a:pt x="113" y="268"/>
                  </a:cubicBezTo>
                  <a:cubicBezTo>
                    <a:pt x="154" y="268"/>
                    <a:pt x="195" y="236"/>
                    <a:pt x="207" y="185"/>
                  </a:cubicBezTo>
                  <a:cubicBezTo>
                    <a:pt x="223" y="119"/>
                    <a:pt x="207" y="32"/>
                    <a:pt x="137" y="16"/>
                  </a:cubicBezTo>
                  <a:cubicBezTo>
                    <a:pt x="128" y="5"/>
                    <a:pt x="116" y="0"/>
                    <a:pt x="1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"/>
            <p:cNvSpPr/>
            <p:nvPr/>
          </p:nvSpPr>
          <p:spPr>
            <a:xfrm>
              <a:off x="4096550" y="241375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4" y="0"/>
                  </a:moveTo>
                  <a:cubicBezTo>
                    <a:pt x="50" y="21"/>
                    <a:pt x="1" y="87"/>
                    <a:pt x="17" y="157"/>
                  </a:cubicBezTo>
                  <a:cubicBezTo>
                    <a:pt x="17" y="190"/>
                    <a:pt x="33" y="227"/>
                    <a:pt x="50" y="243"/>
                  </a:cubicBezTo>
                  <a:cubicBezTo>
                    <a:pt x="76" y="255"/>
                    <a:pt x="92" y="267"/>
                    <a:pt x="111" y="267"/>
                  </a:cubicBezTo>
                  <a:cubicBezTo>
                    <a:pt x="119" y="267"/>
                    <a:pt x="127" y="265"/>
                    <a:pt x="137" y="260"/>
                  </a:cubicBezTo>
                  <a:cubicBezTo>
                    <a:pt x="207" y="260"/>
                    <a:pt x="240" y="190"/>
                    <a:pt x="223" y="124"/>
                  </a:cubicBezTo>
                  <a:cubicBezTo>
                    <a:pt x="223" y="87"/>
                    <a:pt x="207" y="54"/>
                    <a:pt x="190" y="37"/>
                  </a:cubicBezTo>
                  <a:cubicBezTo>
                    <a:pt x="170" y="21"/>
                    <a:pt x="170" y="21"/>
                    <a:pt x="153" y="21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"/>
            <p:cNvSpPr/>
            <p:nvPr/>
          </p:nvSpPr>
          <p:spPr>
            <a:xfrm>
              <a:off x="4084500" y="2402100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28" y="0"/>
                  </a:moveTo>
                  <a:cubicBezTo>
                    <a:pt x="81" y="0"/>
                    <a:pt x="30" y="33"/>
                    <a:pt x="17" y="91"/>
                  </a:cubicBezTo>
                  <a:cubicBezTo>
                    <a:pt x="0" y="157"/>
                    <a:pt x="17" y="227"/>
                    <a:pt x="87" y="260"/>
                  </a:cubicBezTo>
                  <a:cubicBezTo>
                    <a:pt x="96" y="264"/>
                    <a:pt x="106" y="266"/>
                    <a:pt x="116" y="266"/>
                  </a:cubicBezTo>
                  <a:cubicBezTo>
                    <a:pt x="161" y="266"/>
                    <a:pt x="209" y="231"/>
                    <a:pt x="223" y="178"/>
                  </a:cubicBezTo>
                  <a:cubicBezTo>
                    <a:pt x="239" y="107"/>
                    <a:pt x="223" y="37"/>
                    <a:pt x="157" y="4"/>
                  </a:cubicBezTo>
                  <a:cubicBezTo>
                    <a:pt x="148" y="2"/>
                    <a:pt x="138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"/>
            <p:cNvSpPr/>
            <p:nvPr/>
          </p:nvSpPr>
          <p:spPr>
            <a:xfrm>
              <a:off x="4079325" y="2245325"/>
              <a:ext cx="6025" cy="6625"/>
            </a:xfrm>
            <a:custGeom>
              <a:avLst/>
              <a:gdLst/>
              <a:ahLst/>
              <a:cxnLst/>
              <a:rect l="l" t="t" r="r" b="b"/>
              <a:pathLst>
                <a:path w="241" h="265" extrusionOk="0">
                  <a:moveTo>
                    <a:pt x="129" y="0"/>
                  </a:moveTo>
                  <a:cubicBezTo>
                    <a:pt x="82" y="0"/>
                    <a:pt x="31" y="33"/>
                    <a:pt x="17" y="91"/>
                  </a:cubicBezTo>
                  <a:cubicBezTo>
                    <a:pt x="1" y="161"/>
                    <a:pt x="17" y="227"/>
                    <a:pt x="88" y="264"/>
                  </a:cubicBezTo>
                  <a:lnTo>
                    <a:pt x="137" y="264"/>
                  </a:lnTo>
                  <a:cubicBezTo>
                    <a:pt x="174" y="264"/>
                    <a:pt x="207" y="227"/>
                    <a:pt x="224" y="178"/>
                  </a:cubicBezTo>
                  <a:cubicBezTo>
                    <a:pt x="240" y="141"/>
                    <a:pt x="224" y="75"/>
                    <a:pt x="207" y="37"/>
                  </a:cubicBezTo>
                  <a:cubicBezTo>
                    <a:pt x="191" y="37"/>
                    <a:pt x="174" y="21"/>
                    <a:pt x="158" y="4"/>
                  </a:cubicBezTo>
                  <a:cubicBezTo>
                    <a:pt x="149" y="2"/>
                    <a:pt x="139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"/>
            <p:cNvSpPr/>
            <p:nvPr/>
          </p:nvSpPr>
          <p:spPr>
            <a:xfrm>
              <a:off x="4081100" y="2324075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103" y="0"/>
                  </a:moveTo>
                  <a:cubicBezTo>
                    <a:pt x="33" y="17"/>
                    <a:pt x="0" y="66"/>
                    <a:pt x="0" y="153"/>
                  </a:cubicBezTo>
                  <a:cubicBezTo>
                    <a:pt x="17" y="223"/>
                    <a:pt x="66" y="256"/>
                    <a:pt x="120" y="256"/>
                  </a:cubicBezTo>
                  <a:cubicBezTo>
                    <a:pt x="153" y="256"/>
                    <a:pt x="190" y="223"/>
                    <a:pt x="206" y="206"/>
                  </a:cubicBezTo>
                  <a:cubicBezTo>
                    <a:pt x="223" y="169"/>
                    <a:pt x="223" y="136"/>
                    <a:pt x="223" y="103"/>
                  </a:cubicBezTo>
                  <a:cubicBezTo>
                    <a:pt x="223" y="66"/>
                    <a:pt x="206" y="33"/>
                    <a:pt x="169" y="17"/>
                  </a:cubicBezTo>
                  <a:cubicBezTo>
                    <a:pt x="169" y="17"/>
                    <a:pt x="153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"/>
            <p:cNvSpPr/>
            <p:nvPr/>
          </p:nvSpPr>
          <p:spPr>
            <a:xfrm>
              <a:off x="4076350" y="241537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25" y="1"/>
                  </a:moveTo>
                  <a:cubicBezTo>
                    <a:pt x="81" y="1"/>
                    <a:pt x="30" y="31"/>
                    <a:pt x="17" y="75"/>
                  </a:cubicBezTo>
                  <a:cubicBezTo>
                    <a:pt x="0" y="141"/>
                    <a:pt x="17" y="228"/>
                    <a:pt x="87" y="244"/>
                  </a:cubicBezTo>
                  <a:cubicBezTo>
                    <a:pt x="100" y="254"/>
                    <a:pt x="116" y="259"/>
                    <a:pt x="131" y="259"/>
                  </a:cubicBezTo>
                  <a:cubicBezTo>
                    <a:pt x="171" y="259"/>
                    <a:pt x="211" y="226"/>
                    <a:pt x="223" y="178"/>
                  </a:cubicBezTo>
                  <a:cubicBezTo>
                    <a:pt x="240" y="108"/>
                    <a:pt x="223" y="38"/>
                    <a:pt x="153" y="5"/>
                  </a:cubicBezTo>
                  <a:cubicBezTo>
                    <a:pt x="144" y="2"/>
                    <a:pt x="135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"/>
            <p:cNvSpPr/>
            <p:nvPr/>
          </p:nvSpPr>
          <p:spPr>
            <a:xfrm>
              <a:off x="4076350" y="22592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2" y="1"/>
                  </a:moveTo>
                  <a:cubicBezTo>
                    <a:pt x="59" y="1"/>
                    <a:pt x="24" y="33"/>
                    <a:pt x="0" y="81"/>
                  </a:cubicBezTo>
                  <a:lnTo>
                    <a:pt x="0" y="151"/>
                  </a:lnTo>
                  <a:cubicBezTo>
                    <a:pt x="0" y="184"/>
                    <a:pt x="33" y="238"/>
                    <a:pt x="71" y="255"/>
                  </a:cubicBezTo>
                  <a:cubicBezTo>
                    <a:pt x="79" y="259"/>
                    <a:pt x="89" y="261"/>
                    <a:pt x="100" y="261"/>
                  </a:cubicBezTo>
                  <a:cubicBezTo>
                    <a:pt x="129" y="261"/>
                    <a:pt x="163" y="246"/>
                    <a:pt x="190" y="222"/>
                  </a:cubicBezTo>
                  <a:cubicBezTo>
                    <a:pt x="190" y="222"/>
                    <a:pt x="207" y="201"/>
                    <a:pt x="207" y="184"/>
                  </a:cubicBezTo>
                  <a:cubicBezTo>
                    <a:pt x="240" y="118"/>
                    <a:pt x="207" y="32"/>
                    <a:pt x="153" y="15"/>
                  </a:cubicBezTo>
                  <a:cubicBezTo>
                    <a:pt x="135" y="5"/>
                    <a:pt x="118" y="1"/>
                    <a:pt x="1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"/>
            <p:cNvSpPr/>
            <p:nvPr/>
          </p:nvSpPr>
          <p:spPr>
            <a:xfrm>
              <a:off x="4074600" y="2309425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87" y="1"/>
                  </a:moveTo>
                  <a:cubicBezTo>
                    <a:pt x="37" y="17"/>
                    <a:pt x="0" y="87"/>
                    <a:pt x="0" y="153"/>
                  </a:cubicBezTo>
                  <a:cubicBezTo>
                    <a:pt x="0" y="190"/>
                    <a:pt x="17" y="207"/>
                    <a:pt x="54" y="240"/>
                  </a:cubicBezTo>
                  <a:cubicBezTo>
                    <a:pt x="70" y="256"/>
                    <a:pt x="103" y="256"/>
                    <a:pt x="120" y="256"/>
                  </a:cubicBezTo>
                  <a:cubicBezTo>
                    <a:pt x="190" y="240"/>
                    <a:pt x="223" y="174"/>
                    <a:pt x="223" y="104"/>
                  </a:cubicBezTo>
                  <a:cubicBezTo>
                    <a:pt x="223" y="71"/>
                    <a:pt x="206" y="50"/>
                    <a:pt x="173" y="17"/>
                  </a:cubicBezTo>
                  <a:cubicBezTo>
                    <a:pt x="173" y="17"/>
                    <a:pt x="15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"/>
            <p:cNvSpPr/>
            <p:nvPr/>
          </p:nvSpPr>
          <p:spPr>
            <a:xfrm>
              <a:off x="4072425" y="23544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1" y="0"/>
                  </a:moveTo>
                  <a:cubicBezTo>
                    <a:pt x="124" y="0"/>
                    <a:pt x="87" y="0"/>
                    <a:pt x="54" y="38"/>
                  </a:cubicBezTo>
                  <a:cubicBezTo>
                    <a:pt x="21" y="71"/>
                    <a:pt x="1" y="157"/>
                    <a:pt x="54" y="207"/>
                  </a:cubicBezTo>
                  <a:cubicBezTo>
                    <a:pt x="71" y="244"/>
                    <a:pt x="87" y="260"/>
                    <a:pt x="124" y="260"/>
                  </a:cubicBezTo>
                  <a:cubicBezTo>
                    <a:pt x="157" y="260"/>
                    <a:pt x="174" y="260"/>
                    <a:pt x="207" y="227"/>
                  </a:cubicBezTo>
                  <a:cubicBezTo>
                    <a:pt x="228" y="207"/>
                    <a:pt x="244" y="174"/>
                    <a:pt x="244" y="141"/>
                  </a:cubicBezTo>
                  <a:cubicBezTo>
                    <a:pt x="244" y="104"/>
                    <a:pt x="244" y="71"/>
                    <a:pt x="228" y="54"/>
                  </a:cubicBezTo>
                  <a:cubicBezTo>
                    <a:pt x="207" y="38"/>
                    <a:pt x="190" y="21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"/>
            <p:cNvSpPr/>
            <p:nvPr/>
          </p:nvSpPr>
          <p:spPr>
            <a:xfrm>
              <a:off x="4066875" y="219945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54" y="17"/>
                    <a:pt x="0" y="87"/>
                    <a:pt x="17" y="157"/>
                  </a:cubicBezTo>
                  <a:cubicBezTo>
                    <a:pt x="17" y="190"/>
                    <a:pt x="37" y="207"/>
                    <a:pt x="54" y="244"/>
                  </a:cubicBezTo>
                  <a:cubicBezTo>
                    <a:pt x="87" y="260"/>
                    <a:pt x="120" y="260"/>
                    <a:pt x="140" y="260"/>
                  </a:cubicBezTo>
                  <a:cubicBezTo>
                    <a:pt x="206" y="244"/>
                    <a:pt x="243" y="174"/>
                    <a:pt x="243" y="104"/>
                  </a:cubicBezTo>
                  <a:cubicBezTo>
                    <a:pt x="223" y="71"/>
                    <a:pt x="206" y="54"/>
                    <a:pt x="190" y="17"/>
                  </a:cubicBezTo>
                  <a:cubicBezTo>
                    <a:pt x="190" y="17"/>
                    <a:pt x="173" y="17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"/>
            <p:cNvSpPr/>
            <p:nvPr/>
          </p:nvSpPr>
          <p:spPr>
            <a:xfrm>
              <a:off x="4064700" y="2219250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24" y="0"/>
                  </a:moveTo>
                  <a:cubicBezTo>
                    <a:pt x="104" y="0"/>
                    <a:pt x="71" y="17"/>
                    <a:pt x="54" y="33"/>
                  </a:cubicBezTo>
                  <a:cubicBezTo>
                    <a:pt x="21" y="50"/>
                    <a:pt x="1" y="87"/>
                    <a:pt x="1" y="120"/>
                  </a:cubicBezTo>
                  <a:cubicBezTo>
                    <a:pt x="1" y="153"/>
                    <a:pt x="21" y="190"/>
                    <a:pt x="38" y="206"/>
                  </a:cubicBezTo>
                  <a:cubicBezTo>
                    <a:pt x="57" y="247"/>
                    <a:pt x="88" y="264"/>
                    <a:pt x="121" y="264"/>
                  </a:cubicBezTo>
                  <a:cubicBezTo>
                    <a:pt x="145" y="264"/>
                    <a:pt x="169" y="255"/>
                    <a:pt x="190" y="239"/>
                  </a:cubicBezTo>
                  <a:cubicBezTo>
                    <a:pt x="227" y="190"/>
                    <a:pt x="244" y="103"/>
                    <a:pt x="207" y="50"/>
                  </a:cubicBezTo>
                  <a:cubicBezTo>
                    <a:pt x="190" y="33"/>
                    <a:pt x="174" y="17"/>
                    <a:pt x="157" y="17"/>
                  </a:cubicBezTo>
                  <a:cubicBezTo>
                    <a:pt x="141" y="0"/>
                    <a:pt x="141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"/>
            <p:cNvSpPr/>
            <p:nvPr/>
          </p:nvSpPr>
          <p:spPr>
            <a:xfrm>
              <a:off x="3867625" y="237715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39" y="0"/>
                  </a:moveTo>
                  <a:cubicBezTo>
                    <a:pt x="86" y="0"/>
                    <a:pt x="44" y="33"/>
                    <a:pt x="17" y="91"/>
                  </a:cubicBezTo>
                  <a:cubicBezTo>
                    <a:pt x="1" y="161"/>
                    <a:pt x="34" y="227"/>
                    <a:pt x="87" y="264"/>
                  </a:cubicBezTo>
                  <a:lnTo>
                    <a:pt x="137" y="264"/>
                  </a:lnTo>
                  <a:cubicBezTo>
                    <a:pt x="174" y="264"/>
                    <a:pt x="207" y="227"/>
                    <a:pt x="223" y="178"/>
                  </a:cubicBezTo>
                  <a:cubicBezTo>
                    <a:pt x="240" y="124"/>
                    <a:pt x="240" y="75"/>
                    <a:pt x="207" y="42"/>
                  </a:cubicBezTo>
                  <a:cubicBezTo>
                    <a:pt x="190" y="42"/>
                    <a:pt x="190" y="21"/>
                    <a:pt x="174" y="5"/>
                  </a:cubicBezTo>
                  <a:cubicBezTo>
                    <a:pt x="162" y="2"/>
                    <a:pt x="150" y="0"/>
                    <a:pt x="1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"/>
            <p:cNvSpPr/>
            <p:nvPr/>
          </p:nvSpPr>
          <p:spPr>
            <a:xfrm>
              <a:off x="4054400" y="2186150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03" y="1"/>
                  </a:moveTo>
                  <a:cubicBezTo>
                    <a:pt x="37" y="17"/>
                    <a:pt x="0" y="87"/>
                    <a:pt x="0" y="157"/>
                  </a:cubicBezTo>
                  <a:cubicBezTo>
                    <a:pt x="21" y="190"/>
                    <a:pt x="21" y="223"/>
                    <a:pt x="54" y="240"/>
                  </a:cubicBezTo>
                  <a:cubicBezTo>
                    <a:pt x="66" y="255"/>
                    <a:pt x="86" y="267"/>
                    <a:pt x="110" y="267"/>
                  </a:cubicBezTo>
                  <a:cubicBezTo>
                    <a:pt x="120" y="267"/>
                    <a:pt x="130" y="265"/>
                    <a:pt x="140" y="261"/>
                  </a:cubicBezTo>
                  <a:cubicBezTo>
                    <a:pt x="190" y="261"/>
                    <a:pt x="243" y="190"/>
                    <a:pt x="227" y="120"/>
                  </a:cubicBezTo>
                  <a:cubicBezTo>
                    <a:pt x="227" y="87"/>
                    <a:pt x="206" y="54"/>
                    <a:pt x="173" y="34"/>
                  </a:cubicBezTo>
                  <a:cubicBezTo>
                    <a:pt x="173" y="17"/>
                    <a:pt x="157" y="17"/>
                    <a:pt x="157" y="17"/>
                  </a:cubicBezTo>
                  <a:cubicBezTo>
                    <a:pt x="140" y="1"/>
                    <a:pt x="12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"/>
            <p:cNvSpPr/>
            <p:nvPr/>
          </p:nvSpPr>
          <p:spPr>
            <a:xfrm>
              <a:off x="4069025" y="227665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29" y="1"/>
                  </a:moveTo>
                  <a:cubicBezTo>
                    <a:pt x="81" y="1"/>
                    <a:pt x="31" y="33"/>
                    <a:pt x="17" y="91"/>
                  </a:cubicBezTo>
                  <a:cubicBezTo>
                    <a:pt x="1" y="145"/>
                    <a:pt x="17" y="227"/>
                    <a:pt x="87" y="248"/>
                  </a:cubicBezTo>
                  <a:cubicBezTo>
                    <a:pt x="104" y="265"/>
                    <a:pt x="120" y="265"/>
                    <a:pt x="137" y="265"/>
                  </a:cubicBezTo>
                  <a:cubicBezTo>
                    <a:pt x="174" y="265"/>
                    <a:pt x="207" y="227"/>
                    <a:pt x="223" y="178"/>
                  </a:cubicBezTo>
                  <a:cubicBezTo>
                    <a:pt x="240" y="124"/>
                    <a:pt x="223" y="75"/>
                    <a:pt x="207" y="42"/>
                  </a:cubicBezTo>
                  <a:cubicBezTo>
                    <a:pt x="190" y="21"/>
                    <a:pt x="174" y="21"/>
                    <a:pt x="157" y="5"/>
                  </a:cubicBezTo>
                  <a:cubicBezTo>
                    <a:pt x="148" y="2"/>
                    <a:pt x="139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"/>
            <p:cNvSpPr/>
            <p:nvPr/>
          </p:nvSpPr>
          <p:spPr>
            <a:xfrm>
              <a:off x="4059550" y="231067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3" y="0"/>
                  </a:moveTo>
                  <a:cubicBezTo>
                    <a:pt x="54" y="0"/>
                    <a:pt x="0" y="70"/>
                    <a:pt x="21" y="140"/>
                  </a:cubicBezTo>
                  <a:cubicBezTo>
                    <a:pt x="21" y="190"/>
                    <a:pt x="37" y="227"/>
                    <a:pt x="70" y="243"/>
                  </a:cubicBezTo>
                  <a:cubicBezTo>
                    <a:pt x="87" y="260"/>
                    <a:pt x="124" y="260"/>
                    <a:pt x="141" y="260"/>
                  </a:cubicBezTo>
                  <a:cubicBezTo>
                    <a:pt x="174" y="243"/>
                    <a:pt x="190" y="227"/>
                    <a:pt x="207" y="206"/>
                  </a:cubicBezTo>
                  <a:cubicBezTo>
                    <a:pt x="227" y="173"/>
                    <a:pt x="244" y="140"/>
                    <a:pt x="227" y="103"/>
                  </a:cubicBezTo>
                  <a:cubicBezTo>
                    <a:pt x="227" y="70"/>
                    <a:pt x="207" y="37"/>
                    <a:pt x="190" y="21"/>
                  </a:cubicBezTo>
                  <a:cubicBezTo>
                    <a:pt x="174" y="21"/>
                    <a:pt x="174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"/>
            <p:cNvSpPr/>
            <p:nvPr/>
          </p:nvSpPr>
          <p:spPr>
            <a:xfrm>
              <a:off x="3959050" y="2188575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12" y="0"/>
                  </a:moveTo>
                  <a:cubicBezTo>
                    <a:pt x="93" y="0"/>
                    <a:pt x="77" y="12"/>
                    <a:pt x="54" y="23"/>
                  </a:cubicBezTo>
                  <a:cubicBezTo>
                    <a:pt x="21" y="77"/>
                    <a:pt x="1" y="164"/>
                    <a:pt x="38" y="213"/>
                  </a:cubicBezTo>
                  <a:cubicBezTo>
                    <a:pt x="54" y="229"/>
                    <a:pt x="87" y="246"/>
                    <a:pt x="124" y="267"/>
                  </a:cubicBezTo>
                  <a:cubicBezTo>
                    <a:pt x="141" y="267"/>
                    <a:pt x="174" y="246"/>
                    <a:pt x="190" y="229"/>
                  </a:cubicBezTo>
                  <a:cubicBezTo>
                    <a:pt x="227" y="213"/>
                    <a:pt x="244" y="180"/>
                    <a:pt x="244" y="143"/>
                  </a:cubicBezTo>
                  <a:cubicBezTo>
                    <a:pt x="244" y="110"/>
                    <a:pt x="244" y="77"/>
                    <a:pt x="207" y="40"/>
                  </a:cubicBezTo>
                  <a:cubicBezTo>
                    <a:pt x="207" y="23"/>
                    <a:pt x="190" y="7"/>
                    <a:pt x="174" y="7"/>
                  </a:cubicBezTo>
                  <a:lnTo>
                    <a:pt x="141" y="7"/>
                  </a:lnTo>
                  <a:cubicBezTo>
                    <a:pt x="130" y="2"/>
                    <a:pt x="121" y="0"/>
                    <a:pt x="1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"/>
            <p:cNvSpPr/>
            <p:nvPr/>
          </p:nvSpPr>
          <p:spPr>
            <a:xfrm>
              <a:off x="4077575" y="2212750"/>
              <a:ext cx="5700" cy="6700"/>
            </a:xfrm>
            <a:custGeom>
              <a:avLst/>
              <a:gdLst/>
              <a:ahLst/>
              <a:cxnLst/>
              <a:rect l="l" t="t" r="r" b="b"/>
              <a:pathLst>
                <a:path w="228" h="268" extrusionOk="0">
                  <a:moveTo>
                    <a:pt x="87" y="0"/>
                  </a:moveTo>
                  <a:cubicBezTo>
                    <a:pt x="71" y="21"/>
                    <a:pt x="38" y="38"/>
                    <a:pt x="22" y="54"/>
                  </a:cubicBezTo>
                  <a:cubicBezTo>
                    <a:pt x="1" y="87"/>
                    <a:pt x="1" y="124"/>
                    <a:pt x="1" y="157"/>
                  </a:cubicBezTo>
                  <a:cubicBezTo>
                    <a:pt x="1" y="190"/>
                    <a:pt x="22" y="227"/>
                    <a:pt x="38" y="244"/>
                  </a:cubicBezTo>
                  <a:cubicBezTo>
                    <a:pt x="61" y="255"/>
                    <a:pt x="85" y="267"/>
                    <a:pt x="104" y="267"/>
                  </a:cubicBezTo>
                  <a:cubicBezTo>
                    <a:pt x="111" y="267"/>
                    <a:pt x="119" y="265"/>
                    <a:pt x="125" y="260"/>
                  </a:cubicBezTo>
                  <a:cubicBezTo>
                    <a:pt x="191" y="260"/>
                    <a:pt x="228" y="190"/>
                    <a:pt x="228" y="124"/>
                  </a:cubicBezTo>
                  <a:cubicBezTo>
                    <a:pt x="207" y="87"/>
                    <a:pt x="191" y="54"/>
                    <a:pt x="174" y="38"/>
                  </a:cubicBezTo>
                  <a:cubicBezTo>
                    <a:pt x="174" y="21"/>
                    <a:pt x="158" y="21"/>
                    <a:pt x="158" y="21"/>
                  </a:cubicBezTo>
                  <a:cubicBezTo>
                    <a:pt x="125" y="0"/>
                    <a:pt x="104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"/>
            <p:cNvSpPr/>
            <p:nvPr/>
          </p:nvSpPr>
          <p:spPr>
            <a:xfrm>
              <a:off x="4090475" y="2257900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03" y="0"/>
                  </a:moveTo>
                  <a:cubicBezTo>
                    <a:pt x="70" y="0"/>
                    <a:pt x="54" y="33"/>
                    <a:pt x="37" y="50"/>
                  </a:cubicBezTo>
                  <a:cubicBezTo>
                    <a:pt x="21" y="87"/>
                    <a:pt x="0" y="120"/>
                    <a:pt x="21" y="153"/>
                  </a:cubicBezTo>
                  <a:cubicBezTo>
                    <a:pt x="21" y="190"/>
                    <a:pt x="37" y="223"/>
                    <a:pt x="54" y="239"/>
                  </a:cubicBezTo>
                  <a:cubicBezTo>
                    <a:pt x="87" y="256"/>
                    <a:pt x="103" y="256"/>
                    <a:pt x="140" y="256"/>
                  </a:cubicBezTo>
                  <a:cubicBezTo>
                    <a:pt x="206" y="256"/>
                    <a:pt x="244" y="190"/>
                    <a:pt x="227" y="120"/>
                  </a:cubicBezTo>
                  <a:cubicBezTo>
                    <a:pt x="227" y="87"/>
                    <a:pt x="206" y="50"/>
                    <a:pt x="190" y="33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40" y="0"/>
                    <a:pt x="12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"/>
            <p:cNvSpPr/>
            <p:nvPr/>
          </p:nvSpPr>
          <p:spPr>
            <a:xfrm>
              <a:off x="4092225" y="22113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0" y="1"/>
                  </a:moveTo>
                  <a:cubicBezTo>
                    <a:pt x="114" y="1"/>
                    <a:pt x="109" y="3"/>
                    <a:pt x="103" y="8"/>
                  </a:cubicBezTo>
                  <a:cubicBezTo>
                    <a:pt x="54" y="8"/>
                    <a:pt x="0" y="78"/>
                    <a:pt x="17" y="144"/>
                  </a:cubicBezTo>
                  <a:cubicBezTo>
                    <a:pt x="17" y="198"/>
                    <a:pt x="33" y="214"/>
                    <a:pt x="70" y="247"/>
                  </a:cubicBezTo>
                  <a:cubicBezTo>
                    <a:pt x="87" y="247"/>
                    <a:pt x="120" y="264"/>
                    <a:pt x="136" y="264"/>
                  </a:cubicBezTo>
                  <a:cubicBezTo>
                    <a:pt x="174" y="247"/>
                    <a:pt x="206" y="231"/>
                    <a:pt x="223" y="214"/>
                  </a:cubicBezTo>
                  <a:cubicBezTo>
                    <a:pt x="239" y="181"/>
                    <a:pt x="239" y="144"/>
                    <a:pt x="239" y="111"/>
                  </a:cubicBezTo>
                  <a:cubicBezTo>
                    <a:pt x="223" y="78"/>
                    <a:pt x="223" y="41"/>
                    <a:pt x="190" y="25"/>
                  </a:cubicBezTo>
                  <a:lnTo>
                    <a:pt x="174" y="8"/>
                  </a:lnTo>
                  <a:lnTo>
                    <a:pt x="157" y="8"/>
                  </a:lnTo>
                  <a:cubicBezTo>
                    <a:pt x="143" y="8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"/>
            <p:cNvSpPr/>
            <p:nvPr/>
          </p:nvSpPr>
          <p:spPr>
            <a:xfrm>
              <a:off x="4084900" y="222790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22" y="0"/>
                  </a:moveTo>
                  <a:cubicBezTo>
                    <a:pt x="78" y="0"/>
                    <a:pt x="44" y="32"/>
                    <a:pt x="17" y="83"/>
                  </a:cubicBezTo>
                  <a:cubicBezTo>
                    <a:pt x="1" y="153"/>
                    <a:pt x="38" y="219"/>
                    <a:pt x="87" y="256"/>
                  </a:cubicBezTo>
                  <a:lnTo>
                    <a:pt x="141" y="256"/>
                  </a:lnTo>
                  <a:cubicBezTo>
                    <a:pt x="174" y="256"/>
                    <a:pt x="207" y="219"/>
                    <a:pt x="223" y="186"/>
                  </a:cubicBezTo>
                  <a:cubicBezTo>
                    <a:pt x="244" y="137"/>
                    <a:pt x="244" y="83"/>
                    <a:pt x="207" y="50"/>
                  </a:cubicBezTo>
                  <a:cubicBezTo>
                    <a:pt x="190" y="34"/>
                    <a:pt x="190" y="13"/>
                    <a:pt x="174" y="13"/>
                  </a:cubicBezTo>
                  <a:cubicBezTo>
                    <a:pt x="155" y="4"/>
                    <a:pt x="138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"/>
            <p:cNvSpPr/>
            <p:nvPr/>
          </p:nvSpPr>
          <p:spPr>
            <a:xfrm>
              <a:off x="4072950" y="223172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3" y="0"/>
                  </a:moveTo>
                  <a:cubicBezTo>
                    <a:pt x="50" y="17"/>
                    <a:pt x="0" y="87"/>
                    <a:pt x="17" y="153"/>
                  </a:cubicBezTo>
                  <a:cubicBezTo>
                    <a:pt x="17" y="190"/>
                    <a:pt x="33" y="223"/>
                    <a:pt x="50" y="239"/>
                  </a:cubicBezTo>
                  <a:cubicBezTo>
                    <a:pt x="73" y="251"/>
                    <a:pt x="90" y="263"/>
                    <a:pt x="110" y="263"/>
                  </a:cubicBezTo>
                  <a:cubicBezTo>
                    <a:pt x="118" y="263"/>
                    <a:pt x="127" y="261"/>
                    <a:pt x="136" y="256"/>
                  </a:cubicBezTo>
                  <a:cubicBezTo>
                    <a:pt x="169" y="256"/>
                    <a:pt x="186" y="239"/>
                    <a:pt x="207" y="206"/>
                  </a:cubicBezTo>
                  <a:cubicBezTo>
                    <a:pt x="223" y="190"/>
                    <a:pt x="239" y="153"/>
                    <a:pt x="239" y="120"/>
                  </a:cubicBezTo>
                  <a:cubicBezTo>
                    <a:pt x="223" y="87"/>
                    <a:pt x="207" y="50"/>
                    <a:pt x="186" y="33"/>
                  </a:cubicBezTo>
                  <a:cubicBezTo>
                    <a:pt x="169" y="17"/>
                    <a:pt x="169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"/>
            <p:cNvSpPr/>
            <p:nvPr/>
          </p:nvSpPr>
          <p:spPr>
            <a:xfrm>
              <a:off x="4096150" y="2242425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103" y="1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0" y="191"/>
                    <a:pt x="17" y="207"/>
                    <a:pt x="49" y="240"/>
                  </a:cubicBezTo>
                  <a:cubicBezTo>
                    <a:pt x="66" y="257"/>
                    <a:pt x="103" y="257"/>
                    <a:pt x="136" y="257"/>
                  </a:cubicBezTo>
                  <a:cubicBezTo>
                    <a:pt x="186" y="240"/>
                    <a:pt x="223" y="174"/>
                    <a:pt x="223" y="104"/>
                  </a:cubicBezTo>
                  <a:cubicBezTo>
                    <a:pt x="223" y="71"/>
                    <a:pt x="186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"/>
            <p:cNvSpPr/>
            <p:nvPr/>
          </p:nvSpPr>
          <p:spPr>
            <a:xfrm>
              <a:off x="4081500" y="2195650"/>
              <a:ext cx="6425" cy="6775"/>
            </a:xfrm>
            <a:custGeom>
              <a:avLst/>
              <a:gdLst/>
              <a:ahLst/>
              <a:cxnLst/>
              <a:rect l="l" t="t" r="r" b="b"/>
              <a:pathLst>
                <a:path w="257" h="271" extrusionOk="0">
                  <a:moveTo>
                    <a:pt x="137" y="0"/>
                  </a:moveTo>
                  <a:cubicBezTo>
                    <a:pt x="120" y="0"/>
                    <a:pt x="87" y="17"/>
                    <a:pt x="71" y="33"/>
                  </a:cubicBezTo>
                  <a:cubicBezTo>
                    <a:pt x="17" y="87"/>
                    <a:pt x="1" y="153"/>
                    <a:pt x="50" y="223"/>
                  </a:cubicBezTo>
                  <a:cubicBezTo>
                    <a:pt x="72" y="252"/>
                    <a:pt x="104" y="271"/>
                    <a:pt x="137" y="271"/>
                  </a:cubicBezTo>
                  <a:cubicBezTo>
                    <a:pt x="160" y="271"/>
                    <a:pt x="185" y="261"/>
                    <a:pt x="207" y="239"/>
                  </a:cubicBezTo>
                  <a:cubicBezTo>
                    <a:pt x="256" y="190"/>
                    <a:pt x="256" y="103"/>
                    <a:pt x="223" y="50"/>
                  </a:cubicBezTo>
                  <a:cubicBezTo>
                    <a:pt x="207" y="33"/>
                    <a:pt x="190" y="17"/>
                    <a:pt x="174" y="17"/>
                  </a:cubicBezTo>
                  <a:cubicBezTo>
                    <a:pt x="174" y="17"/>
                    <a:pt x="153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6" name="Google Shape;476;p2"/>
          <p:cNvSpPr/>
          <p:nvPr/>
        </p:nvSpPr>
        <p:spPr>
          <a:xfrm rot="5400000" flipH="1">
            <a:off x="6662939" y="4629379"/>
            <a:ext cx="420427" cy="461299"/>
          </a:xfrm>
          <a:custGeom>
            <a:avLst/>
            <a:gdLst/>
            <a:ahLst/>
            <a:cxnLst/>
            <a:rect l="l" t="t" r="r" b="b"/>
            <a:pathLst>
              <a:path w="2903" h="2718" extrusionOk="0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2"/>
          <p:cNvSpPr/>
          <p:nvPr/>
        </p:nvSpPr>
        <p:spPr>
          <a:xfrm rot="5400000" flipH="1">
            <a:off x="8334414" y="401941"/>
            <a:ext cx="496898" cy="406573"/>
          </a:xfrm>
          <a:custGeom>
            <a:avLst/>
            <a:gdLst/>
            <a:ahLst/>
            <a:cxnLst/>
            <a:rect l="l" t="t" r="r" b="b"/>
            <a:pathLst>
              <a:path w="2442" h="1998" extrusionOk="0">
                <a:moveTo>
                  <a:pt x="1079" y="1"/>
                </a:moveTo>
                <a:cubicBezTo>
                  <a:pt x="952" y="1"/>
                  <a:pt x="821" y="27"/>
                  <a:pt x="689" y="85"/>
                </a:cubicBezTo>
                <a:cubicBezTo>
                  <a:pt x="207" y="274"/>
                  <a:pt x="1" y="703"/>
                  <a:pt x="1" y="1202"/>
                </a:cubicBezTo>
                <a:cubicBezTo>
                  <a:pt x="1" y="1425"/>
                  <a:pt x="17" y="1684"/>
                  <a:pt x="207" y="1837"/>
                </a:cubicBezTo>
                <a:cubicBezTo>
                  <a:pt x="354" y="1956"/>
                  <a:pt x="560" y="1997"/>
                  <a:pt x="754" y="1997"/>
                </a:cubicBezTo>
                <a:cubicBezTo>
                  <a:pt x="790" y="1997"/>
                  <a:pt x="824" y="1996"/>
                  <a:pt x="859" y="1994"/>
                </a:cubicBezTo>
                <a:cubicBezTo>
                  <a:pt x="1514" y="1961"/>
                  <a:pt x="2442" y="1528"/>
                  <a:pt x="2095" y="740"/>
                </a:cubicBezTo>
                <a:cubicBezTo>
                  <a:pt x="1910" y="312"/>
                  <a:pt x="1517" y="1"/>
                  <a:pt x="107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2"/>
          <p:cNvSpPr/>
          <p:nvPr/>
        </p:nvSpPr>
        <p:spPr>
          <a:xfrm rot="-3532039" flipH="1">
            <a:off x="465609" y="1200297"/>
            <a:ext cx="342801" cy="376148"/>
          </a:xfrm>
          <a:custGeom>
            <a:avLst/>
            <a:gdLst/>
            <a:ahLst/>
            <a:cxnLst/>
            <a:rect l="l" t="t" r="r" b="b"/>
            <a:pathLst>
              <a:path w="2903" h="2718" extrusionOk="0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2"/>
          <p:cNvSpPr/>
          <p:nvPr/>
        </p:nvSpPr>
        <p:spPr>
          <a:xfrm>
            <a:off x="7340777" y="3783865"/>
            <a:ext cx="1803223" cy="1389052"/>
          </a:xfrm>
          <a:custGeom>
            <a:avLst/>
            <a:gdLst/>
            <a:ahLst/>
            <a:cxnLst/>
            <a:rect l="l" t="t" r="r" b="b"/>
            <a:pathLst>
              <a:path w="8573" h="6604" extrusionOk="0">
                <a:moveTo>
                  <a:pt x="5789" y="1"/>
                </a:moveTo>
                <a:cubicBezTo>
                  <a:pt x="3331" y="1"/>
                  <a:pt x="117" y="1067"/>
                  <a:pt x="1" y="6604"/>
                </a:cubicBezTo>
                <a:lnTo>
                  <a:pt x="8572" y="6604"/>
                </a:lnTo>
                <a:lnTo>
                  <a:pt x="8572" y="419"/>
                </a:lnTo>
                <a:cubicBezTo>
                  <a:pt x="8572" y="419"/>
                  <a:pt x="7329" y="1"/>
                  <a:pt x="578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"/>
          <p:cNvSpPr txBox="1">
            <a:spLocks noGrp="1"/>
          </p:cNvSpPr>
          <p:nvPr>
            <p:ph type="title"/>
          </p:nvPr>
        </p:nvSpPr>
        <p:spPr>
          <a:xfrm>
            <a:off x="5254075" y="1865550"/>
            <a:ext cx="3176700" cy="93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800"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800"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800"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800"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800"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800"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800"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8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482" name="Google Shape;482;p3"/>
          <p:cNvSpPr txBox="1">
            <a:spLocks noGrp="1"/>
          </p:cNvSpPr>
          <p:nvPr>
            <p:ph type="title" idx="2" hasCustomPrompt="1"/>
          </p:nvPr>
        </p:nvSpPr>
        <p:spPr>
          <a:xfrm>
            <a:off x="5350525" y="1252838"/>
            <a:ext cx="878100" cy="5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3" name="Google Shape;483;p3"/>
          <p:cNvSpPr txBox="1">
            <a:spLocks noGrp="1"/>
          </p:cNvSpPr>
          <p:nvPr>
            <p:ph type="subTitle" idx="1"/>
          </p:nvPr>
        </p:nvSpPr>
        <p:spPr>
          <a:xfrm>
            <a:off x="5254075" y="2799750"/>
            <a:ext cx="3176700" cy="95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84" name="Google Shape;484;p3"/>
          <p:cNvSpPr/>
          <p:nvPr/>
        </p:nvSpPr>
        <p:spPr>
          <a:xfrm rot="10800000" flipH="1">
            <a:off x="0" y="3203971"/>
            <a:ext cx="2453875" cy="1939529"/>
          </a:xfrm>
          <a:custGeom>
            <a:avLst/>
            <a:gdLst/>
            <a:ahLst/>
            <a:cxnLst/>
            <a:rect l="l" t="t" r="r" b="b"/>
            <a:pathLst>
              <a:path w="8279" h="7456" extrusionOk="0">
                <a:moveTo>
                  <a:pt x="0" y="1"/>
                </a:moveTo>
                <a:lnTo>
                  <a:pt x="0" y="7455"/>
                </a:lnTo>
                <a:cubicBezTo>
                  <a:pt x="186" y="6235"/>
                  <a:pt x="652" y="5117"/>
                  <a:pt x="1443" y="4379"/>
                </a:cubicBezTo>
                <a:cubicBezTo>
                  <a:pt x="1850" y="3996"/>
                  <a:pt x="2252" y="3845"/>
                  <a:pt x="2651" y="3845"/>
                </a:cubicBezTo>
                <a:cubicBezTo>
                  <a:pt x="3415" y="3845"/>
                  <a:pt x="4166" y="4394"/>
                  <a:pt x="4910" y="4911"/>
                </a:cubicBezTo>
                <a:cubicBezTo>
                  <a:pt x="5426" y="5274"/>
                  <a:pt x="6011" y="5600"/>
                  <a:pt x="6597" y="5703"/>
                </a:cubicBezTo>
                <a:cubicBezTo>
                  <a:pt x="6686" y="5720"/>
                  <a:pt x="6778" y="5729"/>
                  <a:pt x="6871" y="5729"/>
                </a:cubicBezTo>
                <a:cubicBezTo>
                  <a:pt x="7335" y="5729"/>
                  <a:pt x="7820" y="5505"/>
                  <a:pt x="8019" y="4948"/>
                </a:cubicBezTo>
                <a:cubicBezTo>
                  <a:pt x="8279" y="4190"/>
                  <a:pt x="7937" y="3365"/>
                  <a:pt x="7660" y="2730"/>
                </a:cubicBezTo>
                <a:cubicBezTo>
                  <a:pt x="7590" y="2578"/>
                  <a:pt x="6560" y="87"/>
                  <a:pt x="67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5" name="Google Shape;485;p3"/>
          <p:cNvGrpSpPr/>
          <p:nvPr/>
        </p:nvGrpSpPr>
        <p:grpSpPr>
          <a:xfrm rot="-5400000" flipH="1">
            <a:off x="7903210" y="540476"/>
            <a:ext cx="1830221" cy="691747"/>
            <a:chOff x="3838450" y="2686475"/>
            <a:chExt cx="434175" cy="164100"/>
          </a:xfrm>
        </p:grpSpPr>
        <p:sp>
          <p:nvSpPr>
            <p:cNvPr id="486" name="Google Shape;486;p3"/>
            <p:cNvSpPr/>
            <p:nvPr/>
          </p:nvSpPr>
          <p:spPr>
            <a:xfrm>
              <a:off x="4133050" y="2834375"/>
              <a:ext cx="6400" cy="6225"/>
            </a:xfrm>
            <a:custGeom>
              <a:avLst/>
              <a:gdLst/>
              <a:ahLst/>
              <a:cxnLst/>
              <a:rect l="l" t="t" r="r" b="b"/>
              <a:pathLst>
                <a:path w="256" h="249" extrusionOk="0">
                  <a:moveTo>
                    <a:pt x="139" y="1"/>
                  </a:moveTo>
                  <a:cubicBezTo>
                    <a:pt x="124" y="1"/>
                    <a:pt x="111" y="5"/>
                    <a:pt x="103" y="13"/>
                  </a:cubicBezTo>
                  <a:cubicBezTo>
                    <a:pt x="33" y="30"/>
                    <a:pt x="0" y="100"/>
                    <a:pt x="17" y="166"/>
                  </a:cubicBezTo>
                  <a:cubicBezTo>
                    <a:pt x="33" y="203"/>
                    <a:pt x="49" y="236"/>
                    <a:pt x="70" y="236"/>
                  </a:cubicBezTo>
                  <a:cubicBezTo>
                    <a:pt x="87" y="244"/>
                    <a:pt x="103" y="248"/>
                    <a:pt x="118" y="248"/>
                  </a:cubicBezTo>
                  <a:cubicBezTo>
                    <a:pt x="132" y="248"/>
                    <a:pt x="144" y="244"/>
                    <a:pt x="153" y="236"/>
                  </a:cubicBezTo>
                  <a:cubicBezTo>
                    <a:pt x="223" y="219"/>
                    <a:pt x="256" y="149"/>
                    <a:pt x="239" y="79"/>
                  </a:cubicBezTo>
                  <a:cubicBezTo>
                    <a:pt x="239" y="63"/>
                    <a:pt x="223" y="30"/>
                    <a:pt x="206" y="30"/>
                  </a:cubicBezTo>
                  <a:cubicBezTo>
                    <a:pt x="206" y="13"/>
                    <a:pt x="190" y="13"/>
                    <a:pt x="190" y="13"/>
                  </a:cubicBezTo>
                  <a:cubicBezTo>
                    <a:pt x="171" y="5"/>
                    <a:pt x="154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"/>
            <p:cNvSpPr/>
            <p:nvPr/>
          </p:nvSpPr>
          <p:spPr>
            <a:xfrm>
              <a:off x="4017075" y="2766450"/>
              <a:ext cx="6425" cy="6325"/>
            </a:xfrm>
            <a:custGeom>
              <a:avLst/>
              <a:gdLst/>
              <a:ahLst/>
              <a:cxnLst/>
              <a:rect l="l" t="t" r="r" b="b"/>
              <a:pathLst>
                <a:path w="257" h="253" extrusionOk="0">
                  <a:moveTo>
                    <a:pt x="135" y="1"/>
                  </a:moveTo>
                  <a:cubicBezTo>
                    <a:pt x="120" y="1"/>
                    <a:pt x="104" y="5"/>
                    <a:pt x="87" y="13"/>
                  </a:cubicBezTo>
                  <a:cubicBezTo>
                    <a:pt x="34" y="34"/>
                    <a:pt x="1" y="100"/>
                    <a:pt x="17" y="170"/>
                  </a:cubicBezTo>
                  <a:cubicBezTo>
                    <a:pt x="29" y="221"/>
                    <a:pt x="61" y="253"/>
                    <a:pt x="104" y="253"/>
                  </a:cubicBezTo>
                  <a:cubicBezTo>
                    <a:pt x="119" y="253"/>
                    <a:pt x="136" y="249"/>
                    <a:pt x="153" y="240"/>
                  </a:cubicBezTo>
                  <a:cubicBezTo>
                    <a:pt x="207" y="219"/>
                    <a:pt x="256" y="153"/>
                    <a:pt x="240" y="83"/>
                  </a:cubicBezTo>
                  <a:cubicBezTo>
                    <a:pt x="223" y="67"/>
                    <a:pt x="223" y="50"/>
                    <a:pt x="207" y="34"/>
                  </a:cubicBezTo>
                  <a:cubicBezTo>
                    <a:pt x="190" y="13"/>
                    <a:pt x="190" y="13"/>
                    <a:pt x="174" y="13"/>
                  </a:cubicBezTo>
                  <a:cubicBezTo>
                    <a:pt x="164" y="5"/>
                    <a:pt x="150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"/>
            <p:cNvSpPr/>
            <p:nvPr/>
          </p:nvSpPr>
          <p:spPr>
            <a:xfrm>
              <a:off x="4014500" y="28149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7" y="0"/>
                  </a:moveTo>
                  <a:cubicBezTo>
                    <a:pt x="87" y="0"/>
                    <a:pt x="17" y="54"/>
                    <a:pt x="1" y="120"/>
                  </a:cubicBezTo>
                  <a:cubicBezTo>
                    <a:pt x="1" y="157"/>
                    <a:pt x="1" y="190"/>
                    <a:pt x="17" y="207"/>
                  </a:cubicBezTo>
                  <a:cubicBezTo>
                    <a:pt x="34" y="240"/>
                    <a:pt x="50" y="260"/>
                    <a:pt x="87" y="260"/>
                  </a:cubicBezTo>
                  <a:cubicBezTo>
                    <a:pt x="95" y="262"/>
                    <a:pt x="103" y="263"/>
                    <a:pt x="111" y="263"/>
                  </a:cubicBezTo>
                  <a:cubicBezTo>
                    <a:pt x="166" y="263"/>
                    <a:pt x="209" y="215"/>
                    <a:pt x="223" y="157"/>
                  </a:cubicBezTo>
                  <a:cubicBezTo>
                    <a:pt x="240" y="104"/>
                    <a:pt x="223" y="54"/>
                    <a:pt x="190" y="33"/>
                  </a:cubicBezTo>
                  <a:cubicBezTo>
                    <a:pt x="190" y="17"/>
                    <a:pt x="174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"/>
            <p:cNvSpPr/>
            <p:nvPr/>
          </p:nvSpPr>
          <p:spPr>
            <a:xfrm>
              <a:off x="4004600" y="2842425"/>
              <a:ext cx="6025" cy="6500"/>
            </a:xfrm>
            <a:custGeom>
              <a:avLst/>
              <a:gdLst/>
              <a:ahLst/>
              <a:cxnLst/>
              <a:rect l="l" t="t" r="r" b="b"/>
              <a:pathLst>
                <a:path w="241" h="260" extrusionOk="0">
                  <a:moveTo>
                    <a:pt x="158" y="0"/>
                  </a:moveTo>
                  <a:cubicBezTo>
                    <a:pt x="137" y="0"/>
                    <a:pt x="104" y="0"/>
                    <a:pt x="87" y="17"/>
                  </a:cubicBezTo>
                  <a:cubicBezTo>
                    <a:pt x="54" y="33"/>
                    <a:pt x="17" y="66"/>
                    <a:pt x="17" y="120"/>
                  </a:cubicBezTo>
                  <a:cubicBezTo>
                    <a:pt x="1" y="153"/>
                    <a:pt x="17" y="190"/>
                    <a:pt x="34" y="206"/>
                  </a:cubicBezTo>
                  <a:cubicBezTo>
                    <a:pt x="34" y="239"/>
                    <a:pt x="71" y="256"/>
                    <a:pt x="104" y="256"/>
                  </a:cubicBezTo>
                  <a:cubicBezTo>
                    <a:pt x="111" y="258"/>
                    <a:pt x="118" y="259"/>
                    <a:pt x="125" y="259"/>
                  </a:cubicBezTo>
                  <a:cubicBezTo>
                    <a:pt x="170" y="259"/>
                    <a:pt x="209" y="214"/>
                    <a:pt x="224" y="153"/>
                  </a:cubicBezTo>
                  <a:lnTo>
                    <a:pt x="240" y="153"/>
                  </a:lnTo>
                  <a:cubicBezTo>
                    <a:pt x="240" y="103"/>
                    <a:pt x="224" y="50"/>
                    <a:pt x="207" y="33"/>
                  </a:cubicBezTo>
                  <a:cubicBezTo>
                    <a:pt x="191" y="17"/>
                    <a:pt x="174" y="17"/>
                    <a:pt x="1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"/>
            <p:cNvSpPr/>
            <p:nvPr/>
          </p:nvSpPr>
          <p:spPr>
            <a:xfrm>
              <a:off x="4004200" y="2827775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36" y="1"/>
                  </a:moveTo>
                  <a:cubicBezTo>
                    <a:pt x="103" y="1"/>
                    <a:pt x="87" y="1"/>
                    <a:pt x="50" y="17"/>
                  </a:cubicBezTo>
                  <a:cubicBezTo>
                    <a:pt x="33" y="54"/>
                    <a:pt x="17" y="71"/>
                    <a:pt x="0" y="104"/>
                  </a:cubicBezTo>
                  <a:cubicBezTo>
                    <a:pt x="0" y="137"/>
                    <a:pt x="0" y="174"/>
                    <a:pt x="17" y="207"/>
                  </a:cubicBezTo>
                  <a:cubicBezTo>
                    <a:pt x="33" y="223"/>
                    <a:pt x="50" y="240"/>
                    <a:pt x="87" y="261"/>
                  </a:cubicBezTo>
                  <a:cubicBezTo>
                    <a:pt x="136" y="261"/>
                    <a:pt x="207" y="223"/>
                    <a:pt x="223" y="137"/>
                  </a:cubicBezTo>
                  <a:cubicBezTo>
                    <a:pt x="223" y="104"/>
                    <a:pt x="223" y="87"/>
                    <a:pt x="207" y="54"/>
                  </a:cubicBezTo>
                  <a:cubicBezTo>
                    <a:pt x="207" y="34"/>
                    <a:pt x="207" y="34"/>
                    <a:pt x="190" y="34"/>
                  </a:cubicBezTo>
                  <a:cubicBezTo>
                    <a:pt x="174" y="17"/>
                    <a:pt x="15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"/>
            <p:cNvSpPr/>
            <p:nvPr/>
          </p:nvSpPr>
          <p:spPr>
            <a:xfrm>
              <a:off x="4007175" y="2781000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137" y="0"/>
                  </a:moveTo>
                  <a:cubicBezTo>
                    <a:pt x="121" y="0"/>
                    <a:pt x="88" y="0"/>
                    <a:pt x="55" y="17"/>
                  </a:cubicBezTo>
                  <a:cubicBezTo>
                    <a:pt x="34" y="49"/>
                    <a:pt x="17" y="70"/>
                    <a:pt x="1" y="103"/>
                  </a:cubicBezTo>
                  <a:cubicBezTo>
                    <a:pt x="1" y="136"/>
                    <a:pt x="1" y="173"/>
                    <a:pt x="17" y="206"/>
                  </a:cubicBezTo>
                  <a:cubicBezTo>
                    <a:pt x="34" y="223"/>
                    <a:pt x="55" y="239"/>
                    <a:pt x="88" y="256"/>
                  </a:cubicBezTo>
                  <a:cubicBezTo>
                    <a:pt x="137" y="256"/>
                    <a:pt x="207" y="223"/>
                    <a:pt x="224" y="136"/>
                  </a:cubicBezTo>
                  <a:cubicBezTo>
                    <a:pt x="224" y="103"/>
                    <a:pt x="224" y="87"/>
                    <a:pt x="207" y="49"/>
                  </a:cubicBezTo>
                  <a:cubicBezTo>
                    <a:pt x="207" y="33"/>
                    <a:pt x="207" y="33"/>
                    <a:pt x="191" y="33"/>
                  </a:cubicBezTo>
                  <a:cubicBezTo>
                    <a:pt x="174" y="17"/>
                    <a:pt x="158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"/>
            <p:cNvSpPr/>
            <p:nvPr/>
          </p:nvSpPr>
          <p:spPr>
            <a:xfrm>
              <a:off x="4008950" y="2750325"/>
              <a:ext cx="6400" cy="6400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130" y="0"/>
                  </a:moveTo>
                  <a:cubicBezTo>
                    <a:pt x="99" y="0"/>
                    <a:pt x="70" y="12"/>
                    <a:pt x="50" y="40"/>
                  </a:cubicBezTo>
                  <a:cubicBezTo>
                    <a:pt x="0" y="110"/>
                    <a:pt x="0" y="180"/>
                    <a:pt x="50" y="229"/>
                  </a:cubicBezTo>
                  <a:cubicBezTo>
                    <a:pt x="66" y="246"/>
                    <a:pt x="93" y="255"/>
                    <a:pt x="120" y="255"/>
                  </a:cubicBezTo>
                  <a:cubicBezTo>
                    <a:pt x="152" y="255"/>
                    <a:pt x="186" y="242"/>
                    <a:pt x="206" y="213"/>
                  </a:cubicBezTo>
                  <a:cubicBezTo>
                    <a:pt x="256" y="163"/>
                    <a:pt x="256" y="77"/>
                    <a:pt x="206" y="23"/>
                  </a:cubicBezTo>
                  <a:cubicBezTo>
                    <a:pt x="182" y="8"/>
                    <a:pt x="155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"/>
            <p:cNvSpPr/>
            <p:nvPr/>
          </p:nvSpPr>
          <p:spPr>
            <a:xfrm>
              <a:off x="4002025" y="27647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57" y="1"/>
                  </a:moveTo>
                  <a:cubicBezTo>
                    <a:pt x="87" y="1"/>
                    <a:pt x="17" y="50"/>
                    <a:pt x="17" y="120"/>
                  </a:cubicBezTo>
                  <a:cubicBezTo>
                    <a:pt x="1" y="153"/>
                    <a:pt x="1" y="186"/>
                    <a:pt x="17" y="207"/>
                  </a:cubicBezTo>
                  <a:cubicBezTo>
                    <a:pt x="34" y="240"/>
                    <a:pt x="71" y="256"/>
                    <a:pt x="87" y="256"/>
                  </a:cubicBezTo>
                  <a:cubicBezTo>
                    <a:pt x="97" y="258"/>
                    <a:pt x="105" y="259"/>
                    <a:pt x="114" y="259"/>
                  </a:cubicBezTo>
                  <a:cubicBezTo>
                    <a:pt x="170" y="259"/>
                    <a:pt x="209" y="214"/>
                    <a:pt x="223" y="153"/>
                  </a:cubicBezTo>
                  <a:cubicBezTo>
                    <a:pt x="240" y="120"/>
                    <a:pt x="240" y="83"/>
                    <a:pt x="223" y="50"/>
                  </a:cubicBezTo>
                  <a:cubicBezTo>
                    <a:pt x="207" y="50"/>
                    <a:pt x="207" y="34"/>
                    <a:pt x="207" y="34"/>
                  </a:cubicBezTo>
                  <a:cubicBezTo>
                    <a:pt x="190" y="17"/>
                    <a:pt x="174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"/>
            <p:cNvSpPr/>
            <p:nvPr/>
          </p:nvSpPr>
          <p:spPr>
            <a:xfrm>
              <a:off x="4050175" y="2839050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34" y="0"/>
                  </a:moveTo>
                  <a:cubicBezTo>
                    <a:pt x="120" y="0"/>
                    <a:pt x="103" y="5"/>
                    <a:pt x="87" y="16"/>
                  </a:cubicBezTo>
                  <a:cubicBezTo>
                    <a:pt x="50" y="16"/>
                    <a:pt x="33" y="49"/>
                    <a:pt x="17" y="82"/>
                  </a:cubicBezTo>
                  <a:cubicBezTo>
                    <a:pt x="0" y="98"/>
                    <a:pt x="0" y="135"/>
                    <a:pt x="0" y="168"/>
                  </a:cubicBezTo>
                  <a:cubicBezTo>
                    <a:pt x="14" y="226"/>
                    <a:pt x="64" y="259"/>
                    <a:pt x="119" y="259"/>
                  </a:cubicBezTo>
                  <a:cubicBezTo>
                    <a:pt x="130" y="259"/>
                    <a:pt x="142" y="258"/>
                    <a:pt x="153" y="255"/>
                  </a:cubicBezTo>
                  <a:cubicBezTo>
                    <a:pt x="206" y="222"/>
                    <a:pt x="239" y="152"/>
                    <a:pt x="223" y="82"/>
                  </a:cubicBezTo>
                  <a:cubicBezTo>
                    <a:pt x="223" y="65"/>
                    <a:pt x="206" y="49"/>
                    <a:pt x="190" y="32"/>
                  </a:cubicBezTo>
                  <a:cubicBezTo>
                    <a:pt x="190" y="16"/>
                    <a:pt x="190" y="16"/>
                    <a:pt x="169" y="16"/>
                  </a:cubicBezTo>
                  <a:cubicBezTo>
                    <a:pt x="161" y="5"/>
                    <a:pt x="149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"/>
            <p:cNvSpPr/>
            <p:nvPr/>
          </p:nvSpPr>
          <p:spPr>
            <a:xfrm>
              <a:off x="4021825" y="2784725"/>
              <a:ext cx="6000" cy="6350"/>
            </a:xfrm>
            <a:custGeom>
              <a:avLst/>
              <a:gdLst/>
              <a:ahLst/>
              <a:cxnLst/>
              <a:rect l="l" t="t" r="r" b="b"/>
              <a:pathLst>
                <a:path w="240" h="254" extrusionOk="0">
                  <a:moveTo>
                    <a:pt x="128" y="1"/>
                  </a:moveTo>
                  <a:cubicBezTo>
                    <a:pt x="71" y="1"/>
                    <a:pt x="17" y="49"/>
                    <a:pt x="17" y="107"/>
                  </a:cubicBezTo>
                  <a:cubicBezTo>
                    <a:pt x="0" y="144"/>
                    <a:pt x="0" y="177"/>
                    <a:pt x="33" y="210"/>
                  </a:cubicBezTo>
                  <a:cubicBezTo>
                    <a:pt x="33" y="230"/>
                    <a:pt x="66" y="247"/>
                    <a:pt x="87" y="247"/>
                  </a:cubicBezTo>
                  <a:cubicBezTo>
                    <a:pt x="97" y="252"/>
                    <a:pt x="106" y="254"/>
                    <a:pt x="116" y="254"/>
                  </a:cubicBezTo>
                  <a:cubicBezTo>
                    <a:pt x="138" y="254"/>
                    <a:pt x="158" y="242"/>
                    <a:pt x="169" y="230"/>
                  </a:cubicBezTo>
                  <a:cubicBezTo>
                    <a:pt x="207" y="210"/>
                    <a:pt x="223" y="177"/>
                    <a:pt x="223" y="144"/>
                  </a:cubicBezTo>
                  <a:cubicBezTo>
                    <a:pt x="240" y="107"/>
                    <a:pt x="223" y="74"/>
                    <a:pt x="223" y="41"/>
                  </a:cubicBezTo>
                  <a:cubicBezTo>
                    <a:pt x="207" y="41"/>
                    <a:pt x="207" y="24"/>
                    <a:pt x="207" y="24"/>
                  </a:cubicBezTo>
                  <a:cubicBezTo>
                    <a:pt x="190" y="24"/>
                    <a:pt x="190" y="24"/>
                    <a:pt x="190" y="4"/>
                  </a:cubicBezTo>
                  <a:lnTo>
                    <a:pt x="153" y="4"/>
                  </a:lnTo>
                  <a:cubicBezTo>
                    <a:pt x="145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"/>
            <p:cNvSpPr/>
            <p:nvPr/>
          </p:nvSpPr>
          <p:spPr>
            <a:xfrm>
              <a:off x="4049750" y="2787925"/>
              <a:ext cx="6425" cy="6300"/>
            </a:xfrm>
            <a:custGeom>
              <a:avLst/>
              <a:gdLst/>
              <a:ahLst/>
              <a:cxnLst/>
              <a:rect l="l" t="t" r="r" b="b"/>
              <a:pathLst>
                <a:path w="257" h="252" extrusionOk="0">
                  <a:moveTo>
                    <a:pt x="136" y="1"/>
                  </a:moveTo>
                  <a:cubicBezTo>
                    <a:pt x="102" y="1"/>
                    <a:pt x="70" y="20"/>
                    <a:pt x="50" y="49"/>
                  </a:cubicBezTo>
                  <a:cubicBezTo>
                    <a:pt x="1" y="102"/>
                    <a:pt x="1" y="185"/>
                    <a:pt x="50" y="222"/>
                  </a:cubicBezTo>
                  <a:cubicBezTo>
                    <a:pt x="64" y="243"/>
                    <a:pt x="84" y="252"/>
                    <a:pt x="107" y="252"/>
                  </a:cubicBezTo>
                  <a:cubicBezTo>
                    <a:pt x="139" y="252"/>
                    <a:pt x="176" y="234"/>
                    <a:pt x="207" y="205"/>
                  </a:cubicBezTo>
                  <a:cubicBezTo>
                    <a:pt x="256" y="152"/>
                    <a:pt x="240" y="65"/>
                    <a:pt x="207" y="32"/>
                  </a:cubicBezTo>
                  <a:cubicBezTo>
                    <a:pt x="185" y="10"/>
                    <a:pt x="160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"/>
            <p:cNvSpPr/>
            <p:nvPr/>
          </p:nvSpPr>
          <p:spPr>
            <a:xfrm>
              <a:off x="4047600" y="27713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28" y="1"/>
                  </a:moveTo>
                  <a:cubicBezTo>
                    <a:pt x="97" y="1"/>
                    <a:pt x="63" y="14"/>
                    <a:pt x="33" y="44"/>
                  </a:cubicBezTo>
                  <a:cubicBezTo>
                    <a:pt x="0" y="110"/>
                    <a:pt x="0" y="180"/>
                    <a:pt x="33" y="229"/>
                  </a:cubicBezTo>
                  <a:cubicBezTo>
                    <a:pt x="57" y="246"/>
                    <a:pt x="84" y="255"/>
                    <a:pt x="111" y="255"/>
                  </a:cubicBezTo>
                  <a:cubicBezTo>
                    <a:pt x="144" y="255"/>
                    <a:pt x="177" y="242"/>
                    <a:pt x="206" y="213"/>
                  </a:cubicBezTo>
                  <a:cubicBezTo>
                    <a:pt x="239" y="147"/>
                    <a:pt x="239" y="77"/>
                    <a:pt x="190" y="23"/>
                  </a:cubicBezTo>
                  <a:cubicBezTo>
                    <a:pt x="173" y="9"/>
                    <a:pt x="152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"/>
            <p:cNvSpPr/>
            <p:nvPr/>
          </p:nvSpPr>
          <p:spPr>
            <a:xfrm>
              <a:off x="4018825" y="28303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4" y="1"/>
                  </a:moveTo>
                  <a:cubicBezTo>
                    <a:pt x="34" y="34"/>
                    <a:pt x="1" y="104"/>
                    <a:pt x="17" y="174"/>
                  </a:cubicBezTo>
                  <a:cubicBezTo>
                    <a:pt x="17" y="207"/>
                    <a:pt x="34" y="224"/>
                    <a:pt x="67" y="240"/>
                  </a:cubicBezTo>
                  <a:cubicBezTo>
                    <a:pt x="85" y="250"/>
                    <a:pt x="99" y="255"/>
                    <a:pt x="112" y="255"/>
                  </a:cubicBezTo>
                  <a:cubicBezTo>
                    <a:pt x="125" y="255"/>
                    <a:pt x="137" y="250"/>
                    <a:pt x="153" y="240"/>
                  </a:cubicBezTo>
                  <a:cubicBezTo>
                    <a:pt x="186" y="240"/>
                    <a:pt x="207" y="207"/>
                    <a:pt x="223" y="174"/>
                  </a:cubicBezTo>
                  <a:cubicBezTo>
                    <a:pt x="240" y="158"/>
                    <a:pt x="240" y="104"/>
                    <a:pt x="240" y="87"/>
                  </a:cubicBezTo>
                  <a:cubicBezTo>
                    <a:pt x="223" y="54"/>
                    <a:pt x="223" y="34"/>
                    <a:pt x="207" y="34"/>
                  </a:cubicBezTo>
                  <a:lnTo>
                    <a:pt x="186" y="17"/>
                  </a:lnTo>
                  <a:cubicBezTo>
                    <a:pt x="153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"/>
            <p:cNvSpPr/>
            <p:nvPr/>
          </p:nvSpPr>
          <p:spPr>
            <a:xfrm>
              <a:off x="4022650" y="2802125"/>
              <a:ext cx="6000" cy="6275"/>
            </a:xfrm>
            <a:custGeom>
              <a:avLst/>
              <a:gdLst/>
              <a:ahLst/>
              <a:cxnLst/>
              <a:rect l="l" t="t" r="r" b="b"/>
              <a:pathLst>
                <a:path w="240" h="251" extrusionOk="0">
                  <a:moveTo>
                    <a:pt x="136" y="0"/>
                  </a:moveTo>
                  <a:cubicBezTo>
                    <a:pt x="121" y="0"/>
                    <a:pt x="103" y="4"/>
                    <a:pt x="87" y="13"/>
                  </a:cubicBezTo>
                  <a:cubicBezTo>
                    <a:pt x="54" y="13"/>
                    <a:pt x="33" y="50"/>
                    <a:pt x="17" y="66"/>
                  </a:cubicBezTo>
                  <a:cubicBezTo>
                    <a:pt x="0" y="99"/>
                    <a:pt x="0" y="132"/>
                    <a:pt x="17" y="169"/>
                  </a:cubicBezTo>
                  <a:cubicBezTo>
                    <a:pt x="17" y="202"/>
                    <a:pt x="33" y="219"/>
                    <a:pt x="70" y="235"/>
                  </a:cubicBezTo>
                  <a:cubicBezTo>
                    <a:pt x="79" y="246"/>
                    <a:pt x="91" y="251"/>
                    <a:pt x="106" y="251"/>
                  </a:cubicBezTo>
                  <a:cubicBezTo>
                    <a:pt x="121" y="251"/>
                    <a:pt x="138" y="246"/>
                    <a:pt x="157" y="235"/>
                  </a:cubicBezTo>
                  <a:cubicBezTo>
                    <a:pt x="207" y="219"/>
                    <a:pt x="240" y="153"/>
                    <a:pt x="223" y="83"/>
                  </a:cubicBezTo>
                  <a:cubicBezTo>
                    <a:pt x="223" y="50"/>
                    <a:pt x="207" y="29"/>
                    <a:pt x="207" y="29"/>
                  </a:cubicBezTo>
                  <a:cubicBezTo>
                    <a:pt x="190" y="13"/>
                    <a:pt x="190" y="13"/>
                    <a:pt x="174" y="13"/>
                  </a:cubicBezTo>
                  <a:cubicBezTo>
                    <a:pt x="165" y="4"/>
                    <a:pt x="152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"/>
            <p:cNvSpPr/>
            <p:nvPr/>
          </p:nvSpPr>
          <p:spPr>
            <a:xfrm>
              <a:off x="4045850" y="281932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36" y="1"/>
                  </a:moveTo>
                  <a:cubicBezTo>
                    <a:pt x="121" y="1"/>
                    <a:pt x="103" y="5"/>
                    <a:pt x="87" y="13"/>
                  </a:cubicBezTo>
                  <a:cubicBezTo>
                    <a:pt x="33" y="46"/>
                    <a:pt x="0" y="116"/>
                    <a:pt x="17" y="186"/>
                  </a:cubicBezTo>
                  <a:cubicBezTo>
                    <a:pt x="17" y="219"/>
                    <a:pt x="33" y="236"/>
                    <a:pt x="70" y="252"/>
                  </a:cubicBezTo>
                  <a:cubicBezTo>
                    <a:pt x="78" y="260"/>
                    <a:pt x="91" y="265"/>
                    <a:pt x="106" y="265"/>
                  </a:cubicBezTo>
                  <a:cubicBezTo>
                    <a:pt x="121" y="265"/>
                    <a:pt x="138" y="260"/>
                    <a:pt x="157" y="252"/>
                  </a:cubicBezTo>
                  <a:cubicBezTo>
                    <a:pt x="206" y="236"/>
                    <a:pt x="239" y="149"/>
                    <a:pt x="239" y="83"/>
                  </a:cubicBezTo>
                  <a:cubicBezTo>
                    <a:pt x="223" y="63"/>
                    <a:pt x="223" y="46"/>
                    <a:pt x="206" y="30"/>
                  </a:cubicBezTo>
                  <a:cubicBezTo>
                    <a:pt x="190" y="30"/>
                    <a:pt x="190" y="30"/>
                    <a:pt x="173" y="13"/>
                  </a:cubicBezTo>
                  <a:cubicBezTo>
                    <a:pt x="165" y="5"/>
                    <a:pt x="152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"/>
            <p:cNvSpPr/>
            <p:nvPr/>
          </p:nvSpPr>
          <p:spPr>
            <a:xfrm>
              <a:off x="4054900" y="27421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8" y="0"/>
                  </a:moveTo>
                  <a:cubicBezTo>
                    <a:pt x="95" y="0"/>
                    <a:pt x="61" y="13"/>
                    <a:pt x="34" y="40"/>
                  </a:cubicBezTo>
                  <a:cubicBezTo>
                    <a:pt x="17" y="56"/>
                    <a:pt x="17" y="77"/>
                    <a:pt x="17" y="94"/>
                  </a:cubicBezTo>
                  <a:cubicBezTo>
                    <a:pt x="1" y="143"/>
                    <a:pt x="17" y="197"/>
                    <a:pt x="34" y="230"/>
                  </a:cubicBezTo>
                  <a:cubicBezTo>
                    <a:pt x="53" y="249"/>
                    <a:pt x="80" y="257"/>
                    <a:pt x="105" y="257"/>
                  </a:cubicBezTo>
                  <a:cubicBezTo>
                    <a:pt x="123" y="257"/>
                    <a:pt x="140" y="253"/>
                    <a:pt x="153" y="246"/>
                  </a:cubicBezTo>
                  <a:cubicBezTo>
                    <a:pt x="170" y="230"/>
                    <a:pt x="186" y="230"/>
                    <a:pt x="207" y="213"/>
                  </a:cubicBezTo>
                  <a:cubicBezTo>
                    <a:pt x="240" y="143"/>
                    <a:pt x="240" y="77"/>
                    <a:pt x="207" y="23"/>
                  </a:cubicBezTo>
                  <a:cubicBezTo>
                    <a:pt x="183" y="9"/>
                    <a:pt x="155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"/>
            <p:cNvSpPr/>
            <p:nvPr/>
          </p:nvSpPr>
          <p:spPr>
            <a:xfrm>
              <a:off x="4118400" y="27715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57" y="1"/>
                  </a:moveTo>
                  <a:cubicBezTo>
                    <a:pt x="87" y="1"/>
                    <a:pt x="38" y="54"/>
                    <a:pt x="17" y="120"/>
                  </a:cubicBezTo>
                  <a:cubicBezTo>
                    <a:pt x="1" y="157"/>
                    <a:pt x="17" y="190"/>
                    <a:pt x="38" y="207"/>
                  </a:cubicBezTo>
                  <a:cubicBezTo>
                    <a:pt x="38" y="244"/>
                    <a:pt x="71" y="260"/>
                    <a:pt x="104" y="260"/>
                  </a:cubicBezTo>
                  <a:cubicBezTo>
                    <a:pt x="120" y="260"/>
                    <a:pt x="157" y="260"/>
                    <a:pt x="190" y="244"/>
                  </a:cubicBezTo>
                  <a:cubicBezTo>
                    <a:pt x="207" y="223"/>
                    <a:pt x="223" y="190"/>
                    <a:pt x="244" y="157"/>
                  </a:cubicBezTo>
                  <a:cubicBezTo>
                    <a:pt x="244" y="120"/>
                    <a:pt x="244" y="87"/>
                    <a:pt x="223" y="54"/>
                  </a:cubicBezTo>
                  <a:lnTo>
                    <a:pt x="207" y="38"/>
                  </a:lnTo>
                  <a:cubicBezTo>
                    <a:pt x="190" y="17"/>
                    <a:pt x="174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"/>
            <p:cNvSpPr/>
            <p:nvPr/>
          </p:nvSpPr>
          <p:spPr>
            <a:xfrm>
              <a:off x="4127050" y="2817075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137" y="0"/>
                  </a:moveTo>
                  <a:cubicBezTo>
                    <a:pt x="120" y="0"/>
                    <a:pt x="83" y="0"/>
                    <a:pt x="67" y="17"/>
                  </a:cubicBezTo>
                  <a:cubicBezTo>
                    <a:pt x="34" y="33"/>
                    <a:pt x="17" y="70"/>
                    <a:pt x="1" y="103"/>
                  </a:cubicBezTo>
                  <a:cubicBezTo>
                    <a:pt x="1" y="136"/>
                    <a:pt x="1" y="173"/>
                    <a:pt x="17" y="206"/>
                  </a:cubicBezTo>
                  <a:cubicBezTo>
                    <a:pt x="34" y="223"/>
                    <a:pt x="50" y="239"/>
                    <a:pt x="83" y="256"/>
                  </a:cubicBezTo>
                  <a:cubicBezTo>
                    <a:pt x="137" y="256"/>
                    <a:pt x="186" y="223"/>
                    <a:pt x="224" y="153"/>
                  </a:cubicBezTo>
                  <a:lnTo>
                    <a:pt x="224" y="136"/>
                  </a:lnTo>
                  <a:cubicBezTo>
                    <a:pt x="224" y="103"/>
                    <a:pt x="224" y="50"/>
                    <a:pt x="186" y="33"/>
                  </a:cubicBezTo>
                  <a:cubicBezTo>
                    <a:pt x="170" y="17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"/>
            <p:cNvSpPr/>
            <p:nvPr/>
          </p:nvSpPr>
          <p:spPr>
            <a:xfrm>
              <a:off x="4129125" y="270925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57" y="0"/>
                  </a:moveTo>
                  <a:cubicBezTo>
                    <a:pt x="87" y="0"/>
                    <a:pt x="37" y="33"/>
                    <a:pt x="21" y="104"/>
                  </a:cubicBezTo>
                  <a:cubicBezTo>
                    <a:pt x="0" y="137"/>
                    <a:pt x="21" y="174"/>
                    <a:pt x="37" y="207"/>
                  </a:cubicBezTo>
                  <a:cubicBezTo>
                    <a:pt x="37" y="240"/>
                    <a:pt x="70" y="260"/>
                    <a:pt x="103" y="260"/>
                  </a:cubicBezTo>
                  <a:cubicBezTo>
                    <a:pt x="157" y="260"/>
                    <a:pt x="227" y="223"/>
                    <a:pt x="244" y="157"/>
                  </a:cubicBezTo>
                  <a:cubicBezTo>
                    <a:pt x="244" y="120"/>
                    <a:pt x="244" y="87"/>
                    <a:pt x="227" y="54"/>
                  </a:cubicBezTo>
                  <a:lnTo>
                    <a:pt x="206" y="33"/>
                  </a:lnTo>
                  <a:cubicBezTo>
                    <a:pt x="190" y="17"/>
                    <a:pt x="174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"/>
            <p:cNvSpPr/>
            <p:nvPr/>
          </p:nvSpPr>
          <p:spPr>
            <a:xfrm>
              <a:off x="4130875" y="2724800"/>
              <a:ext cx="6525" cy="6525"/>
            </a:xfrm>
            <a:custGeom>
              <a:avLst/>
              <a:gdLst/>
              <a:ahLst/>
              <a:cxnLst/>
              <a:rect l="l" t="t" r="r" b="b"/>
              <a:pathLst>
                <a:path w="261" h="261" extrusionOk="0">
                  <a:moveTo>
                    <a:pt x="146" y="0"/>
                  </a:moveTo>
                  <a:cubicBezTo>
                    <a:pt x="111" y="0"/>
                    <a:pt x="73" y="19"/>
                    <a:pt x="54" y="51"/>
                  </a:cubicBezTo>
                  <a:cubicBezTo>
                    <a:pt x="0" y="100"/>
                    <a:pt x="0" y="187"/>
                    <a:pt x="54" y="236"/>
                  </a:cubicBezTo>
                  <a:cubicBezTo>
                    <a:pt x="75" y="252"/>
                    <a:pt x="99" y="261"/>
                    <a:pt x="123" y="261"/>
                  </a:cubicBezTo>
                  <a:cubicBezTo>
                    <a:pt x="156" y="261"/>
                    <a:pt x="187" y="244"/>
                    <a:pt x="207" y="203"/>
                  </a:cubicBezTo>
                  <a:cubicBezTo>
                    <a:pt x="260" y="154"/>
                    <a:pt x="260" y="67"/>
                    <a:pt x="207" y="30"/>
                  </a:cubicBezTo>
                  <a:cubicBezTo>
                    <a:pt x="193" y="10"/>
                    <a:pt x="170" y="0"/>
                    <a:pt x="1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"/>
            <p:cNvSpPr/>
            <p:nvPr/>
          </p:nvSpPr>
          <p:spPr>
            <a:xfrm>
              <a:off x="4130875" y="2772200"/>
              <a:ext cx="6525" cy="6400"/>
            </a:xfrm>
            <a:custGeom>
              <a:avLst/>
              <a:gdLst/>
              <a:ahLst/>
              <a:cxnLst/>
              <a:rect l="l" t="t" r="r" b="b"/>
              <a:pathLst>
                <a:path w="261" h="256" extrusionOk="0">
                  <a:moveTo>
                    <a:pt x="144" y="0"/>
                  </a:moveTo>
                  <a:cubicBezTo>
                    <a:pt x="114" y="0"/>
                    <a:pt x="81" y="14"/>
                    <a:pt x="54" y="43"/>
                  </a:cubicBezTo>
                  <a:cubicBezTo>
                    <a:pt x="0" y="113"/>
                    <a:pt x="17" y="179"/>
                    <a:pt x="54" y="232"/>
                  </a:cubicBezTo>
                  <a:cubicBezTo>
                    <a:pt x="71" y="249"/>
                    <a:pt x="87" y="249"/>
                    <a:pt x="104" y="249"/>
                  </a:cubicBezTo>
                  <a:cubicBezTo>
                    <a:pt x="112" y="253"/>
                    <a:pt x="123" y="255"/>
                    <a:pt x="133" y="255"/>
                  </a:cubicBezTo>
                  <a:cubicBezTo>
                    <a:pt x="163" y="255"/>
                    <a:pt x="195" y="240"/>
                    <a:pt x="207" y="216"/>
                  </a:cubicBezTo>
                  <a:cubicBezTo>
                    <a:pt x="240" y="162"/>
                    <a:pt x="260" y="113"/>
                    <a:pt x="240" y="76"/>
                  </a:cubicBezTo>
                  <a:cubicBezTo>
                    <a:pt x="240" y="59"/>
                    <a:pt x="223" y="43"/>
                    <a:pt x="207" y="26"/>
                  </a:cubicBezTo>
                  <a:cubicBezTo>
                    <a:pt x="192" y="9"/>
                    <a:pt x="169" y="0"/>
                    <a:pt x="1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"/>
            <p:cNvSpPr/>
            <p:nvPr/>
          </p:nvSpPr>
          <p:spPr>
            <a:xfrm>
              <a:off x="4126125" y="2802250"/>
              <a:ext cx="5600" cy="6350"/>
            </a:xfrm>
            <a:custGeom>
              <a:avLst/>
              <a:gdLst/>
              <a:ahLst/>
              <a:cxnLst/>
              <a:rect l="l" t="t" r="r" b="b"/>
              <a:pathLst>
                <a:path w="224" h="254" extrusionOk="0">
                  <a:moveTo>
                    <a:pt x="120" y="1"/>
                  </a:moveTo>
                  <a:cubicBezTo>
                    <a:pt x="101" y="1"/>
                    <a:pt x="78" y="12"/>
                    <a:pt x="54" y="24"/>
                  </a:cubicBezTo>
                  <a:cubicBezTo>
                    <a:pt x="38" y="45"/>
                    <a:pt x="17" y="78"/>
                    <a:pt x="1" y="111"/>
                  </a:cubicBezTo>
                  <a:cubicBezTo>
                    <a:pt x="1" y="148"/>
                    <a:pt x="1" y="181"/>
                    <a:pt x="17" y="197"/>
                  </a:cubicBezTo>
                  <a:cubicBezTo>
                    <a:pt x="38" y="230"/>
                    <a:pt x="54" y="251"/>
                    <a:pt x="87" y="251"/>
                  </a:cubicBezTo>
                  <a:cubicBezTo>
                    <a:pt x="96" y="253"/>
                    <a:pt x="104" y="254"/>
                    <a:pt x="112" y="254"/>
                  </a:cubicBezTo>
                  <a:cubicBezTo>
                    <a:pt x="169" y="254"/>
                    <a:pt x="209" y="206"/>
                    <a:pt x="223" y="148"/>
                  </a:cubicBezTo>
                  <a:cubicBezTo>
                    <a:pt x="223" y="111"/>
                    <a:pt x="223" y="78"/>
                    <a:pt x="207" y="61"/>
                  </a:cubicBezTo>
                  <a:cubicBezTo>
                    <a:pt x="207" y="45"/>
                    <a:pt x="207" y="45"/>
                    <a:pt x="190" y="24"/>
                  </a:cubicBezTo>
                  <a:cubicBezTo>
                    <a:pt x="174" y="8"/>
                    <a:pt x="157" y="8"/>
                    <a:pt x="141" y="8"/>
                  </a:cubicBezTo>
                  <a:cubicBezTo>
                    <a:pt x="135" y="3"/>
                    <a:pt x="128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"/>
            <p:cNvSpPr/>
            <p:nvPr/>
          </p:nvSpPr>
          <p:spPr>
            <a:xfrm>
              <a:off x="4129125" y="2755450"/>
              <a:ext cx="6100" cy="6300"/>
            </a:xfrm>
            <a:custGeom>
              <a:avLst/>
              <a:gdLst/>
              <a:ahLst/>
              <a:cxnLst/>
              <a:rect l="l" t="t" r="r" b="b"/>
              <a:pathLst>
                <a:path w="244" h="252" extrusionOk="0">
                  <a:moveTo>
                    <a:pt x="121" y="1"/>
                  </a:moveTo>
                  <a:cubicBezTo>
                    <a:pt x="103" y="1"/>
                    <a:pt x="77" y="13"/>
                    <a:pt x="54" y="24"/>
                  </a:cubicBezTo>
                  <a:cubicBezTo>
                    <a:pt x="37" y="41"/>
                    <a:pt x="21" y="78"/>
                    <a:pt x="0" y="111"/>
                  </a:cubicBezTo>
                  <a:cubicBezTo>
                    <a:pt x="0" y="144"/>
                    <a:pt x="0" y="181"/>
                    <a:pt x="21" y="197"/>
                  </a:cubicBezTo>
                  <a:cubicBezTo>
                    <a:pt x="37" y="230"/>
                    <a:pt x="54" y="247"/>
                    <a:pt x="87" y="247"/>
                  </a:cubicBezTo>
                  <a:cubicBezTo>
                    <a:pt x="97" y="250"/>
                    <a:pt x="107" y="251"/>
                    <a:pt x="117" y="251"/>
                  </a:cubicBezTo>
                  <a:cubicBezTo>
                    <a:pt x="171" y="251"/>
                    <a:pt x="210" y="204"/>
                    <a:pt x="227" y="144"/>
                  </a:cubicBezTo>
                  <a:cubicBezTo>
                    <a:pt x="244" y="111"/>
                    <a:pt x="227" y="78"/>
                    <a:pt x="206" y="61"/>
                  </a:cubicBezTo>
                  <a:cubicBezTo>
                    <a:pt x="206" y="41"/>
                    <a:pt x="206" y="41"/>
                    <a:pt x="190" y="24"/>
                  </a:cubicBezTo>
                  <a:cubicBezTo>
                    <a:pt x="190" y="8"/>
                    <a:pt x="174" y="8"/>
                    <a:pt x="141" y="8"/>
                  </a:cubicBezTo>
                  <a:cubicBezTo>
                    <a:pt x="136" y="3"/>
                    <a:pt x="129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"/>
            <p:cNvSpPr/>
            <p:nvPr/>
          </p:nvSpPr>
          <p:spPr>
            <a:xfrm>
              <a:off x="3997700" y="2812150"/>
              <a:ext cx="6100" cy="6375"/>
            </a:xfrm>
            <a:custGeom>
              <a:avLst/>
              <a:gdLst/>
              <a:ahLst/>
              <a:cxnLst/>
              <a:rect l="l" t="t" r="r" b="b"/>
              <a:pathLst>
                <a:path w="244" h="255" extrusionOk="0">
                  <a:moveTo>
                    <a:pt x="131" y="1"/>
                  </a:moveTo>
                  <a:cubicBezTo>
                    <a:pt x="98" y="1"/>
                    <a:pt x="65" y="13"/>
                    <a:pt x="38" y="40"/>
                  </a:cubicBezTo>
                  <a:cubicBezTo>
                    <a:pt x="1" y="110"/>
                    <a:pt x="1" y="181"/>
                    <a:pt x="38" y="230"/>
                  </a:cubicBezTo>
                  <a:cubicBezTo>
                    <a:pt x="54" y="247"/>
                    <a:pt x="71" y="247"/>
                    <a:pt x="87" y="247"/>
                  </a:cubicBezTo>
                  <a:cubicBezTo>
                    <a:pt x="97" y="252"/>
                    <a:pt x="109" y="255"/>
                    <a:pt x="120" y="255"/>
                  </a:cubicBezTo>
                  <a:cubicBezTo>
                    <a:pt x="150" y="255"/>
                    <a:pt x="183" y="237"/>
                    <a:pt x="207" y="214"/>
                  </a:cubicBezTo>
                  <a:cubicBezTo>
                    <a:pt x="244" y="164"/>
                    <a:pt x="244" y="110"/>
                    <a:pt x="227" y="77"/>
                  </a:cubicBezTo>
                  <a:cubicBezTo>
                    <a:pt x="227" y="61"/>
                    <a:pt x="207" y="40"/>
                    <a:pt x="207" y="24"/>
                  </a:cubicBezTo>
                  <a:cubicBezTo>
                    <a:pt x="185" y="9"/>
                    <a:pt x="158" y="1"/>
                    <a:pt x="1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"/>
            <p:cNvSpPr/>
            <p:nvPr/>
          </p:nvSpPr>
          <p:spPr>
            <a:xfrm>
              <a:off x="3991725" y="2840775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41" y="0"/>
                  </a:moveTo>
                  <a:cubicBezTo>
                    <a:pt x="125" y="0"/>
                    <a:pt x="112" y="4"/>
                    <a:pt x="104" y="13"/>
                  </a:cubicBezTo>
                  <a:cubicBezTo>
                    <a:pt x="33" y="50"/>
                    <a:pt x="1" y="116"/>
                    <a:pt x="17" y="186"/>
                  </a:cubicBezTo>
                  <a:cubicBezTo>
                    <a:pt x="33" y="219"/>
                    <a:pt x="54" y="235"/>
                    <a:pt x="71" y="256"/>
                  </a:cubicBezTo>
                  <a:cubicBezTo>
                    <a:pt x="87" y="264"/>
                    <a:pt x="104" y="268"/>
                    <a:pt x="119" y="268"/>
                  </a:cubicBezTo>
                  <a:cubicBezTo>
                    <a:pt x="133" y="268"/>
                    <a:pt x="147" y="264"/>
                    <a:pt x="157" y="256"/>
                  </a:cubicBezTo>
                  <a:cubicBezTo>
                    <a:pt x="190" y="235"/>
                    <a:pt x="207" y="219"/>
                    <a:pt x="223" y="186"/>
                  </a:cubicBezTo>
                  <a:cubicBezTo>
                    <a:pt x="240" y="153"/>
                    <a:pt x="240" y="116"/>
                    <a:pt x="240" y="83"/>
                  </a:cubicBezTo>
                  <a:cubicBezTo>
                    <a:pt x="240" y="66"/>
                    <a:pt x="223" y="50"/>
                    <a:pt x="207" y="29"/>
                  </a:cubicBezTo>
                  <a:lnTo>
                    <a:pt x="190" y="13"/>
                  </a:lnTo>
                  <a:cubicBezTo>
                    <a:pt x="174" y="4"/>
                    <a:pt x="156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"/>
            <p:cNvSpPr/>
            <p:nvPr/>
          </p:nvSpPr>
          <p:spPr>
            <a:xfrm>
              <a:off x="3996475" y="2797200"/>
              <a:ext cx="6000" cy="6350"/>
            </a:xfrm>
            <a:custGeom>
              <a:avLst/>
              <a:gdLst/>
              <a:ahLst/>
              <a:cxnLst/>
              <a:rect l="l" t="t" r="r" b="b"/>
              <a:pathLst>
                <a:path w="240" h="254" extrusionOk="0">
                  <a:moveTo>
                    <a:pt x="129" y="0"/>
                  </a:moveTo>
                  <a:cubicBezTo>
                    <a:pt x="74" y="0"/>
                    <a:pt x="31" y="49"/>
                    <a:pt x="17" y="107"/>
                  </a:cubicBezTo>
                  <a:cubicBezTo>
                    <a:pt x="0" y="144"/>
                    <a:pt x="17" y="177"/>
                    <a:pt x="17" y="210"/>
                  </a:cubicBezTo>
                  <a:cubicBezTo>
                    <a:pt x="33" y="226"/>
                    <a:pt x="70" y="247"/>
                    <a:pt x="87" y="247"/>
                  </a:cubicBezTo>
                  <a:cubicBezTo>
                    <a:pt x="96" y="251"/>
                    <a:pt x="106" y="253"/>
                    <a:pt x="115" y="253"/>
                  </a:cubicBezTo>
                  <a:cubicBezTo>
                    <a:pt x="138" y="253"/>
                    <a:pt x="159" y="241"/>
                    <a:pt x="173" y="226"/>
                  </a:cubicBezTo>
                  <a:cubicBezTo>
                    <a:pt x="206" y="210"/>
                    <a:pt x="223" y="177"/>
                    <a:pt x="223" y="144"/>
                  </a:cubicBezTo>
                  <a:cubicBezTo>
                    <a:pt x="239" y="107"/>
                    <a:pt x="239" y="74"/>
                    <a:pt x="223" y="57"/>
                  </a:cubicBezTo>
                  <a:cubicBezTo>
                    <a:pt x="206" y="41"/>
                    <a:pt x="206" y="41"/>
                    <a:pt x="206" y="20"/>
                  </a:cubicBezTo>
                  <a:cubicBezTo>
                    <a:pt x="190" y="3"/>
                    <a:pt x="173" y="3"/>
                    <a:pt x="153" y="3"/>
                  </a:cubicBezTo>
                  <a:cubicBezTo>
                    <a:pt x="145" y="1"/>
                    <a:pt x="137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"/>
            <p:cNvSpPr/>
            <p:nvPr/>
          </p:nvSpPr>
          <p:spPr>
            <a:xfrm>
              <a:off x="3989975" y="2824000"/>
              <a:ext cx="6100" cy="6450"/>
            </a:xfrm>
            <a:custGeom>
              <a:avLst/>
              <a:gdLst/>
              <a:ahLst/>
              <a:cxnLst/>
              <a:rect l="l" t="t" r="r" b="b"/>
              <a:pathLst>
                <a:path w="244" h="258" extrusionOk="0">
                  <a:moveTo>
                    <a:pt x="134" y="1"/>
                  </a:moveTo>
                  <a:cubicBezTo>
                    <a:pt x="103" y="1"/>
                    <a:pt x="67" y="20"/>
                    <a:pt x="38" y="49"/>
                  </a:cubicBezTo>
                  <a:cubicBezTo>
                    <a:pt x="21" y="65"/>
                    <a:pt x="21" y="82"/>
                    <a:pt x="21" y="102"/>
                  </a:cubicBezTo>
                  <a:cubicBezTo>
                    <a:pt x="0" y="152"/>
                    <a:pt x="0" y="205"/>
                    <a:pt x="38" y="238"/>
                  </a:cubicBezTo>
                  <a:cubicBezTo>
                    <a:pt x="57" y="248"/>
                    <a:pt x="82" y="257"/>
                    <a:pt x="107" y="257"/>
                  </a:cubicBezTo>
                  <a:cubicBezTo>
                    <a:pt x="126" y="257"/>
                    <a:pt x="143" y="252"/>
                    <a:pt x="157" y="238"/>
                  </a:cubicBezTo>
                  <a:cubicBezTo>
                    <a:pt x="174" y="238"/>
                    <a:pt x="190" y="222"/>
                    <a:pt x="207" y="205"/>
                  </a:cubicBezTo>
                  <a:cubicBezTo>
                    <a:pt x="244" y="152"/>
                    <a:pt x="244" y="65"/>
                    <a:pt x="190" y="32"/>
                  </a:cubicBezTo>
                  <a:cubicBezTo>
                    <a:pt x="176" y="10"/>
                    <a:pt x="156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"/>
            <p:cNvSpPr/>
            <p:nvPr/>
          </p:nvSpPr>
          <p:spPr>
            <a:xfrm>
              <a:off x="3994725" y="2749650"/>
              <a:ext cx="5575" cy="4850"/>
            </a:xfrm>
            <a:custGeom>
              <a:avLst/>
              <a:gdLst/>
              <a:ahLst/>
              <a:cxnLst/>
              <a:rect l="l" t="t" r="r" b="b"/>
              <a:pathLst>
                <a:path w="223" h="194" extrusionOk="0">
                  <a:moveTo>
                    <a:pt x="17" y="1"/>
                  </a:moveTo>
                  <a:cubicBezTo>
                    <a:pt x="17" y="17"/>
                    <a:pt x="17" y="34"/>
                    <a:pt x="0" y="34"/>
                  </a:cubicBezTo>
                  <a:cubicBezTo>
                    <a:pt x="0" y="67"/>
                    <a:pt x="0" y="104"/>
                    <a:pt x="17" y="137"/>
                  </a:cubicBezTo>
                  <a:cubicBezTo>
                    <a:pt x="37" y="170"/>
                    <a:pt x="54" y="190"/>
                    <a:pt x="87" y="190"/>
                  </a:cubicBezTo>
                  <a:cubicBezTo>
                    <a:pt x="95" y="192"/>
                    <a:pt x="104" y="193"/>
                    <a:pt x="112" y="193"/>
                  </a:cubicBezTo>
                  <a:cubicBezTo>
                    <a:pt x="169" y="193"/>
                    <a:pt x="208" y="145"/>
                    <a:pt x="223" y="87"/>
                  </a:cubicBezTo>
                  <a:lnTo>
                    <a:pt x="2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"/>
            <p:cNvSpPr/>
            <p:nvPr/>
          </p:nvSpPr>
          <p:spPr>
            <a:xfrm>
              <a:off x="3993075" y="2782350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27" y="1"/>
                  </a:moveTo>
                  <a:cubicBezTo>
                    <a:pt x="115" y="1"/>
                    <a:pt x="101" y="6"/>
                    <a:pt x="83" y="16"/>
                  </a:cubicBezTo>
                  <a:cubicBezTo>
                    <a:pt x="50" y="33"/>
                    <a:pt x="33" y="49"/>
                    <a:pt x="17" y="82"/>
                  </a:cubicBezTo>
                  <a:cubicBezTo>
                    <a:pt x="0" y="119"/>
                    <a:pt x="0" y="152"/>
                    <a:pt x="0" y="185"/>
                  </a:cubicBezTo>
                  <a:cubicBezTo>
                    <a:pt x="12" y="237"/>
                    <a:pt x="51" y="268"/>
                    <a:pt x="99" y="268"/>
                  </a:cubicBezTo>
                  <a:cubicBezTo>
                    <a:pt x="116" y="268"/>
                    <a:pt x="134" y="264"/>
                    <a:pt x="153" y="255"/>
                  </a:cubicBezTo>
                  <a:cubicBezTo>
                    <a:pt x="206" y="239"/>
                    <a:pt x="239" y="152"/>
                    <a:pt x="223" y="82"/>
                  </a:cubicBezTo>
                  <a:cubicBezTo>
                    <a:pt x="223" y="66"/>
                    <a:pt x="206" y="49"/>
                    <a:pt x="186" y="33"/>
                  </a:cubicBezTo>
                  <a:lnTo>
                    <a:pt x="169" y="16"/>
                  </a:lnTo>
                  <a:cubicBezTo>
                    <a:pt x="153" y="6"/>
                    <a:pt x="140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"/>
            <p:cNvSpPr/>
            <p:nvPr/>
          </p:nvSpPr>
          <p:spPr>
            <a:xfrm>
              <a:off x="3988725" y="2763050"/>
              <a:ext cx="6025" cy="6325"/>
            </a:xfrm>
            <a:custGeom>
              <a:avLst/>
              <a:gdLst/>
              <a:ahLst/>
              <a:cxnLst/>
              <a:rect l="l" t="t" r="r" b="b"/>
              <a:pathLst>
                <a:path w="241" h="253" extrusionOk="0">
                  <a:moveTo>
                    <a:pt x="135" y="1"/>
                  </a:moveTo>
                  <a:cubicBezTo>
                    <a:pt x="121" y="1"/>
                    <a:pt x="104" y="5"/>
                    <a:pt x="88" y="13"/>
                  </a:cubicBezTo>
                  <a:cubicBezTo>
                    <a:pt x="34" y="29"/>
                    <a:pt x="1" y="116"/>
                    <a:pt x="17" y="170"/>
                  </a:cubicBezTo>
                  <a:cubicBezTo>
                    <a:pt x="17" y="203"/>
                    <a:pt x="34" y="236"/>
                    <a:pt x="71" y="252"/>
                  </a:cubicBezTo>
                  <a:lnTo>
                    <a:pt x="153" y="252"/>
                  </a:lnTo>
                  <a:cubicBezTo>
                    <a:pt x="207" y="219"/>
                    <a:pt x="240" y="149"/>
                    <a:pt x="224" y="83"/>
                  </a:cubicBezTo>
                  <a:cubicBezTo>
                    <a:pt x="224" y="67"/>
                    <a:pt x="224" y="46"/>
                    <a:pt x="207" y="29"/>
                  </a:cubicBezTo>
                  <a:cubicBezTo>
                    <a:pt x="191" y="13"/>
                    <a:pt x="191" y="13"/>
                    <a:pt x="174" y="13"/>
                  </a:cubicBezTo>
                  <a:cubicBezTo>
                    <a:pt x="164" y="5"/>
                    <a:pt x="150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"/>
            <p:cNvSpPr/>
            <p:nvPr/>
          </p:nvSpPr>
          <p:spPr>
            <a:xfrm>
              <a:off x="3984825" y="2809025"/>
              <a:ext cx="6100" cy="6200"/>
            </a:xfrm>
            <a:custGeom>
              <a:avLst/>
              <a:gdLst/>
              <a:ahLst/>
              <a:cxnLst/>
              <a:rect l="l" t="t" r="r" b="b"/>
              <a:pathLst>
                <a:path w="244" h="248" extrusionOk="0">
                  <a:moveTo>
                    <a:pt x="138" y="0"/>
                  </a:moveTo>
                  <a:cubicBezTo>
                    <a:pt x="123" y="0"/>
                    <a:pt x="105" y="5"/>
                    <a:pt x="87" y="13"/>
                  </a:cubicBezTo>
                  <a:cubicBezTo>
                    <a:pt x="37" y="29"/>
                    <a:pt x="0" y="99"/>
                    <a:pt x="21" y="165"/>
                  </a:cubicBezTo>
                  <a:cubicBezTo>
                    <a:pt x="21" y="202"/>
                    <a:pt x="37" y="235"/>
                    <a:pt x="70" y="235"/>
                  </a:cubicBezTo>
                  <a:cubicBezTo>
                    <a:pt x="79" y="244"/>
                    <a:pt x="92" y="248"/>
                    <a:pt x="107" y="248"/>
                  </a:cubicBezTo>
                  <a:cubicBezTo>
                    <a:pt x="123" y="248"/>
                    <a:pt x="140" y="244"/>
                    <a:pt x="157" y="235"/>
                  </a:cubicBezTo>
                  <a:cubicBezTo>
                    <a:pt x="190" y="235"/>
                    <a:pt x="206" y="202"/>
                    <a:pt x="227" y="186"/>
                  </a:cubicBezTo>
                  <a:cubicBezTo>
                    <a:pt x="244" y="149"/>
                    <a:pt x="244" y="116"/>
                    <a:pt x="227" y="83"/>
                  </a:cubicBezTo>
                  <a:cubicBezTo>
                    <a:pt x="227" y="62"/>
                    <a:pt x="227" y="46"/>
                    <a:pt x="206" y="29"/>
                  </a:cubicBezTo>
                  <a:cubicBezTo>
                    <a:pt x="190" y="13"/>
                    <a:pt x="190" y="13"/>
                    <a:pt x="173" y="13"/>
                  </a:cubicBezTo>
                  <a:cubicBezTo>
                    <a:pt x="165" y="5"/>
                    <a:pt x="153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"/>
            <p:cNvSpPr/>
            <p:nvPr/>
          </p:nvSpPr>
          <p:spPr>
            <a:xfrm>
              <a:off x="4008950" y="2797800"/>
              <a:ext cx="6400" cy="6400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141" y="0"/>
                  </a:moveTo>
                  <a:cubicBezTo>
                    <a:pt x="107" y="0"/>
                    <a:pt x="71" y="19"/>
                    <a:pt x="50" y="50"/>
                  </a:cubicBezTo>
                  <a:cubicBezTo>
                    <a:pt x="0" y="99"/>
                    <a:pt x="0" y="186"/>
                    <a:pt x="50" y="223"/>
                  </a:cubicBezTo>
                  <a:cubicBezTo>
                    <a:pt x="66" y="239"/>
                    <a:pt x="87" y="239"/>
                    <a:pt x="103" y="256"/>
                  </a:cubicBezTo>
                  <a:cubicBezTo>
                    <a:pt x="136" y="256"/>
                    <a:pt x="169" y="239"/>
                    <a:pt x="206" y="202"/>
                  </a:cubicBezTo>
                  <a:cubicBezTo>
                    <a:pt x="239" y="169"/>
                    <a:pt x="256" y="120"/>
                    <a:pt x="239" y="66"/>
                  </a:cubicBezTo>
                  <a:cubicBezTo>
                    <a:pt x="223" y="50"/>
                    <a:pt x="223" y="33"/>
                    <a:pt x="206" y="33"/>
                  </a:cubicBezTo>
                  <a:cubicBezTo>
                    <a:pt x="190" y="10"/>
                    <a:pt x="166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"/>
            <p:cNvSpPr/>
            <p:nvPr/>
          </p:nvSpPr>
          <p:spPr>
            <a:xfrm>
              <a:off x="4078925" y="28410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8" y="1"/>
                  </a:moveTo>
                  <a:cubicBezTo>
                    <a:pt x="71" y="1"/>
                    <a:pt x="17" y="49"/>
                    <a:pt x="17" y="107"/>
                  </a:cubicBezTo>
                  <a:cubicBezTo>
                    <a:pt x="0" y="160"/>
                    <a:pt x="17" y="193"/>
                    <a:pt x="33" y="210"/>
                  </a:cubicBezTo>
                  <a:cubicBezTo>
                    <a:pt x="50" y="247"/>
                    <a:pt x="71" y="247"/>
                    <a:pt x="87" y="263"/>
                  </a:cubicBezTo>
                  <a:cubicBezTo>
                    <a:pt x="120" y="263"/>
                    <a:pt x="153" y="263"/>
                    <a:pt x="174" y="226"/>
                  </a:cubicBezTo>
                  <a:cubicBezTo>
                    <a:pt x="207" y="210"/>
                    <a:pt x="223" y="177"/>
                    <a:pt x="223" y="144"/>
                  </a:cubicBezTo>
                  <a:cubicBezTo>
                    <a:pt x="240" y="107"/>
                    <a:pt x="240" y="90"/>
                    <a:pt x="223" y="57"/>
                  </a:cubicBezTo>
                  <a:cubicBezTo>
                    <a:pt x="207" y="41"/>
                    <a:pt x="207" y="41"/>
                    <a:pt x="207" y="20"/>
                  </a:cubicBezTo>
                  <a:lnTo>
                    <a:pt x="190" y="20"/>
                  </a:lnTo>
                  <a:cubicBezTo>
                    <a:pt x="174" y="4"/>
                    <a:pt x="153" y="4"/>
                    <a:pt x="153" y="4"/>
                  </a:cubicBezTo>
                  <a:cubicBezTo>
                    <a:pt x="145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"/>
            <p:cNvSpPr/>
            <p:nvPr/>
          </p:nvSpPr>
          <p:spPr>
            <a:xfrm>
              <a:off x="4083675" y="27484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9" y="0"/>
                  </a:moveTo>
                  <a:cubicBezTo>
                    <a:pt x="124" y="0"/>
                    <a:pt x="111" y="4"/>
                    <a:pt x="103" y="13"/>
                  </a:cubicBezTo>
                  <a:cubicBezTo>
                    <a:pt x="33" y="33"/>
                    <a:pt x="0" y="99"/>
                    <a:pt x="17" y="169"/>
                  </a:cubicBezTo>
                  <a:cubicBezTo>
                    <a:pt x="17" y="202"/>
                    <a:pt x="50" y="239"/>
                    <a:pt x="66" y="239"/>
                  </a:cubicBezTo>
                  <a:cubicBezTo>
                    <a:pt x="103" y="256"/>
                    <a:pt x="120" y="256"/>
                    <a:pt x="153" y="256"/>
                  </a:cubicBezTo>
                  <a:cubicBezTo>
                    <a:pt x="190" y="239"/>
                    <a:pt x="206" y="202"/>
                    <a:pt x="223" y="186"/>
                  </a:cubicBezTo>
                  <a:cubicBezTo>
                    <a:pt x="239" y="153"/>
                    <a:pt x="239" y="116"/>
                    <a:pt x="239" y="83"/>
                  </a:cubicBezTo>
                  <a:cubicBezTo>
                    <a:pt x="223" y="66"/>
                    <a:pt x="223" y="50"/>
                    <a:pt x="206" y="33"/>
                  </a:cubicBezTo>
                  <a:cubicBezTo>
                    <a:pt x="206" y="13"/>
                    <a:pt x="190" y="13"/>
                    <a:pt x="190" y="13"/>
                  </a:cubicBezTo>
                  <a:cubicBezTo>
                    <a:pt x="171" y="4"/>
                    <a:pt x="154" y="0"/>
                    <a:pt x="1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"/>
            <p:cNvSpPr/>
            <p:nvPr/>
          </p:nvSpPr>
          <p:spPr>
            <a:xfrm>
              <a:off x="4090975" y="2782750"/>
              <a:ext cx="5600" cy="6475"/>
            </a:xfrm>
            <a:custGeom>
              <a:avLst/>
              <a:gdLst/>
              <a:ahLst/>
              <a:cxnLst/>
              <a:rect l="l" t="t" r="r" b="b"/>
              <a:pathLst>
                <a:path w="224" h="259" extrusionOk="0">
                  <a:moveTo>
                    <a:pt x="104" y="0"/>
                  </a:moveTo>
                  <a:cubicBezTo>
                    <a:pt x="67" y="17"/>
                    <a:pt x="17" y="50"/>
                    <a:pt x="1" y="103"/>
                  </a:cubicBezTo>
                  <a:cubicBezTo>
                    <a:pt x="1" y="136"/>
                    <a:pt x="1" y="169"/>
                    <a:pt x="17" y="206"/>
                  </a:cubicBezTo>
                  <a:cubicBezTo>
                    <a:pt x="34" y="239"/>
                    <a:pt x="50" y="256"/>
                    <a:pt x="83" y="256"/>
                  </a:cubicBezTo>
                  <a:cubicBezTo>
                    <a:pt x="90" y="258"/>
                    <a:pt x="98" y="259"/>
                    <a:pt x="105" y="259"/>
                  </a:cubicBezTo>
                  <a:cubicBezTo>
                    <a:pt x="154" y="259"/>
                    <a:pt x="209" y="214"/>
                    <a:pt x="224" y="153"/>
                  </a:cubicBezTo>
                  <a:lnTo>
                    <a:pt x="224" y="120"/>
                  </a:lnTo>
                  <a:cubicBezTo>
                    <a:pt x="224" y="83"/>
                    <a:pt x="207" y="50"/>
                    <a:pt x="186" y="33"/>
                  </a:cubicBezTo>
                  <a:cubicBezTo>
                    <a:pt x="170" y="17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"/>
            <p:cNvSpPr/>
            <p:nvPr/>
          </p:nvSpPr>
          <p:spPr>
            <a:xfrm>
              <a:off x="4075925" y="2777700"/>
              <a:ext cx="6425" cy="6600"/>
            </a:xfrm>
            <a:custGeom>
              <a:avLst/>
              <a:gdLst/>
              <a:ahLst/>
              <a:cxnLst/>
              <a:rect l="l" t="t" r="r" b="b"/>
              <a:pathLst>
                <a:path w="257" h="264" extrusionOk="0">
                  <a:moveTo>
                    <a:pt x="140" y="0"/>
                  </a:moveTo>
                  <a:cubicBezTo>
                    <a:pt x="125" y="0"/>
                    <a:pt x="112" y="4"/>
                    <a:pt x="104" y="12"/>
                  </a:cubicBezTo>
                  <a:cubicBezTo>
                    <a:pt x="34" y="45"/>
                    <a:pt x="1" y="116"/>
                    <a:pt x="17" y="181"/>
                  </a:cubicBezTo>
                  <a:cubicBezTo>
                    <a:pt x="34" y="219"/>
                    <a:pt x="50" y="235"/>
                    <a:pt x="67" y="252"/>
                  </a:cubicBezTo>
                  <a:cubicBezTo>
                    <a:pt x="85" y="260"/>
                    <a:pt x="103" y="264"/>
                    <a:pt x="118" y="264"/>
                  </a:cubicBezTo>
                  <a:cubicBezTo>
                    <a:pt x="133" y="264"/>
                    <a:pt x="145" y="260"/>
                    <a:pt x="153" y="252"/>
                  </a:cubicBezTo>
                  <a:cubicBezTo>
                    <a:pt x="224" y="219"/>
                    <a:pt x="257" y="149"/>
                    <a:pt x="240" y="78"/>
                  </a:cubicBezTo>
                  <a:cubicBezTo>
                    <a:pt x="240" y="62"/>
                    <a:pt x="224" y="45"/>
                    <a:pt x="207" y="29"/>
                  </a:cubicBezTo>
                  <a:lnTo>
                    <a:pt x="191" y="12"/>
                  </a:lnTo>
                  <a:cubicBezTo>
                    <a:pt x="172" y="4"/>
                    <a:pt x="155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"/>
            <p:cNvSpPr/>
            <p:nvPr/>
          </p:nvSpPr>
          <p:spPr>
            <a:xfrm>
              <a:off x="4042025" y="2755925"/>
              <a:ext cx="6425" cy="6650"/>
            </a:xfrm>
            <a:custGeom>
              <a:avLst/>
              <a:gdLst/>
              <a:ahLst/>
              <a:cxnLst/>
              <a:rect l="l" t="t" r="r" b="b"/>
              <a:pathLst>
                <a:path w="257" h="266" extrusionOk="0">
                  <a:moveTo>
                    <a:pt x="144" y="0"/>
                  </a:moveTo>
                  <a:cubicBezTo>
                    <a:pt x="108" y="0"/>
                    <a:pt x="70" y="17"/>
                    <a:pt x="50" y="59"/>
                  </a:cubicBezTo>
                  <a:cubicBezTo>
                    <a:pt x="0" y="108"/>
                    <a:pt x="0" y="195"/>
                    <a:pt x="50" y="228"/>
                  </a:cubicBezTo>
                  <a:cubicBezTo>
                    <a:pt x="66" y="249"/>
                    <a:pt x="83" y="249"/>
                    <a:pt x="104" y="265"/>
                  </a:cubicBezTo>
                  <a:cubicBezTo>
                    <a:pt x="137" y="265"/>
                    <a:pt x="170" y="249"/>
                    <a:pt x="207" y="211"/>
                  </a:cubicBezTo>
                  <a:cubicBezTo>
                    <a:pt x="240" y="178"/>
                    <a:pt x="256" y="125"/>
                    <a:pt x="240" y="75"/>
                  </a:cubicBezTo>
                  <a:cubicBezTo>
                    <a:pt x="223" y="59"/>
                    <a:pt x="223" y="42"/>
                    <a:pt x="207" y="22"/>
                  </a:cubicBezTo>
                  <a:cubicBezTo>
                    <a:pt x="192" y="8"/>
                    <a:pt x="168" y="0"/>
                    <a:pt x="1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"/>
            <p:cNvSpPr/>
            <p:nvPr/>
          </p:nvSpPr>
          <p:spPr>
            <a:xfrm>
              <a:off x="4078500" y="2797375"/>
              <a:ext cx="6025" cy="6300"/>
            </a:xfrm>
            <a:custGeom>
              <a:avLst/>
              <a:gdLst/>
              <a:ahLst/>
              <a:cxnLst/>
              <a:rect l="l" t="t" r="r" b="b"/>
              <a:pathLst>
                <a:path w="241" h="252" extrusionOk="0">
                  <a:moveTo>
                    <a:pt x="134" y="1"/>
                  </a:moveTo>
                  <a:cubicBezTo>
                    <a:pt x="100" y="1"/>
                    <a:pt x="65" y="19"/>
                    <a:pt x="34" y="50"/>
                  </a:cubicBezTo>
                  <a:cubicBezTo>
                    <a:pt x="1" y="100"/>
                    <a:pt x="1" y="186"/>
                    <a:pt x="34" y="219"/>
                  </a:cubicBezTo>
                  <a:cubicBezTo>
                    <a:pt x="57" y="242"/>
                    <a:pt x="82" y="252"/>
                    <a:pt x="107" y="252"/>
                  </a:cubicBezTo>
                  <a:cubicBezTo>
                    <a:pt x="141" y="252"/>
                    <a:pt x="176" y="233"/>
                    <a:pt x="207" y="203"/>
                  </a:cubicBezTo>
                  <a:cubicBezTo>
                    <a:pt x="240" y="153"/>
                    <a:pt x="240" y="67"/>
                    <a:pt x="207" y="34"/>
                  </a:cubicBezTo>
                  <a:cubicBezTo>
                    <a:pt x="184" y="11"/>
                    <a:pt x="159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"/>
            <p:cNvSpPr/>
            <p:nvPr/>
          </p:nvSpPr>
          <p:spPr>
            <a:xfrm>
              <a:off x="4079325" y="2733200"/>
              <a:ext cx="6025" cy="6250"/>
            </a:xfrm>
            <a:custGeom>
              <a:avLst/>
              <a:gdLst/>
              <a:ahLst/>
              <a:cxnLst/>
              <a:rect l="l" t="t" r="r" b="b"/>
              <a:pathLst>
                <a:path w="241" h="250" extrusionOk="0">
                  <a:moveTo>
                    <a:pt x="118" y="0"/>
                  </a:moveTo>
                  <a:cubicBezTo>
                    <a:pt x="71" y="0"/>
                    <a:pt x="15" y="48"/>
                    <a:pt x="1" y="106"/>
                  </a:cubicBezTo>
                  <a:cubicBezTo>
                    <a:pt x="1" y="143"/>
                    <a:pt x="1" y="176"/>
                    <a:pt x="17" y="193"/>
                  </a:cubicBezTo>
                  <a:cubicBezTo>
                    <a:pt x="34" y="230"/>
                    <a:pt x="55" y="246"/>
                    <a:pt x="88" y="246"/>
                  </a:cubicBezTo>
                  <a:cubicBezTo>
                    <a:pt x="96" y="248"/>
                    <a:pt x="105" y="249"/>
                    <a:pt x="113" y="249"/>
                  </a:cubicBezTo>
                  <a:cubicBezTo>
                    <a:pt x="169" y="249"/>
                    <a:pt x="209" y="201"/>
                    <a:pt x="224" y="143"/>
                  </a:cubicBezTo>
                  <a:cubicBezTo>
                    <a:pt x="240" y="90"/>
                    <a:pt x="224" y="57"/>
                    <a:pt x="191" y="24"/>
                  </a:cubicBezTo>
                  <a:cubicBezTo>
                    <a:pt x="191" y="3"/>
                    <a:pt x="174" y="3"/>
                    <a:pt x="137" y="3"/>
                  </a:cubicBezTo>
                  <a:cubicBezTo>
                    <a:pt x="131" y="1"/>
                    <a:pt x="124" y="0"/>
                    <a:pt x="1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"/>
            <p:cNvSpPr/>
            <p:nvPr/>
          </p:nvSpPr>
          <p:spPr>
            <a:xfrm>
              <a:off x="4115000" y="27570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5" y="1"/>
                  </a:moveTo>
                  <a:cubicBezTo>
                    <a:pt x="120" y="1"/>
                    <a:pt x="104" y="5"/>
                    <a:pt x="87" y="13"/>
                  </a:cubicBezTo>
                  <a:cubicBezTo>
                    <a:pt x="50" y="29"/>
                    <a:pt x="33" y="46"/>
                    <a:pt x="17" y="79"/>
                  </a:cubicBezTo>
                  <a:cubicBezTo>
                    <a:pt x="1" y="116"/>
                    <a:pt x="1" y="149"/>
                    <a:pt x="17" y="182"/>
                  </a:cubicBezTo>
                  <a:cubicBezTo>
                    <a:pt x="31" y="226"/>
                    <a:pt x="69" y="256"/>
                    <a:pt x="120" y="256"/>
                  </a:cubicBezTo>
                  <a:cubicBezTo>
                    <a:pt x="130" y="256"/>
                    <a:pt x="141" y="255"/>
                    <a:pt x="153" y="252"/>
                  </a:cubicBezTo>
                  <a:cubicBezTo>
                    <a:pt x="207" y="219"/>
                    <a:pt x="240" y="149"/>
                    <a:pt x="223" y="79"/>
                  </a:cubicBezTo>
                  <a:cubicBezTo>
                    <a:pt x="223" y="62"/>
                    <a:pt x="207" y="46"/>
                    <a:pt x="207" y="29"/>
                  </a:cubicBezTo>
                  <a:cubicBezTo>
                    <a:pt x="190" y="29"/>
                    <a:pt x="190" y="13"/>
                    <a:pt x="174" y="13"/>
                  </a:cubicBezTo>
                  <a:cubicBezTo>
                    <a:pt x="163" y="5"/>
                    <a:pt x="150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"/>
            <p:cNvSpPr/>
            <p:nvPr/>
          </p:nvSpPr>
          <p:spPr>
            <a:xfrm>
              <a:off x="4112000" y="2798700"/>
              <a:ext cx="6025" cy="6175"/>
            </a:xfrm>
            <a:custGeom>
              <a:avLst/>
              <a:gdLst/>
              <a:ahLst/>
              <a:cxnLst/>
              <a:rect l="l" t="t" r="r" b="b"/>
              <a:pathLst>
                <a:path w="241" h="247" extrusionOk="0">
                  <a:moveTo>
                    <a:pt x="135" y="0"/>
                  </a:moveTo>
                  <a:cubicBezTo>
                    <a:pt x="100" y="0"/>
                    <a:pt x="65" y="18"/>
                    <a:pt x="34" y="47"/>
                  </a:cubicBezTo>
                  <a:cubicBezTo>
                    <a:pt x="34" y="63"/>
                    <a:pt x="17" y="84"/>
                    <a:pt x="17" y="100"/>
                  </a:cubicBezTo>
                  <a:cubicBezTo>
                    <a:pt x="1" y="150"/>
                    <a:pt x="17" y="187"/>
                    <a:pt x="34" y="220"/>
                  </a:cubicBezTo>
                  <a:cubicBezTo>
                    <a:pt x="53" y="239"/>
                    <a:pt x="80" y="247"/>
                    <a:pt x="105" y="247"/>
                  </a:cubicBezTo>
                  <a:cubicBezTo>
                    <a:pt x="123" y="247"/>
                    <a:pt x="140" y="243"/>
                    <a:pt x="153" y="236"/>
                  </a:cubicBezTo>
                  <a:cubicBezTo>
                    <a:pt x="170" y="236"/>
                    <a:pt x="191" y="220"/>
                    <a:pt x="207" y="203"/>
                  </a:cubicBezTo>
                  <a:cubicBezTo>
                    <a:pt x="240" y="150"/>
                    <a:pt x="240" y="63"/>
                    <a:pt x="207" y="30"/>
                  </a:cubicBezTo>
                  <a:cubicBezTo>
                    <a:pt x="185" y="9"/>
                    <a:pt x="160" y="0"/>
                    <a:pt x="1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"/>
            <p:cNvSpPr/>
            <p:nvPr/>
          </p:nvSpPr>
          <p:spPr>
            <a:xfrm>
              <a:off x="4069850" y="2760600"/>
              <a:ext cx="5700" cy="6300"/>
            </a:xfrm>
            <a:custGeom>
              <a:avLst/>
              <a:gdLst/>
              <a:ahLst/>
              <a:cxnLst/>
              <a:rect l="l" t="t" r="r" b="b"/>
              <a:pathLst>
                <a:path w="228" h="252" extrusionOk="0">
                  <a:moveTo>
                    <a:pt x="119" y="1"/>
                  </a:moveTo>
                  <a:cubicBezTo>
                    <a:pt x="102" y="1"/>
                    <a:pt x="82" y="8"/>
                    <a:pt x="71" y="8"/>
                  </a:cubicBezTo>
                  <a:cubicBezTo>
                    <a:pt x="38" y="24"/>
                    <a:pt x="21" y="62"/>
                    <a:pt x="1" y="111"/>
                  </a:cubicBezTo>
                  <a:cubicBezTo>
                    <a:pt x="1" y="144"/>
                    <a:pt x="1" y="181"/>
                    <a:pt x="21" y="198"/>
                  </a:cubicBezTo>
                  <a:cubicBezTo>
                    <a:pt x="38" y="231"/>
                    <a:pt x="54" y="247"/>
                    <a:pt x="87" y="247"/>
                  </a:cubicBezTo>
                  <a:cubicBezTo>
                    <a:pt x="95" y="250"/>
                    <a:pt x="103" y="252"/>
                    <a:pt x="111" y="252"/>
                  </a:cubicBezTo>
                  <a:cubicBezTo>
                    <a:pt x="156" y="252"/>
                    <a:pt x="196" y="207"/>
                    <a:pt x="227" y="165"/>
                  </a:cubicBezTo>
                  <a:lnTo>
                    <a:pt x="227" y="144"/>
                  </a:lnTo>
                  <a:cubicBezTo>
                    <a:pt x="227" y="95"/>
                    <a:pt x="227" y="62"/>
                    <a:pt x="190" y="24"/>
                  </a:cubicBezTo>
                  <a:cubicBezTo>
                    <a:pt x="174" y="8"/>
                    <a:pt x="157" y="8"/>
                    <a:pt x="141" y="8"/>
                  </a:cubicBezTo>
                  <a:cubicBezTo>
                    <a:pt x="135" y="2"/>
                    <a:pt x="128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"/>
            <p:cNvSpPr/>
            <p:nvPr/>
          </p:nvSpPr>
          <p:spPr>
            <a:xfrm>
              <a:off x="4113650" y="2815425"/>
              <a:ext cx="6125" cy="6400"/>
            </a:xfrm>
            <a:custGeom>
              <a:avLst/>
              <a:gdLst/>
              <a:ahLst/>
              <a:cxnLst/>
              <a:rect l="l" t="t" r="r" b="b"/>
              <a:pathLst>
                <a:path w="245" h="256" extrusionOk="0">
                  <a:moveTo>
                    <a:pt x="149" y="0"/>
                  </a:moveTo>
                  <a:cubicBezTo>
                    <a:pt x="136" y="0"/>
                    <a:pt x="123" y="4"/>
                    <a:pt x="104" y="12"/>
                  </a:cubicBezTo>
                  <a:cubicBezTo>
                    <a:pt x="38" y="33"/>
                    <a:pt x="1" y="116"/>
                    <a:pt x="22" y="169"/>
                  </a:cubicBezTo>
                  <a:cubicBezTo>
                    <a:pt x="38" y="202"/>
                    <a:pt x="55" y="239"/>
                    <a:pt x="71" y="239"/>
                  </a:cubicBezTo>
                  <a:cubicBezTo>
                    <a:pt x="104" y="256"/>
                    <a:pt x="141" y="256"/>
                    <a:pt x="158" y="256"/>
                  </a:cubicBezTo>
                  <a:cubicBezTo>
                    <a:pt x="191" y="239"/>
                    <a:pt x="207" y="202"/>
                    <a:pt x="228" y="186"/>
                  </a:cubicBezTo>
                  <a:cubicBezTo>
                    <a:pt x="244" y="153"/>
                    <a:pt x="244" y="116"/>
                    <a:pt x="244" y="83"/>
                  </a:cubicBezTo>
                  <a:cubicBezTo>
                    <a:pt x="244" y="66"/>
                    <a:pt x="228" y="50"/>
                    <a:pt x="207" y="33"/>
                  </a:cubicBezTo>
                  <a:cubicBezTo>
                    <a:pt x="207" y="12"/>
                    <a:pt x="191" y="12"/>
                    <a:pt x="191" y="12"/>
                  </a:cubicBezTo>
                  <a:cubicBezTo>
                    <a:pt x="174" y="4"/>
                    <a:pt x="162" y="0"/>
                    <a:pt x="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"/>
            <p:cNvSpPr/>
            <p:nvPr/>
          </p:nvSpPr>
          <p:spPr>
            <a:xfrm>
              <a:off x="4091400" y="282820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3" y="0"/>
                  </a:moveTo>
                  <a:cubicBezTo>
                    <a:pt x="87" y="0"/>
                    <a:pt x="50" y="17"/>
                    <a:pt x="33" y="54"/>
                  </a:cubicBezTo>
                  <a:cubicBezTo>
                    <a:pt x="17" y="70"/>
                    <a:pt x="0" y="103"/>
                    <a:pt x="0" y="120"/>
                  </a:cubicBezTo>
                  <a:cubicBezTo>
                    <a:pt x="0" y="173"/>
                    <a:pt x="17" y="206"/>
                    <a:pt x="33" y="223"/>
                  </a:cubicBezTo>
                  <a:cubicBezTo>
                    <a:pt x="56" y="246"/>
                    <a:pt x="81" y="256"/>
                    <a:pt x="106" y="256"/>
                  </a:cubicBezTo>
                  <a:cubicBezTo>
                    <a:pt x="141" y="256"/>
                    <a:pt x="176" y="237"/>
                    <a:pt x="207" y="206"/>
                  </a:cubicBezTo>
                  <a:cubicBezTo>
                    <a:pt x="239" y="157"/>
                    <a:pt x="239" y="70"/>
                    <a:pt x="190" y="17"/>
                  </a:cubicBezTo>
                  <a:cubicBezTo>
                    <a:pt x="169" y="0"/>
                    <a:pt x="136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"/>
            <p:cNvSpPr/>
            <p:nvPr/>
          </p:nvSpPr>
          <p:spPr>
            <a:xfrm>
              <a:off x="4087475" y="2720075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37" y="0"/>
                  </a:moveTo>
                  <a:cubicBezTo>
                    <a:pt x="121" y="0"/>
                    <a:pt x="104" y="5"/>
                    <a:pt x="87" y="13"/>
                  </a:cubicBezTo>
                  <a:cubicBezTo>
                    <a:pt x="71" y="13"/>
                    <a:pt x="38" y="50"/>
                    <a:pt x="17" y="83"/>
                  </a:cubicBezTo>
                  <a:cubicBezTo>
                    <a:pt x="1" y="116"/>
                    <a:pt x="1" y="153"/>
                    <a:pt x="17" y="169"/>
                  </a:cubicBezTo>
                  <a:cubicBezTo>
                    <a:pt x="17" y="202"/>
                    <a:pt x="38" y="240"/>
                    <a:pt x="71" y="240"/>
                  </a:cubicBezTo>
                  <a:cubicBezTo>
                    <a:pt x="87" y="256"/>
                    <a:pt x="120" y="256"/>
                    <a:pt x="157" y="256"/>
                  </a:cubicBezTo>
                  <a:cubicBezTo>
                    <a:pt x="207" y="219"/>
                    <a:pt x="244" y="153"/>
                    <a:pt x="223" y="83"/>
                  </a:cubicBezTo>
                  <a:cubicBezTo>
                    <a:pt x="223" y="66"/>
                    <a:pt x="207" y="50"/>
                    <a:pt x="207" y="33"/>
                  </a:cubicBezTo>
                  <a:cubicBezTo>
                    <a:pt x="190" y="13"/>
                    <a:pt x="190" y="13"/>
                    <a:pt x="174" y="13"/>
                  </a:cubicBezTo>
                  <a:cubicBezTo>
                    <a:pt x="166" y="5"/>
                    <a:pt x="152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"/>
            <p:cNvSpPr/>
            <p:nvPr/>
          </p:nvSpPr>
          <p:spPr>
            <a:xfrm>
              <a:off x="4086250" y="27647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53" y="1"/>
                  </a:moveTo>
                  <a:cubicBezTo>
                    <a:pt x="87" y="1"/>
                    <a:pt x="33" y="50"/>
                    <a:pt x="17" y="120"/>
                  </a:cubicBezTo>
                  <a:cubicBezTo>
                    <a:pt x="0" y="153"/>
                    <a:pt x="17" y="186"/>
                    <a:pt x="33" y="207"/>
                  </a:cubicBezTo>
                  <a:cubicBezTo>
                    <a:pt x="33" y="240"/>
                    <a:pt x="66" y="256"/>
                    <a:pt x="103" y="256"/>
                  </a:cubicBezTo>
                  <a:cubicBezTo>
                    <a:pt x="110" y="258"/>
                    <a:pt x="117" y="259"/>
                    <a:pt x="124" y="259"/>
                  </a:cubicBezTo>
                  <a:cubicBezTo>
                    <a:pt x="170" y="259"/>
                    <a:pt x="225" y="214"/>
                    <a:pt x="239" y="153"/>
                  </a:cubicBezTo>
                  <a:cubicBezTo>
                    <a:pt x="239" y="120"/>
                    <a:pt x="239" y="83"/>
                    <a:pt x="223" y="50"/>
                  </a:cubicBezTo>
                  <a:lnTo>
                    <a:pt x="206" y="34"/>
                  </a:lnTo>
                  <a:cubicBezTo>
                    <a:pt x="190" y="17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"/>
            <p:cNvSpPr/>
            <p:nvPr/>
          </p:nvSpPr>
          <p:spPr>
            <a:xfrm>
              <a:off x="4095200" y="2736350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58" y="1"/>
                  </a:moveTo>
                  <a:cubicBezTo>
                    <a:pt x="87" y="1"/>
                    <a:pt x="17" y="50"/>
                    <a:pt x="17" y="120"/>
                  </a:cubicBezTo>
                  <a:cubicBezTo>
                    <a:pt x="1" y="153"/>
                    <a:pt x="1" y="186"/>
                    <a:pt x="17" y="207"/>
                  </a:cubicBezTo>
                  <a:cubicBezTo>
                    <a:pt x="38" y="240"/>
                    <a:pt x="71" y="256"/>
                    <a:pt x="87" y="256"/>
                  </a:cubicBezTo>
                  <a:cubicBezTo>
                    <a:pt x="97" y="261"/>
                    <a:pt x="107" y="263"/>
                    <a:pt x="117" y="263"/>
                  </a:cubicBezTo>
                  <a:cubicBezTo>
                    <a:pt x="140" y="263"/>
                    <a:pt x="162" y="252"/>
                    <a:pt x="174" y="240"/>
                  </a:cubicBezTo>
                  <a:cubicBezTo>
                    <a:pt x="207" y="223"/>
                    <a:pt x="224" y="186"/>
                    <a:pt x="224" y="153"/>
                  </a:cubicBezTo>
                  <a:cubicBezTo>
                    <a:pt x="244" y="120"/>
                    <a:pt x="244" y="83"/>
                    <a:pt x="224" y="50"/>
                  </a:cubicBezTo>
                  <a:cubicBezTo>
                    <a:pt x="207" y="50"/>
                    <a:pt x="207" y="34"/>
                    <a:pt x="207" y="34"/>
                  </a:cubicBezTo>
                  <a:cubicBezTo>
                    <a:pt x="191" y="17"/>
                    <a:pt x="174" y="17"/>
                    <a:pt x="1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"/>
            <p:cNvSpPr/>
            <p:nvPr/>
          </p:nvSpPr>
          <p:spPr>
            <a:xfrm>
              <a:off x="4074175" y="2822725"/>
              <a:ext cx="6525" cy="6575"/>
            </a:xfrm>
            <a:custGeom>
              <a:avLst/>
              <a:gdLst/>
              <a:ahLst/>
              <a:cxnLst/>
              <a:rect l="l" t="t" r="r" b="b"/>
              <a:pathLst>
                <a:path w="261" h="263" extrusionOk="0">
                  <a:moveTo>
                    <a:pt x="141" y="1"/>
                  </a:moveTo>
                  <a:cubicBezTo>
                    <a:pt x="126" y="1"/>
                    <a:pt x="112" y="5"/>
                    <a:pt x="104" y="13"/>
                  </a:cubicBezTo>
                  <a:cubicBezTo>
                    <a:pt x="34" y="50"/>
                    <a:pt x="1" y="116"/>
                    <a:pt x="17" y="186"/>
                  </a:cubicBezTo>
                  <a:cubicBezTo>
                    <a:pt x="30" y="240"/>
                    <a:pt x="74" y="262"/>
                    <a:pt x="118" y="262"/>
                  </a:cubicBezTo>
                  <a:cubicBezTo>
                    <a:pt x="132" y="262"/>
                    <a:pt x="145" y="260"/>
                    <a:pt x="158" y="256"/>
                  </a:cubicBezTo>
                  <a:cubicBezTo>
                    <a:pt x="223" y="219"/>
                    <a:pt x="261" y="153"/>
                    <a:pt x="240" y="83"/>
                  </a:cubicBezTo>
                  <a:cubicBezTo>
                    <a:pt x="223" y="67"/>
                    <a:pt x="223" y="50"/>
                    <a:pt x="207" y="30"/>
                  </a:cubicBezTo>
                  <a:cubicBezTo>
                    <a:pt x="190" y="30"/>
                    <a:pt x="190" y="13"/>
                    <a:pt x="190" y="13"/>
                  </a:cubicBezTo>
                  <a:cubicBezTo>
                    <a:pt x="174" y="5"/>
                    <a:pt x="156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"/>
            <p:cNvSpPr/>
            <p:nvPr/>
          </p:nvSpPr>
          <p:spPr>
            <a:xfrm>
              <a:off x="4034300" y="27717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1" y="0"/>
                  </a:moveTo>
                  <a:cubicBezTo>
                    <a:pt x="122" y="0"/>
                    <a:pt x="113" y="2"/>
                    <a:pt x="103" y="7"/>
                  </a:cubicBezTo>
                  <a:cubicBezTo>
                    <a:pt x="83" y="7"/>
                    <a:pt x="50" y="28"/>
                    <a:pt x="33" y="44"/>
                  </a:cubicBezTo>
                  <a:cubicBezTo>
                    <a:pt x="17" y="77"/>
                    <a:pt x="0" y="94"/>
                    <a:pt x="0" y="131"/>
                  </a:cubicBezTo>
                  <a:cubicBezTo>
                    <a:pt x="0" y="164"/>
                    <a:pt x="17" y="197"/>
                    <a:pt x="33" y="234"/>
                  </a:cubicBezTo>
                  <a:cubicBezTo>
                    <a:pt x="55" y="248"/>
                    <a:pt x="81" y="257"/>
                    <a:pt x="107" y="257"/>
                  </a:cubicBezTo>
                  <a:cubicBezTo>
                    <a:pt x="141" y="257"/>
                    <a:pt x="176" y="243"/>
                    <a:pt x="206" y="213"/>
                  </a:cubicBezTo>
                  <a:cubicBezTo>
                    <a:pt x="239" y="147"/>
                    <a:pt x="239" y="77"/>
                    <a:pt x="186" y="28"/>
                  </a:cubicBezTo>
                  <a:cubicBezTo>
                    <a:pt x="174" y="13"/>
                    <a:pt x="154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"/>
            <p:cNvSpPr/>
            <p:nvPr/>
          </p:nvSpPr>
          <p:spPr>
            <a:xfrm>
              <a:off x="4028625" y="2755975"/>
              <a:ext cx="6100" cy="6250"/>
            </a:xfrm>
            <a:custGeom>
              <a:avLst/>
              <a:gdLst/>
              <a:ahLst/>
              <a:cxnLst/>
              <a:rect l="l" t="t" r="r" b="b"/>
              <a:pathLst>
                <a:path w="244" h="250" extrusionOk="0">
                  <a:moveTo>
                    <a:pt x="131" y="0"/>
                  </a:moveTo>
                  <a:cubicBezTo>
                    <a:pt x="72" y="0"/>
                    <a:pt x="21" y="49"/>
                    <a:pt x="21" y="106"/>
                  </a:cubicBezTo>
                  <a:cubicBezTo>
                    <a:pt x="1" y="143"/>
                    <a:pt x="1" y="176"/>
                    <a:pt x="21" y="193"/>
                  </a:cubicBezTo>
                  <a:cubicBezTo>
                    <a:pt x="38" y="226"/>
                    <a:pt x="71" y="247"/>
                    <a:pt x="87" y="247"/>
                  </a:cubicBezTo>
                  <a:cubicBezTo>
                    <a:pt x="96" y="249"/>
                    <a:pt x="104" y="250"/>
                    <a:pt x="112" y="250"/>
                  </a:cubicBezTo>
                  <a:cubicBezTo>
                    <a:pt x="169" y="250"/>
                    <a:pt x="209" y="201"/>
                    <a:pt x="227" y="143"/>
                  </a:cubicBezTo>
                  <a:cubicBezTo>
                    <a:pt x="244" y="106"/>
                    <a:pt x="227" y="73"/>
                    <a:pt x="227" y="57"/>
                  </a:cubicBezTo>
                  <a:cubicBezTo>
                    <a:pt x="207" y="40"/>
                    <a:pt x="207" y="40"/>
                    <a:pt x="207" y="20"/>
                  </a:cubicBezTo>
                  <a:cubicBezTo>
                    <a:pt x="190" y="3"/>
                    <a:pt x="174" y="3"/>
                    <a:pt x="157" y="3"/>
                  </a:cubicBezTo>
                  <a:cubicBezTo>
                    <a:pt x="148" y="1"/>
                    <a:pt x="140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"/>
            <p:cNvSpPr/>
            <p:nvPr/>
          </p:nvSpPr>
          <p:spPr>
            <a:xfrm>
              <a:off x="4037700" y="2850150"/>
              <a:ext cx="3425" cy="425"/>
            </a:xfrm>
            <a:custGeom>
              <a:avLst/>
              <a:gdLst/>
              <a:ahLst/>
              <a:cxnLst/>
              <a:rect l="l" t="t" r="r" b="b"/>
              <a:pathLst>
                <a:path w="137" h="17" extrusionOk="0">
                  <a:moveTo>
                    <a:pt x="87" y="0"/>
                  </a:moveTo>
                  <a:cubicBezTo>
                    <a:pt x="50" y="0"/>
                    <a:pt x="33" y="0"/>
                    <a:pt x="0" y="17"/>
                  </a:cubicBezTo>
                  <a:lnTo>
                    <a:pt x="136" y="17"/>
                  </a:lnTo>
                  <a:cubicBezTo>
                    <a:pt x="120" y="17"/>
                    <a:pt x="103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"/>
            <p:cNvSpPr/>
            <p:nvPr/>
          </p:nvSpPr>
          <p:spPr>
            <a:xfrm>
              <a:off x="4035950" y="2788650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30" y="0"/>
                  </a:moveTo>
                  <a:cubicBezTo>
                    <a:pt x="74" y="0"/>
                    <a:pt x="35" y="45"/>
                    <a:pt x="17" y="106"/>
                  </a:cubicBezTo>
                  <a:cubicBezTo>
                    <a:pt x="0" y="139"/>
                    <a:pt x="0" y="176"/>
                    <a:pt x="17" y="209"/>
                  </a:cubicBezTo>
                  <a:cubicBezTo>
                    <a:pt x="37" y="226"/>
                    <a:pt x="70" y="242"/>
                    <a:pt x="87" y="259"/>
                  </a:cubicBezTo>
                  <a:cubicBezTo>
                    <a:pt x="157" y="259"/>
                    <a:pt x="206" y="209"/>
                    <a:pt x="223" y="139"/>
                  </a:cubicBezTo>
                  <a:cubicBezTo>
                    <a:pt x="243" y="106"/>
                    <a:pt x="243" y="73"/>
                    <a:pt x="223" y="53"/>
                  </a:cubicBezTo>
                  <a:cubicBezTo>
                    <a:pt x="206" y="36"/>
                    <a:pt x="206" y="36"/>
                    <a:pt x="206" y="20"/>
                  </a:cubicBezTo>
                  <a:cubicBezTo>
                    <a:pt x="190" y="20"/>
                    <a:pt x="173" y="3"/>
                    <a:pt x="157" y="3"/>
                  </a:cubicBezTo>
                  <a:cubicBezTo>
                    <a:pt x="148" y="1"/>
                    <a:pt x="139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"/>
            <p:cNvSpPr/>
            <p:nvPr/>
          </p:nvSpPr>
          <p:spPr>
            <a:xfrm>
              <a:off x="4036875" y="2804500"/>
              <a:ext cx="6000" cy="6300"/>
            </a:xfrm>
            <a:custGeom>
              <a:avLst/>
              <a:gdLst/>
              <a:ahLst/>
              <a:cxnLst/>
              <a:rect l="l" t="t" r="r" b="b"/>
              <a:pathLst>
                <a:path w="240" h="252" extrusionOk="0">
                  <a:moveTo>
                    <a:pt x="133" y="1"/>
                  </a:moveTo>
                  <a:cubicBezTo>
                    <a:pt x="86" y="1"/>
                    <a:pt x="31" y="46"/>
                    <a:pt x="17" y="107"/>
                  </a:cubicBezTo>
                  <a:cubicBezTo>
                    <a:pt x="0" y="177"/>
                    <a:pt x="33" y="243"/>
                    <a:pt x="103" y="243"/>
                  </a:cubicBezTo>
                  <a:cubicBezTo>
                    <a:pt x="113" y="249"/>
                    <a:pt x="122" y="252"/>
                    <a:pt x="129" y="252"/>
                  </a:cubicBezTo>
                  <a:cubicBezTo>
                    <a:pt x="148" y="252"/>
                    <a:pt x="163" y="238"/>
                    <a:pt x="186" y="227"/>
                  </a:cubicBezTo>
                  <a:cubicBezTo>
                    <a:pt x="206" y="210"/>
                    <a:pt x="223" y="177"/>
                    <a:pt x="239" y="140"/>
                  </a:cubicBezTo>
                  <a:cubicBezTo>
                    <a:pt x="239" y="107"/>
                    <a:pt x="239" y="74"/>
                    <a:pt x="223" y="58"/>
                  </a:cubicBezTo>
                  <a:cubicBezTo>
                    <a:pt x="223" y="37"/>
                    <a:pt x="223" y="37"/>
                    <a:pt x="206" y="21"/>
                  </a:cubicBezTo>
                  <a:cubicBezTo>
                    <a:pt x="186" y="4"/>
                    <a:pt x="169" y="4"/>
                    <a:pt x="153" y="4"/>
                  </a:cubicBezTo>
                  <a:cubicBezTo>
                    <a:pt x="146" y="2"/>
                    <a:pt x="140" y="1"/>
                    <a:pt x="1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"/>
            <p:cNvSpPr/>
            <p:nvPr/>
          </p:nvSpPr>
          <p:spPr>
            <a:xfrm>
              <a:off x="4030375" y="28183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7" y="1"/>
                  </a:moveTo>
                  <a:cubicBezTo>
                    <a:pt x="87" y="1"/>
                    <a:pt x="17" y="38"/>
                    <a:pt x="1" y="124"/>
                  </a:cubicBezTo>
                  <a:cubicBezTo>
                    <a:pt x="1" y="141"/>
                    <a:pt x="1" y="174"/>
                    <a:pt x="17" y="207"/>
                  </a:cubicBezTo>
                  <a:cubicBezTo>
                    <a:pt x="34" y="244"/>
                    <a:pt x="71" y="260"/>
                    <a:pt x="87" y="260"/>
                  </a:cubicBezTo>
                  <a:cubicBezTo>
                    <a:pt x="120" y="260"/>
                    <a:pt x="157" y="260"/>
                    <a:pt x="174" y="244"/>
                  </a:cubicBezTo>
                  <a:cubicBezTo>
                    <a:pt x="207" y="207"/>
                    <a:pt x="223" y="190"/>
                    <a:pt x="223" y="157"/>
                  </a:cubicBezTo>
                  <a:cubicBezTo>
                    <a:pt x="240" y="124"/>
                    <a:pt x="223" y="87"/>
                    <a:pt x="223" y="54"/>
                  </a:cubicBezTo>
                  <a:cubicBezTo>
                    <a:pt x="207" y="54"/>
                    <a:pt x="207" y="38"/>
                    <a:pt x="190" y="38"/>
                  </a:cubicBezTo>
                  <a:cubicBezTo>
                    <a:pt x="190" y="21"/>
                    <a:pt x="174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"/>
            <p:cNvSpPr/>
            <p:nvPr/>
          </p:nvSpPr>
          <p:spPr>
            <a:xfrm>
              <a:off x="4034300" y="2832850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115" y="1"/>
                  </a:moveTo>
                  <a:cubicBezTo>
                    <a:pt x="66" y="1"/>
                    <a:pt x="15" y="46"/>
                    <a:pt x="0" y="107"/>
                  </a:cubicBezTo>
                  <a:cubicBezTo>
                    <a:pt x="0" y="140"/>
                    <a:pt x="0" y="177"/>
                    <a:pt x="17" y="210"/>
                  </a:cubicBezTo>
                  <a:cubicBezTo>
                    <a:pt x="33" y="227"/>
                    <a:pt x="50" y="264"/>
                    <a:pt x="83" y="264"/>
                  </a:cubicBezTo>
                  <a:cubicBezTo>
                    <a:pt x="120" y="264"/>
                    <a:pt x="136" y="264"/>
                    <a:pt x="169" y="227"/>
                  </a:cubicBezTo>
                  <a:cubicBezTo>
                    <a:pt x="186" y="210"/>
                    <a:pt x="223" y="194"/>
                    <a:pt x="223" y="161"/>
                  </a:cubicBezTo>
                  <a:cubicBezTo>
                    <a:pt x="223" y="124"/>
                    <a:pt x="223" y="91"/>
                    <a:pt x="206" y="58"/>
                  </a:cubicBezTo>
                  <a:cubicBezTo>
                    <a:pt x="206" y="37"/>
                    <a:pt x="206" y="37"/>
                    <a:pt x="186" y="37"/>
                  </a:cubicBezTo>
                  <a:cubicBezTo>
                    <a:pt x="169" y="20"/>
                    <a:pt x="153" y="4"/>
                    <a:pt x="136" y="4"/>
                  </a:cubicBezTo>
                  <a:cubicBezTo>
                    <a:pt x="129" y="2"/>
                    <a:pt x="122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"/>
            <p:cNvSpPr/>
            <p:nvPr/>
          </p:nvSpPr>
          <p:spPr>
            <a:xfrm>
              <a:off x="4064300" y="2791225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30" y="0"/>
                  </a:moveTo>
                  <a:cubicBezTo>
                    <a:pt x="74" y="0"/>
                    <a:pt x="34" y="45"/>
                    <a:pt x="17" y="106"/>
                  </a:cubicBezTo>
                  <a:cubicBezTo>
                    <a:pt x="0" y="139"/>
                    <a:pt x="17" y="176"/>
                    <a:pt x="37" y="209"/>
                  </a:cubicBezTo>
                  <a:cubicBezTo>
                    <a:pt x="37" y="226"/>
                    <a:pt x="70" y="242"/>
                    <a:pt x="103" y="259"/>
                  </a:cubicBezTo>
                  <a:cubicBezTo>
                    <a:pt x="157" y="259"/>
                    <a:pt x="223" y="209"/>
                    <a:pt x="243" y="139"/>
                  </a:cubicBezTo>
                  <a:cubicBezTo>
                    <a:pt x="243" y="106"/>
                    <a:pt x="243" y="73"/>
                    <a:pt x="223" y="53"/>
                  </a:cubicBezTo>
                  <a:cubicBezTo>
                    <a:pt x="223" y="36"/>
                    <a:pt x="206" y="36"/>
                    <a:pt x="206" y="20"/>
                  </a:cubicBezTo>
                  <a:cubicBezTo>
                    <a:pt x="190" y="20"/>
                    <a:pt x="173" y="3"/>
                    <a:pt x="157" y="3"/>
                  </a:cubicBezTo>
                  <a:cubicBezTo>
                    <a:pt x="148" y="1"/>
                    <a:pt x="139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"/>
            <p:cNvSpPr/>
            <p:nvPr/>
          </p:nvSpPr>
          <p:spPr>
            <a:xfrm>
              <a:off x="4059125" y="2821275"/>
              <a:ext cx="6125" cy="6200"/>
            </a:xfrm>
            <a:custGeom>
              <a:avLst/>
              <a:gdLst/>
              <a:ahLst/>
              <a:cxnLst/>
              <a:rect l="l" t="t" r="r" b="b"/>
              <a:pathLst>
                <a:path w="245" h="248" extrusionOk="0">
                  <a:moveTo>
                    <a:pt x="128" y="1"/>
                  </a:moveTo>
                  <a:cubicBezTo>
                    <a:pt x="74" y="1"/>
                    <a:pt x="35" y="48"/>
                    <a:pt x="17" y="108"/>
                  </a:cubicBezTo>
                  <a:cubicBezTo>
                    <a:pt x="1" y="141"/>
                    <a:pt x="1" y="174"/>
                    <a:pt x="17" y="211"/>
                  </a:cubicBezTo>
                  <a:cubicBezTo>
                    <a:pt x="38" y="228"/>
                    <a:pt x="71" y="244"/>
                    <a:pt x="87" y="244"/>
                  </a:cubicBezTo>
                  <a:cubicBezTo>
                    <a:pt x="97" y="246"/>
                    <a:pt x="105" y="248"/>
                    <a:pt x="114" y="248"/>
                  </a:cubicBezTo>
                  <a:cubicBezTo>
                    <a:pt x="170" y="248"/>
                    <a:pt x="209" y="202"/>
                    <a:pt x="224" y="141"/>
                  </a:cubicBezTo>
                  <a:cubicBezTo>
                    <a:pt x="244" y="108"/>
                    <a:pt x="244" y="71"/>
                    <a:pt x="224" y="55"/>
                  </a:cubicBezTo>
                  <a:cubicBezTo>
                    <a:pt x="207" y="38"/>
                    <a:pt x="207" y="38"/>
                    <a:pt x="207" y="22"/>
                  </a:cubicBezTo>
                  <a:cubicBezTo>
                    <a:pt x="191" y="5"/>
                    <a:pt x="174" y="5"/>
                    <a:pt x="158" y="5"/>
                  </a:cubicBezTo>
                  <a:cubicBezTo>
                    <a:pt x="147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"/>
            <p:cNvSpPr/>
            <p:nvPr/>
          </p:nvSpPr>
          <p:spPr>
            <a:xfrm>
              <a:off x="4064300" y="2837275"/>
              <a:ext cx="5575" cy="6475"/>
            </a:xfrm>
            <a:custGeom>
              <a:avLst/>
              <a:gdLst/>
              <a:ahLst/>
              <a:cxnLst/>
              <a:rect l="l" t="t" r="r" b="b"/>
              <a:pathLst>
                <a:path w="223" h="259" extrusionOk="0">
                  <a:moveTo>
                    <a:pt x="140" y="0"/>
                  </a:moveTo>
                  <a:cubicBezTo>
                    <a:pt x="120" y="0"/>
                    <a:pt x="87" y="17"/>
                    <a:pt x="54" y="33"/>
                  </a:cubicBezTo>
                  <a:cubicBezTo>
                    <a:pt x="37" y="50"/>
                    <a:pt x="17" y="87"/>
                    <a:pt x="0" y="120"/>
                  </a:cubicBezTo>
                  <a:cubicBezTo>
                    <a:pt x="0" y="153"/>
                    <a:pt x="0" y="190"/>
                    <a:pt x="17" y="206"/>
                  </a:cubicBezTo>
                  <a:cubicBezTo>
                    <a:pt x="37" y="239"/>
                    <a:pt x="54" y="256"/>
                    <a:pt x="87" y="256"/>
                  </a:cubicBezTo>
                  <a:cubicBezTo>
                    <a:pt x="96" y="258"/>
                    <a:pt x="105" y="259"/>
                    <a:pt x="113" y="259"/>
                  </a:cubicBezTo>
                  <a:cubicBezTo>
                    <a:pt x="169" y="259"/>
                    <a:pt x="208" y="214"/>
                    <a:pt x="223" y="153"/>
                  </a:cubicBezTo>
                  <a:cubicBezTo>
                    <a:pt x="223" y="120"/>
                    <a:pt x="223" y="87"/>
                    <a:pt x="206" y="50"/>
                  </a:cubicBezTo>
                  <a:cubicBezTo>
                    <a:pt x="206" y="50"/>
                    <a:pt x="206" y="33"/>
                    <a:pt x="190" y="33"/>
                  </a:cubicBezTo>
                  <a:cubicBezTo>
                    <a:pt x="173" y="17"/>
                    <a:pt x="157" y="17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"/>
            <p:cNvSpPr/>
            <p:nvPr/>
          </p:nvSpPr>
          <p:spPr>
            <a:xfrm>
              <a:off x="4051825" y="2804500"/>
              <a:ext cx="6100" cy="6200"/>
            </a:xfrm>
            <a:custGeom>
              <a:avLst/>
              <a:gdLst/>
              <a:ahLst/>
              <a:cxnLst/>
              <a:rect l="l" t="t" r="r" b="b"/>
              <a:pathLst>
                <a:path w="244" h="248" extrusionOk="0">
                  <a:moveTo>
                    <a:pt x="119" y="1"/>
                  </a:moveTo>
                  <a:cubicBezTo>
                    <a:pt x="70" y="1"/>
                    <a:pt x="18" y="46"/>
                    <a:pt x="0" y="107"/>
                  </a:cubicBezTo>
                  <a:cubicBezTo>
                    <a:pt x="0" y="140"/>
                    <a:pt x="0" y="177"/>
                    <a:pt x="21" y="194"/>
                  </a:cubicBezTo>
                  <a:cubicBezTo>
                    <a:pt x="37" y="227"/>
                    <a:pt x="54" y="243"/>
                    <a:pt x="87" y="243"/>
                  </a:cubicBezTo>
                  <a:cubicBezTo>
                    <a:pt x="97" y="246"/>
                    <a:pt x="107" y="248"/>
                    <a:pt x="116" y="248"/>
                  </a:cubicBezTo>
                  <a:cubicBezTo>
                    <a:pt x="171" y="248"/>
                    <a:pt x="209" y="200"/>
                    <a:pt x="227" y="140"/>
                  </a:cubicBezTo>
                  <a:cubicBezTo>
                    <a:pt x="243" y="107"/>
                    <a:pt x="227" y="74"/>
                    <a:pt x="206" y="58"/>
                  </a:cubicBezTo>
                  <a:cubicBezTo>
                    <a:pt x="206" y="37"/>
                    <a:pt x="206" y="37"/>
                    <a:pt x="190" y="21"/>
                  </a:cubicBezTo>
                  <a:cubicBezTo>
                    <a:pt x="190" y="4"/>
                    <a:pt x="173" y="4"/>
                    <a:pt x="140" y="4"/>
                  </a:cubicBezTo>
                  <a:cubicBezTo>
                    <a:pt x="133" y="2"/>
                    <a:pt x="126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"/>
            <p:cNvSpPr/>
            <p:nvPr/>
          </p:nvSpPr>
          <p:spPr>
            <a:xfrm>
              <a:off x="4062125" y="27757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37" y="1"/>
                  </a:moveTo>
                  <a:cubicBezTo>
                    <a:pt x="103" y="1"/>
                    <a:pt x="67" y="17"/>
                    <a:pt x="38" y="55"/>
                  </a:cubicBezTo>
                  <a:cubicBezTo>
                    <a:pt x="0" y="109"/>
                    <a:pt x="0" y="179"/>
                    <a:pt x="38" y="229"/>
                  </a:cubicBezTo>
                  <a:cubicBezTo>
                    <a:pt x="58" y="251"/>
                    <a:pt x="82" y="260"/>
                    <a:pt x="107" y="260"/>
                  </a:cubicBezTo>
                  <a:cubicBezTo>
                    <a:pt x="141" y="260"/>
                    <a:pt x="178" y="241"/>
                    <a:pt x="207" y="212"/>
                  </a:cubicBezTo>
                  <a:cubicBezTo>
                    <a:pt x="244" y="158"/>
                    <a:pt x="244" y="76"/>
                    <a:pt x="207" y="22"/>
                  </a:cubicBezTo>
                  <a:cubicBezTo>
                    <a:pt x="186" y="9"/>
                    <a:pt x="162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"/>
            <p:cNvSpPr/>
            <p:nvPr/>
          </p:nvSpPr>
          <p:spPr>
            <a:xfrm>
              <a:off x="4056550" y="2758850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35" y="1"/>
                  </a:moveTo>
                  <a:cubicBezTo>
                    <a:pt x="126" y="1"/>
                    <a:pt x="116" y="2"/>
                    <a:pt x="104" y="8"/>
                  </a:cubicBezTo>
                  <a:cubicBezTo>
                    <a:pt x="38" y="45"/>
                    <a:pt x="1" y="111"/>
                    <a:pt x="17" y="181"/>
                  </a:cubicBezTo>
                  <a:cubicBezTo>
                    <a:pt x="38" y="214"/>
                    <a:pt x="54" y="235"/>
                    <a:pt x="71" y="251"/>
                  </a:cubicBezTo>
                  <a:cubicBezTo>
                    <a:pt x="87" y="259"/>
                    <a:pt x="105" y="263"/>
                    <a:pt x="120" y="263"/>
                  </a:cubicBezTo>
                  <a:cubicBezTo>
                    <a:pt x="136" y="263"/>
                    <a:pt x="149" y="259"/>
                    <a:pt x="157" y="251"/>
                  </a:cubicBezTo>
                  <a:cubicBezTo>
                    <a:pt x="190" y="235"/>
                    <a:pt x="207" y="214"/>
                    <a:pt x="223" y="181"/>
                  </a:cubicBezTo>
                  <a:cubicBezTo>
                    <a:pt x="244" y="148"/>
                    <a:pt x="244" y="111"/>
                    <a:pt x="244" y="78"/>
                  </a:cubicBezTo>
                  <a:cubicBezTo>
                    <a:pt x="244" y="61"/>
                    <a:pt x="223" y="45"/>
                    <a:pt x="207" y="28"/>
                  </a:cubicBezTo>
                  <a:cubicBezTo>
                    <a:pt x="207" y="28"/>
                    <a:pt x="190" y="28"/>
                    <a:pt x="190" y="8"/>
                  </a:cubicBezTo>
                  <a:cubicBezTo>
                    <a:pt x="168" y="8"/>
                    <a:pt x="154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"/>
            <p:cNvSpPr/>
            <p:nvPr/>
          </p:nvSpPr>
          <p:spPr>
            <a:xfrm>
              <a:off x="4069025" y="2745725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37" y="1"/>
                  </a:moveTo>
                  <a:cubicBezTo>
                    <a:pt x="120" y="1"/>
                    <a:pt x="87" y="1"/>
                    <a:pt x="54" y="38"/>
                  </a:cubicBezTo>
                  <a:cubicBezTo>
                    <a:pt x="34" y="55"/>
                    <a:pt x="17" y="71"/>
                    <a:pt x="1" y="104"/>
                  </a:cubicBezTo>
                  <a:cubicBezTo>
                    <a:pt x="1" y="141"/>
                    <a:pt x="1" y="174"/>
                    <a:pt x="17" y="207"/>
                  </a:cubicBezTo>
                  <a:cubicBezTo>
                    <a:pt x="34" y="244"/>
                    <a:pt x="54" y="261"/>
                    <a:pt x="87" y="261"/>
                  </a:cubicBezTo>
                  <a:cubicBezTo>
                    <a:pt x="93" y="263"/>
                    <a:pt x="100" y="264"/>
                    <a:pt x="106" y="264"/>
                  </a:cubicBezTo>
                  <a:cubicBezTo>
                    <a:pt x="153" y="264"/>
                    <a:pt x="209" y="215"/>
                    <a:pt x="223" y="158"/>
                  </a:cubicBezTo>
                  <a:cubicBezTo>
                    <a:pt x="223" y="121"/>
                    <a:pt x="223" y="88"/>
                    <a:pt x="207" y="55"/>
                  </a:cubicBezTo>
                  <a:cubicBezTo>
                    <a:pt x="207" y="55"/>
                    <a:pt x="207" y="38"/>
                    <a:pt x="190" y="38"/>
                  </a:cubicBezTo>
                  <a:cubicBezTo>
                    <a:pt x="174" y="17"/>
                    <a:pt x="157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"/>
            <p:cNvSpPr/>
            <p:nvPr/>
          </p:nvSpPr>
          <p:spPr>
            <a:xfrm>
              <a:off x="4066050" y="2806825"/>
              <a:ext cx="6400" cy="6300"/>
            </a:xfrm>
            <a:custGeom>
              <a:avLst/>
              <a:gdLst/>
              <a:ahLst/>
              <a:cxnLst/>
              <a:rect l="l" t="t" r="r" b="b"/>
              <a:pathLst>
                <a:path w="256" h="252" extrusionOk="0">
                  <a:moveTo>
                    <a:pt x="144" y="1"/>
                  </a:moveTo>
                  <a:cubicBezTo>
                    <a:pt x="109" y="1"/>
                    <a:pt x="71" y="18"/>
                    <a:pt x="50" y="47"/>
                  </a:cubicBezTo>
                  <a:cubicBezTo>
                    <a:pt x="0" y="101"/>
                    <a:pt x="0" y="187"/>
                    <a:pt x="50" y="220"/>
                  </a:cubicBezTo>
                  <a:cubicBezTo>
                    <a:pt x="65" y="243"/>
                    <a:pt x="89" y="252"/>
                    <a:pt x="114" y="252"/>
                  </a:cubicBezTo>
                  <a:cubicBezTo>
                    <a:pt x="149" y="252"/>
                    <a:pt x="187" y="233"/>
                    <a:pt x="206" y="204"/>
                  </a:cubicBezTo>
                  <a:cubicBezTo>
                    <a:pt x="256" y="150"/>
                    <a:pt x="256" y="68"/>
                    <a:pt x="206" y="31"/>
                  </a:cubicBezTo>
                  <a:cubicBezTo>
                    <a:pt x="192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"/>
            <p:cNvSpPr/>
            <p:nvPr/>
          </p:nvSpPr>
          <p:spPr>
            <a:xfrm>
              <a:off x="4123975" y="2739275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30" y="0"/>
                  </a:moveTo>
                  <a:cubicBezTo>
                    <a:pt x="74" y="0"/>
                    <a:pt x="35" y="46"/>
                    <a:pt x="21" y="106"/>
                  </a:cubicBezTo>
                  <a:cubicBezTo>
                    <a:pt x="0" y="139"/>
                    <a:pt x="21" y="172"/>
                    <a:pt x="21" y="210"/>
                  </a:cubicBezTo>
                  <a:cubicBezTo>
                    <a:pt x="37" y="226"/>
                    <a:pt x="70" y="242"/>
                    <a:pt x="87" y="259"/>
                  </a:cubicBezTo>
                  <a:cubicBezTo>
                    <a:pt x="157" y="259"/>
                    <a:pt x="227" y="210"/>
                    <a:pt x="227" y="139"/>
                  </a:cubicBezTo>
                  <a:cubicBezTo>
                    <a:pt x="243" y="106"/>
                    <a:pt x="243" y="90"/>
                    <a:pt x="227" y="53"/>
                  </a:cubicBezTo>
                  <a:cubicBezTo>
                    <a:pt x="206" y="36"/>
                    <a:pt x="206" y="36"/>
                    <a:pt x="206" y="20"/>
                  </a:cubicBezTo>
                  <a:cubicBezTo>
                    <a:pt x="190" y="20"/>
                    <a:pt x="173" y="3"/>
                    <a:pt x="157" y="3"/>
                  </a:cubicBezTo>
                  <a:cubicBezTo>
                    <a:pt x="148" y="1"/>
                    <a:pt x="139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"/>
            <p:cNvSpPr/>
            <p:nvPr/>
          </p:nvSpPr>
          <p:spPr>
            <a:xfrm>
              <a:off x="3885250" y="27603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28" y="0"/>
                  </a:moveTo>
                  <a:cubicBezTo>
                    <a:pt x="74" y="0"/>
                    <a:pt x="31" y="46"/>
                    <a:pt x="17" y="107"/>
                  </a:cubicBezTo>
                  <a:cubicBezTo>
                    <a:pt x="1" y="139"/>
                    <a:pt x="1" y="177"/>
                    <a:pt x="17" y="210"/>
                  </a:cubicBezTo>
                  <a:cubicBezTo>
                    <a:pt x="34" y="226"/>
                    <a:pt x="67" y="243"/>
                    <a:pt x="87" y="259"/>
                  </a:cubicBezTo>
                  <a:cubicBezTo>
                    <a:pt x="153" y="259"/>
                    <a:pt x="207" y="210"/>
                    <a:pt x="223" y="139"/>
                  </a:cubicBezTo>
                  <a:cubicBezTo>
                    <a:pt x="240" y="107"/>
                    <a:pt x="240" y="74"/>
                    <a:pt x="223" y="53"/>
                  </a:cubicBezTo>
                  <a:cubicBezTo>
                    <a:pt x="207" y="36"/>
                    <a:pt x="207" y="36"/>
                    <a:pt x="207" y="20"/>
                  </a:cubicBezTo>
                  <a:cubicBezTo>
                    <a:pt x="190" y="20"/>
                    <a:pt x="170" y="3"/>
                    <a:pt x="153" y="3"/>
                  </a:cubicBezTo>
                  <a:cubicBezTo>
                    <a:pt x="144" y="1"/>
                    <a:pt x="136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"/>
            <p:cNvSpPr/>
            <p:nvPr/>
          </p:nvSpPr>
          <p:spPr>
            <a:xfrm>
              <a:off x="3880100" y="2790350"/>
              <a:ext cx="6000" cy="6200"/>
            </a:xfrm>
            <a:custGeom>
              <a:avLst/>
              <a:gdLst/>
              <a:ahLst/>
              <a:cxnLst/>
              <a:rect l="l" t="t" r="r" b="b"/>
              <a:pathLst>
                <a:path w="240" h="248" extrusionOk="0">
                  <a:moveTo>
                    <a:pt x="113" y="1"/>
                  </a:moveTo>
                  <a:cubicBezTo>
                    <a:pt x="68" y="1"/>
                    <a:pt x="14" y="49"/>
                    <a:pt x="0" y="108"/>
                  </a:cubicBezTo>
                  <a:cubicBezTo>
                    <a:pt x="0" y="141"/>
                    <a:pt x="0" y="174"/>
                    <a:pt x="17" y="191"/>
                  </a:cubicBezTo>
                  <a:cubicBezTo>
                    <a:pt x="33" y="228"/>
                    <a:pt x="50" y="244"/>
                    <a:pt x="87" y="244"/>
                  </a:cubicBezTo>
                  <a:cubicBezTo>
                    <a:pt x="96" y="247"/>
                    <a:pt x="104" y="248"/>
                    <a:pt x="112" y="248"/>
                  </a:cubicBezTo>
                  <a:cubicBezTo>
                    <a:pt x="166" y="248"/>
                    <a:pt x="209" y="202"/>
                    <a:pt x="223" y="141"/>
                  </a:cubicBezTo>
                  <a:cubicBezTo>
                    <a:pt x="240" y="108"/>
                    <a:pt x="223" y="71"/>
                    <a:pt x="207" y="55"/>
                  </a:cubicBezTo>
                  <a:cubicBezTo>
                    <a:pt x="207" y="38"/>
                    <a:pt x="207" y="38"/>
                    <a:pt x="190" y="22"/>
                  </a:cubicBezTo>
                  <a:cubicBezTo>
                    <a:pt x="190" y="5"/>
                    <a:pt x="169" y="5"/>
                    <a:pt x="136" y="5"/>
                  </a:cubicBezTo>
                  <a:cubicBezTo>
                    <a:pt x="129" y="2"/>
                    <a:pt x="121" y="1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"/>
            <p:cNvSpPr/>
            <p:nvPr/>
          </p:nvSpPr>
          <p:spPr>
            <a:xfrm>
              <a:off x="3875775" y="2837750"/>
              <a:ext cx="6000" cy="6350"/>
            </a:xfrm>
            <a:custGeom>
              <a:avLst/>
              <a:gdLst/>
              <a:ahLst/>
              <a:cxnLst/>
              <a:rect l="l" t="t" r="r" b="b"/>
              <a:pathLst>
                <a:path w="240" h="254" extrusionOk="0">
                  <a:moveTo>
                    <a:pt x="136" y="1"/>
                  </a:moveTo>
                  <a:cubicBezTo>
                    <a:pt x="101" y="1"/>
                    <a:pt x="64" y="18"/>
                    <a:pt x="33" y="47"/>
                  </a:cubicBezTo>
                  <a:cubicBezTo>
                    <a:pt x="0" y="101"/>
                    <a:pt x="0" y="187"/>
                    <a:pt x="33" y="220"/>
                  </a:cubicBezTo>
                  <a:cubicBezTo>
                    <a:pt x="54" y="237"/>
                    <a:pt x="70" y="237"/>
                    <a:pt x="87" y="253"/>
                  </a:cubicBezTo>
                  <a:cubicBezTo>
                    <a:pt x="120" y="253"/>
                    <a:pt x="173" y="237"/>
                    <a:pt x="206" y="204"/>
                  </a:cubicBezTo>
                  <a:cubicBezTo>
                    <a:pt x="223" y="171"/>
                    <a:pt x="239" y="117"/>
                    <a:pt x="223" y="68"/>
                  </a:cubicBezTo>
                  <a:cubicBezTo>
                    <a:pt x="223" y="47"/>
                    <a:pt x="206" y="31"/>
                    <a:pt x="206" y="31"/>
                  </a:cubicBezTo>
                  <a:cubicBezTo>
                    <a:pt x="186" y="10"/>
                    <a:pt x="161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"/>
            <p:cNvSpPr/>
            <p:nvPr/>
          </p:nvSpPr>
          <p:spPr>
            <a:xfrm>
              <a:off x="3890000" y="2714825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36" y="0"/>
                  </a:moveTo>
                  <a:cubicBezTo>
                    <a:pt x="103" y="0"/>
                    <a:pt x="83" y="0"/>
                    <a:pt x="50" y="17"/>
                  </a:cubicBezTo>
                  <a:cubicBezTo>
                    <a:pt x="33" y="54"/>
                    <a:pt x="0" y="70"/>
                    <a:pt x="0" y="103"/>
                  </a:cubicBezTo>
                  <a:cubicBezTo>
                    <a:pt x="0" y="140"/>
                    <a:pt x="0" y="173"/>
                    <a:pt x="17" y="206"/>
                  </a:cubicBezTo>
                  <a:cubicBezTo>
                    <a:pt x="33" y="223"/>
                    <a:pt x="50" y="260"/>
                    <a:pt x="83" y="260"/>
                  </a:cubicBezTo>
                  <a:cubicBezTo>
                    <a:pt x="136" y="260"/>
                    <a:pt x="206" y="223"/>
                    <a:pt x="223" y="157"/>
                  </a:cubicBezTo>
                  <a:cubicBezTo>
                    <a:pt x="223" y="120"/>
                    <a:pt x="223" y="87"/>
                    <a:pt x="206" y="54"/>
                  </a:cubicBezTo>
                  <a:cubicBezTo>
                    <a:pt x="206" y="37"/>
                    <a:pt x="186" y="37"/>
                    <a:pt x="186" y="37"/>
                  </a:cubicBezTo>
                  <a:cubicBezTo>
                    <a:pt x="169" y="17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"/>
            <p:cNvSpPr/>
            <p:nvPr/>
          </p:nvSpPr>
          <p:spPr>
            <a:xfrm>
              <a:off x="3890400" y="27294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3" y="1"/>
                  </a:moveTo>
                  <a:cubicBezTo>
                    <a:pt x="120" y="1"/>
                    <a:pt x="104" y="1"/>
                    <a:pt x="87" y="17"/>
                  </a:cubicBezTo>
                  <a:cubicBezTo>
                    <a:pt x="50" y="34"/>
                    <a:pt x="17" y="71"/>
                    <a:pt x="17" y="120"/>
                  </a:cubicBezTo>
                  <a:cubicBezTo>
                    <a:pt x="1" y="153"/>
                    <a:pt x="17" y="190"/>
                    <a:pt x="17" y="207"/>
                  </a:cubicBezTo>
                  <a:cubicBezTo>
                    <a:pt x="34" y="240"/>
                    <a:pt x="67" y="256"/>
                    <a:pt x="104" y="256"/>
                  </a:cubicBezTo>
                  <a:cubicBezTo>
                    <a:pt x="111" y="259"/>
                    <a:pt x="119" y="261"/>
                    <a:pt x="126" y="261"/>
                  </a:cubicBezTo>
                  <a:cubicBezTo>
                    <a:pt x="169" y="261"/>
                    <a:pt x="209" y="216"/>
                    <a:pt x="223" y="174"/>
                  </a:cubicBezTo>
                  <a:cubicBezTo>
                    <a:pt x="223" y="153"/>
                    <a:pt x="223" y="153"/>
                    <a:pt x="240" y="153"/>
                  </a:cubicBezTo>
                  <a:cubicBezTo>
                    <a:pt x="240" y="104"/>
                    <a:pt x="223" y="71"/>
                    <a:pt x="207" y="34"/>
                  </a:cubicBezTo>
                  <a:cubicBezTo>
                    <a:pt x="190" y="17"/>
                    <a:pt x="17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"/>
            <p:cNvSpPr/>
            <p:nvPr/>
          </p:nvSpPr>
          <p:spPr>
            <a:xfrm>
              <a:off x="3874525" y="28225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6" y="0"/>
                  </a:moveTo>
                  <a:cubicBezTo>
                    <a:pt x="67" y="0"/>
                    <a:pt x="17" y="46"/>
                    <a:pt x="17" y="107"/>
                  </a:cubicBezTo>
                  <a:cubicBezTo>
                    <a:pt x="1" y="140"/>
                    <a:pt x="1" y="177"/>
                    <a:pt x="17" y="210"/>
                  </a:cubicBezTo>
                  <a:cubicBezTo>
                    <a:pt x="34" y="226"/>
                    <a:pt x="67" y="263"/>
                    <a:pt x="83" y="263"/>
                  </a:cubicBezTo>
                  <a:cubicBezTo>
                    <a:pt x="120" y="263"/>
                    <a:pt x="153" y="263"/>
                    <a:pt x="170" y="226"/>
                  </a:cubicBezTo>
                  <a:cubicBezTo>
                    <a:pt x="207" y="210"/>
                    <a:pt x="223" y="193"/>
                    <a:pt x="223" y="160"/>
                  </a:cubicBezTo>
                  <a:cubicBezTo>
                    <a:pt x="240" y="123"/>
                    <a:pt x="223" y="90"/>
                    <a:pt x="223" y="57"/>
                  </a:cubicBezTo>
                  <a:lnTo>
                    <a:pt x="207" y="37"/>
                  </a:lnTo>
                  <a:cubicBezTo>
                    <a:pt x="186" y="20"/>
                    <a:pt x="170" y="4"/>
                    <a:pt x="153" y="4"/>
                  </a:cubicBezTo>
                  <a:cubicBezTo>
                    <a:pt x="144" y="2"/>
                    <a:pt x="135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"/>
            <p:cNvSpPr/>
            <p:nvPr/>
          </p:nvSpPr>
          <p:spPr>
            <a:xfrm>
              <a:off x="3886900" y="282315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37" y="0"/>
                  </a:moveTo>
                  <a:cubicBezTo>
                    <a:pt x="104" y="0"/>
                    <a:pt x="73" y="19"/>
                    <a:pt x="54" y="50"/>
                  </a:cubicBezTo>
                  <a:cubicBezTo>
                    <a:pt x="1" y="99"/>
                    <a:pt x="1" y="186"/>
                    <a:pt x="54" y="239"/>
                  </a:cubicBezTo>
                  <a:cubicBezTo>
                    <a:pt x="71" y="239"/>
                    <a:pt x="71" y="256"/>
                    <a:pt x="87" y="256"/>
                  </a:cubicBezTo>
                  <a:cubicBezTo>
                    <a:pt x="100" y="260"/>
                    <a:pt x="112" y="262"/>
                    <a:pt x="123" y="262"/>
                  </a:cubicBezTo>
                  <a:cubicBezTo>
                    <a:pt x="157" y="262"/>
                    <a:pt x="182" y="243"/>
                    <a:pt x="207" y="202"/>
                  </a:cubicBezTo>
                  <a:cubicBezTo>
                    <a:pt x="244" y="169"/>
                    <a:pt x="244" y="116"/>
                    <a:pt x="244" y="83"/>
                  </a:cubicBezTo>
                  <a:cubicBezTo>
                    <a:pt x="227" y="66"/>
                    <a:pt x="227" y="50"/>
                    <a:pt x="207" y="33"/>
                  </a:cubicBezTo>
                  <a:cubicBezTo>
                    <a:pt x="186" y="10"/>
                    <a:pt x="161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"/>
            <p:cNvSpPr/>
            <p:nvPr/>
          </p:nvSpPr>
          <p:spPr>
            <a:xfrm>
              <a:off x="3892575" y="2840575"/>
              <a:ext cx="6000" cy="6200"/>
            </a:xfrm>
            <a:custGeom>
              <a:avLst/>
              <a:gdLst/>
              <a:ahLst/>
              <a:cxnLst/>
              <a:rect l="l" t="t" r="r" b="b"/>
              <a:pathLst>
                <a:path w="240" h="248" extrusionOk="0">
                  <a:moveTo>
                    <a:pt x="115" y="1"/>
                  </a:moveTo>
                  <a:cubicBezTo>
                    <a:pt x="66" y="1"/>
                    <a:pt x="15" y="46"/>
                    <a:pt x="0" y="107"/>
                  </a:cubicBezTo>
                  <a:cubicBezTo>
                    <a:pt x="0" y="140"/>
                    <a:pt x="0" y="177"/>
                    <a:pt x="17" y="194"/>
                  </a:cubicBezTo>
                  <a:cubicBezTo>
                    <a:pt x="33" y="227"/>
                    <a:pt x="50" y="243"/>
                    <a:pt x="83" y="243"/>
                  </a:cubicBezTo>
                  <a:cubicBezTo>
                    <a:pt x="91" y="246"/>
                    <a:pt x="99" y="248"/>
                    <a:pt x="107" y="248"/>
                  </a:cubicBezTo>
                  <a:cubicBezTo>
                    <a:pt x="156" y="248"/>
                    <a:pt x="209" y="200"/>
                    <a:pt x="223" y="140"/>
                  </a:cubicBezTo>
                  <a:cubicBezTo>
                    <a:pt x="239" y="91"/>
                    <a:pt x="223" y="58"/>
                    <a:pt x="186" y="21"/>
                  </a:cubicBezTo>
                  <a:cubicBezTo>
                    <a:pt x="169" y="4"/>
                    <a:pt x="153" y="4"/>
                    <a:pt x="136" y="4"/>
                  </a:cubicBezTo>
                  <a:cubicBezTo>
                    <a:pt x="129" y="2"/>
                    <a:pt x="122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"/>
            <p:cNvSpPr/>
            <p:nvPr/>
          </p:nvSpPr>
          <p:spPr>
            <a:xfrm>
              <a:off x="3871025" y="2808125"/>
              <a:ext cx="6100" cy="6300"/>
            </a:xfrm>
            <a:custGeom>
              <a:avLst/>
              <a:gdLst/>
              <a:ahLst/>
              <a:cxnLst/>
              <a:rect l="l" t="t" r="r" b="b"/>
              <a:pathLst>
                <a:path w="244" h="252" extrusionOk="0">
                  <a:moveTo>
                    <a:pt x="130" y="0"/>
                  </a:moveTo>
                  <a:cubicBezTo>
                    <a:pt x="117" y="0"/>
                    <a:pt x="104" y="6"/>
                    <a:pt x="87" y="16"/>
                  </a:cubicBezTo>
                  <a:cubicBezTo>
                    <a:pt x="54" y="16"/>
                    <a:pt x="38" y="49"/>
                    <a:pt x="17" y="65"/>
                  </a:cubicBezTo>
                  <a:cubicBezTo>
                    <a:pt x="1" y="98"/>
                    <a:pt x="1" y="135"/>
                    <a:pt x="1" y="168"/>
                  </a:cubicBezTo>
                  <a:cubicBezTo>
                    <a:pt x="13" y="220"/>
                    <a:pt x="54" y="251"/>
                    <a:pt x="96" y="251"/>
                  </a:cubicBezTo>
                  <a:cubicBezTo>
                    <a:pt x="111" y="251"/>
                    <a:pt x="127" y="247"/>
                    <a:pt x="141" y="238"/>
                  </a:cubicBezTo>
                  <a:cubicBezTo>
                    <a:pt x="207" y="222"/>
                    <a:pt x="244" y="152"/>
                    <a:pt x="223" y="82"/>
                  </a:cubicBezTo>
                  <a:cubicBezTo>
                    <a:pt x="223" y="49"/>
                    <a:pt x="207" y="32"/>
                    <a:pt x="190" y="32"/>
                  </a:cubicBezTo>
                  <a:cubicBezTo>
                    <a:pt x="190" y="16"/>
                    <a:pt x="174" y="16"/>
                    <a:pt x="174" y="16"/>
                  </a:cubicBezTo>
                  <a:cubicBezTo>
                    <a:pt x="157" y="6"/>
                    <a:pt x="144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"/>
            <p:cNvSpPr/>
            <p:nvPr/>
          </p:nvSpPr>
          <p:spPr>
            <a:xfrm>
              <a:off x="4152300" y="2792925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28" y="1"/>
                  </a:moveTo>
                  <a:cubicBezTo>
                    <a:pt x="74" y="1"/>
                    <a:pt x="36" y="49"/>
                    <a:pt x="22" y="108"/>
                  </a:cubicBezTo>
                  <a:cubicBezTo>
                    <a:pt x="1" y="141"/>
                    <a:pt x="1" y="174"/>
                    <a:pt x="22" y="212"/>
                  </a:cubicBezTo>
                  <a:cubicBezTo>
                    <a:pt x="38" y="228"/>
                    <a:pt x="71" y="245"/>
                    <a:pt x="88" y="261"/>
                  </a:cubicBezTo>
                  <a:cubicBezTo>
                    <a:pt x="125" y="261"/>
                    <a:pt x="158" y="245"/>
                    <a:pt x="174" y="228"/>
                  </a:cubicBezTo>
                  <a:cubicBezTo>
                    <a:pt x="207" y="212"/>
                    <a:pt x="228" y="174"/>
                    <a:pt x="228" y="141"/>
                  </a:cubicBezTo>
                  <a:cubicBezTo>
                    <a:pt x="244" y="108"/>
                    <a:pt x="244" y="71"/>
                    <a:pt x="228" y="55"/>
                  </a:cubicBezTo>
                  <a:cubicBezTo>
                    <a:pt x="207" y="38"/>
                    <a:pt x="207" y="38"/>
                    <a:pt x="207" y="22"/>
                  </a:cubicBezTo>
                  <a:cubicBezTo>
                    <a:pt x="191" y="22"/>
                    <a:pt x="174" y="5"/>
                    <a:pt x="158" y="5"/>
                  </a:cubicBezTo>
                  <a:cubicBezTo>
                    <a:pt x="147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"/>
            <p:cNvSpPr/>
            <p:nvPr/>
          </p:nvSpPr>
          <p:spPr>
            <a:xfrm>
              <a:off x="4136450" y="2789475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31" y="0"/>
                  </a:moveTo>
                  <a:cubicBezTo>
                    <a:pt x="70" y="0"/>
                    <a:pt x="15" y="48"/>
                    <a:pt x="0" y="106"/>
                  </a:cubicBezTo>
                  <a:cubicBezTo>
                    <a:pt x="0" y="143"/>
                    <a:pt x="0" y="176"/>
                    <a:pt x="17" y="209"/>
                  </a:cubicBezTo>
                  <a:cubicBezTo>
                    <a:pt x="37" y="226"/>
                    <a:pt x="54" y="246"/>
                    <a:pt x="87" y="263"/>
                  </a:cubicBezTo>
                  <a:cubicBezTo>
                    <a:pt x="157" y="263"/>
                    <a:pt x="206" y="226"/>
                    <a:pt x="223" y="160"/>
                  </a:cubicBezTo>
                  <a:cubicBezTo>
                    <a:pt x="243" y="106"/>
                    <a:pt x="223" y="57"/>
                    <a:pt x="190" y="40"/>
                  </a:cubicBezTo>
                  <a:cubicBezTo>
                    <a:pt x="190" y="20"/>
                    <a:pt x="173" y="3"/>
                    <a:pt x="157" y="3"/>
                  </a:cubicBezTo>
                  <a:cubicBezTo>
                    <a:pt x="148" y="1"/>
                    <a:pt x="139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"/>
            <p:cNvSpPr/>
            <p:nvPr/>
          </p:nvSpPr>
          <p:spPr>
            <a:xfrm>
              <a:off x="4156225" y="2807500"/>
              <a:ext cx="6000" cy="6350"/>
            </a:xfrm>
            <a:custGeom>
              <a:avLst/>
              <a:gdLst/>
              <a:ahLst/>
              <a:cxnLst/>
              <a:rect l="l" t="t" r="r" b="b"/>
              <a:pathLst>
                <a:path w="240" h="254" extrusionOk="0">
                  <a:moveTo>
                    <a:pt x="118" y="1"/>
                  </a:moveTo>
                  <a:cubicBezTo>
                    <a:pt x="71" y="1"/>
                    <a:pt x="15" y="49"/>
                    <a:pt x="1" y="107"/>
                  </a:cubicBezTo>
                  <a:cubicBezTo>
                    <a:pt x="1" y="144"/>
                    <a:pt x="1" y="177"/>
                    <a:pt x="17" y="210"/>
                  </a:cubicBezTo>
                  <a:cubicBezTo>
                    <a:pt x="34" y="226"/>
                    <a:pt x="50" y="247"/>
                    <a:pt x="87" y="247"/>
                  </a:cubicBezTo>
                  <a:cubicBezTo>
                    <a:pt x="97" y="252"/>
                    <a:pt x="106" y="254"/>
                    <a:pt x="115" y="254"/>
                  </a:cubicBezTo>
                  <a:cubicBezTo>
                    <a:pt x="138" y="254"/>
                    <a:pt x="159" y="241"/>
                    <a:pt x="174" y="226"/>
                  </a:cubicBezTo>
                  <a:cubicBezTo>
                    <a:pt x="207" y="210"/>
                    <a:pt x="223" y="177"/>
                    <a:pt x="223" y="144"/>
                  </a:cubicBezTo>
                  <a:cubicBezTo>
                    <a:pt x="240" y="107"/>
                    <a:pt x="223" y="74"/>
                    <a:pt x="207" y="57"/>
                  </a:cubicBezTo>
                  <a:cubicBezTo>
                    <a:pt x="207" y="41"/>
                    <a:pt x="207" y="41"/>
                    <a:pt x="190" y="20"/>
                  </a:cubicBezTo>
                  <a:cubicBezTo>
                    <a:pt x="190" y="4"/>
                    <a:pt x="174" y="4"/>
                    <a:pt x="137" y="4"/>
                  </a:cubicBezTo>
                  <a:cubicBezTo>
                    <a:pt x="131" y="2"/>
                    <a:pt x="124" y="1"/>
                    <a:pt x="1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"/>
            <p:cNvSpPr/>
            <p:nvPr/>
          </p:nvSpPr>
          <p:spPr>
            <a:xfrm>
              <a:off x="4197875" y="2752325"/>
              <a:ext cx="6525" cy="6325"/>
            </a:xfrm>
            <a:custGeom>
              <a:avLst/>
              <a:gdLst/>
              <a:ahLst/>
              <a:cxnLst/>
              <a:rect l="l" t="t" r="r" b="b"/>
              <a:pathLst>
                <a:path w="261" h="253" extrusionOk="0">
                  <a:moveTo>
                    <a:pt x="147" y="1"/>
                  </a:moveTo>
                  <a:cubicBezTo>
                    <a:pt x="133" y="1"/>
                    <a:pt x="120" y="5"/>
                    <a:pt x="103" y="13"/>
                  </a:cubicBezTo>
                  <a:cubicBezTo>
                    <a:pt x="33" y="30"/>
                    <a:pt x="0" y="116"/>
                    <a:pt x="17" y="166"/>
                  </a:cubicBezTo>
                  <a:cubicBezTo>
                    <a:pt x="33" y="203"/>
                    <a:pt x="54" y="236"/>
                    <a:pt x="70" y="252"/>
                  </a:cubicBezTo>
                  <a:lnTo>
                    <a:pt x="157" y="252"/>
                  </a:lnTo>
                  <a:cubicBezTo>
                    <a:pt x="223" y="219"/>
                    <a:pt x="260" y="149"/>
                    <a:pt x="239" y="83"/>
                  </a:cubicBezTo>
                  <a:cubicBezTo>
                    <a:pt x="239" y="63"/>
                    <a:pt x="223" y="46"/>
                    <a:pt x="206" y="30"/>
                  </a:cubicBezTo>
                  <a:cubicBezTo>
                    <a:pt x="206" y="13"/>
                    <a:pt x="190" y="13"/>
                    <a:pt x="190" y="13"/>
                  </a:cubicBezTo>
                  <a:cubicBezTo>
                    <a:pt x="173" y="5"/>
                    <a:pt x="160" y="1"/>
                    <a:pt x="1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"/>
            <p:cNvSpPr/>
            <p:nvPr/>
          </p:nvSpPr>
          <p:spPr>
            <a:xfrm>
              <a:off x="3886900" y="2775900"/>
              <a:ext cx="6525" cy="6325"/>
            </a:xfrm>
            <a:custGeom>
              <a:avLst/>
              <a:gdLst/>
              <a:ahLst/>
              <a:cxnLst/>
              <a:rect l="l" t="t" r="r" b="b"/>
              <a:pathLst>
                <a:path w="261" h="253" extrusionOk="0">
                  <a:moveTo>
                    <a:pt x="138" y="1"/>
                  </a:moveTo>
                  <a:cubicBezTo>
                    <a:pt x="105" y="1"/>
                    <a:pt x="73" y="19"/>
                    <a:pt x="54" y="47"/>
                  </a:cubicBezTo>
                  <a:cubicBezTo>
                    <a:pt x="1" y="101"/>
                    <a:pt x="1" y="188"/>
                    <a:pt x="54" y="221"/>
                  </a:cubicBezTo>
                  <a:cubicBezTo>
                    <a:pt x="68" y="243"/>
                    <a:pt x="88" y="252"/>
                    <a:pt x="110" y="252"/>
                  </a:cubicBezTo>
                  <a:cubicBezTo>
                    <a:pt x="142" y="252"/>
                    <a:pt x="178" y="233"/>
                    <a:pt x="207" y="204"/>
                  </a:cubicBezTo>
                  <a:cubicBezTo>
                    <a:pt x="260" y="150"/>
                    <a:pt x="260" y="68"/>
                    <a:pt x="207" y="31"/>
                  </a:cubicBezTo>
                  <a:cubicBezTo>
                    <a:pt x="186" y="10"/>
                    <a:pt x="162" y="1"/>
                    <a:pt x="1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"/>
            <p:cNvSpPr/>
            <p:nvPr/>
          </p:nvSpPr>
          <p:spPr>
            <a:xfrm>
              <a:off x="4200450" y="277177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2" y="1"/>
                  </a:moveTo>
                  <a:cubicBezTo>
                    <a:pt x="101" y="1"/>
                    <a:pt x="72" y="14"/>
                    <a:pt x="54" y="43"/>
                  </a:cubicBezTo>
                  <a:cubicBezTo>
                    <a:pt x="0" y="109"/>
                    <a:pt x="0" y="179"/>
                    <a:pt x="54" y="233"/>
                  </a:cubicBezTo>
                  <a:cubicBezTo>
                    <a:pt x="68" y="247"/>
                    <a:pt x="90" y="256"/>
                    <a:pt x="114" y="256"/>
                  </a:cubicBezTo>
                  <a:cubicBezTo>
                    <a:pt x="145" y="256"/>
                    <a:pt x="179" y="242"/>
                    <a:pt x="207" y="212"/>
                  </a:cubicBezTo>
                  <a:cubicBezTo>
                    <a:pt x="240" y="146"/>
                    <a:pt x="240" y="76"/>
                    <a:pt x="207" y="27"/>
                  </a:cubicBezTo>
                  <a:cubicBezTo>
                    <a:pt x="184" y="10"/>
                    <a:pt x="157" y="1"/>
                    <a:pt x="1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"/>
            <p:cNvSpPr/>
            <p:nvPr/>
          </p:nvSpPr>
          <p:spPr>
            <a:xfrm>
              <a:off x="3872775" y="2773600"/>
              <a:ext cx="5600" cy="6175"/>
            </a:xfrm>
            <a:custGeom>
              <a:avLst/>
              <a:gdLst/>
              <a:ahLst/>
              <a:cxnLst/>
              <a:rect l="l" t="t" r="r" b="b"/>
              <a:pathLst>
                <a:path w="224" h="247" extrusionOk="0">
                  <a:moveTo>
                    <a:pt x="116" y="0"/>
                  </a:moveTo>
                  <a:cubicBezTo>
                    <a:pt x="70" y="0"/>
                    <a:pt x="15" y="45"/>
                    <a:pt x="1" y="106"/>
                  </a:cubicBezTo>
                  <a:cubicBezTo>
                    <a:pt x="1" y="139"/>
                    <a:pt x="1" y="176"/>
                    <a:pt x="17" y="193"/>
                  </a:cubicBezTo>
                  <a:cubicBezTo>
                    <a:pt x="34" y="226"/>
                    <a:pt x="50" y="242"/>
                    <a:pt x="87" y="242"/>
                  </a:cubicBezTo>
                  <a:cubicBezTo>
                    <a:pt x="95" y="245"/>
                    <a:pt x="102" y="247"/>
                    <a:pt x="110" y="247"/>
                  </a:cubicBezTo>
                  <a:cubicBezTo>
                    <a:pt x="156" y="247"/>
                    <a:pt x="209" y="199"/>
                    <a:pt x="223" y="139"/>
                  </a:cubicBezTo>
                  <a:cubicBezTo>
                    <a:pt x="223" y="106"/>
                    <a:pt x="223" y="73"/>
                    <a:pt x="207" y="36"/>
                  </a:cubicBezTo>
                  <a:cubicBezTo>
                    <a:pt x="207" y="36"/>
                    <a:pt x="207" y="20"/>
                    <a:pt x="190" y="20"/>
                  </a:cubicBezTo>
                  <a:cubicBezTo>
                    <a:pt x="174" y="3"/>
                    <a:pt x="153" y="3"/>
                    <a:pt x="137" y="3"/>
                  </a:cubicBezTo>
                  <a:cubicBezTo>
                    <a:pt x="130" y="1"/>
                    <a:pt x="123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"/>
            <p:cNvSpPr/>
            <p:nvPr/>
          </p:nvSpPr>
          <p:spPr>
            <a:xfrm>
              <a:off x="4158800" y="2778825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53" y="0"/>
                  </a:moveTo>
                  <a:cubicBezTo>
                    <a:pt x="104" y="0"/>
                    <a:pt x="34" y="54"/>
                    <a:pt x="17" y="120"/>
                  </a:cubicBezTo>
                  <a:cubicBezTo>
                    <a:pt x="1" y="190"/>
                    <a:pt x="50" y="260"/>
                    <a:pt x="104" y="260"/>
                  </a:cubicBezTo>
                  <a:cubicBezTo>
                    <a:pt x="137" y="260"/>
                    <a:pt x="174" y="260"/>
                    <a:pt x="190" y="240"/>
                  </a:cubicBezTo>
                  <a:cubicBezTo>
                    <a:pt x="223" y="223"/>
                    <a:pt x="240" y="190"/>
                    <a:pt x="240" y="157"/>
                  </a:cubicBezTo>
                  <a:cubicBezTo>
                    <a:pt x="256" y="120"/>
                    <a:pt x="240" y="87"/>
                    <a:pt x="223" y="54"/>
                  </a:cubicBezTo>
                  <a:cubicBezTo>
                    <a:pt x="223" y="54"/>
                    <a:pt x="223" y="33"/>
                    <a:pt x="207" y="33"/>
                  </a:cubicBezTo>
                  <a:cubicBezTo>
                    <a:pt x="190" y="17"/>
                    <a:pt x="174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"/>
            <p:cNvSpPr/>
            <p:nvPr/>
          </p:nvSpPr>
          <p:spPr>
            <a:xfrm>
              <a:off x="4228800" y="27579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40" y="0"/>
                  </a:moveTo>
                  <a:cubicBezTo>
                    <a:pt x="125" y="0"/>
                    <a:pt x="112" y="5"/>
                    <a:pt x="103" y="13"/>
                  </a:cubicBezTo>
                  <a:cubicBezTo>
                    <a:pt x="33" y="29"/>
                    <a:pt x="0" y="116"/>
                    <a:pt x="17" y="186"/>
                  </a:cubicBezTo>
                  <a:cubicBezTo>
                    <a:pt x="33" y="203"/>
                    <a:pt x="54" y="235"/>
                    <a:pt x="70" y="252"/>
                  </a:cubicBezTo>
                  <a:cubicBezTo>
                    <a:pt x="87" y="262"/>
                    <a:pt x="103" y="267"/>
                    <a:pt x="118" y="267"/>
                  </a:cubicBezTo>
                  <a:cubicBezTo>
                    <a:pt x="133" y="267"/>
                    <a:pt x="147" y="262"/>
                    <a:pt x="157" y="252"/>
                  </a:cubicBezTo>
                  <a:cubicBezTo>
                    <a:pt x="190" y="235"/>
                    <a:pt x="206" y="219"/>
                    <a:pt x="223" y="186"/>
                  </a:cubicBezTo>
                  <a:cubicBezTo>
                    <a:pt x="239" y="149"/>
                    <a:pt x="239" y="116"/>
                    <a:pt x="239" y="83"/>
                  </a:cubicBezTo>
                  <a:cubicBezTo>
                    <a:pt x="223" y="66"/>
                    <a:pt x="223" y="46"/>
                    <a:pt x="206" y="29"/>
                  </a:cubicBezTo>
                  <a:lnTo>
                    <a:pt x="190" y="13"/>
                  </a:lnTo>
                  <a:cubicBezTo>
                    <a:pt x="173" y="5"/>
                    <a:pt x="156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"/>
            <p:cNvSpPr/>
            <p:nvPr/>
          </p:nvSpPr>
          <p:spPr>
            <a:xfrm>
              <a:off x="3855150" y="2801925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16" y="1"/>
                  </a:moveTo>
                  <a:cubicBezTo>
                    <a:pt x="70" y="1"/>
                    <a:pt x="15" y="46"/>
                    <a:pt x="1" y="107"/>
                  </a:cubicBezTo>
                  <a:cubicBezTo>
                    <a:pt x="1" y="140"/>
                    <a:pt x="1" y="177"/>
                    <a:pt x="17" y="210"/>
                  </a:cubicBezTo>
                  <a:cubicBezTo>
                    <a:pt x="34" y="227"/>
                    <a:pt x="54" y="243"/>
                    <a:pt x="87" y="264"/>
                  </a:cubicBezTo>
                  <a:cubicBezTo>
                    <a:pt x="104" y="264"/>
                    <a:pt x="137" y="243"/>
                    <a:pt x="174" y="227"/>
                  </a:cubicBezTo>
                  <a:cubicBezTo>
                    <a:pt x="190" y="210"/>
                    <a:pt x="207" y="177"/>
                    <a:pt x="223" y="140"/>
                  </a:cubicBezTo>
                  <a:cubicBezTo>
                    <a:pt x="223" y="107"/>
                    <a:pt x="223" y="74"/>
                    <a:pt x="207" y="58"/>
                  </a:cubicBezTo>
                  <a:cubicBezTo>
                    <a:pt x="207" y="37"/>
                    <a:pt x="190" y="37"/>
                    <a:pt x="190" y="21"/>
                  </a:cubicBezTo>
                  <a:cubicBezTo>
                    <a:pt x="174" y="21"/>
                    <a:pt x="157" y="4"/>
                    <a:pt x="137" y="4"/>
                  </a:cubicBezTo>
                  <a:cubicBezTo>
                    <a:pt x="130" y="2"/>
                    <a:pt x="123" y="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"/>
            <p:cNvSpPr/>
            <p:nvPr/>
          </p:nvSpPr>
          <p:spPr>
            <a:xfrm>
              <a:off x="3851350" y="278737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36" y="1"/>
                  </a:moveTo>
                  <a:cubicBezTo>
                    <a:pt x="83" y="1"/>
                    <a:pt x="17" y="38"/>
                    <a:pt x="0" y="104"/>
                  </a:cubicBezTo>
                  <a:cubicBezTo>
                    <a:pt x="0" y="141"/>
                    <a:pt x="0" y="174"/>
                    <a:pt x="17" y="207"/>
                  </a:cubicBezTo>
                  <a:cubicBezTo>
                    <a:pt x="33" y="244"/>
                    <a:pt x="50" y="260"/>
                    <a:pt x="83" y="260"/>
                  </a:cubicBezTo>
                  <a:cubicBezTo>
                    <a:pt x="120" y="260"/>
                    <a:pt x="136" y="260"/>
                    <a:pt x="169" y="227"/>
                  </a:cubicBezTo>
                  <a:cubicBezTo>
                    <a:pt x="206" y="207"/>
                    <a:pt x="223" y="190"/>
                    <a:pt x="223" y="157"/>
                  </a:cubicBezTo>
                  <a:cubicBezTo>
                    <a:pt x="223" y="124"/>
                    <a:pt x="223" y="87"/>
                    <a:pt x="206" y="54"/>
                  </a:cubicBezTo>
                  <a:cubicBezTo>
                    <a:pt x="206" y="54"/>
                    <a:pt x="206" y="38"/>
                    <a:pt x="186" y="38"/>
                  </a:cubicBezTo>
                  <a:cubicBezTo>
                    <a:pt x="169" y="21"/>
                    <a:pt x="15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"/>
            <p:cNvSpPr/>
            <p:nvPr/>
          </p:nvSpPr>
          <p:spPr>
            <a:xfrm>
              <a:off x="3860725" y="2710375"/>
              <a:ext cx="6100" cy="6300"/>
            </a:xfrm>
            <a:custGeom>
              <a:avLst/>
              <a:gdLst/>
              <a:ahLst/>
              <a:cxnLst/>
              <a:rect l="l" t="t" r="r" b="b"/>
              <a:pathLst>
                <a:path w="244" h="252" extrusionOk="0">
                  <a:moveTo>
                    <a:pt x="125" y="0"/>
                  </a:moveTo>
                  <a:cubicBezTo>
                    <a:pt x="102" y="0"/>
                    <a:pt x="82" y="14"/>
                    <a:pt x="70" y="26"/>
                  </a:cubicBezTo>
                  <a:cubicBezTo>
                    <a:pt x="37" y="42"/>
                    <a:pt x="17" y="75"/>
                    <a:pt x="17" y="112"/>
                  </a:cubicBezTo>
                  <a:cubicBezTo>
                    <a:pt x="0" y="145"/>
                    <a:pt x="17" y="178"/>
                    <a:pt x="37" y="195"/>
                  </a:cubicBezTo>
                  <a:cubicBezTo>
                    <a:pt x="54" y="232"/>
                    <a:pt x="70" y="248"/>
                    <a:pt x="103" y="248"/>
                  </a:cubicBezTo>
                  <a:cubicBezTo>
                    <a:pt x="110" y="250"/>
                    <a:pt x="118" y="251"/>
                    <a:pt x="125" y="251"/>
                  </a:cubicBezTo>
                  <a:cubicBezTo>
                    <a:pt x="173" y="251"/>
                    <a:pt x="226" y="206"/>
                    <a:pt x="244" y="145"/>
                  </a:cubicBezTo>
                  <a:cubicBezTo>
                    <a:pt x="244" y="112"/>
                    <a:pt x="244" y="75"/>
                    <a:pt x="223" y="59"/>
                  </a:cubicBezTo>
                  <a:cubicBezTo>
                    <a:pt x="223" y="42"/>
                    <a:pt x="206" y="42"/>
                    <a:pt x="206" y="26"/>
                  </a:cubicBezTo>
                  <a:cubicBezTo>
                    <a:pt x="190" y="9"/>
                    <a:pt x="173" y="9"/>
                    <a:pt x="157" y="9"/>
                  </a:cubicBezTo>
                  <a:cubicBezTo>
                    <a:pt x="146" y="3"/>
                    <a:pt x="135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"/>
            <p:cNvSpPr/>
            <p:nvPr/>
          </p:nvSpPr>
          <p:spPr>
            <a:xfrm>
              <a:off x="3838450" y="2735425"/>
              <a:ext cx="5600" cy="6450"/>
            </a:xfrm>
            <a:custGeom>
              <a:avLst/>
              <a:gdLst/>
              <a:ahLst/>
              <a:cxnLst/>
              <a:rect l="l" t="t" r="r" b="b"/>
              <a:pathLst>
                <a:path w="224" h="258" extrusionOk="0">
                  <a:moveTo>
                    <a:pt x="67" y="1"/>
                  </a:moveTo>
                  <a:cubicBezTo>
                    <a:pt x="34" y="17"/>
                    <a:pt x="17" y="54"/>
                    <a:pt x="1" y="87"/>
                  </a:cubicBezTo>
                  <a:lnTo>
                    <a:pt x="1" y="190"/>
                  </a:lnTo>
                  <a:cubicBezTo>
                    <a:pt x="13" y="229"/>
                    <a:pt x="51" y="257"/>
                    <a:pt x="91" y="257"/>
                  </a:cubicBezTo>
                  <a:cubicBezTo>
                    <a:pt x="106" y="257"/>
                    <a:pt x="122" y="253"/>
                    <a:pt x="137" y="244"/>
                  </a:cubicBezTo>
                  <a:cubicBezTo>
                    <a:pt x="186" y="223"/>
                    <a:pt x="223" y="141"/>
                    <a:pt x="207" y="87"/>
                  </a:cubicBezTo>
                  <a:cubicBezTo>
                    <a:pt x="207" y="54"/>
                    <a:pt x="186" y="38"/>
                    <a:pt x="186" y="38"/>
                  </a:cubicBezTo>
                  <a:cubicBezTo>
                    <a:pt x="170" y="17"/>
                    <a:pt x="170" y="17"/>
                    <a:pt x="153" y="17"/>
                  </a:cubicBezTo>
                  <a:cubicBezTo>
                    <a:pt x="137" y="1"/>
                    <a:pt x="104" y="1"/>
                    <a:pt x="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"/>
            <p:cNvSpPr/>
            <p:nvPr/>
          </p:nvSpPr>
          <p:spPr>
            <a:xfrm>
              <a:off x="4233950" y="27731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1" y="0"/>
                  </a:moveTo>
                  <a:cubicBezTo>
                    <a:pt x="97" y="0"/>
                    <a:pt x="63" y="13"/>
                    <a:pt x="33" y="40"/>
                  </a:cubicBezTo>
                  <a:cubicBezTo>
                    <a:pt x="33" y="56"/>
                    <a:pt x="17" y="77"/>
                    <a:pt x="17" y="110"/>
                  </a:cubicBezTo>
                  <a:cubicBezTo>
                    <a:pt x="0" y="143"/>
                    <a:pt x="17" y="196"/>
                    <a:pt x="54" y="229"/>
                  </a:cubicBezTo>
                  <a:cubicBezTo>
                    <a:pt x="64" y="249"/>
                    <a:pt x="85" y="257"/>
                    <a:pt x="108" y="257"/>
                  </a:cubicBezTo>
                  <a:cubicBezTo>
                    <a:pt x="124" y="257"/>
                    <a:pt x="142" y="253"/>
                    <a:pt x="157" y="246"/>
                  </a:cubicBezTo>
                  <a:cubicBezTo>
                    <a:pt x="173" y="229"/>
                    <a:pt x="190" y="229"/>
                    <a:pt x="206" y="213"/>
                  </a:cubicBezTo>
                  <a:cubicBezTo>
                    <a:pt x="239" y="143"/>
                    <a:pt x="239" y="77"/>
                    <a:pt x="206" y="23"/>
                  </a:cubicBezTo>
                  <a:cubicBezTo>
                    <a:pt x="184" y="8"/>
                    <a:pt x="158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"/>
            <p:cNvSpPr/>
            <p:nvPr/>
          </p:nvSpPr>
          <p:spPr>
            <a:xfrm>
              <a:off x="3895550" y="2689975"/>
              <a:ext cx="2600" cy="1250"/>
            </a:xfrm>
            <a:custGeom>
              <a:avLst/>
              <a:gdLst/>
              <a:ahLst/>
              <a:cxnLst/>
              <a:rect l="l" t="t" r="r" b="b"/>
              <a:pathLst>
                <a:path w="104" h="50" extrusionOk="0">
                  <a:moveTo>
                    <a:pt x="1" y="0"/>
                  </a:moveTo>
                  <a:cubicBezTo>
                    <a:pt x="1" y="1"/>
                    <a:pt x="1" y="17"/>
                    <a:pt x="17" y="17"/>
                  </a:cubicBezTo>
                  <a:cubicBezTo>
                    <a:pt x="34" y="33"/>
                    <a:pt x="50" y="50"/>
                    <a:pt x="67" y="50"/>
                  </a:cubicBezTo>
                  <a:lnTo>
                    <a:pt x="104" y="50"/>
                  </a:lnTo>
                  <a:cubicBezTo>
                    <a:pt x="67" y="33"/>
                    <a:pt x="34" y="17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"/>
            <p:cNvSpPr/>
            <p:nvPr/>
          </p:nvSpPr>
          <p:spPr>
            <a:xfrm>
              <a:off x="4205600" y="27229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34" y="38"/>
                    <a:pt x="1" y="104"/>
                    <a:pt x="17" y="174"/>
                  </a:cubicBezTo>
                  <a:cubicBezTo>
                    <a:pt x="34" y="207"/>
                    <a:pt x="54" y="228"/>
                    <a:pt x="71" y="244"/>
                  </a:cubicBezTo>
                  <a:cubicBezTo>
                    <a:pt x="87" y="252"/>
                    <a:pt x="104" y="256"/>
                    <a:pt x="119" y="256"/>
                  </a:cubicBezTo>
                  <a:cubicBezTo>
                    <a:pt x="133" y="256"/>
                    <a:pt x="147" y="252"/>
                    <a:pt x="157" y="244"/>
                  </a:cubicBezTo>
                  <a:cubicBezTo>
                    <a:pt x="190" y="228"/>
                    <a:pt x="207" y="207"/>
                    <a:pt x="223" y="174"/>
                  </a:cubicBezTo>
                  <a:cubicBezTo>
                    <a:pt x="240" y="141"/>
                    <a:pt x="240" y="104"/>
                    <a:pt x="240" y="87"/>
                  </a:cubicBezTo>
                  <a:cubicBezTo>
                    <a:pt x="240" y="54"/>
                    <a:pt x="223" y="38"/>
                    <a:pt x="207" y="21"/>
                  </a:cubicBezTo>
                  <a:cubicBezTo>
                    <a:pt x="207" y="21"/>
                    <a:pt x="190" y="21"/>
                    <a:pt x="1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"/>
            <p:cNvSpPr/>
            <p:nvPr/>
          </p:nvSpPr>
          <p:spPr>
            <a:xfrm>
              <a:off x="4208600" y="2739275"/>
              <a:ext cx="5575" cy="6475"/>
            </a:xfrm>
            <a:custGeom>
              <a:avLst/>
              <a:gdLst/>
              <a:ahLst/>
              <a:cxnLst/>
              <a:rect l="l" t="t" r="r" b="b"/>
              <a:pathLst>
                <a:path w="223" h="259" extrusionOk="0">
                  <a:moveTo>
                    <a:pt x="119" y="0"/>
                  </a:moveTo>
                  <a:cubicBezTo>
                    <a:pt x="69" y="0"/>
                    <a:pt x="14" y="46"/>
                    <a:pt x="0" y="106"/>
                  </a:cubicBezTo>
                  <a:cubicBezTo>
                    <a:pt x="0" y="139"/>
                    <a:pt x="0" y="172"/>
                    <a:pt x="17" y="210"/>
                  </a:cubicBezTo>
                  <a:cubicBezTo>
                    <a:pt x="37" y="226"/>
                    <a:pt x="54" y="242"/>
                    <a:pt x="87" y="259"/>
                  </a:cubicBezTo>
                  <a:cubicBezTo>
                    <a:pt x="140" y="259"/>
                    <a:pt x="206" y="226"/>
                    <a:pt x="223" y="139"/>
                  </a:cubicBezTo>
                  <a:cubicBezTo>
                    <a:pt x="223" y="106"/>
                    <a:pt x="223" y="90"/>
                    <a:pt x="206" y="53"/>
                  </a:cubicBezTo>
                  <a:cubicBezTo>
                    <a:pt x="206" y="36"/>
                    <a:pt x="190" y="36"/>
                    <a:pt x="190" y="36"/>
                  </a:cubicBezTo>
                  <a:cubicBezTo>
                    <a:pt x="173" y="20"/>
                    <a:pt x="157" y="3"/>
                    <a:pt x="140" y="3"/>
                  </a:cubicBezTo>
                  <a:cubicBezTo>
                    <a:pt x="133" y="1"/>
                    <a:pt x="126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"/>
            <p:cNvSpPr/>
            <p:nvPr/>
          </p:nvSpPr>
          <p:spPr>
            <a:xfrm>
              <a:off x="3899375" y="2766225"/>
              <a:ext cx="6100" cy="6550"/>
            </a:xfrm>
            <a:custGeom>
              <a:avLst/>
              <a:gdLst/>
              <a:ahLst/>
              <a:cxnLst/>
              <a:rect l="l" t="t" r="r" b="b"/>
              <a:pathLst>
                <a:path w="244" h="262" extrusionOk="0">
                  <a:moveTo>
                    <a:pt x="135" y="1"/>
                  </a:moveTo>
                  <a:cubicBezTo>
                    <a:pt x="103" y="1"/>
                    <a:pt x="67" y="18"/>
                    <a:pt x="37" y="59"/>
                  </a:cubicBezTo>
                  <a:cubicBezTo>
                    <a:pt x="0" y="109"/>
                    <a:pt x="0" y="179"/>
                    <a:pt x="37" y="228"/>
                  </a:cubicBezTo>
                  <a:cubicBezTo>
                    <a:pt x="59" y="251"/>
                    <a:pt x="83" y="261"/>
                    <a:pt x="109" y="261"/>
                  </a:cubicBezTo>
                  <a:cubicBezTo>
                    <a:pt x="143" y="261"/>
                    <a:pt x="178" y="243"/>
                    <a:pt x="207" y="212"/>
                  </a:cubicBezTo>
                  <a:cubicBezTo>
                    <a:pt x="244" y="162"/>
                    <a:pt x="244" y="76"/>
                    <a:pt x="190" y="22"/>
                  </a:cubicBezTo>
                  <a:cubicBezTo>
                    <a:pt x="177" y="9"/>
                    <a:pt x="157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"/>
            <p:cNvSpPr/>
            <p:nvPr/>
          </p:nvSpPr>
          <p:spPr>
            <a:xfrm>
              <a:off x="3895150" y="27918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4" y="1"/>
                  </a:moveTo>
                  <a:cubicBezTo>
                    <a:pt x="119" y="1"/>
                    <a:pt x="101" y="5"/>
                    <a:pt x="83" y="13"/>
                  </a:cubicBezTo>
                  <a:cubicBezTo>
                    <a:pt x="33" y="30"/>
                    <a:pt x="0" y="116"/>
                    <a:pt x="17" y="186"/>
                  </a:cubicBezTo>
                  <a:cubicBezTo>
                    <a:pt x="31" y="228"/>
                    <a:pt x="67" y="261"/>
                    <a:pt x="120" y="261"/>
                  </a:cubicBezTo>
                  <a:cubicBezTo>
                    <a:pt x="130" y="261"/>
                    <a:pt x="141" y="259"/>
                    <a:pt x="153" y="257"/>
                  </a:cubicBezTo>
                  <a:cubicBezTo>
                    <a:pt x="206" y="219"/>
                    <a:pt x="239" y="153"/>
                    <a:pt x="223" y="83"/>
                  </a:cubicBezTo>
                  <a:cubicBezTo>
                    <a:pt x="223" y="67"/>
                    <a:pt x="223" y="50"/>
                    <a:pt x="206" y="30"/>
                  </a:cubicBezTo>
                  <a:cubicBezTo>
                    <a:pt x="186" y="30"/>
                    <a:pt x="186" y="13"/>
                    <a:pt x="169" y="13"/>
                  </a:cubicBezTo>
                  <a:cubicBezTo>
                    <a:pt x="161" y="5"/>
                    <a:pt x="149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"/>
            <p:cNvSpPr/>
            <p:nvPr/>
          </p:nvSpPr>
          <p:spPr>
            <a:xfrm>
              <a:off x="3900700" y="2827475"/>
              <a:ext cx="6025" cy="6300"/>
            </a:xfrm>
            <a:custGeom>
              <a:avLst/>
              <a:gdLst/>
              <a:ahLst/>
              <a:cxnLst/>
              <a:rect l="l" t="t" r="r" b="b"/>
              <a:pathLst>
                <a:path w="241" h="252" extrusionOk="0">
                  <a:moveTo>
                    <a:pt x="129" y="0"/>
                  </a:moveTo>
                  <a:cubicBezTo>
                    <a:pt x="116" y="0"/>
                    <a:pt x="104" y="5"/>
                    <a:pt x="88" y="13"/>
                  </a:cubicBezTo>
                  <a:cubicBezTo>
                    <a:pt x="50" y="29"/>
                    <a:pt x="34" y="46"/>
                    <a:pt x="17" y="83"/>
                  </a:cubicBezTo>
                  <a:cubicBezTo>
                    <a:pt x="1" y="116"/>
                    <a:pt x="1" y="149"/>
                    <a:pt x="1" y="169"/>
                  </a:cubicBezTo>
                  <a:cubicBezTo>
                    <a:pt x="17" y="202"/>
                    <a:pt x="34" y="235"/>
                    <a:pt x="67" y="252"/>
                  </a:cubicBezTo>
                  <a:lnTo>
                    <a:pt x="154" y="252"/>
                  </a:lnTo>
                  <a:cubicBezTo>
                    <a:pt x="207" y="219"/>
                    <a:pt x="240" y="149"/>
                    <a:pt x="224" y="83"/>
                  </a:cubicBezTo>
                  <a:cubicBezTo>
                    <a:pt x="224" y="66"/>
                    <a:pt x="207" y="46"/>
                    <a:pt x="191" y="29"/>
                  </a:cubicBezTo>
                  <a:cubicBezTo>
                    <a:pt x="191" y="29"/>
                    <a:pt x="191" y="13"/>
                    <a:pt x="170" y="13"/>
                  </a:cubicBezTo>
                  <a:cubicBezTo>
                    <a:pt x="154" y="5"/>
                    <a:pt x="141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"/>
            <p:cNvSpPr/>
            <p:nvPr/>
          </p:nvSpPr>
          <p:spPr>
            <a:xfrm>
              <a:off x="4212925" y="2757375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120" y="1"/>
                  </a:moveTo>
                  <a:cubicBezTo>
                    <a:pt x="70" y="1"/>
                    <a:pt x="17" y="50"/>
                    <a:pt x="0" y="104"/>
                  </a:cubicBezTo>
                  <a:cubicBezTo>
                    <a:pt x="0" y="137"/>
                    <a:pt x="0" y="170"/>
                    <a:pt x="17" y="207"/>
                  </a:cubicBezTo>
                  <a:cubicBezTo>
                    <a:pt x="33" y="224"/>
                    <a:pt x="50" y="240"/>
                    <a:pt x="87" y="256"/>
                  </a:cubicBezTo>
                  <a:cubicBezTo>
                    <a:pt x="136" y="256"/>
                    <a:pt x="206" y="207"/>
                    <a:pt x="223" y="137"/>
                  </a:cubicBezTo>
                  <a:lnTo>
                    <a:pt x="223" y="104"/>
                  </a:lnTo>
                  <a:cubicBezTo>
                    <a:pt x="223" y="67"/>
                    <a:pt x="206" y="50"/>
                    <a:pt x="190" y="17"/>
                  </a:cubicBezTo>
                  <a:cubicBezTo>
                    <a:pt x="173" y="17"/>
                    <a:pt x="15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"/>
            <p:cNvSpPr/>
            <p:nvPr/>
          </p:nvSpPr>
          <p:spPr>
            <a:xfrm>
              <a:off x="3885250" y="280635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37" y="0"/>
                  </a:moveTo>
                  <a:cubicBezTo>
                    <a:pt x="104" y="0"/>
                    <a:pt x="87" y="17"/>
                    <a:pt x="50" y="33"/>
                  </a:cubicBezTo>
                  <a:cubicBezTo>
                    <a:pt x="34" y="50"/>
                    <a:pt x="17" y="87"/>
                    <a:pt x="1" y="120"/>
                  </a:cubicBezTo>
                  <a:cubicBezTo>
                    <a:pt x="1" y="153"/>
                    <a:pt x="1" y="190"/>
                    <a:pt x="17" y="206"/>
                  </a:cubicBezTo>
                  <a:cubicBezTo>
                    <a:pt x="34" y="239"/>
                    <a:pt x="50" y="256"/>
                    <a:pt x="87" y="256"/>
                  </a:cubicBezTo>
                  <a:cubicBezTo>
                    <a:pt x="94" y="258"/>
                    <a:pt x="100" y="259"/>
                    <a:pt x="107" y="259"/>
                  </a:cubicBezTo>
                  <a:cubicBezTo>
                    <a:pt x="154" y="259"/>
                    <a:pt x="209" y="214"/>
                    <a:pt x="223" y="153"/>
                  </a:cubicBezTo>
                  <a:cubicBezTo>
                    <a:pt x="223" y="120"/>
                    <a:pt x="223" y="87"/>
                    <a:pt x="207" y="50"/>
                  </a:cubicBezTo>
                  <a:lnTo>
                    <a:pt x="190" y="33"/>
                  </a:lnTo>
                  <a:cubicBezTo>
                    <a:pt x="170" y="17"/>
                    <a:pt x="153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"/>
            <p:cNvSpPr/>
            <p:nvPr/>
          </p:nvSpPr>
          <p:spPr>
            <a:xfrm>
              <a:off x="3899775" y="2810075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21" y="1"/>
                  </a:moveTo>
                  <a:cubicBezTo>
                    <a:pt x="72" y="1"/>
                    <a:pt x="19" y="49"/>
                    <a:pt x="1" y="107"/>
                  </a:cubicBezTo>
                  <a:cubicBezTo>
                    <a:pt x="1" y="144"/>
                    <a:pt x="1" y="193"/>
                    <a:pt x="21" y="210"/>
                  </a:cubicBezTo>
                  <a:cubicBezTo>
                    <a:pt x="38" y="226"/>
                    <a:pt x="71" y="247"/>
                    <a:pt x="87" y="264"/>
                  </a:cubicBezTo>
                  <a:cubicBezTo>
                    <a:pt x="125" y="264"/>
                    <a:pt x="158" y="247"/>
                    <a:pt x="174" y="226"/>
                  </a:cubicBezTo>
                  <a:cubicBezTo>
                    <a:pt x="207" y="210"/>
                    <a:pt x="228" y="177"/>
                    <a:pt x="228" y="144"/>
                  </a:cubicBezTo>
                  <a:cubicBezTo>
                    <a:pt x="244" y="107"/>
                    <a:pt x="228" y="74"/>
                    <a:pt x="207" y="57"/>
                  </a:cubicBezTo>
                  <a:cubicBezTo>
                    <a:pt x="207" y="41"/>
                    <a:pt x="207" y="41"/>
                    <a:pt x="191" y="20"/>
                  </a:cubicBezTo>
                  <a:cubicBezTo>
                    <a:pt x="174" y="4"/>
                    <a:pt x="158" y="4"/>
                    <a:pt x="141" y="4"/>
                  </a:cubicBezTo>
                  <a:cubicBezTo>
                    <a:pt x="134" y="2"/>
                    <a:pt x="128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"/>
            <p:cNvSpPr/>
            <p:nvPr/>
          </p:nvSpPr>
          <p:spPr>
            <a:xfrm>
              <a:off x="4158400" y="2824625"/>
              <a:ext cx="5575" cy="6250"/>
            </a:xfrm>
            <a:custGeom>
              <a:avLst/>
              <a:gdLst/>
              <a:ahLst/>
              <a:cxnLst/>
              <a:rect l="l" t="t" r="r" b="b"/>
              <a:pathLst>
                <a:path w="223" h="250" extrusionOk="0">
                  <a:moveTo>
                    <a:pt x="111" y="0"/>
                  </a:moveTo>
                  <a:cubicBezTo>
                    <a:pt x="92" y="0"/>
                    <a:pt x="76" y="12"/>
                    <a:pt x="50" y="24"/>
                  </a:cubicBezTo>
                  <a:cubicBezTo>
                    <a:pt x="33" y="40"/>
                    <a:pt x="17" y="77"/>
                    <a:pt x="0" y="110"/>
                  </a:cubicBezTo>
                  <a:cubicBezTo>
                    <a:pt x="0" y="143"/>
                    <a:pt x="0" y="180"/>
                    <a:pt x="17" y="197"/>
                  </a:cubicBezTo>
                  <a:cubicBezTo>
                    <a:pt x="33" y="230"/>
                    <a:pt x="50" y="246"/>
                    <a:pt x="87" y="246"/>
                  </a:cubicBezTo>
                  <a:cubicBezTo>
                    <a:pt x="93" y="249"/>
                    <a:pt x="100" y="250"/>
                    <a:pt x="107" y="250"/>
                  </a:cubicBezTo>
                  <a:cubicBezTo>
                    <a:pt x="154" y="250"/>
                    <a:pt x="209" y="204"/>
                    <a:pt x="223" y="143"/>
                  </a:cubicBezTo>
                  <a:cubicBezTo>
                    <a:pt x="223" y="110"/>
                    <a:pt x="223" y="77"/>
                    <a:pt x="206" y="57"/>
                  </a:cubicBezTo>
                  <a:cubicBezTo>
                    <a:pt x="206" y="40"/>
                    <a:pt x="206" y="40"/>
                    <a:pt x="190" y="24"/>
                  </a:cubicBezTo>
                  <a:cubicBezTo>
                    <a:pt x="169" y="7"/>
                    <a:pt x="153" y="7"/>
                    <a:pt x="136" y="7"/>
                  </a:cubicBezTo>
                  <a:cubicBezTo>
                    <a:pt x="127" y="2"/>
                    <a:pt x="118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"/>
            <p:cNvSpPr/>
            <p:nvPr/>
          </p:nvSpPr>
          <p:spPr>
            <a:xfrm>
              <a:off x="4156225" y="27461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0"/>
                  </a:moveTo>
                  <a:cubicBezTo>
                    <a:pt x="87" y="21"/>
                    <a:pt x="50" y="38"/>
                    <a:pt x="34" y="54"/>
                  </a:cubicBezTo>
                  <a:cubicBezTo>
                    <a:pt x="17" y="71"/>
                    <a:pt x="17" y="104"/>
                    <a:pt x="1" y="141"/>
                  </a:cubicBezTo>
                  <a:cubicBezTo>
                    <a:pt x="1" y="174"/>
                    <a:pt x="17" y="207"/>
                    <a:pt x="34" y="227"/>
                  </a:cubicBezTo>
                  <a:cubicBezTo>
                    <a:pt x="56" y="248"/>
                    <a:pt x="80" y="257"/>
                    <a:pt x="104" y="257"/>
                  </a:cubicBezTo>
                  <a:cubicBezTo>
                    <a:pt x="140" y="257"/>
                    <a:pt x="175" y="238"/>
                    <a:pt x="207" y="207"/>
                  </a:cubicBezTo>
                  <a:cubicBezTo>
                    <a:pt x="240" y="157"/>
                    <a:pt x="240" y="71"/>
                    <a:pt x="207" y="38"/>
                  </a:cubicBezTo>
                  <a:cubicBezTo>
                    <a:pt x="174" y="0"/>
                    <a:pt x="137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"/>
            <p:cNvSpPr/>
            <p:nvPr/>
          </p:nvSpPr>
          <p:spPr>
            <a:xfrm>
              <a:off x="4150675" y="27302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53" y="1"/>
                  </a:moveTo>
                  <a:cubicBezTo>
                    <a:pt x="87" y="1"/>
                    <a:pt x="33" y="54"/>
                    <a:pt x="17" y="120"/>
                  </a:cubicBezTo>
                  <a:cubicBezTo>
                    <a:pt x="0" y="157"/>
                    <a:pt x="0" y="190"/>
                    <a:pt x="17" y="207"/>
                  </a:cubicBezTo>
                  <a:cubicBezTo>
                    <a:pt x="33" y="244"/>
                    <a:pt x="66" y="260"/>
                    <a:pt x="87" y="260"/>
                  </a:cubicBezTo>
                  <a:cubicBezTo>
                    <a:pt x="95" y="262"/>
                    <a:pt x="103" y="263"/>
                    <a:pt x="111" y="263"/>
                  </a:cubicBezTo>
                  <a:cubicBezTo>
                    <a:pt x="169" y="263"/>
                    <a:pt x="223" y="215"/>
                    <a:pt x="223" y="157"/>
                  </a:cubicBezTo>
                  <a:cubicBezTo>
                    <a:pt x="239" y="120"/>
                    <a:pt x="239" y="87"/>
                    <a:pt x="223" y="54"/>
                  </a:cubicBezTo>
                  <a:cubicBezTo>
                    <a:pt x="206" y="54"/>
                    <a:pt x="206" y="38"/>
                    <a:pt x="206" y="38"/>
                  </a:cubicBezTo>
                  <a:cubicBezTo>
                    <a:pt x="190" y="17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"/>
            <p:cNvSpPr/>
            <p:nvPr/>
          </p:nvSpPr>
          <p:spPr>
            <a:xfrm>
              <a:off x="4157975" y="27629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3" y="1"/>
                  </a:moveTo>
                  <a:cubicBezTo>
                    <a:pt x="83" y="1"/>
                    <a:pt x="34" y="50"/>
                    <a:pt x="17" y="120"/>
                  </a:cubicBezTo>
                  <a:cubicBezTo>
                    <a:pt x="1" y="153"/>
                    <a:pt x="17" y="190"/>
                    <a:pt x="34" y="207"/>
                  </a:cubicBezTo>
                  <a:cubicBezTo>
                    <a:pt x="34" y="240"/>
                    <a:pt x="67" y="256"/>
                    <a:pt x="104" y="256"/>
                  </a:cubicBezTo>
                  <a:cubicBezTo>
                    <a:pt x="111" y="259"/>
                    <a:pt x="119" y="261"/>
                    <a:pt x="127" y="261"/>
                  </a:cubicBezTo>
                  <a:cubicBezTo>
                    <a:pt x="173" y="261"/>
                    <a:pt x="226" y="213"/>
                    <a:pt x="240" y="153"/>
                  </a:cubicBezTo>
                  <a:cubicBezTo>
                    <a:pt x="240" y="120"/>
                    <a:pt x="240" y="87"/>
                    <a:pt x="223" y="50"/>
                  </a:cubicBezTo>
                  <a:lnTo>
                    <a:pt x="207" y="33"/>
                  </a:lnTo>
                  <a:cubicBezTo>
                    <a:pt x="186" y="17"/>
                    <a:pt x="17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"/>
            <p:cNvSpPr/>
            <p:nvPr/>
          </p:nvSpPr>
          <p:spPr>
            <a:xfrm>
              <a:off x="4163950" y="2730550"/>
              <a:ext cx="6425" cy="6400"/>
            </a:xfrm>
            <a:custGeom>
              <a:avLst/>
              <a:gdLst/>
              <a:ahLst/>
              <a:cxnLst/>
              <a:rect l="l" t="t" r="r" b="b"/>
              <a:pathLst>
                <a:path w="257" h="256" extrusionOk="0">
                  <a:moveTo>
                    <a:pt x="144" y="1"/>
                  </a:moveTo>
                  <a:cubicBezTo>
                    <a:pt x="114" y="1"/>
                    <a:pt x="80" y="14"/>
                    <a:pt x="50" y="43"/>
                  </a:cubicBezTo>
                  <a:cubicBezTo>
                    <a:pt x="1" y="109"/>
                    <a:pt x="17" y="179"/>
                    <a:pt x="50" y="233"/>
                  </a:cubicBezTo>
                  <a:cubicBezTo>
                    <a:pt x="71" y="249"/>
                    <a:pt x="87" y="249"/>
                    <a:pt x="104" y="249"/>
                  </a:cubicBezTo>
                  <a:cubicBezTo>
                    <a:pt x="113" y="254"/>
                    <a:pt x="123" y="256"/>
                    <a:pt x="133" y="256"/>
                  </a:cubicBezTo>
                  <a:cubicBezTo>
                    <a:pt x="163" y="256"/>
                    <a:pt x="195" y="240"/>
                    <a:pt x="207" y="212"/>
                  </a:cubicBezTo>
                  <a:cubicBezTo>
                    <a:pt x="240" y="163"/>
                    <a:pt x="256" y="109"/>
                    <a:pt x="240" y="76"/>
                  </a:cubicBezTo>
                  <a:cubicBezTo>
                    <a:pt x="240" y="60"/>
                    <a:pt x="224" y="43"/>
                    <a:pt x="207" y="27"/>
                  </a:cubicBezTo>
                  <a:cubicBezTo>
                    <a:pt x="192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"/>
            <p:cNvSpPr/>
            <p:nvPr/>
          </p:nvSpPr>
          <p:spPr>
            <a:xfrm>
              <a:off x="4190975" y="27203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0" y="1"/>
                  </a:moveTo>
                  <a:cubicBezTo>
                    <a:pt x="124" y="1"/>
                    <a:pt x="87" y="1"/>
                    <a:pt x="54" y="21"/>
                  </a:cubicBezTo>
                  <a:cubicBezTo>
                    <a:pt x="37" y="38"/>
                    <a:pt x="21" y="71"/>
                    <a:pt x="0" y="104"/>
                  </a:cubicBezTo>
                  <a:cubicBezTo>
                    <a:pt x="0" y="141"/>
                    <a:pt x="0" y="174"/>
                    <a:pt x="21" y="207"/>
                  </a:cubicBezTo>
                  <a:cubicBezTo>
                    <a:pt x="37" y="228"/>
                    <a:pt x="54" y="244"/>
                    <a:pt x="87" y="260"/>
                  </a:cubicBezTo>
                  <a:cubicBezTo>
                    <a:pt x="157" y="260"/>
                    <a:pt x="206" y="207"/>
                    <a:pt x="227" y="141"/>
                  </a:cubicBezTo>
                  <a:cubicBezTo>
                    <a:pt x="243" y="104"/>
                    <a:pt x="227" y="71"/>
                    <a:pt x="206" y="54"/>
                  </a:cubicBezTo>
                  <a:cubicBezTo>
                    <a:pt x="206" y="38"/>
                    <a:pt x="206" y="38"/>
                    <a:pt x="190" y="21"/>
                  </a:cubicBezTo>
                  <a:cubicBezTo>
                    <a:pt x="190" y="21"/>
                    <a:pt x="173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"/>
            <p:cNvSpPr/>
            <p:nvPr/>
          </p:nvSpPr>
          <p:spPr>
            <a:xfrm>
              <a:off x="4162200" y="271575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41" y="0"/>
                  </a:moveTo>
                  <a:cubicBezTo>
                    <a:pt x="120" y="0"/>
                    <a:pt x="87" y="17"/>
                    <a:pt x="54" y="33"/>
                  </a:cubicBezTo>
                  <a:cubicBezTo>
                    <a:pt x="38" y="50"/>
                    <a:pt x="17" y="83"/>
                    <a:pt x="1" y="120"/>
                  </a:cubicBezTo>
                  <a:cubicBezTo>
                    <a:pt x="1" y="153"/>
                    <a:pt x="1" y="186"/>
                    <a:pt x="17" y="206"/>
                  </a:cubicBezTo>
                  <a:cubicBezTo>
                    <a:pt x="38" y="239"/>
                    <a:pt x="54" y="256"/>
                    <a:pt x="87" y="256"/>
                  </a:cubicBezTo>
                  <a:cubicBezTo>
                    <a:pt x="97" y="258"/>
                    <a:pt x="105" y="259"/>
                    <a:pt x="114" y="259"/>
                  </a:cubicBezTo>
                  <a:cubicBezTo>
                    <a:pt x="170" y="259"/>
                    <a:pt x="209" y="214"/>
                    <a:pt x="223" y="153"/>
                  </a:cubicBezTo>
                  <a:cubicBezTo>
                    <a:pt x="223" y="120"/>
                    <a:pt x="223" y="83"/>
                    <a:pt x="207" y="50"/>
                  </a:cubicBezTo>
                  <a:cubicBezTo>
                    <a:pt x="207" y="50"/>
                    <a:pt x="207" y="33"/>
                    <a:pt x="190" y="33"/>
                  </a:cubicBezTo>
                  <a:cubicBezTo>
                    <a:pt x="174" y="17"/>
                    <a:pt x="157" y="17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"/>
            <p:cNvSpPr/>
            <p:nvPr/>
          </p:nvSpPr>
          <p:spPr>
            <a:xfrm>
              <a:off x="4148075" y="2839425"/>
              <a:ext cx="5600" cy="6075"/>
            </a:xfrm>
            <a:custGeom>
              <a:avLst/>
              <a:gdLst/>
              <a:ahLst/>
              <a:cxnLst/>
              <a:rect l="l" t="t" r="r" b="b"/>
              <a:pathLst>
                <a:path w="224" h="243" extrusionOk="0">
                  <a:moveTo>
                    <a:pt x="121" y="1"/>
                  </a:moveTo>
                  <a:cubicBezTo>
                    <a:pt x="67" y="1"/>
                    <a:pt x="17" y="34"/>
                    <a:pt x="1" y="104"/>
                  </a:cubicBezTo>
                  <a:cubicBezTo>
                    <a:pt x="1" y="137"/>
                    <a:pt x="1" y="170"/>
                    <a:pt x="17" y="186"/>
                  </a:cubicBezTo>
                  <a:cubicBezTo>
                    <a:pt x="34" y="223"/>
                    <a:pt x="50" y="240"/>
                    <a:pt x="88" y="240"/>
                  </a:cubicBezTo>
                  <a:cubicBezTo>
                    <a:pt x="94" y="242"/>
                    <a:pt x="101" y="243"/>
                    <a:pt x="108" y="243"/>
                  </a:cubicBezTo>
                  <a:cubicBezTo>
                    <a:pt x="154" y="243"/>
                    <a:pt x="209" y="198"/>
                    <a:pt x="224" y="137"/>
                  </a:cubicBezTo>
                  <a:lnTo>
                    <a:pt x="224" y="104"/>
                  </a:lnTo>
                  <a:cubicBezTo>
                    <a:pt x="224" y="67"/>
                    <a:pt x="207" y="34"/>
                    <a:pt x="191" y="17"/>
                  </a:cubicBezTo>
                  <a:cubicBezTo>
                    <a:pt x="170" y="1"/>
                    <a:pt x="153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"/>
            <p:cNvSpPr/>
            <p:nvPr/>
          </p:nvSpPr>
          <p:spPr>
            <a:xfrm>
              <a:off x="4140775" y="2804700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39" y="0"/>
                  </a:moveTo>
                  <a:cubicBezTo>
                    <a:pt x="124" y="0"/>
                    <a:pt x="112" y="4"/>
                    <a:pt x="103" y="13"/>
                  </a:cubicBezTo>
                  <a:cubicBezTo>
                    <a:pt x="33" y="50"/>
                    <a:pt x="0" y="116"/>
                    <a:pt x="17" y="186"/>
                  </a:cubicBezTo>
                  <a:cubicBezTo>
                    <a:pt x="33" y="219"/>
                    <a:pt x="50" y="235"/>
                    <a:pt x="70" y="256"/>
                  </a:cubicBezTo>
                  <a:cubicBezTo>
                    <a:pt x="87" y="264"/>
                    <a:pt x="99" y="268"/>
                    <a:pt x="112" y="268"/>
                  </a:cubicBezTo>
                  <a:cubicBezTo>
                    <a:pt x="124" y="268"/>
                    <a:pt x="136" y="264"/>
                    <a:pt x="153" y="256"/>
                  </a:cubicBezTo>
                  <a:cubicBezTo>
                    <a:pt x="190" y="235"/>
                    <a:pt x="206" y="219"/>
                    <a:pt x="223" y="186"/>
                  </a:cubicBezTo>
                  <a:cubicBezTo>
                    <a:pt x="239" y="153"/>
                    <a:pt x="239" y="116"/>
                    <a:pt x="239" y="83"/>
                  </a:cubicBezTo>
                  <a:cubicBezTo>
                    <a:pt x="223" y="66"/>
                    <a:pt x="223" y="50"/>
                    <a:pt x="206" y="29"/>
                  </a:cubicBezTo>
                  <a:lnTo>
                    <a:pt x="190" y="13"/>
                  </a:lnTo>
                  <a:cubicBezTo>
                    <a:pt x="171" y="4"/>
                    <a:pt x="154" y="0"/>
                    <a:pt x="1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"/>
            <p:cNvSpPr/>
            <p:nvPr/>
          </p:nvSpPr>
          <p:spPr>
            <a:xfrm>
              <a:off x="4143350" y="2715325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33" y="1"/>
                  </a:moveTo>
                  <a:cubicBezTo>
                    <a:pt x="99" y="1"/>
                    <a:pt x="64" y="19"/>
                    <a:pt x="33" y="50"/>
                  </a:cubicBezTo>
                  <a:cubicBezTo>
                    <a:pt x="0" y="100"/>
                    <a:pt x="0" y="186"/>
                    <a:pt x="50" y="223"/>
                  </a:cubicBezTo>
                  <a:cubicBezTo>
                    <a:pt x="65" y="244"/>
                    <a:pt x="85" y="253"/>
                    <a:pt x="107" y="253"/>
                  </a:cubicBezTo>
                  <a:cubicBezTo>
                    <a:pt x="139" y="253"/>
                    <a:pt x="175" y="234"/>
                    <a:pt x="206" y="203"/>
                  </a:cubicBezTo>
                  <a:cubicBezTo>
                    <a:pt x="239" y="153"/>
                    <a:pt x="239" y="67"/>
                    <a:pt x="206" y="34"/>
                  </a:cubicBezTo>
                  <a:cubicBezTo>
                    <a:pt x="184" y="11"/>
                    <a:pt x="159" y="1"/>
                    <a:pt x="1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"/>
            <p:cNvSpPr/>
            <p:nvPr/>
          </p:nvSpPr>
          <p:spPr>
            <a:xfrm>
              <a:off x="4140775" y="2695950"/>
              <a:ext cx="6400" cy="6325"/>
            </a:xfrm>
            <a:custGeom>
              <a:avLst/>
              <a:gdLst/>
              <a:ahLst/>
              <a:cxnLst/>
              <a:rect l="l" t="t" r="r" b="b"/>
              <a:pathLst>
                <a:path w="256" h="253" extrusionOk="0">
                  <a:moveTo>
                    <a:pt x="103" y="1"/>
                  </a:moveTo>
                  <a:cubicBezTo>
                    <a:pt x="33" y="34"/>
                    <a:pt x="0" y="104"/>
                    <a:pt x="17" y="174"/>
                  </a:cubicBezTo>
                  <a:cubicBezTo>
                    <a:pt x="33" y="207"/>
                    <a:pt x="50" y="223"/>
                    <a:pt x="70" y="240"/>
                  </a:cubicBezTo>
                  <a:cubicBezTo>
                    <a:pt x="87" y="248"/>
                    <a:pt x="103" y="252"/>
                    <a:pt x="118" y="252"/>
                  </a:cubicBezTo>
                  <a:cubicBezTo>
                    <a:pt x="132" y="252"/>
                    <a:pt x="145" y="248"/>
                    <a:pt x="153" y="240"/>
                  </a:cubicBezTo>
                  <a:cubicBezTo>
                    <a:pt x="223" y="223"/>
                    <a:pt x="256" y="137"/>
                    <a:pt x="239" y="87"/>
                  </a:cubicBezTo>
                  <a:cubicBezTo>
                    <a:pt x="239" y="50"/>
                    <a:pt x="223" y="34"/>
                    <a:pt x="206" y="17"/>
                  </a:cubicBezTo>
                  <a:cubicBezTo>
                    <a:pt x="206" y="17"/>
                    <a:pt x="190" y="17"/>
                    <a:pt x="1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"/>
            <p:cNvSpPr/>
            <p:nvPr/>
          </p:nvSpPr>
          <p:spPr>
            <a:xfrm>
              <a:off x="4139025" y="2741000"/>
              <a:ext cx="6500" cy="6425"/>
            </a:xfrm>
            <a:custGeom>
              <a:avLst/>
              <a:gdLst/>
              <a:ahLst/>
              <a:cxnLst/>
              <a:rect l="l" t="t" r="r" b="b"/>
              <a:pathLst>
                <a:path w="260" h="257" extrusionOk="0">
                  <a:moveTo>
                    <a:pt x="103" y="0"/>
                  </a:moveTo>
                  <a:cubicBezTo>
                    <a:pt x="37" y="37"/>
                    <a:pt x="0" y="103"/>
                    <a:pt x="17" y="173"/>
                  </a:cubicBezTo>
                  <a:cubicBezTo>
                    <a:pt x="32" y="225"/>
                    <a:pt x="71" y="256"/>
                    <a:pt x="113" y="256"/>
                  </a:cubicBezTo>
                  <a:cubicBezTo>
                    <a:pt x="127" y="256"/>
                    <a:pt x="143" y="252"/>
                    <a:pt x="157" y="244"/>
                  </a:cubicBezTo>
                  <a:cubicBezTo>
                    <a:pt x="223" y="227"/>
                    <a:pt x="260" y="141"/>
                    <a:pt x="243" y="70"/>
                  </a:cubicBezTo>
                  <a:cubicBezTo>
                    <a:pt x="223" y="54"/>
                    <a:pt x="223" y="37"/>
                    <a:pt x="206" y="21"/>
                  </a:cubicBezTo>
                  <a:cubicBezTo>
                    <a:pt x="206" y="21"/>
                    <a:pt x="190" y="21"/>
                    <a:pt x="1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"/>
            <p:cNvSpPr/>
            <p:nvPr/>
          </p:nvSpPr>
          <p:spPr>
            <a:xfrm>
              <a:off x="4144575" y="2776350"/>
              <a:ext cx="6125" cy="6725"/>
            </a:xfrm>
            <a:custGeom>
              <a:avLst/>
              <a:gdLst/>
              <a:ahLst/>
              <a:cxnLst/>
              <a:rect l="l" t="t" r="r" b="b"/>
              <a:pathLst>
                <a:path w="245" h="269" extrusionOk="0">
                  <a:moveTo>
                    <a:pt x="138" y="0"/>
                  </a:moveTo>
                  <a:cubicBezTo>
                    <a:pt x="123" y="0"/>
                    <a:pt x="106" y="5"/>
                    <a:pt x="87" y="13"/>
                  </a:cubicBezTo>
                  <a:cubicBezTo>
                    <a:pt x="71" y="29"/>
                    <a:pt x="38" y="50"/>
                    <a:pt x="21" y="83"/>
                  </a:cubicBezTo>
                  <a:cubicBezTo>
                    <a:pt x="1" y="116"/>
                    <a:pt x="1" y="153"/>
                    <a:pt x="21" y="186"/>
                  </a:cubicBezTo>
                  <a:cubicBezTo>
                    <a:pt x="21" y="219"/>
                    <a:pt x="38" y="235"/>
                    <a:pt x="71" y="256"/>
                  </a:cubicBezTo>
                  <a:cubicBezTo>
                    <a:pt x="79" y="264"/>
                    <a:pt x="93" y="268"/>
                    <a:pt x="108" y="268"/>
                  </a:cubicBezTo>
                  <a:cubicBezTo>
                    <a:pt x="123" y="268"/>
                    <a:pt x="141" y="264"/>
                    <a:pt x="157" y="256"/>
                  </a:cubicBezTo>
                  <a:cubicBezTo>
                    <a:pt x="207" y="235"/>
                    <a:pt x="244" y="153"/>
                    <a:pt x="228" y="83"/>
                  </a:cubicBezTo>
                  <a:cubicBezTo>
                    <a:pt x="228" y="66"/>
                    <a:pt x="228" y="50"/>
                    <a:pt x="207" y="29"/>
                  </a:cubicBezTo>
                  <a:cubicBezTo>
                    <a:pt x="190" y="29"/>
                    <a:pt x="190" y="29"/>
                    <a:pt x="174" y="13"/>
                  </a:cubicBezTo>
                  <a:cubicBezTo>
                    <a:pt x="166" y="5"/>
                    <a:pt x="153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"/>
            <p:cNvSpPr/>
            <p:nvPr/>
          </p:nvSpPr>
          <p:spPr>
            <a:xfrm>
              <a:off x="4143750" y="27590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7" y="1"/>
                  </a:moveTo>
                  <a:cubicBezTo>
                    <a:pt x="87" y="1"/>
                    <a:pt x="34" y="38"/>
                    <a:pt x="17" y="104"/>
                  </a:cubicBezTo>
                  <a:cubicBezTo>
                    <a:pt x="1" y="158"/>
                    <a:pt x="17" y="190"/>
                    <a:pt x="34" y="228"/>
                  </a:cubicBezTo>
                  <a:cubicBezTo>
                    <a:pt x="54" y="244"/>
                    <a:pt x="71" y="261"/>
                    <a:pt x="87" y="261"/>
                  </a:cubicBezTo>
                  <a:cubicBezTo>
                    <a:pt x="120" y="261"/>
                    <a:pt x="157" y="261"/>
                    <a:pt x="174" y="244"/>
                  </a:cubicBezTo>
                  <a:cubicBezTo>
                    <a:pt x="207" y="207"/>
                    <a:pt x="223" y="190"/>
                    <a:pt x="223" y="158"/>
                  </a:cubicBezTo>
                  <a:cubicBezTo>
                    <a:pt x="240" y="125"/>
                    <a:pt x="240" y="87"/>
                    <a:pt x="223" y="54"/>
                  </a:cubicBezTo>
                  <a:cubicBezTo>
                    <a:pt x="207" y="54"/>
                    <a:pt x="207" y="38"/>
                    <a:pt x="207" y="38"/>
                  </a:cubicBezTo>
                  <a:lnTo>
                    <a:pt x="190" y="21"/>
                  </a:lnTo>
                  <a:cubicBezTo>
                    <a:pt x="174" y="21"/>
                    <a:pt x="157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"/>
            <p:cNvSpPr/>
            <p:nvPr/>
          </p:nvSpPr>
          <p:spPr>
            <a:xfrm>
              <a:off x="4163950" y="2839950"/>
              <a:ext cx="6025" cy="6300"/>
            </a:xfrm>
            <a:custGeom>
              <a:avLst/>
              <a:gdLst/>
              <a:ahLst/>
              <a:cxnLst/>
              <a:rect l="l" t="t" r="r" b="b"/>
              <a:pathLst>
                <a:path w="241" h="252" extrusionOk="0">
                  <a:moveTo>
                    <a:pt x="140" y="0"/>
                  </a:moveTo>
                  <a:cubicBezTo>
                    <a:pt x="125" y="0"/>
                    <a:pt x="112" y="4"/>
                    <a:pt x="104" y="13"/>
                  </a:cubicBezTo>
                  <a:cubicBezTo>
                    <a:pt x="34" y="29"/>
                    <a:pt x="1" y="116"/>
                    <a:pt x="17" y="165"/>
                  </a:cubicBezTo>
                  <a:cubicBezTo>
                    <a:pt x="17" y="202"/>
                    <a:pt x="50" y="235"/>
                    <a:pt x="71" y="235"/>
                  </a:cubicBezTo>
                  <a:cubicBezTo>
                    <a:pt x="104" y="252"/>
                    <a:pt x="120" y="252"/>
                    <a:pt x="153" y="252"/>
                  </a:cubicBezTo>
                  <a:cubicBezTo>
                    <a:pt x="191" y="235"/>
                    <a:pt x="207" y="202"/>
                    <a:pt x="224" y="186"/>
                  </a:cubicBezTo>
                  <a:cubicBezTo>
                    <a:pt x="240" y="149"/>
                    <a:pt x="240" y="116"/>
                    <a:pt x="240" y="83"/>
                  </a:cubicBezTo>
                  <a:cubicBezTo>
                    <a:pt x="224" y="62"/>
                    <a:pt x="224" y="46"/>
                    <a:pt x="207" y="29"/>
                  </a:cubicBezTo>
                  <a:cubicBezTo>
                    <a:pt x="207" y="13"/>
                    <a:pt x="191" y="13"/>
                    <a:pt x="191" y="13"/>
                  </a:cubicBezTo>
                  <a:cubicBezTo>
                    <a:pt x="172" y="4"/>
                    <a:pt x="154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"/>
            <p:cNvSpPr/>
            <p:nvPr/>
          </p:nvSpPr>
          <p:spPr>
            <a:xfrm>
              <a:off x="4143350" y="28212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25" y="1"/>
                  </a:moveTo>
                  <a:cubicBezTo>
                    <a:pt x="72" y="1"/>
                    <a:pt x="31" y="48"/>
                    <a:pt x="17" y="108"/>
                  </a:cubicBezTo>
                  <a:cubicBezTo>
                    <a:pt x="0" y="141"/>
                    <a:pt x="17" y="174"/>
                    <a:pt x="33" y="211"/>
                  </a:cubicBezTo>
                  <a:cubicBezTo>
                    <a:pt x="50" y="228"/>
                    <a:pt x="70" y="244"/>
                    <a:pt x="103" y="261"/>
                  </a:cubicBezTo>
                  <a:cubicBezTo>
                    <a:pt x="153" y="261"/>
                    <a:pt x="223" y="211"/>
                    <a:pt x="239" y="141"/>
                  </a:cubicBezTo>
                  <a:cubicBezTo>
                    <a:pt x="239" y="108"/>
                    <a:pt x="239" y="71"/>
                    <a:pt x="223" y="55"/>
                  </a:cubicBezTo>
                  <a:cubicBezTo>
                    <a:pt x="223" y="38"/>
                    <a:pt x="206" y="38"/>
                    <a:pt x="206" y="22"/>
                  </a:cubicBezTo>
                  <a:cubicBezTo>
                    <a:pt x="190" y="5"/>
                    <a:pt x="173" y="5"/>
                    <a:pt x="153" y="5"/>
                  </a:cubicBezTo>
                  <a:cubicBezTo>
                    <a:pt x="143" y="2"/>
                    <a:pt x="134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"/>
            <p:cNvSpPr/>
            <p:nvPr/>
          </p:nvSpPr>
          <p:spPr>
            <a:xfrm>
              <a:off x="4186750" y="2765850"/>
              <a:ext cx="5575" cy="6200"/>
            </a:xfrm>
            <a:custGeom>
              <a:avLst/>
              <a:gdLst/>
              <a:ahLst/>
              <a:cxnLst/>
              <a:rect l="l" t="t" r="r" b="b"/>
              <a:pathLst>
                <a:path w="223" h="248" extrusionOk="0">
                  <a:moveTo>
                    <a:pt x="110" y="1"/>
                  </a:moveTo>
                  <a:cubicBezTo>
                    <a:pt x="54" y="1"/>
                    <a:pt x="14" y="46"/>
                    <a:pt x="0" y="107"/>
                  </a:cubicBezTo>
                  <a:cubicBezTo>
                    <a:pt x="0" y="140"/>
                    <a:pt x="0" y="177"/>
                    <a:pt x="17" y="194"/>
                  </a:cubicBezTo>
                  <a:cubicBezTo>
                    <a:pt x="33" y="227"/>
                    <a:pt x="50" y="243"/>
                    <a:pt x="87" y="243"/>
                  </a:cubicBezTo>
                  <a:cubicBezTo>
                    <a:pt x="94" y="246"/>
                    <a:pt x="102" y="248"/>
                    <a:pt x="110" y="248"/>
                  </a:cubicBezTo>
                  <a:cubicBezTo>
                    <a:pt x="156" y="248"/>
                    <a:pt x="209" y="200"/>
                    <a:pt x="223" y="140"/>
                  </a:cubicBezTo>
                  <a:cubicBezTo>
                    <a:pt x="223" y="107"/>
                    <a:pt x="223" y="74"/>
                    <a:pt x="206" y="58"/>
                  </a:cubicBezTo>
                  <a:cubicBezTo>
                    <a:pt x="206" y="37"/>
                    <a:pt x="190" y="37"/>
                    <a:pt x="190" y="21"/>
                  </a:cubicBezTo>
                  <a:cubicBezTo>
                    <a:pt x="169" y="4"/>
                    <a:pt x="153" y="4"/>
                    <a:pt x="136" y="4"/>
                  </a:cubicBezTo>
                  <a:cubicBezTo>
                    <a:pt x="127" y="2"/>
                    <a:pt x="118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"/>
            <p:cNvSpPr/>
            <p:nvPr/>
          </p:nvSpPr>
          <p:spPr>
            <a:xfrm>
              <a:off x="4178600" y="2733400"/>
              <a:ext cx="6400" cy="6375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145" y="0"/>
                  </a:moveTo>
                  <a:cubicBezTo>
                    <a:pt x="132" y="0"/>
                    <a:pt x="120" y="5"/>
                    <a:pt x="103" y="16"/>
                  </a:cubicBezTo>
                  <a:cubicBezTo>
                    <a:pt x="33" y="32"/>
                    <a:pt x="0" y="119"/>
                    <a:pt x="17" y="185"/>
                  </a:cubicBezTo>
                  <a:cubicBezTo>
                    <a:pt x="33" y="201"/>
                    <a:pt x="50" y="238"/>
                    <a:pt x="66" y="255"/>
                  </a:cubicBezTo>
                  <a:lnTo>
                    <a:pt x="153" y="255"/>
                  </a:lnTo>
                  <a:cubicBezTo>
                    <a:pt x="186" y="238"/>
                    <a:pt x="223" y="222"/>
                    <a:pt x="223" y="185"/>
                  </a:cubicBezTo>
                  <a:cubicBezTo>
                    <a:pt x="239" y="152"/>
                    <a:pt x="256" y="119"/>
                    <a:pt x="239" y="82"/>
                  </a:cubicBezTo>
                  <a:cubicBezTo>
                    <a:pt x="239" y="65"/>
                    <a:pt x="223" y="49"/>
                    <a:pt x="206" y="32"/>
                  </a:cubicBezTo>
                  <a:lnTo>
                    <a:pt x="186" y="16"/>
                  </a:lnTo>
                  <a:cubicBezTo>
                    <a:pt x="169" y="5"/>
                    <a:pt x="157" y="0"/>
                    <a:pt x="1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"/>
            <p:cNvSpPr/>
            <p:nvPr/>
          </p:nvSpPr>
          <p:spPr>
            <a:xfrm>
              <a:off x="4184575" y="270477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0" y="1"/>
                  </a:moveTo>
                  <a:cubicBezTo>
                    <a:pt x="99" y="1"/>
                    <a:pt x="70" y="14"/>
                    <a:pt x="50" y="43"/>
                  </a:cubicBezTo>
                  <a:cubicBezTo>
                    <a:pt x="0" y="109"/>
                    <a:pt x="0" y="179"/>
                    <a:pt x="50" y="233"/>
                  </a:cubicBezTo>
                  <a:cubicBezTo>
                    <a:pt x="50" y="233"/>
                    <a:pt x="71" y="250"/>
                    <a:pt x="87" y="250"/>
                  </a:cubicBezTo>
                  <a:cubicBezTo>
                    <a:pt x="100" y="254"/>
                    <a:pt x="112" y="256"/>
                    <a:pt x="124" y="256"/>
                  </a:cubicBezTo>
                  <a:cubicBezTo>
                    <a:pt x="156" y="256"/>
                    <a:pt x="182" y="240"/>
                    <a:pt x="207" y="212"/>
                  </a:cubicBezTo>
                  <a:cubicBezTo>
                    <a:pt x="240" y="163"/>
                    <a:pt x="240" y="109"/>
                    <a:pt x="240" y="76"/>
                  </a:cubicBezTo>
                  <a:cubicBezTo>
                    <a:pt x="223" y="60"/>
                    <a:pt x="223" y="43"/>
                    <a:pt x="207" y="27"/>
                  </a:cubicBezTo>
                  <a:cubicBezTo>
                    <a:pt x="182" y="10"/>
                    <a:pt x="155" y="1"/>
                    <a:pt x="1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"/>
            <p:cNvSpPr/>
            <p:nvPr/>
          </p:nvSpPr>
          <p:spPr>
            <a:xfrm>
              <a:off x="4173850" y="27788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53" y="0"/>
                  </a:moveTo>
                  <a:cubicBezTo>
                    <a:pt x="87" y="0"/>
                    <a:pt x="17" y="54"/>
                    <a:pt x="17" y="120"/>
                  </a:cubicBezTo>
                  <a:cubicBezTo>
                    <a:pt x="1" y="157"/>
                    <a:pt x="1" y="190"/>
                    <a:pt x="17" y="207"/>
                  </a:cubicBezTo>
                  <a:cubicBezTo>
                    <a:pt x="34" y="240"/>
                    <a:pt x="67" y="260"/>
                    <a:pt x="87" y="260"/>
                  </a:cubicBezTo>
                  <a:cubicBezTo>
                    <a:pt x="95" y="262"/>
                    <a:pt x="103" y="263"/>
                    <a:pt x="111" y="263"/>
                  </a:cubicBezTo>
                  <a:cubicBezTo>
                    <a:pt x="166" y="263"/>
                    <a:pt x="209" y="215"/>
                    <a:pt x="223" y="157"/>
                  </a:cubicBezTo>
                  <a:cubicBezTo>
                    <a:pt x="240" y="120"/>
                    <a:pt x="223" y="87"/>
                    <a:pt x="223" y="54"/>
                  </a:cubicBezTo>
                  <a:cubicBezTo>
                    <a:pt x="207" y="54"/>
                    <a:pt x="207" y="33"/>
                    <a:pt x="207" y="33"/>
                  </a:cubicBezTo>
                  <a:cubicBezTo>
                    <a:pt x="190" y="17"/>
                    <a:pt x="17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"/>
            <p:cNvSpPr/>
            <p:nvPr/>
          </p:nvSpPr>
          <p:spPr>
            <a:xfrm>
              <a:off x="4171700" y="2762375"/>
              <a:ext cx="6400" cy="6500"/>
            </a:xfrm>
            <a:custGeom>
              <a:avLst/>
              <a:gdLst/>
              <a:ahLst/>
              <a:cxnLst/>
              <a:rect l="l" t="t" r="r" b="b"/>
              <a:pathLst>
                <a:path w="256" h="260" extrusionOk="0">
                  <a:moveTo>
                    <a:pt x="130" y="1"/>
                  </a:moveTo>
                  <a:cubicBezTo>
                    <a:pt x="99" y="1"/>
                    <a:pt x="70" y="13"/>
                    <a:pt x="50" y="40"/>
                  </a:cubicBezTo>
                  <a:cubicBezTo>
                    <a:pt x="0" y="110"/>
                    <a:pt x="0" y="176"/>
                    <a:pt x="50" y="230"/>
                  </a:cubicBezTo>
                  <a:cubicBezTo>
                    <a:pt x="65" y="250"/>
                    <a:pt x="89" y="260"/>
                    <a:pt x="115" y="260"/>
                  </a:cubicBezTo>
                  <a:cubicBezTo>
                    <a:pt x="150" y="260"/>
                    <a:pt x="187" y="242"/>
                    <a:pt x="206" y="213"/>
                  </a:cubicBezTo>
                  <a:cubicBezTo>
                    <a:pt x="256" y="160"/>
                    <a:pt x="256" y="73"/>
                    <a:pt x="206" y="24"/>
                  </a:cubicBezTo>
                  <a:cubicBezTo>
                    <a:pt x="182" y="9"/>
                    <a:pt x="156" y="1"/>
                    <a:pt x="1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"/>
            <p:cNvSpPr/>
            <p:nvPr/>
          </p:nvSpPr>
          <p:spPr>
            <a:xfrm>
              <a:off x="4167775" y="2793975"/>
              <a:ext cx="6525" cy="6300"/>
            </a:xfrm>
            <a:custGeom>
              <a:avLst/>
              <a:gdLst/>
              <a:ahLst/>
              <a:cxnLst/>
              <a:rect l="l" t="t" r="r" b="b"/>
              <a:pathLst>
                <a:path w="261" h="252" extrusionOk="0">
                  <a:moveTo>
                    <a:pt x="142" y="0"/>
                  </a:moveTo>
                  <a:cubicBezTo>
                    <a:pt x="127" y="0"/>
                    <a:pt x="114" y="5"/>
                    <a:pt x="103" y="13"/>
                  </a:cubicBezTo>
                  <a:cubicBezTo>
                    <a:pt x="38" y="29"/>
                    <a:pt x="0" y="116"/>
                    <a:pt x="21" y="186"/>
                  </a:cubicBezTo>
                  <a:cubicBezTo>
                    <a:pt x="21" y="203"/>
                    <a:pt x="54" y="236"/>
                    <a:pt x="71" y="252"/>
                  </a:cubicBezTo>
                  <a:lnTo>
                    <a:pt x="157" y="252"/>
                  </a:lnTo>
                  <a:cubicBezTo>
                    <a:pt x="227" y="219"/>
                    <a:pt x="260" y="149"/>
                    <a:pt x="244" y="83"/>
                  </a:cubicBezTo>
                  <a:cubicBezTo>
                    <a:pt x="227" y="66"/>
                    <a:pt x="227" y="46"/>
                    <a:pt x="207" y="29"/>
                  </a:cubicBezTo>
                  <a:lnTo>
                    <a:pt x="190" y="13"/>
                  </a:lnTo>
                  <a:cubicBezTo>
                    <a:pt x="174" y="5"/>
                    <a:pt x="157" y="0"/>
                    <a:pt x="1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"/>
            <p:cNvSpPr/>
            <p:nvPr/>
          </p:nvSpPr>
          <p:spPr>
            <a:xfrm>
              <a:off x="4184150" y="2750150"/>
              <a:ext cx="6025" cy="6525"/>
            </a:xfrm>
            <a:custGeom>
              <a:avLst/>
              <a:gdLst/>
              <a:ahLst/>
              <a:cxnLst/>
              <a:rect l="l" t="t" r="r" b="b"/>
              <a:pathLst>
                <a:path w="241" h="261" extrusionOk="0">
                  <a:moveTo>
                    <a:pt x="135" y="0"/>
                  </a:moveTo>
                  <a:cubicBezTo>
                    <a:pt x="100" y="0"/>
                    <a:pt x="65" y="18"/>
                    <a:pt x="34" y="47"/>
                  </a:cubicBezTo>
                  <a:cubicBezTo>
                    <a:pt x="1" y="100"/>
                    <a:pt x="1" y="187"/>
                    <a:pt x="50" y="236"/>
                  </a:cubicBezTo>
                  <a:cubicBezTo>
                    <a:pt x="66" y="252"/>
                    <a:pt x="87" y="261"/>
                    <a:pt x="110" y="261"/>
                  </a:cubicBezTo>
                  <a:cubicBezTo>
                    <a:pt x="141" y="261"/>
                    <a:pt x="176" y="244"/>
                    <a:pt x="207" y="203"/>
                  </a:cubicBezTo>
                  <a:cubicBezTo>
                    <a:pt x="240" y="150"/>
                    <a:pt x="240" y="84"/>
                    <a:pt x="207" y="30"/>
                  </a:cubicBezTo>
                  <a:cubicBezTo>
                    <a:pt x="185" y="9"/>
                    <a:pt x="160" y="0"/>
                    <a:pt x="1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"/>
            <p:cNvSpPr/>
            <p:nvPr/>
          </p:nvSpPr>
          <p:spPr>
            <a:xfrm>
              <a:off x="4176850" y="2716650"/>
              <a:ext cx="6000" cy="6200"/>
            </a:xfrm>
            <a:custGeom>
              <a:avLst/>
              <a:gdLst/>
              <a:ahLst/>
              <a:cxnLst/>
              <a:rect l="l" t="t" r="r" b="b"/>
              <a:pathLst>
                <a:path w="240" h="248" extrusionOk="0">
                  <a:moveTo>
                    <a:pt x="134" y="0"/>
                  </a:moveTo>
                  <a:cubicBezTo>
                    <a:pt x="100" y="0"/>
                    <a:pt x="64" y="18"/>
                    <a:pt x="33" y="47"/>
                  </a:cubicBezTo>
                  <a:cubicBezTo>
                    <a:pt x="33" y="67"/>
                    <a:pt x="17" y="84"/>
                    <a:pt x="17" y="100"/>
                  </a:cubicBezTo>
                  <a:cubicBezTo>
                    <a:pt x="0" y="150"/>
                    <a:pt x="17" y="203"/>
                    <a:pt x="33" y="220"/>
                  </a:cubicBezTo>
                  <a:cubicBezTo>
                    <a:pt x="55" y="239"/>
                    <a:pt x="81" y="247"/>
                    <a:pt x="105" y="247"/>
                  </a:cubicBezTo>
                  <a:cubicBezTo>
                    <a:pt x="123" y="247"/>
                    <a:pt x="139" y="243"/>
                    <a:pt x="153" y="236"/>
                  </a:cubicBezTo>
                  <a:cubicBezTo>
                    <a:pt x="173" y="236"/>
                    <a:pt x="190" y="220"/>
                    <a:pt x="206" y="203"/>
                  </a:cubicBezTo>
                  <a:cubicBezTo>
                    <a:pt x="239" y="150"/>
                    <a:pt x="239" y="67"/>
                    <a:pt x="206" y="30"/>
                  </a:cubicBezTo>
                  <a:cubicBezTo>
                    <a:pt x="184" y="9"/>
                    <a:pt x="159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"/>
            <p:cNvSpPr/>
            <p:nvPr/>
          </p:nvSpPr>
          <p:spPr>
            <a:xfrm>
              <a:off x="4187975" y="2781275"/>
              <a:ext cx="6525" cy="6550"/>
            </a:xfrm>
            <a:custGeom>
              <a:avLst/>
              <a:gdLst/>
              <a:ahLst/>
              <a:cxnLst/>
              <a:rect l="l" t="t" r="r" b="b"/>
              <a:pathLst>
                <a:path w="261" h="262" extrusionOk="0">
                  <a:moveTo>
                    <a:pt x="152" y="1"/>
                  </a:moveTo>
                  <a:cubicBezTo>
                    <a:pt x="120" y="1"/>
                    <a:pt x="83" y="18"/>
                    <a:pt x="54" y="59"/>
                  </a:cubicBezTo>
                  <a:cubicBezTo>
                    <a:pt x="1" y="109"/>
                    <a:pt x="1" y="179"/>
                    <a:pt x="54" y="228"/>
                  </a:cubicBezTo>
                  <a:cubicBezTo>
                    <a:pt x="75" y="251"/>
                    <a:pt x="100" y="261"/>
                    <a:pt x="124" y="261"/>
                  </a:cubicBezTo>
                  <a:cubicBezTo>
                    <a:pt x="156" y="261"/>
                    <a:pt x="188" y="242"/>
                    <a:pt x="207" y="212"/>
                  </a:cubicBezTo>
                  <a:cubicBezTo>
                    <a:pt x="260" y="162"/>
                    <a:pt x="260" y="76"/>
                    <a:pt x="207" y="22"/>
                  </a:cubicBezTo>
                  <a:cubicBezTo>
                    <a:pt x="193" y="9"/>
                    <a:pt x="174" y="1"/>
                    <a:pt x="1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"/>
            <p:cNvSpPr/>
            <p:nvPr/>
          </p:nvSpPr>
          <p:spPr>
            <a:xfrm>
              <a:off x="4181175" y="279562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53" y="0"/>
                  </a:moveTo>
                  <a:cubicBezTo>
                    <a:pt x="83" y="0"/>
                    <a:pt x="33" y="50"/>
                    <a:pt x="17" y="120"/>
                  </a:cubicBezTo>
                  <a:cubicBezTo>
                    <a:pt x="0" y="153"/>
                    <a:pt x="17" y="186"/>
                    <a:pt x="17" y="207"/>
                  </a:cubicBezTo>
                  <a:cubicBezTo>
                    <a:pt x="33" y="240"/>
                    <a:pt x="66" y="256"/>
                    <a:pt x="83" y="256"/>
                  </a:cubicBezTo>
                  <a:cubicBezTo>
                    <a:pt x="92" y="258"/>
                    <a:pt x="101" y="259"/>
                    <a:pt x="110" y="259"/>
                  </a:cubicBezTo>
                  <a:cubicBezTo>
                    <a:pt x="170" y="259"/>
                    <a:pt x="225" y="214"/>
                    <a:pt x="240" y="153"/>
                  </a:cubicBezTo>
                  <a:cubicBezTo>
                    <a:pt x="240" y="120"/>
                    <a:pt x="240" y="83"/>
                    <a:pt x="223" y="50"/>
                  </a:cubicBezTo>
                  <a:lnTo>
                    <a:pt x="207" y="33"/>
                  </a:lnTo>
                  <a:cubicBezTo>
                    <a:pt x="186" y="17"/>
                    <a:pt x="169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"/>
            <p:cNvSpPr/>
            <p:nvPr/>
          </p:nvSpPr>
          <p:spPr>
            <a:xfrm>
              <a:off x="4186325" y="28119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7" y="1"/>
                  </a:moveTo>
                  <a:cubicBezTo>
                    <a:pt x="120" y="1"/>
                    <a:pt x="83" y="1"/>
                    <a:pt x="50" y="34"/>
                  </a:cubicBezTo>
                  <a:cubicBezTo>
                    <a:pt x="34" y="50"/>
                    <a:pt x="17" y="71"/>
                    <a:pt x="1" y="104"/>
                  </a:cubicBezTo>
                  <a:cubicBezTo>
                    <a:pt x="1" y="137"/>
                    <a:pt x="1" y="174"/>
                    <a:pt x="17" y="207"/>
                  </a:cubicBezTo>
                  <a:cubicBezTo>
                    <a:pt x="34" y="240"/>
                    <a:pt x="50" y="257"/>
                    <a:pt x="83" y="257"/>
                  </a:cubicBezTo>
                  <a:cubicBezTo>
                    <a:pt x="153" y="257"/>
                    <a:pt x="207" y="224"/>
                    <a:pt x="223" y="153"/>
                  </a:cubicBezTo>
                  <a:cubicBezTo>
                    <a:pt x="240" y="120"/>
                    <a:pt x="223" y="87"/>
                    <a:pt x="207" y="50"/>
                  </a:cubicBezTo>
                  <a:cubicBezTo>
                    <a:pt x="207" y="50"/>
                    <a:pt x="207" y="34"/>
                    <a:pt x="186" y="34"/>
                  </a:cubicBezTo>
                  <a:cubicBezTo>
                    <a:pt x="186" y="17"/>
                    <a:pt x="170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"/>
            <p:cNvSpPr/>
            <p:nvPr/>
          </p:nvSpPr>
          <p:spPr>
            <a:xfrm>
              <a:off x="4176850" y="2843125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38" y="0"/>
                  </a:moveTo>
                  <a:cubicBezTo>
                    <a:pt x="104" y="0"/>
                    <a:pt x="72" y="17"/>
                    <a:pt x="50" y="59"/>
                  </a:cubicBezTo>
                  <a:cubicBezTo>
                    <a:pt x="0" y="108"/>
                    <a:pt x="0" y="178"/>
                    <a:pt x="50" y="228"/>
                  </a:cubicBezTo>
                  <a:cubicBezTo>
                    <a:pt x="50" y="244"/>
                    <a:pt x="70" y="244"/>
                    <a:pt x="87" y="244"/>
                  </a:cubicBezTo>
                  <a:cubicBezTo>
                    <a:pt x="96" y="250"/>
                    <a:pt x="107" y="253"/>
                    <a:pt x="118" y="253"/>
                  </a:cubicBezTo>
                  <a:cubicBezTo>
                    <a:pt x="148" y="253"/>
                    <a:pt x="183" y="235"/>
                    <a:pt x="206" y="211"/>
                  </a:cubicBezTo>
                  <a:cubicBezTo>
                    <a:pt x="239" y="178"/>
                    <a:pt x="239" y="108"/>
                    <a:pt x="223" y="75"/>
                  </a:cubicBezTo>
                  <a:cubicBezTo>
                    <a:pt x="223" y="59"/>
                    <a:pt x="223" y="38"/>
                    <a:pt x="206" y="22"/>
                  </a:cubicBezTo>
                  <a:cubicBezTo>
                    <a:pt x="185" y="8"/>
                    <a:pt x="161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"/>
            <p:cNvSpPr/>
            <p:nvPr/>
          </p:nvSpPr>
          <p:spPr>
            <a:xfrm>
              <a:off x="4169525" y="27458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5" y="0"/>
                  </a:moveTo>
                  <a:cubicBezTo>
                    <a:pt x="101" y="0"/>
                    <a:pt x="64" y="19"/>
                    <a:pt x="33" y="50"/>
                  </a:cubicBezTo>
                  <a:cubicBezTo>
                    <a:pt x="1" y="99"/>
                    <a:pt x="1" y="186"/>
                    <a:pt x="33" y="239"/>
                  </a:cubicBezTo>
                  <a:cubicBezTo>
                    <a:pt x="55" y="253"/>
                    <a:pt x="80" y="261"/>
                    <a:pt x="105" y="261"/>
                  </a:cubicBezTo>
                  <a:cubicBezTo>
                    <a:pt x="141" y="261"/>
                    <a:pt x="177" y="244"/>
                    <a:pt x="207" y="202"/>
                  </a:cubicBezTo>
                  <a:cubicBezTo>
                    <a:pt x="240" y="153"/>
                    <a:pt x="240" y="66"/>
                    <a:pt x="207" y="33"/>
                  </a:cubicBezTo>
                  <a:cubicBezTo>
                    <a:pt x="186" y="10"/>
                    <a:pt x="161" y="0"/>
                    <a:pt x="1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"/>
            <p:cNvSpPr/>
            <p:nvPr/>
          </p:nvSpPr>
          <p:spPr>
            <a:xfrm>
              <a:off x="4175500" y="2828125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32" y="0"/>
                  </a:moveTo>
                  <a:cubicBezTo>
                    <a:pt x="75" y="0"/>
                    <a:pt x="36" y="49"/>
                    <a:pt x="21" y="106"/>
                  </a:cubicBezTo>
                  <a:cubicBezTo>
                    <a:pt x="1" y="143"/>
                    <a:pt x="21" y="176"/>
                    <a:pt x="38" y="209"/>
                  </a:cubicBezTo>
                  <a:cubicBezTo>
                    <a:pt x="38" y="226"/>
                    <a:pt x="71" y="247"/>
                    <a:pt x="104" y="263"/>
                  </a:cubicBezTo>
                  <a:cubicBezTo>
                    <a:pt x="124" y="263"/>
                    <a:pt x="157" y="247"/>
                    <a:pt x="190" y="226"/>
                  </a:cubicBezTo>
                  <a:cubicBezTo>
                    <a:pt x="207" y="209"/>
                    <a:pt x="227" y="176"/>
                    <a:pt x="244" y="143"/>
                  </a:cubicBezTo>
                  <a:cubicBezTo>
                    <a:pt x="244" y="106"/>
                    <a:pt x="244" y="73"/>
                    <a:pt x="227" y="57"/>
                  </a:cubicBezTo>
                  <a:cubicBezTo>
                    <a:pt x="227" y="40"/>
                    <a:pt x="207" y="40"/>
                    <a:pt x="207" y="20"/>
                  </a:cubicBezTo>
                  <a:cubicBezTo>
                    <a:pt x="190" y="20"/>
                    <a:pt x="174" y="3"/>
                    <a:pt x="157" y="3"/>
                  </a:cubicBezTo>
                  <a:cubicBezTo>
                    <a:pt x="149" y="1"/>
                    <a:pt x="140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"/>
            <p:cNvSpPr/>
            <p:nvPr/>
          </p:nvSpPr>
          <p:spPr>
            <a:xfrm>
              <a:off x="4171700" y="2701525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03" y="0"/>
                  </a:moveTo>
                  <a:cubicBezTo>
                    <a:pt x="33" y="33"/>
                    <a:pt x="0" y="103"/>
                    <a:pt x="17" y="173"/>
                  </a:cubicBezTo>
                  <a:cubicBezTo>
                    <a:pt x="33" y="206"/>
                    <a:pt x="50" y="223"/>
                    <a:pt x="70" y="239"/>
                  </a:cubicBezTo>
                  <a:cubicBezTo>
                    <a:pt x="87" y="250"/>
                    <a:pt x="99" y="255"/>
                    <a:pt x="111" y="255"/>
                  </a:cubicBezTo>
                  <a:cubicBezTo>
                    <a:pt x="124" y="255"/>
                    <a:pt x="136" y="250"/>
                    <a:pt x="153" y="239"/>
                  </a:cubicBezTo>
                  <a:cubicBezTo>
                    <a:pt x="190" y="239"/>
                    <a:pt x="206" y="206"/>
                    <a:pt x="223" y="173"/>
                  </a:cubicBezTo>
                  <a:cubicBezTo>
                    <a:pt x="239" y="157"/>
                    <a:pt x="239" y="120"/>
                    <a:pt x="239" y="87"/>
                  </a:cubicBezTo>
                  <a:cubicBezTo>
                    <a:pt x="223" y="54"/>
                    <a:pt x="223" y="33"/>
                    <a:pt x="206" y="33"/>
                  </a:cubicBezTo>
                  <a:cubicBezTo>
                    <a:pt x="206" y="17"/>
                    <a:pt x="190" y="17"/>
                    <a:pt x="190" y="17"/>
                  </a:cubicBezTo>
                  <a:cubicBezTo>
                    <a:pt x="153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"/>
            <p:cNvSpPr/>
            <p:nvPr/>
          </p:nvSpPr>
          <p:spPr>
            <a:xfrm>
              <a:off x="4172100" y="2813650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87" y="1"/>
                  </a:moveTo>
                  <a:cubicBezTo>
                    <a:pt x="71" y="17"/>
                    <a:pt x="34" y="34"/>
                    <a:pt x="17" y="67"/>
                  </a:cubicBezTo>
                  <a:cubicBezTo>
                    <a:pt x="1" y="104"/>
                    <a:pt x="1" y="137"/>
                    <a:pt x="17" y="170"/>
                  </a:cubicBezTo>
                  <a:cubicBezTo>
                    <a:pt x="29" y="221"/>
                    <a:pt x="61" y="253"/>
                    <a:pt x="105" y="253"/>
                  </a:cubicBezTo>
                  <a:cubicBezTo>
                    <a:pt x="121" y="253"/>
                    <a:pt x="139" y="249"/>
                    <a:pt x="157" y="240"/>
                  </a:cubicBezTo>
                  <a:cubicBezTo>
                    <a:pt x="207" y="224"/>
                    <a:pt x="240" y="137"/>
                    <a:pt x="223" y="83"/>
                  </a:cubicBezTo>
                  <a:cubicBezTo>
                    <a:pt x="223" y="50"/>
                    <a:pt x="207" y="34"/>
                    <a:pt x="207" y="17"/>
                  </a:cubicBezTo>
                  <a:cubicBezTo>
                    <a:pt x="190" y="17"/>
                    <a:pt x="190" y="17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"/>
            <p:cNvSpPr/>
            <p:nvPr/>
          </p:nvSpPr>
          <p:spPr>
            <a:xfrm>
              <a:off x="4085825" y="28123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3" y="0"/>
                  </a:moveTo>
                  <a:cubicBezTo>
                    <a:pt x="83" y="0"/>
                    <a:pt x="17" y="33"/>
                    <a:pt x="17" y="103"/>
                  </a:cubicBezTo>
                  <a:cubicBezTo>
                    <a:pt x="1" y="136"/>
                    <a:pt x="1" y="174"/>
                    <a:pt x="17" y="207"/>
                  </a:cubicBezTo>
                  <a:cubicBezTo>
                    <a:pt x="34" y="240"/>
                    <a:pt x="67" y="260"/>
                    <a:pt x="83" y="260"/>
                  </a:cubicBezTo>
                  <a:cubicBezTo>
                    <a:pt x="153" y="260"/>
                    <a:pt x="207" y="223"/>
                    <a:pt x="223" y="157"/>
                  </a:cubicBezTo>
                  <a:cubicBezTo>
                    <a:pt x="240" y="120"/>
                    <a:pt x="240" y="87"/>
                    <a:pt x="223" y="54"/>
                  </a:cubicBezTo>
                  <a:cubicBezTo>
                    <a:pt x="207" y="54"/>
                    <a:pt x="207" y="33"/>
                    <a:pt x="207" y="33"/>
                  </a:cubicBezTo>
                  <a:cubicBezTo>
                    <a:pt x="186" y="17"/>
                    <a:pt x="170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"/>
            <p:cNvSpPr/>
            <p:nvPr/>
          </p:nvSpPr>
          <p:spPr>
            <a:xfrm>
              <a:off x="4193550" y="2845825"/>
              <a:ext cx="6100" cy="4750"/>
            </a:xfrm>
            <a:custGeom>
              <a:avLst/>
              <a:gdLst/>
              <a:ahLst/>
              <a:cxnLst/>
              <a:rect l="l" t="t" r="r" b="b"/>
              <a:pathLst>
                <a:path w="244" h="190" extrusionOk="0">
                  <a:moveTo>
                    <a:pt x="157" y="0"/>
                  </a:moveTo>
                  <a:cubicBezTo>
                    <a:pt x="87" y="0"/>
                    <a:pt x="21" y="54"/>
                    <a:pt x="21" y="120"/>
                  </a:cubicBezTo>
                  <a:cubicBezTo>
                    <a:pt x="0" y="136"/>
                    <a:pt x="0" y="173"/>
                    <a:pt x="21" y="190"/>
                  </a:cubicBezTo>
                  <a:lnTo>
                    <a:pt x="206" y="190"/>
                  </a:lnTo>
                  <a:cubicBezTo>
                    <a:pt x="227" y="190"/>
                    <a:pt x="227" y="173"/>
                    <a:pt x="227" y="157"/>
                  </a:cubicBezTo>
                  <a:cubicBezTo>
                    <a:pt x="243" y="103"/>
                    <a:pt x="227" y="70"/>
                    <a:pt x="190" y="33"/>
                  </a:cubicBezTo>
                  <a:cubicBezTo>
                    <a:pt x="190" y="17"/>
                    <a:pt x="173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"/>
            <p:cNvSpPr/>
            <p:nvPr/>
          </p:nvSpPr>
          <p:spPr>
            <a:xfrm>
              <a:off x="4219300" y="2772425"/>
              <a:ext cx="6125" cy="6425"/>
            </a:xfrm>
            <a:custGeom>
              <a:avLst/>
              <a:gdLst/>
              <a:ahLst/>
              <a:cxnLst/>
              <a:rect l="l" t="t" r="r" b="b"/>
              <a:pathLst>
                <a:path w="245" h="257" extrusionOk="0">
                  <a:moveTo>
                    <a:pt x="141" y="1"/>
                  </a:moveTo>
                  <a:cubicBezTo>
                    <a:pt x="125" y="1"/>
                    <a:pt x="87" y="1"/>
                    <a:pt x="54" y="17"/>
                  </a:cubicBezTo>
                  <a:cubicBezTo>
                    <a:pt x="38" y="34"/>
                    <a:pt x="21" y="67"/>
                    <a:pt x="1" y="104"/>
                  </a:cubicBezTo>
                  <a:cubicBezTo>
                    <a:pt x="1" y="137"/>
                    <a:pt x="1" y="170"/>
                    <a:pt x="21" y="207"/>
                  </a:cubicBezTo>
                  <a:cubicBezTo>
                    <a:pt x="38" y="223"/>
                    <a:pt x="54" y="240"/>
                    <a:pt x="87" y="256"/>
                  </a:cubicBezTo>
                  <a:cubicBezTo>
                    <a:pt x="158" y="256"/>
                    <a:pt x="207" y="207"/>
                    <a:pt x="228" y="137"/>
                  </a:cubicBezTo>
                  <a:cubicBezTo>
                    <a:pt x="244" y="104"/>
                    <a:pt x="228" y="67"/>
                    <a:pt x="207" y="50"/>
                  </a:cubicBezTo>
                  <a:cubicBezTo>
                    <a:pt x="207" y="34"/>
                    <a:pt x="207" y="34"/>
                    <a:pt x="191" y="17"/>
                  </a:cubicBezTo>
                  <a:cubicBezTo>
                    <a:pt x="174" y="17"/>
                    <a:pt x="158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"/>
            <p:cNvSpPr/>
            <p:nvPr/>
          </p:nvSpPr>
          <p:spPr>
            <a:xfrm>
              <a:off x="4213325" y="28026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3" y="0"/>
                  </a:moveTo>
                  <a:cubicBezTo>
                    <a:pt x="123" y="0"/>
                    <a:pt x="113" y="2"/>
                    <a:pt x="104" y="7"/>
                  </a:cubicBezTo>
                  <a:cubicBezTo>
                    <a:pt x="87" y="7"/>
                    <a:pt x="54" y="28"/>
                    <a:pt x="34" y="44"/>
                  </a:cubicBezTo>
                  <a:cubicBezTo>
                    <a:pt x="17" y="77"/>
                    <a:pt x="17" y="94"/>
                    <a:pt x="1" y="131"/>
                  </a:cubicBezTo>
                  <a:cubicBezTo>
                    <a:pt x="1" y="164"/>
                    <a:pt x="17" y="197"/>
                    <a:pt x="34" y="234"/>
                  </a:cubicBezTo>
                  <a:cubicBezTo>
                    <a:pt x="57" y="248"/>
                    <a:pt x="84" y="256"/>
                    <a:pt x="111" y="256"/>
                  </a:cubicBezTo>
                  <a:cubicBezTo>
                    <a:pt x="145" y="256"/>
                    <a:pt x="179" y="243"/>
                    <a:pt x="207" y="213"/>
                  </a:cubicBezTo>
                  <a:cubicBezTo>
                    <a:pt x="240" y="147"/>
                    <a:pt x="240" y="77"/>
                    <a:pt x="207" y="28"/>
                  </a:cubicBezTo>
                  <a:cubicBezTo>
                    <a:pt x="183" y="13"/>
                    <a:pt x="158" y="0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"/>
            <p:cNvSpPr/>
            <p:nvPr/>
          </p:nvSpPr>
          <p:spPr>
            <a:xfrm>
              <a:off x="4215075" y="281955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28" y="1"/>
                  </a:moveTo>
                  <a:cubicBezTo>
                    <a:pt x="74" y="1"/>
                    <a:pt x="32" y="46"/>
                    <a:pt x="17" y="107"/>
                  </a:cubicBezTo>
                  <a:cubicBezTo>
                    <a:pt x="1" y="140"/>
                    <a:pt x="17" y="177"/>
                    <a:pt x="34" y="210"/>
                  </a:cubicBezTo>
                  <a:cubicBezTo>
                    <a:pt x="34" y="227"/>
                    <a:pt x="67" y="243"/>
                    <a:pt x="104" y="260"/>
                  </a:cubicBezTo>
                  <a:cubicBezTo>
                    <a:pt x="153" y="260"/>
                    <a:pt x="223" y="210"/>
                    <a:pt x="240" y="140"/>
                  </a:cubicBezTo>
                  <a:cubicBezTo>
                    <a:pt x="240" y="107"/>
                    <a:pt x="240" y="74"/>
                    <a:pt x="223" y="54"/>
                  </a:cubicBezTo>
                  <a:cubicBezTo>
                    <a:pt x="223" y="37"/>
                    <a:pt x="207" y="37"/>
                    <a:pt x="207" y="21"/>
                  </a:cubicBezTo>
                  <a:cubicBezTo>
                    <a:pt x="190" y="21"/>
                    <a:pt x="170" y="4"/>
                    <a:pt x="153" y="4"/>
                  </a:cubicBezTo>
                  <a:cubicBezTo>
                    <a:pt x="145" y="2"/>
                    <a:pt x="136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"/>
            <p:cNvSpPr/>
            <p:nvPr/>
          </p:nvSpPr>
          <p:spPr>
            <a:xfrm>
              <a:off x="4207775" y="278690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29" y="0"/>
                  </a:moveTo>
                  <a:cubicBezTo>
                    <a:pt x="74" y="0"/>
                    <a:pt x="31" y="48"/>
                    <a:pt x="17" y="106"/>
                  </a:cubicBezTo>
                  <a:cubicBezTo>
                    <a:pt x="0" y="143"/>
                    <a:pt x="17" y="176"/>
                    <a:pt x="17" y="209"/>
                  </a:cubicBezTo>
                  <a:cubicBezTo>
                    <a:pt x="33" y="226"/>
                    <a:pt x="70" y="246"/>
                    <a:pt x="87" y="263"/>
                  </a:cubicBezTo>
                  <a:cubicBezTo>
                    <a:pt x="153" y="263"/>
                    <a:pt x="223" y="209"/>
                    <a:pt x="223" y="143"/>
                  </a:cubicBezTo>
                  <a:cubicBezTo>
                    <a:pt x="239" y="106"/>
                    <a:pt x="239" y="73"/>
                    <a:pt x="223" y="57"/>
                  </a:cubicBezTo>
                  <a:cubicBezTo>
                    <a:pt x="206" y="40"/>
                    <a:pt x="206" y="40"/>
                    <a:pt x="206" y="20"/>
                  </a:cubicBezTo>
                  <a:cubicBezTo>
                    <a:pt x="190" y="20"/>
                    <a:pt x="173" y="3"/>
                    <a:pt x="153" y="3"/>
                  </a:cubicBezTo>
                  <a:cubicBezTo>
                    <a:pt x="144" y="1"/>
                    <a:pt x="136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"/>
            <p:cNvSpPr/>
            <p:nvPr/>
          </p:nvSpPr>
          <p:spPr>
            <a:xfrm>
              <a:off x="3857725" y="2773600"/>
              <a:ext cx="6000" cy="6300"/>
            </a:xfrm>
            <a:custGeom>
              <a:avLst/>
              <a:gdLst/>
              <a:ahLst/>
              <a:cxnLst/>
              <a:rect l="l" t="t" r="r" b="b"/>
              <a:pathLst>
                <a:path w="240" h="252" extrusionOk="0">
                  <a:moveTo>
                    <a:pt x="131" y="0"/>
                  </a:moveTo>
                  <a:cubicBezTo>
                    <a:pt x="74" y="0"/>
                    <a:pt x="32" y="45"/>
                    <a:pt x="17" y="106"/>
                  </a:cubicBezTo>
                  <a:cubicBezTo>
                    <a:pt x="1" y="176"/>
                    <a:pt x="34" y="242"/>
                    <a:pt x="104" y="242"/>
                  </a:cubicBezTo>
                  <a:cubicBezTo>
                    <a:pt x="109" y="249"/>
                    <a:pt x="116" y="251"/>
                    <a:pt x="123" y="251"/>
                  </a:cubicBezTo>
                  <a:cubicBezTo>
                    <a:pt x="142" y="251"/>
                    <a:pt x="167" y="237"/>
                    <a:pt x="190" y="226"/>
                  </a:cubicBezTo>
                  <a:cubicBezTo>
                    <a:pt x="207" y="209"/>
                    <a:pt x="223" y="176"/>
                    <a:pt x="240" y="139"/>
                  </a:cubicBezTo>
                  <a:cubicBezTo>
                    <a:pt x="240" y="106"/>
                    <a:pt x="240" y="73"/>
                    <a:pt x="223" y="57"/>
                  </a:cubicBezTo>
                  <a:cubicBezTo>
                    <a:pt x="223" y="36"/>
                    <a:pt x="207" y="36"/>
                    <a:pt x="207" y="20"/>
                  </a:cubicBezTo>
                  <a:cubicBezTo>
                    <a:pt x="190" y="3"/>
                    <a:pt x="174" y="3"/>
                    <a:pt x="157" y="3"/>
                  </a:cubicBezTo>
                  <a:cubicBezTo>
                    <a:pt x="148" y="1"/>
                    <a:pt x="139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"/>
            <p:cNvSpPr/>
            <p:nvPr/>
          </p:nvSpPr>
          <p:spPr>
            <a:xfrm>
              <a:off x="3868875" y="2849500"/>
              <a:ext cx="4350" cy="1075"/>
            </a:xfrm>
            <a:custGeom>
              <a:avLst/>
              <a:gdLst/>
              <a:ahLst/>
              <a:cxnLst/>
              <a:rect l="l" t="t" r="r" b="b"/>
              <a:pathLst>
                <a:path w="174" h="43" extrusionOk="0">
                  <a:moveTo>
                    <a:pt x="94" y="0"/>
                  </a:moveTo>
                  <a:cubicBezTo>
                    <a:pt x="63" y="0"/>
                    <a:pt x="29" y="14"/>
                    <a:pt x="0" y="43"/>
                  </a:cubicBezTo>
                  <a:lnTo>
                    <a:pt x="173" y="43"/>
                  </a:lnTo>
                  <a:cubicBezTo>
                    <a:pt x="173" y="43"/>
                    <a:pt x="173" y="26"/>
                    <a:pt x="157" y="26"/>
                  </a:cubicBezTo>
                  <a:cubicBezTo>
                    <a:pt x="142" y="10"/>
                    <a:pt x="119" y="0"/>
                    <a:pt x="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"/>
            <p:cNvSpPr/>
            <p:nvPr/>
          </p:nvSpPr>
          <p:spPr>
            <a:xfrm>
              <a:off x="3856900" y="28192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53" y="1"/>
                  </a:moveTo>
                  <a:cubicBezTo>
                    <a:pt x="120" y="1"/>
                    <a:pt x="87" y="1"/>
                    <a:pt x="67" y="17"/>
                  </a:cubicBezTo>
                  <a:cubicBezTo>
                    <a:pt x="34" y="34"/>
                    <a:pt x="17" y="67"/>
                    <a:pt x="17" y="104"/>
                  </a:cubicBezTo>
                  <a:cubicBezTo>
                    <a:pt x="1" y="137"/>
                    <a:pt x="17" y="170"/>
                    <a:pt x="34" y="207"/>
                  </a:cubicBezTo>
                  <a:cubicBezTo>
                    <a:pt x="34" y="223"/>
                    <a:pt x="67" y="240"/>
                    <a:pt x="104" y="256"/>
                  </a:cubicBezTo>
                  <a:cubicBezTo>
                    <a:pt x="153" y="256"/>
                    <a:pt x="223" y="207"/>
                    <a:pt x="240" y="137"/>
                  </a:cubicBezTo>
                  <a:cubicBezTo>
                    <a:pt x="240" y="104"/>
                    <a:pt x="240" y="67"/>
                    <a:pt x="223" y="50"/>
                  </a:cubicBezTo>
                  <a:cubicBezTo>
                    <a:pt x="223" y="34"/>
                    <a:pt x="207" y="34"/>
                    <a:pt x="207" y="17"/>
                  </a:cubicBezTo>
                  <a:cubicBezTo>
                    <a:pt x="190" y="17"/>
                    <a:pt x="170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"/>
            <p:cNvSpPr/>
            <p:nvPr/>
          </p:nvSpPr>
          <p:spPr>
            <a:xfrm>
              <a:off x="3868050" y="2740425"/>
              <a:ext cx="6500" cy="6400"/>
            </a:xfrm>
            <a:custGeom>
              <a:avLst/>
              <a:gdLst/>
              <a:ahLst/>
              <a:cxnLst/>
              <a:rect l="l" t="t" r="r" b="b"/>
              <a:pathLst>
                <a:path w="260" h="256" extrusionOk="0">
                  <a:moveTo>
                    <a:pt x="141" y="1"/>
                  </a:moveTo>
                  <a:cubicBezTo>
                    <a:pt x="107" y="1"/>
                    <a:pt x="72" y="14"/>
                    <a:pt x="54" y="44"/>
                  </a:cubicBezTo>
                  <a:cubicBezTo>
                    <a:pt x="0" y="93"/>
                    <a:pt x="0" y="180"/>
                    <a:pt x="54" y="229"/>
                  </a:cubicBezTo>
                  <a:cubicBezTo>
                    <a:pt x="76" y="246"/>
                    <a:pt x="103" y="256"/>
                    <a:pt x="128" y="256"/>
                  </a:cubicBezTo>
                  <a:cubicBezTo>
                    <a:pt x="159" y="256"/>
                    <a:pt x="188" y="242"/>
                    <a:pt x="206" y="213"/>
                  </a:cubicBezTo>
                  <a:cubicBezTo>
                    <a:pt x="260" y="147"/>
                    <a:pt x="260" y="77"/>
                    <a:pt x="206" y="23"/>
                  </a:cubicBezTo>
                  <a:cubicBezTo>
                    <a:pt x="192" y="9"/>
                    <a:pt x="167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"/>
            <p:cNvSpPr/>
            <p:nvPr/>
          </p:nvSpPr>
          <p:spPr>
            <a:xfrm>
              <a:off x="3870625" y="2696050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36" y="1"/>
                  </a:moveTo>
                  <a:cubicBezTo>
                    <a:pt x="121" y="1"/>
                    <a:pt x="103" y="5"/>
                    <a:pt x="87" y="13"/>
                  </a:cubicBezTo>
                  <a:cubicBezTo>
                    <a:pt x="33" y="30"/>
                    <a:pt x="0" y="116"/>
                    <a:pt x="17" y="170"/>
                  </a:cubicBezTo>
                  <a:cubicBezTo>
                    <a:pt x="17" y="203"/>
                    <a:pt x="33" y="236"/>
                    <a:pt x="70" y="236"/>
                  </a:cubicBezTo>
                  <a:cubicBezTo>
                    <a:pt x="87" y="252"/>
                    <a:pt x="120" y="252"/>
                    <a:pt x="157" y="252"/>
                  </a:cubicBezTo>
                  <a:cubicBezTo>
                    <a:pt x="190" y="236"/>
                    <a:pt x="206" y="203"/>
                    <a:pt x="223" y="186"/>
                  </a:cubicBezTo>
                  <a:cubicBezTo>
                    <a:pt x="239" y="149"/>
                    <a:pt x="239" y="116"/>
                    <a:pt x="223" y="83"/>
                  </a:cubicBezTo>
                  <a:cubicBezTo>
                    <a:pt x="223" y="67"/>
                    <a:pt x="206" y="46"/>
                    <a:pt x="206" y="30"/>
                  </a:cubicBezTo>
                  <a:cubicBezTo>
                    <a:pt x="190" y="13"/>
                    <a:pt x="190" y="13"/>
                    <a:pt x="173" y="13"/>
                  </a:cubicBezTo>
                  <a:cubicBezTo>
                    <a:pt x="165" y="5"/>
                    <a:pt x="152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"/>
            <p:cNvSpPr/>
            <p:nvPr/>
          </p:nvSpPr>
          <p:spPr>
            <a:xfrm>
              <a:off x="3862875" y="2834375"/>
              <a:ext cx="6025" cy="6500"/>
            </a:xfrm>
            <a:custGeom>
              <a:avLst/>
              <a:gdLst/>
              <a:ahLst/>
              <a:cxnLst/>
              <a:rect l="l" t="t" r="r" b="b"/>
              <a:pathLst>
                <a:path w="241" h="260" extrusionOk="0">
                  <a:moveTo>
                    <a:pt x="137" y="1"/>
                  </a:moveTo>
                  <a:cubicBezTo>
                    <a:pt x="121" y="1"/>
                    <a:pt x="104" y="5"/>
                    <a:pt x="87" y="13"/>
                  </a:cubicBezTo>
                  <a:cubicBezTo>
                    <a:pt x="34" y="30"/>
                    <a:pt x="1" y="116"/>
                    <a:pt x="17" y="182"/>
                  </a:cubicBezTo>
                  <a:cubicBezTo>
                    <a:pt x="17" y="203"/>
                    <a:pt x="34" y="236"/>
                    <a:pt x="71" y="252"/>
                  </a:cubicBezTo>
                  <a:cubicBezTo>
                    <a:pt x="82" y="252"/>
                    <a:pt x="100" y="260"/>
                    <a:pt x="122" y="260"/>
                  </a:cubicBezTo>
                  <a:cubicBezTo>
                    <a:pt x="133" y="260"/>
                    <a:pt x="145" y="258"/>
                    <a:pt x="158" y="252"/>
                  </a:cubicBezTo>
                  <a:cubicBezTo>
                    <a:pt x="174" y="236"/>
                    <a:pt x="207" y="219"/>
                    <a:pt x="224" y="182"/>
                  </a:cubicBezTo>
                  <a:cubicBezTo>
                    <a:pt x="240" y="149"/>
                    <a:pt x="240" y="116"/>
                    <a:pt x="224" y="79"/>
                  </a:cubicBezTo>
                  <a:cubicBezTo>
                    <a:pt x="224" y="63"/>
                    <a:pt x="207" y="46"/>
                    <a:pt x="207" y="30"/>
                  </a:cubicBezTo>
                  <a:cubicBezTo>
                    <a:pt x="191" y="30"/>
                    <a:pt x="191" y="13"/>
                    <a:pt x="174" y="13"/>
                  </a:cubicBezTo>
                  <a:cubicBezTo>
                    <a:pt x="166" y="5"/>
                    <a:pt x="152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"/>
            <p:cNvSpPr/>
            <p:nvPr/>
          </p:nvSpPr>
          <p:spPr>
            <a:xfrm>
              <a:off x="3882250" y="2686475"/>
              <a:ext cx="6025" cy="4350"/>
            </a:xfrm>
            <a:custGeom>
              <a:avLst/>
              <a:gdLst/>
              <a:ahLst/>
              <a:cxnLst/>
              <a:rect l="l" t="t" r="r" b="b"/>
              <a:pathLst>
                <a:path w="241" h="174" extrusionOk="0">
                  <a:moveTo>
                    <a:pt x="17" y="0"/>
                  </a:moveTo>
                  <a:lnTo>
                    <a:pt x="17" y="17"/>
                  </a:lnTo>
                  <a:cubicBezTo>
                    <a:pt x="1" y="54"/>
                    <a:pt x="1" y="87"/>
                    <a:pt x="17" y="120"/>
                  </a:cubicBezTo>
                  <a:cubicBezTo>
                    <a:pt x="34" y="140"/>
                    <a:pt x="67" y="157"/>
                    <a:pt x="83" y="173"/>
                  </a:cubicBezTo>
                  <a:cubicBezTo>
                    <a:pt x="121" y="173"/>
                    <a:pt x="154" y="157"/>
                    <a:pt x="170" y="140"/>
                  </a:cubicBezTo>
                  <a:cubicBezTo>
                    <a:pt x="207" y="120"/>
                    <a:pt x="224" y="87"/>
                    <a:pt x="224" y="54"/>
                  </a:cubicBezTo>
                  <a:lnTo>
                    <a:pt x="240" y="37"/>
                  </a:lnTo>
                  <a:cubicBezTo>
                    <a:pt x="154" y="17"/>
                    <a:pt x="83" y="0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"/>
            <p:cNvSpPr/>
            <p:nvPr/>
          </p:nvSpPr>
          <p:spPr>
            <a:xfrm>
              <a:off x="4223225" y="274275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37" y="0"/>
                  </a:moveTo>
                  <a:cubicBezTo>
                    <a:pt x="120" y="0"/>
                    <a:pt x="87" y="0"/>
                    <a:pt x="50" y="17"/>
                  </a:cubicBezTo>
                  <a:cubicBezTo>
                    <a:pt x="34" y="33"/>
                    <a:pt x="17" y="71"/>
                    <a:pt x="1" y="103"/>
                  </a:cubicBezTo>
                  <a:cubicBezTo>
                    <a:pt x="1" y="136"/>
                    <a:pt x="1" y="174"/>
                    <a:pt x="17" y="207"/>
                  </a:cubicBezTo>
                  <a:cubicBezTo>
                    <a:pt x="34" y="223"/>
                    <a:pt x="50" y="240"/>
                    <a:pt x="87" y="260"/>
                  </a:cubicBezTo>
                  <a:cubicBezTo>
                    <a:pt x="153" y="260"/>
                    <a:pt x="207" y="207"/>
                    <a:pt x="223" y="136"/>
                  </a:cubicBezTo>
                  <a:cubicBezTo>
                    <a:pt x="223" y="103"/>
                    <a:pt x="223" y="71"/>
                    <a:pt x="207" y="54"/>
                  </a:cubicBezTo>
                  <a:cubicBezTo>
                    <a:pt x="207" y="33"/>
                    <a:pt x="207" y="33"/>
                    <a:pt x="190" y="17"/>
                  </a:cubicBezTo>
                  <a:cubicBezTo>
                    <a:pt x="174" y="17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"/>
            <p:cNvSpPr/>
            <p:nvPr/>
          </p:nvSpPr>
          <p:spPr>
            <a:xfrm>
              <a:off x="4221475" y="2787075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32" y="0"/>
                  </a:moveTo>
                  <a:cubicBezTo>
                    <a:pt x="101" y="0"/>
                    <a:pt x="66" y="19"/>
                    <a:pt x="38" y="50"/>
                  </a:cubicBezTo>
                  <a:cubicBezTo>
                    <a:pt x="0" y="99"/>
                    <a:pt x="0" y="186"/>
                    <a:pt x="38" y="219"/>
                  </a:cubicBezTo>
                  <a:cubicBezTo>
                    <a:pt x="54" y="239"/>
                    <a:pt x="71" y="239"/>
                    <a:pt x="87" y="256"/>
                  </a:cubicBezTo>
                  <a:cubicBezTo>
                    <a:pt x="120" y="256"/>
                    <a:pt x="174" y="239"/>
                    <a:pt x="190" y="202"/>
                  </a:cubicBezTo>
                  <a:cubicBezTo>
                    <a:pt x="223" y="169"/>
                    <a:pt x="244" y="116"/>
                    <a:pt x="223" y="66"/>
                  </a:cubicBezTo>
                  <a:cubicBezTo>
                    <a:pt x="223" y="50"/>
                    <a:pt x="207" y="33"/>
                    <a:pt x="190" y="33"/>
                  </a:cubicBezTo>
                  <a:cubicBezTo>
                    <a:pt x="176" y="10"/>
                    <a:pt x="155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"/>
            <p:cNvSpPr/>
            <p:nvPr/>
          </p:nvSpPr>
          <p:spPr>
            <a:xfrm>
              <a:off x="4215900" y="2835425"/>
              <a:ext cx="6525" cy="6600"/>
            </a:xfrm>
            <a:custGeom>
              <a:avLst/>
              <a:gdLst/>
              <a:ahLst/>
              <a:cxnLst/>
              <a:rect l="l" t="t" r="r" b="b"/>
              <a:pathLst>
                <a:path w="261" h="264" extrusionOk="0">
                  <a:moveTo>
                    <a:pt x="136" y="1"/>
                  </a:moveTo>
                  <a:cubicBezTo>
                    <a:pt x="86" y="1"/>
                    <a:pt x="32" y="46"/>
                    <a:pt x="17" y="107"/>
                  </a:cubicBezTo>
                  <a:cubicBezTo>
                    <a:pt x="1" y="177"/>
                    <a:pt x="54" y="243"/>
                    <a:pt x="104" y="264"/>
                  </a:cubicBezTo>
                  <a:cubicBezTo>
                    <a:pt x="137" y="264"/>
                    <a:pt x="174" y="243"/>
                    <a:pt x="190" y="227"/>
                  </a:cubicBezTo>
                  <a:cubicBezTo>
                    <a:pt x="223" y="210"/>
                    <a:pt x="240" y="177"/>
                    <a:pt x="240" y="140"/>
                  </a:cubicBezTo>
                  <a:cubicBezTo>
                    <a:pt x="261" y="107"/>
                    <a:pt x="240" y="74"/>
                    <a:pt x="223" y="58"/>
                  </a:cubicBezTo>
                  <a:cubicBezTo>
                    <a:pt x="223" y="37"/>
                    <a:pt x="223" y="37"/>
                    <a:pt x="207" y="21"/>
                  </a:cubicBezTo>
                  <a:cubicBezTo>
                    <a:pt x="207" y="21"/>
                    <a:pt x="190" y="4"/>
                    <a:pt x="157" y="4"/>
                  </a:cubicBezTo>
                  <a:cubicBezTo>
                    <a:pt x="150" y="2"/>
                    <a:pt x="14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"/>
            <p:cNvSpPr/>
            <p:nvPr/>
          </p:nvSpPr>
          <p:spPr>
            <a:xfrm>
              <a:off x="4221050" y="2729050"/>
              <a:ext cx="2200" cy="3000"/>
            </a:xfrm>
            <a:custGeom>
              <a:avLst/>
              <a:gdLst/>
              <a:ahLst/>
              <a:cxnLst/>
              <a:rect l="l" t="t" r="r" b="b"/>
              <a:pathLst>
                <a:path w="88" h="120" extrusionOk="0">
                  <a:moveTo>
                    <a:pt x="1" y="0"/>
                  </a:moveTo>
                  <a:cubicBezTo>
                    <a:pt x="1" y="17"/>
                    <a:pt x="17" y="50"/>
                    <a:pt x="17" y="66"/>
                  </a:cubicBezTo>
                  <a:cubicBezTo>
                    <a:pt x="34" y="87"/>
                    <a:pt x="55" y="103"/>
                    <a:pt x="88" y="120"/>
                  </a:cubicBezTo>
                  <a:cubicBezTo>
                    <a:pt x="88" y="103"/>
                    <a:pt x="88" y="103"/>
                    <a:pt x="71" y="87"/>
                  </a:cubicBezTo>
                  <a:cubicBezTo>
                    <a:pt x="55" y="66"/>
                    <a:pt x="34" y="33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"/>
            <p:cNvSpPr/>
            <p:nvPr/>
          </p:nvSpPr>
          <p:spPr>
            <a:xfrm>
              <a:off x="4166525" y="2691625"/>
              <a:ext cx="3450" cy="950"/>
            </a:xfrm>
            <a:custGeom>
              <a:avLst/>
              <a:gdLst/>
              <a:ahLst/>
              <a:cxnLst/>
              <a:rect l="l" t="t" r="r" b="b"/>
              <a:pathLst>
                <a:path w="138" h="38" extrusionOk="0">
                  <a:moveTo>
                    <a:pt x="1" y="0"/>
                  </a:moveTo>
                  <a:cubicBezTo>
                    <a:pt x="17" y="17"/>
                    <a:pt x="50" y="38"/>
                    <a:pt x="71" y="38"/>
                  </a:cubicBezTo>
                  <a:cubicBezTo>
                    <a:pt x="88" y="38"/>
                    <a:pt x="121" y="38"/>
                    <a:pt x="137" y="17"/>
                  </a:cubicBezTo>
                  <a:cubicBezTo>
                    <a:pt x="104" y="17"/>
                    <a:pt x="50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"/>
            <p:cNvSpPr/>
            <p:nvPr/>
          </p:nvSpPr>
          <p:spPr>
            <a:xfrm>
              <a:off x="3916175" y="2706250"/>
              <a:ext cx="5175" cy="5600"/>
            </a:xfrm>
            <a:custGeom>
              <a:avLst/>
              <a:gdLst/>
              <a:ahLst/>
              <a:cxnLst/>
              <a:rect l="l" t="t" r="r" b="b"/>
              <a:pathLst>
                <a:path w="207" h="224" extrusionOk="0">
                  <a:moveTo>
                    <a:pt x="50" y="1"/>
                  </a:moveTo>
                  <a:cubicBezTo>
                    <a:pt x="33" y="34"/>
                    <a:pt x="17" y="50"/>
                    <a:pt x="0" y="87"/>
                  </a:cubicBezTo>
                  <a:cubicBezTo>
                    <a:pt x="0" y="120"/>
                    <a:pt x="0" y="153"/>
                    <a:pt x="17" y="174"/>
                  </a:cubicBezTo>
                  <a:cubicBezTo>
                    <a:pt x="33" y="207"/>
                    <a:pt x="50" y="224"/>
                    <a:pt x="87" y="224"/>
                  </a:cubicBezTo>
                  <a:cubicBezTo>
                    <a:pt x="120" y="224"/>
                    <a:pt x="153" y="224"/>
                    <a:pt x="169" y="207"/>
                  </a:cubicBezTo>
                  <a:cubicBezTo>
                    <a:pt x="190" y="191"/>
                    <a:pt x="190" y="191"/>
                    <a:pt x="207" y="174"/>
                  </a:cubicBezTo>
                  <a:cubicBezTo>
                    <a:pt x="153" y="120"/>
                    <a:pt x="103" y="71"/>
                    <a:pt x="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"/>
            <p:cNvSpPr/>
            <p:nvPr/>
          </p:nvSpPr>
          <p:spPr>
            <a:xfrm>
              <a:off x="3904525" y="2717500"/>
              <a:ext cx="6100" cy="6300"/>
            </a:xfrm>
            <a:custGeom>
              <a:avLst/>
              <a:gdLst/>
              <a:ahLst/>
              <a:cxnLst/>
              <a:rect l="l" t="t" r="r" b="b"/>
              <a:pathLst>
                <a:path w="244" h="252" extrusionOk="0">
                  <a:moveTo>
                    <a:pt x="137" y="0"/>
                  </a:moveTo>
                  <a:cubicBezTo>
                    <a:pt x="121" y="0"/>
                    <a:pt x="104" y="4"/>
                    <a:pt x="87" y="13"/>
                  </a:cubicBezTo>
                  <a:cubicBezTo>
                    <a:pt x="38" y="33"/>
                    <a:pt x="1" y="99"/>
                    <a:pt x="17" y="169"/>
                  </a:cubicBezTo>
                  <a:cubicBezTo>
                    <a:pt x="17" y="202"/>
                    <a:pt x="38" y="239"/>
                    <a:pt x="71" y="239"/>
                  </a:cubicBezTo>
                  <a:cubicBezTo>
                    <a:pt x="79" y="248"/>
                    <a:pt x="91" y="252"/>
                    <a:pt x="106" y="252"/>
                  </a:cubicBezTo>
                  <a:cubicBezTo>
                    <a:pt x="121" y="252"/>
                    <a:pt x="139" y="248"/>
                    <a:pt x="157" y="239"/>
                  </a:cubicBezTo>
                  <a:cubicBezTo>
                    <a:pt x="190" y="239"/>
                    <a:pt x="207" y="202"/>
                    <a:pt x="223" y="169"/>
                  </a:cubicBezTo>
                  <a:cubicBezTo>
                    <a:pt x="244" y="153"/>
                    <a:pt x="244" y="116"/>
                    <a:pt x="244" y="83"/>
                  </a:cubicBezTo>
                  <a:cubicBezTo>
                    <a:pt x="223" y="50"/>
                    <a:pt x="223" y="33"/>
                    <a:pt x="207" y="33"/>
                  </a:cubicBezTo>
                  <a:cubicBezTo>
                    <a:pt x="190" y="13"/>
                    <a:pt x="190" y="13"/>
                    <a:pt x="174" y="13"/>
                  </a:cubicBezTo>
                  <a:cubicBezTo>
                    <a:pt x="165" y="4"/>
                    <a:pt x="152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"/>
            <p:cNvSpPr/>
            <p:nvPr/>
          </p:nvSpPr>
          <p:spPr>
            <a:xfrm>
              <a:off x="3866800" y="278840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34" y="1"/>
                  </a:moveTo>
                  <a:cubicBezTo>
                    <a:pt x="119" y="1"/>
                    <a:pt x="102" y="5"/>
                    <a:pt x="83" y="13"/>
                  </a:cubicBezTo>
                  <a:cubicBezTo>
                    <a:pt x="34" y="46"/>
                    <a:pt x="1" y="116"/>
                    <a:pt x="17" y="186"/>
                  </a:cubicBezTo>
                  <a:cubicBezTo>
                    <a:pt x="17" y="219"/>
                    <a:pt x="34" y="236"/>
                    <a:pt x="67" y="252"/>
                  </a:cubicBezTo>
                  <a:cubicBezTo>
                    <a:pt x="75" y="261"/>
                    <a:pt x="88" y="265"/>
                    <a:pt x="104" y="265"/>
                  </a:cubicBezTo>
                  <a:cubicBezTo>
                    <a:pt x="119" y="265"/>
                    <a:pt x="137" y="261"/>
                    <a:pt x="153" y="252"/>
                  </a:cubicBezTo>
                  <a:cubicBezTo>
                    <a:pt x="207" y="219"/>
                    <a:pt x="240" y="149"/>
                    <a:pt x="223" y="83"/>
                  </a:cubicBezTo>
                  <a:cubicBezTo>
                    <a:pt x="223" y="63"/>
                    <a:pt x="207" y="46"/>
                    <a:pt x="207" y="30"/>
                  </a:cubicBezTo>
                  <a:cubicBezTo>
                    <a:pt x="186" y="30"/>
                    <a:pt x="186" y="13"/>
                    <a:pt x="170" y="13"/>
                  </a:cubicBezTo>
                  <a:cubicBezTo>
                    <a:pt x="161" y="5"/>
                    <a:pt x="149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"/>
            <p:cNvSpPr/>
            <p:nvPr/>
          </p:nvSpPr>
          <p:spPr>
            <a:xfrm>
              <a:off x="3911425" y="27518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20" y="0"/>
                  </a:moveTo>
                  <a:cubicBezTo>
                    <a:pt x="71" y="0"/>
                    <a:pt x="34" y="50"/>
                    <a:pt x="17" y="103"/>
                  </a:cubicBezTo>
                  <a:cubicBezTo>
                    <a:pt x="1" y="136"/>
                    <a:pt x="17" y="169"/>
                    <a:pt x="34" y="206"/>
                  </a:cubicBezTo>
                  <a:cubicBezTo>
                    <a:pt x="34" y="223"/>
                    <a:pt x="71" y="256"/>
                    <a:pt x="104" y="256"/>
                  </a:cubicBezTo>
                  <a:cubicBezTo>
                    <a:pt x="153" y="256"/>
                    <a:pt x="223" y="223"/>
                    <a:pt x="240" y="153"/>
                  </a:cubicBezTo>
                  <a:lnTo>
                    <a:pt x="240" y="120"/>
                  </a:lnTo>
                  <a:cubicBezTo>
                    <a:pt x="240" y="83"/>
                    <a:pt x="223" y="50"/>
                    <a:pt x="207" y="33"/>
                  </a:cubicBezTo>
                  <a:cubicBezTo>
                    <a:pt x="190" y="17"/>
                    <a:pt x="174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"/>
            <p:cNvSpPr/>
            <p:nvPr/>
          </p:nvSpPr>
          <p:spPr>
            <a:xfrm>
              <a:off x="4201275" y="2708825"/>
              <a:ext cx="5175" cy="5200"/>
            </a:xfrm>
            <a:custGeom>
              <a:avLst/>
              <a:gdLst/>
              <a:ahLst/>
              <a:cxnLst/>
              <a:rect l="l" t="t" r="r" b="b"/>
              <a:pathLst>
                <a:path w="207" h="208" extrusionOk="0">
                  <a:moveTo>
                    <a:pt x="37" y="1"/>
                  </a:moveTo>
                  <a:cubicBezTo>
                    <a:pt x="37" y="17"/>
                    <a:pt x="21" y="34"/>
                    <a:pt x="21" y="71"/>
                  </a:cubicBezTo>
                  <a:cubicBezTo>
                    <a:pt x="0" y="88"/>
                    <a:pt x="0" y="121"/>
                    <a:pt x="21" y="154"/>
                  </a:cubicBezTo>
                  <a:cubicBezTo>
                    <a:pt x="37" y="191"/>
                    <a:pt x="70" y="207"/>
                    <a:pt x="87" y="207"/>
                  </a:cubicBezTo>
                  <a:cubicBezTo>
                    <a:pt x="141" y="207"/>
                    <a:pt x="174" y="191"/>
                    <a:pt x="207" y="154"/>
                  </a:cubicBezTo>
                  <a:cubicBezTo>
                    <a:pt x="157" y="104"/>
                    <a:pt x="103" y="50"/>
                    <a:pt x="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"/>
            <p:cNvSpPr/>
            <p:nvPr/>
          </p:nvSpPr>
          <p:spPr>
            <a:xfrm>
              <a:off x="4155825" y="2700700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20" y="0"/>
                  </a:moveTo>
                  <a:cubicBezTo>
                    <a:pt x="66" y="17"/>
                    <a:pt x="17" y="50"/>
                    <a:pt x="0" y="120"/>
                  </a:cubicBezTo>
                  <a:cubicBezTo>
                    <a:pt x="0" y="153"/>
                    <a:pt x="0" y="190"/>
                    <a:pt x="17" y="206"/>
                  </a:cubicBezTo>
                  <a:cubicBezTo>
                    <a:pt x="33" y="239"/>
                    <a:pt x="50" y="256"/>
                    <a:pt x="87" y="256"/>
                  </a:cubicBezTo>
                  <a:cubicBezTo>
                    <a:pt x="93" y="258"/>
                    <a:pt x="100" y="259"/>
                    <a:pt x="107" y="259"/>
                  </a:cubicBezTo>
                  <a:cubicBezTo>
                    <a:pt x="154" y="259"/>
                    <a:pt x="208" y="214"/>
                    <a:pt x="223" y="153"/>
                  </a:cubicBezTo>
                  <a:lnTo>
                    <a:pt x="223" y="120"/>
                  </a:lnTo>
                  <a:cubicBezTo>
                    <a:pt x="223" y="87"/>
                    <a:pt x="206" y="50"/>
                    <a:pt x="190" y="33"/>
                  </a:cubicBezTo>
                  <a:cubicBezTo>
                    <a:pt x="169" y="17"/>
                    <a:pt x="153" y="17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"/>
            <p:cNvSpPr/>
            <p:nvPr/>
          </p:nvSpPr>
          <p:spPr>
            <a:xfrm>
              <a:off x="4127475" y="2695550"/>
              <a:ext cx="5600" cy="4650"/>
            </a:xfrm>
            <a:custGeom>
              <a:avLst/>
              <a:gdLst/>
              <a:ahLst/>
              <a:cxnLst/>
              <a:rect l="l" t="t" r="r" b="b"/>
              <a:pathLst>
                <a:path w="224" h="186" extrusionOk="0">
                  <a:moveTo>
                    <a:pt x="207" y="0"/>
                  </a:moveTo>
                  <a:lnTo>
                    <a:pt x="207" y="0"/>
                  </a:lnTo>
                  <a:cubicBezTo>
                    <a:pt x="136" y="33"/>
                    <a:pt x="66" y="50"/>
                    <a:pt x="0" y="87"/>
                  </a:cubicBezTo>
                  <a:cubicBezTo>
                    <a:pt x="0" y="103"/>
                    <a:pt x="0" y="136"/>
                    <a:pt x="17" y="153"/>
                  </a:cubicBezTo>
                  <a:cubicBezTo>
                    <a:pt x="38" y="175"/>
                    <a:pt x="63" y="186"/>
                    <a:pt x="88" y="186"/>
                  </a:cubicBezTo>
                  <a:cubicBezTo>
                    <a:pt x="123" y="186"/>
                    <a:pt x="159" y="167"/>
                    <a:pt x="190" y="136"/>
                  </a:cubicBezTo>
                  <a:cubicBezTo>
                    <a:pt x="223" y="103"/>
                    <a:pt x="223" y="50"/>
                    <a:pt x="2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"/>
            <p:cNvSpPr/>
            <p:nvPr/>
          </p:nvSpPr>
          <p:spPr>
            <a:xfrm>
              <a:off x="3907100" y="273377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57" y="1"/>
                  </a:moveTo>
                  <a:cubicBezTo>
                    <a:pt x="87" y="1"/>
                    <a:pt x="38" y="34"/>
                    <a:pt x="17" y="104"/>
                  </a:cubicBezTo>
                  <a:cubicBezTo>
                    <a:pt x="1" y="137"/>
                    <a:pt x="17" y="170"/>
                    <a:pt x="17" y="207"/>
                  </a:cubicBezTo>
                  <a:cubicBezTo>
                    <a:pt x="38" y="240"/>
                    <a:pt x="71" y="256"/>
                    <a:pt x="87" y="256"/>
                  </a:cubicBezTo>
                  <a:cubicBezTo>
                    <a:pt x="96" y="259"/>
                    <a:pt x="105" y="260"/>
                    <a:pt x="114" y="260"/>
                  </a:cubicBezTo>
                  <a:cubicBezTo>
                    <a:pt x="173" y="260"/>
                    <a:pt x="223" y="214"/>
                    <a:pt x="223" y="153"/>
                  </a:cubicBezTo>
                  <a:cubicBezTo>
                    <a:pt x="244" y="120"/>
                    <a:pt x="244" y="83"/>
                    <a:pt x="223" y="50"/>
                  </a:cubicBezTo>
                  <a:cubicBezTo>
                    <a:pt x="207" y="50"/>
                    <a:pt x="207" y="34"/>
                    <a:pt x="207" y="34"/>
                  </a:cubicBezTo>
                  <a:cubicBezTo>
                    <a:pt x="190" y="17"/>
                    <a:pt x="174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"/>
            <p:cNvSpPr/>
            <p:nvPr/>
          </p:nvSpPr>
          <p:spPr>
            <a:xfrm>
              <a:off x="3877525" y="2727800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39" y="1"/>
                  </a:moveTo>
                  <a:cubicBezTo>
                    <a:pt x="124" y="1"/>
                    <a:pt x="112" y="5"/>
                    <a:pt x="103" y="13"/>
                  </a:cubicBezTo>
                  <a:cubicBezTo>
                    <a:pt x="33" y="50"/>
                    <a:pt x="0" y="116"/>
                    <a:pt x="17" y="186"/>
                  </a:cubicBezTo>
                  <a:cubicBezTo>
                    <a:pt x="33" y="219"/>
                    <a:pt x="50" y="240"/>
                    <a:pt x="66" y="256"/>
                  </a:cubicBezTo>
                  <a:cubicBezTo>
                    <a:pt x="85" y="264"/>
                    <a:pt x="98" y="269"/>
                    <a:pt x="111" y="269"/>
                  </a:cubicBezTo>
                  <a:cubicBezTo>
                    <a:pt x="124" y="269"/>
                    <a:pt x="136" y="264"/>
                    <a:pt x="153" y="256"/>
                  </a:cubicBezTo>
                  <a:cubicBezTo>
                    <a:pt x="190" y="240"/>
                    <a:pt x="206" y="219"/>
                    <a:pt x="223" y="186"/>
                  </a:cubicBezTo>
                  <a:cubicBezTo>
                    <a:pt x="239" y="153"/>
                    <a:pt x="239" y="116"/>
                    <a:pt x="239" y="83"/>
                  </a:cubicBezTo>
                  <a:cubicBezTo>
                    <a:pt x="223" y="67"/>
                    <a:pt x="223" y="50"/>
                    <a:pt x="206" y="34"/>
                  </a:cubicBezTo>
                  <a:lnTo>
                    <a:pt x="190" y="13"/>
                  </a:lnTo>
                  <a:cubicBezTo>
                    <a:pt x="171" y="5"/>
                    <a:pt x="154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"/>
            <p:cNvSpPr/>
            <p:nvPr/>
          </p:nvSpPr>
          <p:spPr>
            <a:xfrm>
              <a:off x="3900300" y="27019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7" y="1"/>
                  </a:moveTo>
                  <a:cubicBezTo>
                    <a:pt x="83" y="1"/>
                    <a:pt x="17" y="54"/>
                    <a:pt x="0" y="120"/>
                  </a:cubicBezTo>
                  <a:cubicBezTo>
                    <a:pt x="0" y="157"/>
                    <a:pt x="0" y="190"/>
                    <a:pt x="17" y="207"/>
                  </a:cubicBezTo>
                  <a:cubicBezTo>
                    <a:pt x="33" y="244"/>
                    <a:pt x="50" y="260"/>
                    <a:pt x="83" y="260"/>
                  </a:cubicBezTo>
                  <a:cubicBezTo>
                    <a:pt x="90" y="263"/>
                    <a:pt x="97" y="264"/>
                    <a:pt x="104" y="264"/>
                  </a:cubicBezTo>
                  <a:cubicBezTo>
                    <a:pt x="153" y="264"/>
                    <a:pt x="209" y="215"/>
                    <a:pt x="223" y="157"/>
                  </a:cubicBezTo>
                  <a:cubicBezTo>
                    <a:pt x="240" y="104"/>
                    <a:pt x="223" y="71"/>
                    <a:pt x="186" y="38"/>
                  </a:cubicBezTo>
                  <a:cubicBezTo>
                    <a:pt x="170" y="17"/>
                    <a:pt x="153" y="17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"/>
            <p:cNvSpPr/>
            <p:nvPr/>
          </p:nvSpPr>
          <p:spPr>
            <a:xfrm>
              <a:off x="3870625" y="27567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0"/>
                  </a:moveTo>
                  <a:cubicBezTo>
                    <a:pt x="101" y="0"/>
                    <a:pt x="64" y="17"/>
                    <a:pt x="33" y="58"/>
                  </a:cubicBezTo>
                  <a:cubicBezTo>
                    <a:pt x="0" y="111"/>
                    <a:pt x="0" y="194"/>
                    <a:pt x="33" y="231"/>
                  </a:cubicBezTo>
                  <a:cubicBezTo>
                    <a:pt x="56" y="252"/>
                    <a:pt x="81" y="261"/>
                    <a:pt x="106" y="261"/>
                  </a:cubicBezTo>
                  <a:cubicBezTo>
                    <a:pt x="142" y="261"/>
                    <a:pt x="177" y="243"/>
                    <a:pt x="206" y="215"/>
                  </a:cubicBezTo>
                  <a:cubicBezTo>
                    <a:pt x="239" y="161"/>
                    <a:pt x="239" y="74"/>
                    <a:pt x="206" y="25"/>
                  </a:cubicBezTo>
                  <a:cubicBezTo>
                    <a:pt x="185" y="9"/>
                    <a:pt x="161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"/>
            <p:cNvSpPr/>
            <p:nvPr/>
          </p:nvSpPr>
          <p:spPr>
            <a:xfrm>
              <a:off x="3875775" y="27110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3" y="1"/>
                  </a:moveTo>
                  <a:cubicBezTo>
                    <a:pt x="101" y="1"/>
                    <a:pt x="64" y="18"/>
                    <a:pt x="33" y="47"/>
                  </a:cubicBezTo>
                  <a:cubicBezTo>
                    <a:pt x="17" y="64"/>
                    <a:pt x="17" y="84"/>
                    <a:pt x="0" y="101"/>
                  </a:cubicBezTo>
                  <a:cubicBezTo>
                    <a:pt x="0" y="150"/>
                    <a:pt x="0" y="204"/>
                    <a:pt x="33" y="237"/>
                  </a:cubicBezTo>
                  <a:cubicBezTo>
                    <a:pt x="59" y="248"/>
                    <a:pt x="92" y="260"/>
                    <a:pt x="122" y="260"/>
                  </a:cubicBezTo>
                  <a:cubicBezTo>
                    <a:pt x="134" y="260"/>
                    <a:pt x="146" y="258"/>
                    <a:pt x="157" y="253"/>
                  </a:cubicBezTo>
                  <a:cubicBezTo>
                    <a:pt x="173" y="237"/>
                    <a:pt x="190" y="220"/>
                    <a:pt x="190" y="204"/>
                  </a:cubicBezTo>
                  <a:cubicBezTo>
                    <a:pt x="239" y="150"/>
                    <a:pt x="239" y="84"/>
                    <a:pt x="190" y="31"/>
                  </a:cubicBezTo>
                  <a:cubicBezTo>
                    <a:pt x="176" y="10"/>
                    <a:pt x="156" y="1"/>
                    <a:pt x="1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"/>
            <p:cNvSpPr/>
            <p:nvPr/>
          </p:nvSpPr>
          <p:spPr>
            <a:xfrm>
              <a:off x="3896800" y="2746775"/>
              <a:ext cx="6525" cy="6625"/>
            </a:xfrm>
            <a:custGeom>
              <a:avLst/>
              <a:gdLst/>
              <a:ahLst/>
              <a:cxnLst/>
              <a:rect l="l" t="t" r="r" b="b"/>
              <a:pathLst>
                <a:path w="261" h="265" extrusionOk="0">
                  <a:moveTo>
                    <a:pt x="140" y="0"/>
                  </a:moveTo>
                  <a:cubicBezTo>
                    <a:pt x="125" y="0"/>
                    <a:pt x="112" y="4"/>
                    <a:pt x="103" y="13"/>
                  </a:cubicBezTo>
                  <a:cubicBezTo>
                    <a:pt x="37" y="29"/>
                    <a:pt x="0" y="116"/>
                    <a:pt x="17" y="182"/>
                  </a:cubicBezTo>
                  <a:cubicBezTo>
                    <a:pt x="17" y="202"/>
                    <a:pt x="54" y="235"/>
                    <a:pt x="70" y="252"/>
                  </a:cubicBezTo>
                  <a:cubicBezTo>
                    <a:pt x="87" y="260"/>
                    <a:pt x="99" y="264"/>
                    <a:pt x="112" y="264"/>
                  </a:cubicBezTo>
                  <a:cubicBezTo>
                    <a:pt x="125" y="264"/>
                    <a:pt x="138" y="260"/>
                    <a:pt x="157" y="252"/>
                  </a:cubicBezTo>
                  <a:cubicBezTo>
                    <a:pt x="223" y="219"/>
                    <a:pt x="260" y="149"/>
                    <a:pt x="244" y="79"/>
                  </a:cubicBezTo>
                  <a:cubicBezTo>
                    <a:pt x="223" y="62"/>
                    <a:pt x="223" y="46"/>
                    <a:pt x="206" y="29"/>
                  </a:cubicBezTo>
                  <a:lnTo>
                    <a:pt x="190" y="13"/>
                  </a:lnTo>
                  <a:cubicBezTo>
                    <a:pt x="173" y="4"/>
                    <a:pt x="156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"/>
            <p:cNvSpPr/>
            <p:nvPr/>
          </p:nvSpPr>
          <p:spPr>
            <a:xfrm>
              <a:off x="3883075" y="2744750"/>
              <a:ext cx="6025" cy="6325"/>
            </a:xfrm>
            <a:custGeom>
              <a:avLst/>
              <a:gdLst/>
              <a:ahLst/>
              <a:cxnLst/>
              <a:rect l="l" t="t" r="r" b="b"/>
              <a:pathLst>
                <a:path w="241" h="253" extrusionOk="0">
                  <a:moveTo>
                    <a:pt x="127" y="1"/>
                  </a:moveTo>
                  <a:cubicBezTo>
                    <a:pt x="97" y="1"/>
                    <a:pt x="63" y="13"/>
                    <a:pt x="34" y="40"/>
                  </a:cubicBezTo>
                  <a:cubicBezTo>
                    <a:pt x="1" y="110"/>
                    <a:pt x="1" y="180"/>
                    <a:pt x="34" y="230"/>
                  </a:cubicBezTo>
                  <a:cubicBezTo>
                    <a:pt x="58" y="244"/>
                    <a:pt x="85" y="253"/>
                    <a:pt x="111" y="253"/>
                  </a:cubicBezTo>
                  <a:cubicBezTo>
                    <a:pt x="144" y="253"/>
                    <a:pt x="178" y="240"/>
                    <a:pt x="207" y="213"/>
                  </a:cubicBezTo>
                  <a:cubicBezTo>
                    <a:pt x="240" y="143"/>
                    <a:pt x="240" y="77"/>
                    <a:pt x="191" y="23"/>
                  </a:cubicBezTo>
                  <a:cubicBezTo>
                    <a:pt x="174" y="9"/>
                    <a:pt x="151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"/>
            <p:cNvSpPr/>
            <p:nvPr/>
          </p:nvSpPr>
          <p:spPr>
            <a:xfrm>
              <a:off x="3883500" y="26992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8" y="1"/>
                  </a:moveTo>
                  <a:cubicBezTo>
                    <a:pt x="103" y="1"/>
                    <a:pt x="65" y="18"/>
                    <a:pt x="33" y="59"/>
                  </a:cubicBezTo>
                  <a:cubicBezTo>
                    <a:pt x="0" y="109"/>
                    <a:pt x="0" y="179"/>
                    <a:pt x="33" y="228"/>
                  </a:cubicBezTo>
                  <a:cubicBezTo>
                    <a:pt x="54" y="249"/>
                    <a:pt x="71" y="249"/>
                    <a:pt x="87" y="249"/>
                  </a:cubicBezTo>
                  <a:cubicBezTo>
                    <a:pt x="96" y="253"/>
                    <a:pt x="106" y="255"/>
                    <a:pt x="117" y="255"/>
                  </a:cubicBezTo>
                  <a:cubicBezTo>
                    <a:pt x="147" y="255"/>
                    <a:pt x="182" y="239"/>
                    <a:pt x="207" y="212"/>
                  </a:cubicBezTo>
                  <a:cubicBezTo>
                    <a:pt x="240" y="162"/>
                    <a:pt x="240" y="109"/>
                    <a:pt x="223" y="76"/>
                  </a:cubicBezTo>
                  <a:cubicBezTo>
                    <a:pt x="223" y="59"/>
                    <a:pt x="207" y="43"/>
                    <a:pt x="207" y="22"/>
                  </a:cubicBezTo>
                  <a:cubicBezTo>
                    <a:pt x="186" y="9"/>
                    <a:pt x="163" y="1"/>
                    <a:pt x="1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"/>
            <p:cNvSpPr/>
            <p:nvPr/>
          </p:nvSpPr>
          <p:spPr>
            <a:xfrm>
              <a:off x="3862875" y="2725000"/>
              <a:ext cx="6025" cy="6400"/>
            </a:xfrm>
            <a:custGeom>
              <a:avLst/>
              <a:gdLst/>
              <a:ahLst/>
              <a:cxnLst/>
              <a:rect l="l" t="t" r="r" b="b"/>
              <a:pathLst>
                <a:path w="241" h="256" extrusionOk="0">
                  <a:moveTo>
                    <a:pt x="140" y="1"/>
                  </a:moveTo>
                  <a:cubicBezTo>
                    <a:pt x="107" y="1"/>
                    <a:pt x="74" y="17"/>
                    <a:pt x="54" y="59"/>
                  </a:cubicBezTo>
                  <a:cubicBezTo>
                    <a:pt x="1" y="108"/>
                    <a:pt x="1" y="179"/>
                    <a:pt x="54" y="228"/>
                  </a:cubicBezTo>
                  <a:cubicBezTo>
                    <a:pt x="71" y="249"/>
                    <a:pt x="71" y="249"/>
                    <a:pt x="87" y="249"/>
                  </a:cubicBezTo>
                  <a:cubicBezTo>
                    <a:pt x="100" y="253"/>
                    <a:pt x="113" y="255"/>
                    <a:pt x="124" y="255"/>
                  </a:cubicBezTo>
                  <a:cubicBezTo>
                    <a:pt x="156" y="255"/>
                    <a:pt x="183" y="239"/>
                    <a:pt x="207" y="212"/>
                  </a:cubicBezTo>
                  <a:cubicBezTo>
                    <a:pt x="240" y="179"/>
                    <a:pt x="240" y="125"/>
                    <a:pt x="240" y="75"/>
                  </a:cubicBezTo>
                  <a:cubicBezTo>
                    <a:pt x="224" y="59"/>
                    <a:pt x="224" y="43"/>
                    <a:pt x="207" y="22"/>
                  </a:cubicBezTo>
                  <a:cubicBezTo>
                    <a:pt x="187" y="8"/>
                    <a:pt x="163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"/>
            <p:cNvSpPr/>
            <p:nvPr/>
          </p:nvSpPr>
          <p:spPr>
            <a:xfrm>
              <a:off x="4245075" y="2837750"/>
              <a:ext cx="6525" cy="6550"/>
            </a:xfrm>
            <a:custGeom>
              <a:avLst/>
              <a:gdLst/>
              <a:ahLst/>
              <a:cxnLst/>
              <a:rect l="l" t="t" r="r" b="b"/>
              <a:pathLst>
                <a:path w="261" h="262" extrusionOk="0">
                  <a:moveTo>
                    <a:pt x="150" y="1"/>
                  </a:moveTo>
                  <a:cubicBezTo>
                    <a:pt x="119" y="1"/>
                    <a:pt x="83" y="18"/>
                    <a:pt x="54" y="47"/>
                  </a:cubicBezTo>
                  <a:cubicBezTo>
                    <a:pt x="1" y="101"/>
                    <a:pt x="1" y="187"/>
                    <a:pt x="54" y="237"/>
                  </a:cubicBezTo>
                  <a:cubicBezTo>
                    <a:pt x="75" y="252"/>
                    <a:pt x="100" y="261"/>
                    <a:pt x="123" y="261"/>
                  </a:cubicBezTo>
                  <a:cubicBezTo>
                    <a:pt x="156" y="261"/>
                    <a:pt x="188" y="244"/>
                    <a:pt x="207" y="204"/>
                  </a:cubicBezTo>
                  <a:cubicBezTo>
                    <a:pt x="260" y="150"/>
                    <a:pt x="260" y="68"/>
                    <a:pt x="207" y="31"/>
                  </a:cubicBezTo>
                  <a:cubicBezTo>
                    <a:pt x="193" y="10"/>
                    <a:pt x="173" y="1"/>
                    <a:pt x="1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"/>
            <p:cNvSpPr/>
            <p:nvPr/>
          </p:nvSpPr>
          <p:spPr>
            <a:xfrm>
              <a:off x="4249000" y="2791525"/>
              <a:ext cx="6000" cy="6300"/>
            </a:xfrm>
            <a:custGeom>
              <a:avLst/>
              <a:gdLst/>
              <a:ahLst/>
              <a:cxnLst/>
              <a:rect l="l" t="t" r="r" b="b"/>
              <a:pathLst>
                <a:path w="240" h="252" extrusionOk="0">
                  <a:moveTo>
                    <a:pt x="116" y="0"/>
                  </a:moveTo>
                  <a:cubicBezTo>
                    <a:pt x="100" y="0"/>
                    <a:pt x="81" y="8"/>
                    <a:pt x="70" y="8"/>
                  </a:cubicBezTo>
                  <a:cubicBezTo>
                    <a:pt x="33" y="24"/>
                    <a:pt x="17" y="61"/>
                    <a:pt x="0" y="111"/>
                  </a:cubicBezTo>
                  <a:cubicBezTo>
                    <a:pt x="0" y="144"/>
                    <a:pt x="0" y="181"/>
                    <a:pt x="17" y="197"/>
                  </a:cubicBezTo>
                  <a:cubicBezTo>
                    <a:pt x="33" y="230"/>
                    <a:pt x="50" y="247"/>
                    <a:pt x="87" y="247"/>
                  </a:cubicBezTo>
                  <a:cubicBezTo>
                    <a:pt x="94" y="250"/>
                    <a:pt x="102" y="251"/>
                    <a:pt x="110" y="251"/>
                  </a:cubicBezTo>
                  <a:cubicBezTo>
                    <a:pt x="156" y="251"/>
                    <a:pt x="209" y="206"/>
                    <a:pt x="223" y="164"/>
                  </a:cubicBezTo>
                  <a:lnTo>
                    <a:pt x="223" y="144"/>
                  </a:lnTo>
                  <a:cubicBezTo>
                    <a:pt x="239" y="94"/>
                    <a:pt x="223" y="61"/>
                    <a:pt x="190" y="24"/>
                  </a:cubicBezTo>
                  <a:cubicBezTo>
                    <a:pt x="173" y="8"/>
                    <a:pt x="153" y="8"/>
                    <a:pt x="136" y="8"/>
                  </a:cubicBezTo>
                  <a:cubicBezTo>
                    <a:pt x="131" y="2"/>
                    <a:pt x="124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"/>
            <p:cNvSpPr/>
            <p:nvPr/>
          </p:nvSpPr>
          <p:spPr>
            <a:xfrm>
              <a:off x="4248175" y="27766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6" y="1"/>
                  </a:moveTo>
                  <a:cubicBezTo>
                    <a:pt x="120" y="1"/>
                    <a:pt x="83" y="17"/>
                    <a:pt x="50" y="38"/>
                  </a:cubicBezTo>
                  <a:cubicBezTo>
                    <a:pt x="33" y="54"/>
                    <a:pt x="17" y="87"/>
                    <a:pt x="0" y="120"/>
                  </a:cubicBezTo>
                  <a:cubicBezTo>
                    <a:pt x="0" y="158"/>
                    <a:pt x="0" y="191"/>
                    <a:pt x="17" y="207"/>
                  </a:cubicBezTo>
                  <a:cubicBezTo>
                    <a:pt x="33" y="244"/>
                    <a:pt x="50" y="261"/>
                    <a:pt x="83" y="261"/>
                  </a:cubicBezTo>
                  <a:cubicBezTo>
                    <a:pt x="91" y="263"/>
                    <a:pt x="100" y="264"/>
                    <a:pt x="108" y="264"/>
                  </a:cubicBezTo>
                  <a:cubicBezTo>
                    <a:pt x="166" y="264"/>
                    <a:pt x="208" y="215"/>
                    <a:pt x="223" y="158"/>
                  </a:cubicBezTo>
                  <a:cubicBezTo>
                    <a:pt x="239" y="120"/>
                    <a:pt x="223" y="87"/>
                    <a:pt x="206" y="54"/>
                  </a:cubicBezTo>
                  <a:cubicBezTo>
                    <a:pt x="206" y="54"/>
                    <a:pt x="206" y="38"/>
                    <a:pt x="186" y="38"/>
                  </a:cubicBezTo>
                  <a:cubicBezTo>
                    <a:pt x="186" y="17"/>
                    <a:pt x="169" y="17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"/>
            <p:cNvSpPr/>
            <p:nvPr/>
          </p:nvSpPr>
          <p:spPr>
            <a:xfrm>
              <a:off x="4241675" y="276120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4" y="0"/>
                  </a:moveTo>
                  <a:cubicBezTo>
                    <a:pt x="87" y="17"/>
                    <a:pt x="71" y="38"/>
                    <a:pt x="54" y="54"/>
                  </a:cubicBezTo>
                  <a:cubicBezTo>
                    <a:pt x="1" y="103"/>
                    <a:pt x="1" y="190"/>
                    <a:pt x="54" y="223"/>
                  </a:cubicBezTo>
                  <a:cubicBezTo>
                    <a:pt x="54" y="244"/>
                    <a:pt x="71" y="244"/>
                    <a:pt x="87" y="260"/>
                  </a:cubicBezTo>
                  <a:cubicBezTo>
                    <a:pt x="137" y="260"/>
                    <a:pt x="174" y="244"/>
                    <a:pt x="207" y="207"/>
                  </a:cubicBezTo>
                  <a:cubicBezTo>
                    <a:pt x="207" y="207"/>
                    <a:pt x="207" y="190"/>
                    <a:pt x="223" y="190"/>
                  </a:cubicBezTo>
                  <a:cubicBezTo>
                    <a:pt x="174" y="141"/>
                    <a:pt x="137" y="71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"/>
            <p:cNvSpPr/>
            <p:nvPr/>
          </p:nvSpPr>
          <p:spPr>
            <a:xfrm>
              <a:off x="4235700" y="2789950"/>
              <a:ext cx="6425" cy="6425"/>
            </a:xfrm>
            <a:custGeom>
              <a:avLst/>
              <a:gdLst/>
              <a:ahLst/>
              <a:cxnLst/>
              <a:rect l="l" t="t" r="r" b="b"/>
              <a:pathLst>
                <a:path w="257" h="257" extrusionOk="0">
                  <a:moveTo>
                    <a:pt x="103" y="1"/>
                  </a:moveTo>
                  <a:cubicBezTo>
                    <a:pt x="50" y="38"/>
                    <a:pt x="0" y="104"/>
                    <a:pt x="17" y="174"/>
                  </a:cubicBezTo>
                  <a:cubicBezTo>
                    <a:pt x="33" y="207"/>
                    <a:pt x="50" y="227"/>
                    <a:pt x="87" y="244"/>
                  </a:cubicBezTo>
                  <a:cubicBezTo>
                    <a:pt x="95" y="252"/>
                    <a:pt x="108" y="256"/>
                    <a:pt x="122" y="256"/>
                  </a:cubicBezTo>
                  <a:cubicBezTo>
                    <a:pt x="136" y="256"/>
                    <a:pt x="153" y="252"/>
                    <a:pt x="169" y="244"/>
                  </a:cubicBezTo>
                  <a:cubicBezTo>
                    <a:pt x="190" y="227"/>
                    <a:pt x="223" y="207"/>
                    <a:pt x="240" y="174"/>
                  </a:cubicBezTo>
                  <a:cubicBezTo>
                    <a:pt x="240" y="141"/>
                    <a:pt x="256" y="104"/>
                    <a:pt x="240" y="87"/>
                  </a:cubicBezTo>
                  <a:cubicBezTo>
                    <a:pt x="240" y="54"/>
                    <a:pt x="223" y="38"/>
                    <a:pt x="207" y="21"/>
                  </a:cubicBezTo>
                  <a:lnTo>
                    <a:pt x="19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"/>
            <p:cNvSpPr/>
            <p:nvPr/>
          </p:nvSpPr>
          <p:spPr>
            <a:xfrm>
              <a:off x="4243850" y="2822125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16" y="1"/>
                  </a:moveTo>
                  <a:cubicBezTo>
                    <a:pt x="69" y="1"/>
                    <a:pt x="14" y="46"/>
                    <a:pt x="0" y="107"/>
                  </a:cubicBezTo>
                  <a:cubicBezTo>
                    <a:pt x="0" y="140"/>
                    <a:pt x="0" y="177"/>
                    <a:pt x="17" y="210"/>
                  </a:cubicBezTo>
                  <a:cubicBezTo>
                    <a:pt x="33" y="227"/>
                    <a:pt x="50" y="260"/>
                    <a:pt x="87" y="260"/>
                  </a:cubicBezTo>
                  <a:cubicBezTo>
                    <a:pt x="136" y="260"/>
                    <a:pt x="206" y="227"/>
                    <a:pt x="223" y="157"/>
                  </a:cubicBezTo>
                  <a:cubicBezTo>
                    <a:pt x="223" y="124"/>
                    <a:pt x="223" y="91"/>
                    <a:pt x="206" y="54"/>
                  </a:cubicBezTo>
                  <a:cubicBezTo>
                    <a:pt x="206" y="37"/>
                    <a:pt x="190" y="37"/>
                    <a:pt x="190" y="37"/>
                  </a:cubicBezTo>
                  <a:cubicBezTo>
                    <a:pt x="173" y="21"/>
                    <a:pt x="153" y="4"/>
                    <a:pt x="136" y="4"/>
                  </a:cubicBezTo>
                  <a:cubicBezTo>
                    <a:pt x="130" y="2"/>
                    <a:pt x="123" y="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"/>
            <p:cNvSpPr/>
            <p:nvPr/>
          </p:nvSpPr>
          <p:spPr>
            <a:xfrm>
              <a:off x="4241275" y="280662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36" y="1"/>
                  </a:moveTo>
                  <a:cubicBezTo>
                    <a:pt x="103" y="1"/>
                    <a:pt x="71" y="17"/>
                    <a:pt x="50" y="55"/>
                  </a:cubicBezTo>
                  <a:cubicBezTo>
                    <a:pt x="0" y="109"/>
                    <a:pt x="0" y="195"/>
                    <a:pt x="50" y="228"/>
                  </a:cubicBezTo>
                  <a:cubicBezTo>
                    <a:pt x="65" y="251"/>
                    <a:pt x="85" y="260"/>
                    <a:pt x="107" y="260"/>
                  </a:cubicBezTo>
                  <a:cubicBezTo>
                    <a:pt x="139" y="260"/>
                    <a:pt x="175" y="241"/>
                    <a:pt x="206" y="212"/>
                  </a:cubicBezTo>
                  <a:cubicBezTo>
                    <a:pt x="239" y="158"/>
                    <a:pt x="239" y="76"/>
                    <a:pt x="206" y="22"/>
                  </a:cubicBezTo>
                  <a:cubicBezTo>
                    <a:pt x="184" y="9"/>
                    <a:pt x="160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"/>
            <p:cNvSpPr/>
            <p:nvPr/>
          </p:nvSpPr>
          <p:spPr>
            <a:xfrm>
              <a:off x="4227550" y="2850550"/>
              <a:ext cx="1675" cy="25"/>
            </a:xfrm>
            <a:custGeom>
              <a:avLst/>
              <a:gdLst/>
              <a:ahLst/>
              <a:cxnLst/>
              <a:rect l="l" t="t" r="r" b="b"/>
              <a:pathLst>
                <a:path w="67" h="1" extrusionOk="0">
                  <a:moveTo>
                    <a:pt x="1" y="1"/>
                  </a:moveTo>
                  <a:lnTo>
                    <a:pt x="6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"/>
            <p:cNvSpPr/>
            <p:nvPr/>
          </p:nvSpPr>
          <p:spPr>
            <a:xfrm>
              <a:off x="3866800" y="2686475"/>
              <a:ext cx="2100" cy="650"/>
            </a:xfrm>
            <a:custGeom>
              <a:avLst/>
              <a:gdLst/>
              <a:ahLst/>
              <a:cxnLst/>
              <a:rect l="l" t="t" r="r" b="b"/>
              <a:pathLst>
                <a:path w="84" h="26" extrusionOk="0">
                  <a:moveTo>
                    <a:pt x="83" y="0"/>
                  </a:moveTo>
                  <a:cubicBezTo>
                    <a:pt x="50" y="0"/>
                    <a:pt x="34" y="17"/>
                    <a:pt x="1" y="17"/>
                  </a:cubicBezTo>
                  <a:lnTo>
                    <a:pt x="17" y="17"/>
                  </a:lnTo>
                  <a:cubicBezTo>
                    <a:pt x="22" y="23"/>
                    <a:pt x="28" y="25"/>
                    <a:pt x="35" y="25"/>
                  </a:cubicBezTo>
                  <a:cubicBezTo>
                    <a:pt x="52" y="25"/>
                    <a:pt x="71" y="12"/>
                    <a:pt x="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"/>
            <p:cNvSpPr/>
            <p:nvPr/>
          </p:nvSpPr>
          <p:spPr>
            <a:xfrm>
              <a:off x="3840100" y="2692025"/>
              <a:ext cx="6100" cy="4675"/>
            </a:xfrm>
            <a:custGeom>
              <a:avLst/>
              <a:gdLst/>
              <a:ahLst/>
              <a:cxnLst/>
              <a:rect l="l" t="t" r="r" b="b"/>
              <a:pathLst>
                <a:path w="244" h="187" extrusionOk="0">
                  <a:moveTo>
                    <a:pt x="207" y="1"/>
                  </a:moveTo>
                  <a:cubicBezTo>
                    <a:pt x="120" y="38"/>
                    <a:pt x="54" y="71"/>
                    <a:pt x="1" y="88"/>
                  </a:cubicBezTo>
                  <a:lnTo>
                    <a:pt x="1" y="104"/>
                  </a:lnTo>
                  <a:cubicBezTo>
                    <a:pt x="1" y="141"/>
                    <a:pt x="17" y="158"/>
                    <a:pt x="54" y="174"/>
                  </a:cubicBezTo>
                  <a:cubicBezTo>
                    <a:pt x="71" y="182"/>
                    <a:pt x="83" y="186"/>
                    <a:pt x="96" y="186"/>
                  </a:cubicBezTo>
                  <a:cubicBezTo>
                    <a:pt x="109" y="186"/>
                    <a:pt x="122" y="182"/>
                    <a:pt x="141" y="174"/>
                  </a:cubicBezTo>
                  <a:cubicBezTo>
                    <a:pt x="190" y="158"/>
                    <a:pt x="244" y="88"/>
                    <a:pt x="223" y="22"/>
                  </a:cubicBezTo>
                  <a:lnTo>
                    <a:pt x="20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"/>
            <p:cNvSpPr/>
            <p:nvPr/>
          </p:nvSpPr>
          <p:spPr>
            <a:xfrm>
              <a:off x="4230950" y="28354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7" y="1"/>
                  </a:moveTo>
                  <a:cubicBezTo>
                    <a:pt x="70" y="1"/>
                    <a:pt x="17" y="46"/>
                    <a:pt x="17" y="107"/>
                  </a:cubicBezTo>
                  <a:cubicBezTo>
                    <a:pt x="1" y="140"/>
                    <a:pt x="1" y="177"/>
                    <a:pt x="17" y="210"/>
                  </a:cubicBezTo>
                  <a:cubicBezTo>
                    <a:pt x="34" y="227"/>
                    <a:pt x="71" y="243"/>
                    <a:pt x="87" y="264"/>
                  </a:cubicBezTo>
                  <a:cubicBezTo>
                    <a:pt x="153" y="264"/>
                    <a:pt x="207" y="210"/>
                    <a:pt x="223" y="140"/>
                  </a:cubicBezTo>
                  <a:cubicBezTo>
                    <a:pt x="240" y="107"/>
                    <a:pt x="240" y="74"/>
                    <a:pt x="223" y="58"/>
                  </a:cubicBezTo>
                  <a:cubicBezTo>
                    <a:pt x="207" y="37"/>
                    <a:pt x="207" y="37"/>
                    <a:pt x="207" y="21"/>
                  </a:cubicBezTo>
                  <a:cubicBezTo>
                    <a:pt x="190" y="21"/>
                    <a:pt x="174" y="4"/>
                    <a:pt x="153" y="4"/>
                  </a:cubicBezTo>
                  <a:cubicBezTo>
                    <a:pt x="145" y="2"/>
                    <a:pt x="136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"/>
            <p:cNvSpPr/>
            <p:nvPr/>
          </p:nvSpPr>
          <p:spPr>
            <a:xfrm>
              <a:off x="4270025" y="2814900"/>
              <a:ext cx="2600" cy="5175"/>
            </a:xfrm>
            <a:custGeom>
              <a:avLst/>
              <a:gdLst/>
              <a:ahLst/>
              <a:cxnLst/>
              <a:rect l="l" t="t" r="r" b="b"/>
              <a:pathLst>
                <a:path w="104" h="207" extrusionOk="0">
                  <a:moveTo>
                    <a:pt x="33" y="0"/>
                  </a:moveTo>
                  <a:cubicBezTo>
                    <a:pt x="17" y="17"/>
                    <a:pt x="17" y="33"/>
                    <a:pt x="0" y="71"/>
                  </a:cubicBezTo>
                  <a:cubicBezTo>
                    <a:pt x="0" y="104"/>
                    <a:pt x="0" y="137"/>
                    <a:pt x="17" y="157"/>
                  </a:cubicBezTo>
                  <a:cubicBezTo>
                    <a:pt x="33" y="190"/>
                    <a:pt x="54" y="207"/>
                    <a:pt x="87" y="207"/>
                  </a:cubicBezTo>
                  <a:lnTo>
                    <a:pt x="103" y="207"/>
                  </a:lnTo>
                  <a:cubicBezTo>
                    <a:pt x="70" y="137"/>
                    <a:pt x="54" y="71"/>
                    <a:pt x="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"/>
            <p:cNvSpPr/>
            <p:nvPr/>
          </p:nvSpPr>
          <p:spPr>
            <a:xfrm>
              <a:off x="4116750" y="27224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7" y="0"/>
                  </a:moveTo>
                  <a:cubicBezTo>
                    <a:pt x="67" y="0"/>
                    <a:pt x="15" y="49"/>
                    <a:pt x="1" y="106"/>
                  </a:cubicBezTo>
                  <a:cubicBezTo>
                    <a:pt x="1" y="144"/>
                    <a:pt x="1" y="176"/>
                    <a:pt x="17" y="209"/>
                  </a:cubicBezTo>
                  <a:cubicBezTo>
                    <a:pt x="34" y="226"/>
                    <a:pt x="67" y="247"/>
                    <a:pt x="83" y="263"/>
                  </a:cubicBezTo>
                  <a:cubicBezTo>
                    <a:pt x="153" y="263"/>
                    <a:pt x="207" y="209"/>
                    <a:pt x="223" y="144"/>
                  </a:cubicBezTo>
                  <a:cubicBezTo>
                    <a:pt x="240" y="106"/>
                    <a:pt x="223" y="73"/>
                    <a:pt x="223" y="57"/>
                  </a:cubicBezTo>
                  <a:lnTo>
                    <a:pt x="186" y="20"/>
                  </a:lnTo>
                  <a:cubicBezTo>
                    <a:pt x="186" y="20"/>
                    <a:pt x="170" y="3"/>
                    <a:pt x="153" y="3"/>
                  </a:cubicBezTo>
                  <a:cubicBezTo>
                    <a:pt x="144" y="1"/>
                    <a:pt x="136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"/>
            <p:cNvSpPr/>
            <p:nvPr/>
          </p:nvSpPr>
          <p:spPr>
            <a:xfrm>
              <a:off x="4254975" y="2808725"/>
              <a:ext cx="6525" cy="6500"/>
            </a:xfrm>
            <a:custGeom>
              <a:avLst/>
              <a:gdLst/>
              <a:ahLst/>
              <a:cxnLst/>
              <a:rect l="l" t="t" r="r" b="b"/>
              <a:pathLst>
                <a:path w="261" h="260" extrusionOk="0">
                  <a:moveTo>
                    <a:pt x="135" y="1"/>
                  </a:moveTo>
                  <a:cubicBezTo>
                    <a:pt x="126" y="1"/>
                    <a:pt x="116" y="3"/>
                    <a:pt x="103" y="8"/>
                  </a:cubicBezTo>
                  <a:cubicBezTo>
                    <a:pt x="38" y="41"/>
                    <a:pt x="0" y="111"/>
                    <a:pt x="17" y="177"/>
                  </a:cubicBezTo>
                  <a:cubicBezTo>
                    <a:pt x="38" y="214"/>
                    <a:pt x="54" y="231"/>
                    <a:pt x="70" y="247"/>
                  </a:cubicBezTo>
                  <a:cubicBezTo>
                    <a:pt x="87" y="256"/>
                    <a:pt x="105" y="260"/>
                    <a:pt x="120" y="260"/>
                  </a:cubicBezTo>
                  <a:cubicBezTo>
                    <a:pt x="135" y="260"/>
                    <a:pt x="149" y="256"/>
                    <a:pt x="157" y="247"/>
                  </a:cubicBezTo>
                  <a:cubicBezTo>
                    <a:pt x="223" y="231"/>
                    <a:pt x="260" y="144"/>
                    <a:pt x="244" y="74"/>
                  </a:cubicBezTo>
                  <a:cubicBezTo>
                    <a:pt x="244" y="58"/>
                    <a:pt x="223" y="41"/>
                    <a:pt x="207" y="25"/>
                  </a:cubicBezTo>
                  <a:cubicBezTo>
                    <a:pt x="207" y="25"/>
                    <a:pt x="190" y="25"/>
                    <a:pt x="190" y="8"/>
                  </a:cubicBezTo>
                  <a:cubicBezTo>
                    <a:pt x="168" y="8"/>
                    <a:pt x="153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"/>
            <p:cNvSpPr/>
            <p:nvPr/>
          </p:nvSpPr>
          <p:spPr>
            <a:xfrm>
              <a:off x="4264875" y="284325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57" y="0"/>
                  </a:moveTo>
                  <a:cubicBezTo>
                    <a:pt x="87" y="0"/>
                    <a:pt x="33" y="33"/>
                    <a:pt x="17" y="120"/>
                  </a:cubicBezTo>
                  <a:cubicBezTo>
                    <a:pt x="0" y="136"/>
                    <a:pt x="17" y="173"/>
                    <a:pt x="17" y="206"/>
                  </a:cubicBezTo>
                  <a:cubicBezTo>
                    <a:pt x="33" y="239"/>
                    <a:pt x="70" y="260"/>
                    <a:pt x="103" y="260"/>
                  </a:cubicBezTo>
                  <a:cubicBezTo>
                    <a:pt x="110" y="262"/>
                    <a:pt x="117" y="263"/>
                    <a:pt x="124" y="263"/>
                  </a:cubicBezTo>
                  <a:cubicBezTo>
                    <a:pt x="172" y="263"/>
                    <a:pt x="225" y="215"/>
                    <a:pt x="239" y="157"/>
                  </a:cubicBezTo>
                  <a:cubicBezTo>
                    <a:pt x="239" y="120"/>
                    <a:pt x="239" y="87"/>
                    <a:pt x="223" y="54"/>
                  </a:cubicBezTo>
                  <a:lnTo>
                    <a:pt x="206" y="33"/>
                  </a:lnTo>
                  <a:cubicBezTo>
                    <a:pt x="190" y="17"/>
                    <a:pt x="173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"/>
            <p:cNvSpPr/>
            <p:nvPr/>
          </p:nvSpPr>
          <p:spPr>
            <a:xfrm>
              <a:off x="3842275" y="28156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2" y="0"/>
                  </a:moveTo>
                  <a:cubicBezTo>
                    <a:pt x="74" y="0"/>
                    <a:pt x="31" y="49"/>
                    <a:pt x="17" y="107"/>
                  </a:cubicBezTo>
                  <a:cubicBezTo>
                    <a:pt x="0" y="144"/>
                    <a:pt x="0" y="177"/>
                    <a:pt x="17" y="210"/>
                  </a:cubicBezTo>
                  <a:cubicBezTo>
                    <a:pt x="33" y="230"/>
                    <a:pt x="70" y="247"/>
                    <a:pt x="87" y="263"/>
                  </a:cubicBezTo>
                  <a:cubicBezTo>
                    <a:pt x="157" y="263"/>
                    <a:pt x="206" y="210"/>
                    <a:pt x="223" y="144"/>
                  </a:cubicBezTo>
                  <a:cubicBezTo>
                    <a:pt x="239" y="107"/>
                    <a:pt x="239" y="90"/>
                    <a:pt x="223" y="57"/>
                  </a:cubicBezTo>
                  <a:cubicBezTo>
                    <a:pt x="206" y="41"/>
                    <a:pt x="206" y="41"/>
                    <a:pt x="206" y="24"/>
                  </a:cubicBezTo>
                  <a:cubicBezTo>
                    <a:pt x="190" y="24"/>
                    <a:pt x="173" y="3"/>
                    <a:pt x="157" y="3"/>
                  </a:cubicBezTo>
                  <a:cubicBezTo>
                    <a:pt x="148" y="1"/>
                    <a:pt x="140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"/>
            <p:cNvSpPr/>
            <p:nvPr/>
          </p:nvSpPr>
          <p:spPr>
            <a:xfrm>
              <a:off x="3856900" y="2757725"/>
              <a:ext cx="6000" cy="6150"/>
            </a:xfrm>
            <a:custGeom>
              <a:avLst/>
              <a:gdLst/>
              <a:ahLst/>
              <a:cxnLst/>
              <a:rect l="l" t="t" r="r" b="b"/>
              <a:pathLst>
                <a:path w="240" h="246" extrusionOk="0">
                  <a:moveTo>
                    <a:pt x="116" y="0"/>
                  </a:moveTo>
                  <a:cubicBezTo>
                    <a:pt x="70" y="0"/>
                    <a:pt x="15" y="46"/>
                    <a:pt x="1" y="106"/>
                  </a:cubicBezTo>
                  <a:cubicBezTo>
                    <a:pt x="1" y="139"/>
                    <a:pt x="1" y="177"/>
                    <a:pt x="17" y="193"/>
                  </a:cubicBezTo>
                  <a:cubicBezTo>
                    <a:pt x="34" y="226"/>
                    <a:pt x="50" y="242"/>
                    <a:pt x="87" y="242"/>
                  </a:cubicBezTo>
                  <a:cubicBezTo>
                    <a:pt x="96" y="245"/>
                    <a:pt x="104" y="246"/>
                    <a:pt x="113" y="246"/>
                  </a:cubicBezTo>
                  <a:cubicBezTo>
                    <a:pt x="167" y="246"/>
                    <a:pt x="209" y="200"/>
                    <a:pt x="223" y="139"/>
                  </a:cubicBezTo>
                  <a:cubicBezTo>
                    <a:pt x="240" y="106"/>
                    <a:pt x="223" y="73"/>
                    <a:pt x="223" y="53"/>
                  </a:cubicBezTo>
                  <a:cubicBezTo>
                    <a:pt x="207" y="36"/>
                    <a:pt x="207" y="36"/>
                    <a:pt x="190" y="20"/>
                  </a:cubicBezTo>
                  <a:cubicBezTo>
                    <a:pt x="190" y="3"/>
                    <a:pt x="170" y="3"/>
                    <a:pt x="137" y="3"/>
                  </a:cubicBezTo>
                  <a:cubicBezTo>
                    <a:pt x="130" y="1"/>
                    <a:pt x="124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"/>
            <p:cNvSpPr/>
            <p:nvPr/>
          </p:nvSpPr>
          <p:spPr>
            <a:xfrm>
              <a:off x="3846600" y="28337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20" y="1"/>
                  </a:moveTo>
                  <a:cubicBezTo>
                    <a:pt x="66" y="1"/>
                    <a:pt x="33" y="55"/>
                    <a:pt x="17" y="104"/>
                  </a:cubicBezTo>
                  <a:cubicBezTo>
                    <a:pt x="0" y="141"/>
                    <a:pt x="17" y="174"/>
                    <a:pt x="17" y="207"/>
                  </a:cubicBezTo>
                  <a:cubicBezTo>
                    <a:pt x="33" y="228"/>
                    <a:pt x="66" y="244"/>
                    <a:pt x="104" y="261"/>
                  </a:cubicBezTo>
                  <a:cubicBezTo>
                    <a:pt x="153" y="261"/>
                    <a:pt x="223" y="207"/>
                    <a:pt x="240" y="141"/>
                  </a:cubicBezTo>
                  <a:lnTo>
                    <a:pt x="240" y="104"/>
                  </a:lnTo>
                  <a:cubicBezTo>
                    <a:pt x="240" y="71"/>
                    <a:pt x="223" y="55"/>
                    <a:pt x="207" y="22"/>
                  </a:cubicBezTo>
                  <a:cubicBezTo>
                    <a:pt x="190" y="22"/>
                    <a:pt x="170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"/>
            <p:cNvSpPr/>
            <p:nvPr/>
          </p:nvSpPr>
          <p:spPr>
            <a:xfrm>
              <a:off x="3838450" y="2783975"/>
              <a:ext cx="2600" cy="6525"/>
            </a:xfrm>
            <a:custGeom>
              <a:avLst/>
              <a:gdLst/>
              <a:ahLst/>
              <a:cxnLst/>
              <a:rect l="l" t="t" r="r" b="b"/>
              <a:pathLst>
                <a:path w="104" h="261" extrusionOk="0">
                  <a:moveTo>
                    <a:pt x="1" y="1"/>
                  </a:moveTo>
                  <a:lnTo>
                    <a:pt x="1" y="260"/>
                  </a:lnTo>
                  <a:cubicBezTo>
                    <a:pt x="50" y="240"/>
                    <a:pt x="83" y="207"/>
                    <a:pt x="104" y="157"/>
                  </a:cubicBezTo>
                  <a:cubicBezTo>
                    <a:pt x="104" y="104"/>
                    <a:pt x="104" y="54"/>
                    <a:pt x="67" y="34"/>
                  </a:cubicBezTo>
                  <a:cubicBezTo>
                    <a:pt x="50" y="17"/>
                    <a:pt x="34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"/>
            <p:cNvSpPr/>
            <p:nvPr/>
          </p:nvSpPr>
          <p:spPr>
            <a:xfrm>
              <a:off x="3839700" y="2799450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87" y="0"/>
                  </a:moveTo>
                  <a:cubicBezTo>
                    <a:pt x="33" y="33"/>
                    <a:pt x="0" y="103"/>
                    <a:pt x="17" y="173"/>
                  </a:cubicBezTo>
                  <a:cubicBezTo>
                    <a:pt x="17" y="206"/>
                    <a:pt x="33" y="223"/>
                    <a:pt x="70" y="239"/>
                  </a:cubicBezTo>
                  <a:cubicBezTo>
                    <a:pt x="79" y="249"/>
                    <a:pt x="91" y="255"/>
                    <a:pt x="106" y="255"/>
                  </a:cubicBezTo>
                  <a:cubicBezTo>
                    <a:pt x="121" y="255"/>
                    <a:pt x="138" y="249"/>
                    <a:pt x="157" y="239"/>
                  </a:cubicBezTo>
                  <a:cubicBezTo>
                    <a:pt x="190" y="223"/>
                    <a:pt x="206" y="206"/>
                    <a:pt x="223" y="173"/>
                  </a:cubicBezTo>
                  <a:cubicBezTo>
                    <a:pt x="239" y="136"/>
                    <a:pt x="239" y="103"/>
                    <a:pt x="223" y="87"/>
                  </a:cubicBezTo>
                  <a:cubicBezTo>
                    <a:pt x="223" y="54"/>
                    <a:pt x="223" y="33"/>
                    <a:pt x="206" y="17"/>
                  </a:cubicBezTo>
                  <a:cubicBezTo>
                    <a:pt x="190" y="17"/>
                    <a:pt x="190" y="17"/>
                    <a:pt x="1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"/>
            <p:cNvSpPr/>
            <p:nvPr/>
          </p:nvSpPr>
          <p:spPr>
            <a:xfrm>
              <a:off x="3849600" y="2725050"/>
              <a:ext cx="6000" cy="6250"/>
            </a:xfrm>
            <a:custGeom>
              <a:avLst/>
              <a:gdLst/>
              <a:ahLst/>
              <a:cxnLst/>
              <a:rect l="l" t="t" r="r" b="b"/>
              <a:pathLst>
                <a:path w="240" h="250" extrusionOk="0">
                  <a:moveTo>
                    <a:pt x="117" y="0"/>
                  </a:moveTo>
                  <a:cubicBezTo>
                    <a:pt x="70" y="0"/>
                    <a:pt x="14" y="49"/>
                    <a:pt x="0" y="106"/>
                  </a:cubicBezTo>
                  <a:cubicBezTo>
                    <a:pt x="0" y="144"/>
                    <a:pt x="0" y="177"/>
                    <a:pt x="17" y="193"/>
                  </a:cubicBezTo>
                  <a:cubicBezTo>
                    <a:pt x="33" y="226"/>
                    <a:pt x="50" y="247"/>
                    <a:pt x="87" y="247"/>
                  </a:cubicBezTo>
                  <a:cubicBezTo>
                    <a:pt x="95" y="249"/>
                    <a:pt x="103" y="250"/>
                    <a:pt x="111" y="250"/>
                  </a:cubicBezTo>
                  <a:cubicBezTo>
                    <a:pt x="165" y="250"/>
                    <a:pt x="208" y="201"/>
                    <a:pt x="223" y="144"/>
                  </a:cubicBezTo>
                  <a:cubicBezTo>
                    <a:pt x="239" y="106"/>
                    <a:pt x="223" y="73"/>
                    <a:pt x="206" y="41"/>
                  </a:cubicBezTo>
                  <a:cubicBezTo>
                    <a:pt x="206" y="41"/>
                    <a:pt x="206" y="20"/>
                    <a:pt x="190" y="20"/>
                  </a:cubicBezTo>
                  <a:cubicBezTo>
                    <a:pt x="190" y="3"/>
                    <a:pt x="173" y="3"/>
                    <a:pt x="136" y="3"/>
                  </a:cubicBezTo>
                  <a:cubicBezTo>
                    <a:pt x="130" y="1"/>
                    <a:pt x="124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"/>
            <p:cNvSpPr/>
            <p:nvPr/>
          </p:nvSpPr>
          <p:spPr>
            <a:xfrm>
              <a:off x="3855150" y="274072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44" y="1"/>
                  </a:moveTo>
                  <a:cubicBezTo>
                    <a:pt x="131" y="1"/>
                    <a:pt x="117" y="5"/>
                    <a:pt x="104" y="11"/>
                  </a:cubicBezTo>
                  <a:cubicBezTo>
                    <a:pt x="71" y="11"/>
                    <a:pt x="54" y="32"/>
                    <a:pt x="34" y="48"/>
                  </a:cubicBezTo>
                  <a:cubicBezTo>
                    <a:pt x="17" y="65"/>
                    <a:pt x="1" y="98"/>
                    <a:pt x="1" y="135"/>
                  </a:cubicBezTo>
                  <a:cubicBezTo>
                    <a:pt x="1" y="168"/>
                    <a:pt x="17" y="201"/>
                    <a:pt x="34" y="238"/>
                  </a:cubicBezTo>
                  <a:cubicBezTo>
                    <a:pt x="55" y="252"/>
                    <a:pt x="80" y="259"/>
                    <a:pt x="104" y="259"/>
                  </a:cubicBezTo>
                  <a:cubicBezTo>
                    <a:pt x="138" y="259"/>
                    <a:pt x="171" y="243"/>
                    <a:pt x="190" y="201"/>
                  </a:cubicBezTo>
                  <a:cubicBezTo>
                    <a:pt x="240" y="152"/>
                    <a:pt x="240" y="65"/>
                    <a:pt x="190" y="32"/>
                  </a:cubicBezTo>
                  <a:cubicBezTo>
                    <a:pt x="180" y="10"/>
                    <a:pt x="163" y="1"/>
                    <a:pt x="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"/>
            <p:cNvSpPr/>
            <p:nvPr/>
          </p:nvSpPr>
          <p:spPr>
            <a:xfrm>
              <a:off x="3854325" y="2695550"/>
              <a:ext cx="6000" cy="6075"/>
            </a:xfrm>
            <a:custGeom>
              <a:avLst/>
              <a:gdLst/>
              <a:ahLst/>
              <a:cxnLst/>
              <a:rect l="l" t="t" r="r" b="b"/>
              <a:pathLst>
                <a:path w="240" h="243" extrusionOk="0">
                  <a:moveTo>
                    <a:pt x="120" y="0"/>
                  </a:moveTo>
                  <a:cubicBezTo>
                    <a:pt x="67" y="0"/>
                    <a:pt x="34" y="33"/>
                    <a:pt x="17" y="103"/>
                  </a:cubicBezTo>
                  <a:cubicBezTo>
                    <a:pt x="1" y="136"/>
                    <a:pt x="17" y="169"/>
                    <a:pt x="34" y="190"/>
                  </a:cubicBezTo>
                  <a:cubicBezTo>
                    <a:pt x="34" y="223"/>
                    <a:pt x="67" y="239"/>
                    <a:pt x="104" y="239"/>
                  </a:cubicBezTo>
                  <a:cubicBezTo>
                    <a:pt x="110" y="241"/>
                    <a:pt x="117" y="242"/>
                    <a:pt x="124" y="242"/>
                  </a:cubicBezTo>
                  <a:cubicBezTo>
                    <a:pt x="171" y="242"/>
                    <a:pt x="225" y="197"/>
                    <a:pt x="240" y="136"/>
                  </a:cubicBezTo>
                  <a:lnTo>
                    <a:pt x="240" y="103"/>
                  </a:lnTo>
                  <a:cubicBezTo>
                    <a:pt x="240" y="66"/>
                    <a:pt x="223" y="33"/>
                    <a:pt x="207" y="17"/>
                  </a:cubicBezTo>
                  <a:cubicBezTo>
                    <a:pt x="190" y="0"/>
                    <a:pt x="170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"/>
            <p:cNvSpPr/>
            <p:nvPr/>
          </p:nvSpPr>
          <p:spPr>
            <a:xfrm>
              <a:off x="3853925" y="2848800"/>
              <a:ext cx="4650" cy="1775"/>
            </a:xfrm>
            <a:custGeom>
              <a:avLst/>
              <a:gdLst/>
              <a:ahLst/>
              <a:cxnLst/>
              <a:rect l="l" t="t" r="r" b="b"/>
              <a:pathLst>
                <a:path w="186" h="71" extrusionOk="0">
                  <a:moveTo>
                    <a:pt x="120" y="1"/>
                  </a:moveTo>
                  <a:cubicBezTo>
                    <a:pt x="83" y="1"/>
                    <a:pt x="50" y="1"/>
                    <a:pt x="33" y="17"/>
                  </a:cubicBezTo>
                  <a:cubicBezTo>
                    <a:pt x="17" y="38"/>
                    <a:pt x="0" y="54"/>
                    <a:pt x="0" y="71"/>
                  </a:cubicBezTo>
                  <a:lnTo>
                    <a:pt x="186" y="71"/>
                  </a:lnTo>
                  <a:lnTo>
                    <a:pt x="186" y="54"/>
                  </a:lnTo>
                  <a:cubicBezTo>
                    <a:pt x="186" y="38"/>
                    <a:pt x="169" y="38"/>
                    <a:pt x="169" y="17"/>
                  </a:cubicBezTo>
                  <a:cubicBezTo>
                    <a:pt x="153" y="17"/>
                    <a:pt x="136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"/>
            <p:cNvSpPr/>
            <p:nvPr/>
          </p:nvSpPr>
          <p:spPr>
            <a:xfrm>
              <a:off x="4210350" y="2849225"/>
              <a:ext cx="4750" cy="1350"/>
            </a:xfrm>
            <a:custGeom>
              <a:avLst/>
              <a:gdLst/>
              <a:ahLst/>
              <a:cxnLst/>
              <a:rect l="l" t="t" r="r" b="b"/>
              <a:pathLst>
                <a:path w="190" h="54" extrusionOk="0">
                  <a:moveTo>
                    <a:pt x="120" y="0"/>
                  </a:moveTo>
                  <a:cubicBezTo>
                    <a:pt x="70" y="0"/>
                    <a:pt x="33" y="21"/>
                    <a:pt x="0" y="54"/>
                  </a:cubicBezTo>
                  <a:lnTo>
                    <a:pt x="190" y="54"/>
                  </a:lnTo>
                  <a:cubicBezTo>
                    <a:pt x="173" y="54"/>
                    <a:pt x="173" y="37"/>
                    <a:pt x="173" y="37"/>
                  </a:cubicBezTo>
                  <a:cubicBezTo>
                    <a:pt x="153" y="21"/>
                    <a:pt x="136" y="21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"/>
            <p:cNvSpPr/>
            <p:nvPr/>
          </p:nvSpPr>
          <p:spPr>
            <a:xfrm>
              <a:off x="4226625" y="2802300"/>
              <a:ext cx="6100" cy="6550"/>
            </a:xfrm>
            <a:custGeom>
              <a:avLst/>
              <a:gdLst/>
              <a:ahLst/>
              <a:cxnLst/>
              <a:rect l="l" t="t" r="r" b="b"/>
              <a:pathLst>
                <a:path w="244" h="262" extrusionOk="0">
                  <a:moveTo>
                    <a:pt x="139" y="1"/>
                  </a:moveTo>
                  <a:cubicBezTo>
                    <a:pt x="104" y="1"/>
                    <a:pt x="67" y="18"/>
                    <a:pt x="38" y="59"/>
                  </a:cubicBezTo>
                  <a:cubicBezTo>
                    <a:pt x="1" y="109"/>
                    <a:pt x="1" y="179"/>
                    <a:pt x="38" y="228"/>
                  </a:cubicBezTo>
                  <a:cubicBezTo>
                    <a:pt x="59" y="251"/>
                    <a:pt x="83" y="261"/>
                    <a:pt x="109" y="261"/>
                  </a:cubicBezTo>
                  <a:cubicBezTo>
                    <a:pt x="143" y="261"/>
                    <a:pt x="178" y="243"/>
                    <a:pt x="207" y="212"/>
                  </a:cubicBezTo>
                  <a:cubicBezTo>
                    <a:pt x="244" y="162"/>
                    <a:pt x="244" y="76"/>
                    <a:pt x="207" y="22"/>
                  </a:cubicBezTo>
                  <a:cubicBezTo>
                    <a:pt x="187" y="9"/>
                    <a:pt x="163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"/>
            <p:cNvSpPr/>
            <p:nvPr/>
          </p:nvSpPr>
          <p:spPr>
            <a:xfrm>
              <a:off x="4228800" y="2818850"/>
              <a:ext cx="6500" cy="6300"/>
            </a:xfrm>
            <a:custGeom>
              <a:avLst/>
              <a:gdLst/>
              <a:ahLst/>
              <a:cxnLst/>
              <a:rect l="l" t="t" r="r" b="b"/>
              <a:pathLst>
                <a:path w="260" h="252" extrusionOk="0">
                  <a:moveTo>
                    <a:pt x="138" y="0"/>
                  </a:moveTo>
                  <a:cubicBezTo>
                    <a:pt x="105" y="0"/>
                    <a:pt x="73" y="20"/>
                    <a:pt x="54" y="49"/>
                  </a:cubicBezTo>
                  <a:cubicBezTo>
                    <a:pt x="0" y="102"/>
                    <a:pt x="0" y="185"/>
                    <a:pt x="54" y="222"/>
                  </a:cubicBezTo>
                  <a:cubicBezTo>
                    <a:pt x="68" y="242"/>
                    <a:pt x="91" y="252"/>
                    <a:pt x="116" y="252"/>
                  </a:cubicBezTo>
                  <a:cubicBezTo>
                    <a:pt x="150" y="252"/>
                    <a:pt x="187" y="234"/>
                    <a:pt x="206" y="205"/>
                  </a:cubicBezTo>
                  <a:cubicBezTo>
                    <a:pt x="260" y="152"/>
                    <a:pt x="260" y="65"/>
                    <a:pt x="206" y="32"/>
                  </a:cubicBezTo>
                  <a:cubicBezTo>
                    <a:pt x="186" y="10"/>
                    <a:pt x="162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"/>
            <p:cNvSpPr/>
            <p:nvPr/>
          </p:nvSpPr>
          <p:spPr>
            <a:xfrm>
              <a:off x="3838450" y="2848400"/>
              <a:ext cx="1675" cy="2175"/>
            </a:xfrm>
            <a:custGeom>
              <a:avLst/>
              <a:gdLst/>
              <a:ahLst/>
              <a:cxnLst/>
              <a:rect l="l" t="t" r="r" b="b"/>
              <a:pathLst>
                <a:path w="67" h="87" extrusionOk="0">
                  <a:moveTo>
                    <a:pt x="1" y="0"/>
                  </a:moveTo>
                  <a:lnTo>
                    <a:pt x="1" y="87"/>
                  </a:lnTo>
                  <a:lnTo>
                    <a:pt x="67" y="87"/>
                  </a:lnTo>
                  <a:cubicBezTo>
                    <a:pt x="67" y="70"/>
                    <a:pt x="50" y="33"/>
                    <a:pt x="34" y="17"/>
                  </a:cubicBezTo>
                  <a:cubicBezTo>
                    <a:pt x="34" y="17"/>
                    <a:pt x="17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"/>
            <p:cNvSpPr/>
            <p:nvPr/>
          </p:nvSpPr>
          <p:spPr>
            <a:xfrm>
              <a:off x="3842675" y="2753475"/>
              <a:ext cx="6125" cy="6500"/>
            </a:xfrm>
            <a:custGeom>
              <a:avLst/>
              <a:gdLst/>
              <a:ahLst/>
              <a:cxnLst/>
              <a:rect l="l" t="t" r="r" b="b"/>
              <a:pathLst>
                <a:path w="245" h="260" extrusionOk="0">
                  <a:moveTo>
                    <a:pt x="141" y="0"/>
                  </a:moveTo>
                  <a:cubicBezTo>
                    <a:pt x="87" y="0"/>
                    <a:pt x="17" y="54"/>
                    <a:pt x="1" y="120"/>
                  </a:cubicBezTo>
                  <a:cubicBezTo>
                    <a:pt x="1" y="157"/>
                    <a:pt x="1" y="190"/>
                    <a:pt x="17" y="223"/>
                  </a:cubicBezTo>
                  <a:cubicBezTo>
                    <a:pt x="38" y="243"/>
                    <a:pt x="71" y="260"/>
                    <a:pt x="87" y="260"/>
                  </a:cubicBezTo>
                  <a:cubicBezTo>
                    <a:pt x="120" y="260"/>
                    <a:pt x="157" y="260"/>
                    <a:pt x="174" y="243"/>
                  </a:cubicBezTo>
                  <a:cubicBezTo>
                    <a:pt x="207" y="223"/>
                    <a:pt x="223" y="190"/>
                    <a:pt x="223" y="157"/>
                  </a:cubicBezTo>
                  <a:cubicBezTo>
                    <a:pt x="244" y="120"/>
                    <a:pt x="223" y="87"/>
                    <a:pt x="207" y="54"/>
                  </a:cubicBezTo>
                  <a:cubicBezTo>
                    <a:pt x="207" y="54"/>
                    <a:pt x="207" y="37"/>
                    <a:pt x="190" y="37"/>
                  </a:cubicBezTo>
                  <a:cubicBezTo>
                    <a:pt x="190" y="37"/>
                    <a:pt x="190" y="17"/>
                    <a:pt x="174" y="17"/>
                  </a:cubicBezTo>
                  <a:cubicBezTo>
                    <a:pt x="174" y="17"/>
                    <a:pt x="157" y="17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"/>
            <p:cNvSpPr/>
            <p:nvPr/>
          </p:nvSpPr>
          <p:spPr>
            <a:xfrm>
              <a:off x="3843600" y="2771100"/>
              <a:ext cx="6025" cy="6375"/>
            </a:xfrm>
            <a:custGeom>
              <a:avLst/>
              <a:gdLst/>
              <a:ahLst/>
              <a:cxnLst/>
              <a:rect l="l" t="t" r="r" b="b"/>
              <a:pathLst>
                <a:path w="241" h="255" extrusionOk="0">
                  <a:moveTo>
                    <a:pt x="83" y="0"/>
                  </a:moveTo>
                  <a:cubicBezTo>
                    <a:pt x="50" y="17"/>
                    <a:pt x="34" y="54"/>
                    <a:pt x="17" y="70"/>
                  </a:cubicBezTo>
                  <a:cubicBezTo>
                    <a:pt x="1" y="103"/>
                    <a:pt x="1" y="136"/>
                    <a:pt x="1" y="173"/>
                  </a:cubicBezTo>
                  <a:cubicBezTo>
                    <a:pt x="17" y="206"/>
                    <a:pt x="34" y="223"/>
                    <a:pt x="50" y="239"/>
                  </a:cubicBezTo>
                  <a:cubicBezTo>
                    <a:pt x="67" y="250"/>
                    <a:pt x="84" y="255"/>
                    <a:pt x="100" y="255"/>
                  </a:cubicBezTo>
                  <a:cubicBezTo>
                    <a:pt x="115" y="255"/>
                    <a:pt x="129" y="250"/>
                    <a:pt x="137" y="239"/>
                  </a:cubicBezTo>
                  <a:cubicBezTo>
                    <a:pt x="207" y="223"/>
                    <a:pt x="240" y="136"/>
                    <a:pt x="224" y="87"/>
                  </a:cubicBezTo>
                  <a:cubicBezTo>
                    <a:pt x="224" y="54"/>
                    <a:pt x="207" y="33"/>
                    <a:pt x="186" y="17"/>
                  </a:cubicBezTo>
                  <a:cubicBezTo>
                    <a:pt x="186" y="17"/>
                    <a:pt x="170" y="17"/>
                    <a:pt x="1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"/>
            <p:cNvSpPr/>
            <p:nvPr/>
          </p:nvSpPr>
          <p:spPr>
            <a:xfrm>
              <a:off x="3842275" y="27097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2" y="0"/>
                  </a:moveTo>
                  <a:cubicBezTo>
                    <a:pt x="100" y="0"/>
                    <a:pt x="64" y="19"/>
                    <a:pt x="33" y="50"/>
                  </a:cubicBezTo>
                  <a:cubicBezTo>
                    <a:pt x="0" y="99"/>
                    <a:pt x="0" y="186"/>
                    <a:pt x="33" y="239"/>
                  </a:cubicBezTo>
                  <a:cubicBezTo>
                    <a:pt x="55" y="253"/>
                    <a:pt x="80" y="261"/>
                    <a:pt x="104" y="261"/>
                  </a:cubicBezTo>
                  <a:cubicBezTo>
                    <a:pt x="141" y="261"/>
                    <a:pt x="177" y="244"/>
                    <a:pt x="206" y="202"/>
                  </a:cubicBezTo>
                  <a:cubicBezTo>
                    <a:pt x="239" y="153"/>
                    <a:pt x="239" y="83"/>
                    <a:pt x="190" y="33"/>
                  </a:cubicBezTo>
                  <a:cubicBezTo>
                    <a:pt x="176" y="10"/>
                    <a:pt x="155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"/>
            <p:cNvSpPr/>
            <p:nvPr/>
          </p:nvSpPr>
          <p:spPr>
            <a:xfrm>
              <a:off x="4257550" y="2828300"/>
              <a:ext cx="6100" cy="6300"/>
            </a:xfrm>
            <a:custGeom>
              <a:avLst/>
              <a:gdLst/>
              <a:ahLst/>
              <a:cxnLst/>
              <a:rect l="l" t="t" r="r" b="b"/>
              <a:pathLst>
                <a:path w="244" h="252" extrusionOk="0">
                  <a:moveTo>
                    <a:pt x="137" y="1"/>
                  </a:moveTo>
                  <a:cubicBezTo>
                    <a:pt x="104" y="1"/>
                    <a:pt x="73" y="19"/>
                    <a:pt x="54" y="50"/>
                  </a:cubicBezTo>
                  <a:cubicBezTo>
                    <a:pt x="0" y="99"/>
                    <a:pt x="0" y="186"/>
                    <a:pt x="54" y="219"/>
                  </a:cubicBezTo>
                  <a:cubicBezTo>
                    <a:pt x="68" y="242"/>
                    <a:pt x="89" y="252"/>
                    <a:pt x="112" y="252"/>
                  </a:cubicBezTo>
                  <a:cubicBezTo>
                    <a:pt x="143" y="252"/>
                    <a:pt x="178" y="233"/>
                    <a:pt x="207" y="202"/>
                  </a:cubicBezTo>
                  <a:cubicBezTo>
                    <a:pt x="244" y="153"/>
                    <a:pt x="244" y="66"/>
                    <a:pt x="207" y="33"/>
                  </a:cubicBezTo>
                  <a:cubicBezTo>
                    <a:pt x="186" y="11"/>
                    <a:pt x="161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"/>
            <p:cNvSpPr/>
            <p:nvPr/>
          </p:nvSpPr>
          <p:spPr>
            <a:xfrm>
              <a:off x="3979675" y="27479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70" y="17"/>
                    <a:pt x="37" y="71"/>
                    <a:pt x="21" y="120"/>
                  </a:cubicBezTo>
                  <a:cubicBezTo>
                    <a:pt x="0" y="190"/>
                    <a:pt x="37" y="240"/>
                    <a:pt x="103" y="260"/>
                  </a:cubicBezTo>
                  <a:cubicBezTo>
                    <a:pt x="140" y="260"/>
                    <a:pt x="157" y="260"/>
                    <a:pt x="190" y="240"/>
                  </a:cubicBezTo>
                  <a:cubicBezTo>
                    <a:pt x="206" y="207"/>
                    <a:pt x="227" y="190"/>
                    <a:pt x="243" y="157"/>
                  </a:cubicBezTo>
                  <a:cubicBezTo>
                    <a:pt x="243" y="120"/>
                    <a:pt x="243" y="87"/>
                    <a:pt x="227" y="54"/>
                  </a:cubicBezTo>
                  <a:cubicBezTo>
                    <a:pt x="227" y="54"/>
                    <a:pt x="227" y="34"/>
                    <a:pt x="206" y="34"/>
                  </a:cubicBezTo>
                  <a:cubicBezTo>
                    <a:pt x="206" y="34"/>
                    <a:pt x="206" y="17"/>
                    <a:pt x="190" y="17"/>
                  </a:cubicBezTo>
                  <a:cubicBezTo>
                    <a:pt x="173" y="17"/>
                    <a:pt x="140" y="17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"/>
            <p:cNvSpPr/>
            <p:nvPr/>
          </p:nvSpPr>
          <p:spPr>
            <a:xfrm>
              <a:off x="3944100" y="2832200"/>
              <a:ext cx="6425" cy="6500"/>
            </a:xfrm>
            <a:custGeom>
              <a:avLst/>
              <a:gdLst/>
              <a:ahLst/>
              <a:cxnLst/>
              <a:rect l="l" t="t" r="r" b="b"/>
              <a:pathLst>
                <a:path w="257" h="260" extrusionOk="0">
                  <a:moveTo>
                    <a:pt x="135" y="0"/>
                  </a:moveTo>
                  <a:cubicBezTo>
                    <a:pt x="101" y="0"/>
                    <a:pt x="69" y="18"/>
                    <a:pt x="50" y="46"/>
                  </a:cubicBezTo>
                  <a:cubicBezTo>
                    <a:pt x="1" y="100"/>
                    <a:pt x="1" y="187"/>
                    <a:pt x="50" y="236"/>
                  </a:cubicBezTo>
                  <a:cubicBezTo>
                    <a:pt x="65" y="251"/>
                    <a:pt x="91" y="259"/>
                    <a:pt x="118" y="259"/>
                  </a:cubicBezTo>
                  <a:cubicBezTo>
                    <a:pt x="151" y="259"/>
                    <a:pt x="186" y="247"/>
                    <a:pt x="207" y="220"/>
                  </a:cubicBezTo>
                  <a:cubicBezTo>
                    <a:pt x="256" y="150"/>
                    <a:pt x="256" y="84"/>
                    <a:pt x="207" y="30"/>
                  </a:cubicBezTo>
                  <a:cubicBezTo>
                    <a:pt x="184" y="9"/>
                    <a:pt x="159" y="0"/>
                    <a:pt x="1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"/>
            <p:cNvSpPr/>
            <p:nvPr/>
          </p:nvSpPr>
          <p:spPr>
            <a:xfrm>
              <a:off x="3940200" y="2801275"/>
              <a:ext cx="6000" cy="6250"/>
            </a:xfrm>
            <a:custGeom>
              <a:avLst/>
              <a:gdLst/>
              <a:ahLst/>
              <a:cxnLst/>
              <a:rect l="l" t="t" r="r" b="b"/>
              <a:pathLst>
                <a:path w="240" h="250" extrusionOk="0">
                  <a:moveTo>
                    <a:pt x="133" y="0"/>
                  </a:moveTo>
                  <a:cubicBezTo>
                    <a:pt x="101" y="0"/>
                    <a:pt x="64" y="18"/>
                    <a:pt x="33" y="47"/>
                  </a:cubicBezTo>
                  <a:cubicBezTo>
                    <a:pt x="0" y="100"/>
                    <a:pt x="0" y="187"/>
                    <a:pt x="33" y="220"/>
                  </a:cubicBezTo>
                  <a:cubicBezTo>
                    <a:pt x="55" y="240"/>
                    <a:pt x="81" y="250"/>
                    <a:pt x="106" y="250"/>
                  </a:cubicBezTo>
                  <a:cubicBezTo>
                    <a:pt x="142" y="250"/>
                    <a:pt x="177" y="232"/>
                    <a:pt x="206" y="203"/>
                  </a:cubicBezTo>
                  <a:cubicBezTo>
                    <a:pt x="239" y="150"/>
                    <a:pt x="239" y="63"/>
                    <a:pt x="190" y="30"/>
                  </a:cubicBezTo>
                  <a:cubicBezTo>
                    <a:pt x="176" y="9"/>
                    <a:pt x="156" y="0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"/>
            <p:cNvSpPr/>
            <p:nvPr/>
          </p:nvSpPr>
          <p:spPr>
            <a:xfrm>
              <a:off x="3940600" y="2755725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38" y="0"/>
                  </a:moveTo>
                  <a:cubicBezTo>
                    <a:pt x="103" y="0"/>
                    <a:pt x="67" y="19"/>
                    <a:pt x="38" y="50"/>
                  </a:cubicBezTo>
                  <a:cubicBezTo>
                    <a:pt x="1" y="100"/>
                    <a:pt x="1" y="186"/>
                    <a:pt x="38" y="219"/>
                  </a:cubicBezTo>
                  <a:cubicBezTo>
                    <a:pt x="54" y="236"/>
                    <a:pt x="71" y="257"/>
                    <a:pt x="87" y="257"/>
                  </a:cubicBezTo>
                  <a:cubicBezTo>
                    <a:pt x="120" y="257"/>
                    <a:pt x="174" y="257"/>
                    <a:pt x="207" y="203"/>
                  </a:cubicBezTo>
                  <a:cubicBezTo>
                    <a:pt x="244" y="170"/>
                    <a:pt x="244" y="116"/>
                    <a:pt x="223" y="67"/>
                  </a:cubicBezTo>
                  <a:cubicBezTo>
                    <a:pt x="223" y="50"/>
                    <a:pt x="207" y="30"/>
                    <a:pt x="207" y="30"/>
                  </a:cubicBezTo>
                  <a:cubicBezTo>
                    <a:pt x="186" y="9"/>
                    <a:pt x="162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"/>
            <p:cNvSpPr/>
            <p:nvPr/>
          </p:nvSpPr>
          <p:spPr>
            <a:xfrm>
              <a:off x="3925150" y="2796950"/>
              <a:ext cx="6500" cy="6325"/>
            </a:xfrm>
            <a:custGeom>
              <a:avLst/>
              <a:gdLst/>
              <a:ahLst/>
              <a:cxnLst/>
              <a:rect l="l" t="t" r="r" b="b"/>
              <a:pathLst>
                <a:path w="260" h="253" extrusionOk="0">
                  <a:moveTo>
                    <a:pt x="151" y="0"/>
                  </a:moveTo>
                  <a:cubicBezTo>
                    <a:pt x="119" y="0"/>
                    <a:pt x="83" y="19"/>
                    <a:pt x="54" y="51"/>
                  </a:cubicBezTo>
                  <a:cubicBezTo>
                    <a:pt x="0" y="100"/>
                    <a:pt x="0" y="187"/>
                    <a:pt x="54" y="220"/>
                  </a:cubicBezTo>
                  <a:cubicBezTo>
                    <a:pt x="75" y="242"/>
                    <a:pt x="99" y="252"/>
                    <a:pt x="124" y="252"/>
                  </a:cubicBezTo>
                  <a:cubicBezTo>
                    <a:pt x="156" y="252"/>
                    <a:pt x="187" y="234"/>
                    <a:pt x="206" y="203"/>
                  </a:cubicBezTo>
                  <a:cubicBezTo>
                    <a:pt x="260" y="154"/>
                    <a:pt x="260" y="67"/>
                    <a:pt x="206" y="30"/>
                  </a:cubicBezTo>
                  <a:cubicBezTo>
                    <a:pt x="193" y="10"/>
                    <a:pt x="173" y="0"/>
                    <a:pt x="1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"/>
            <p:cNvSpPr/>
            <p:nvPr/>
          </p:nvSpPr>
          <p:spPr>
            <a:xfrm>
              <a:off x="3921750" y="27371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53" y="1"/>
                  </a:moveTo>
                  <a:cubicBezTo>
                    <a:pt x="120" y="1"/>
                    <a:pt x="87" y="1"/>
                    <a:pt x="70" y="17"/>
                  </a:cubicBezTo>
                  <a:cubicBezTo>
                    <a:pt x="33" y="50"/>
                    <a:pt x="17" y="71"/>
                    <a:pt x="17" y="104"/>
                  </a:cubicBezTo>
                  <a:cubicBezTo>
                    <a:pt x="0" y="137"/>
                    <a:pt x="17" y="174"/>
                    <a:pt x="33" y="207"/>
                  </a:cubicBezTo>
                  <a:cubicBezTo>
                    <a:pt x="50" y="223"/>
                    <a:pt x="70" y="240"/>
                    <a:pt x="103" y="256"/>
                  </a:cubicBezTo>
                  <a:cubicBezTo>
                    <a:pt x="153" y="256"/>
                    <a:pt x="223" y="223"/>
                    <a:pt x="239" y="137"/>
                  </a:cubicBezTo>
                  <a:cubicBezTo>
                    <a:pt x="239" y="120"/>
                    <a:pt x="239" y="87"/>
                    <a:pt x="223" y="50"/>
                  </a:cubicBezTo>
                  <a:cubicBezTo>
                    <a:pt x="223" y="34"/>
                    <a:pt x="206" y="34"/>
                    <a:pt x="206" y="34"/>
                  </a:cubicBezTo>
                  <a:cubicBezTo>
                    <a:pt x="190" y="17"/>
                    <a:pt x="173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"/>
            <p:cNvSpPr/>
            <p:nvPr/>
          </p:nvSpPr>
          <p:spPr>
            <a:xfrm>
              <a:off x="3919975" y="2781475"/>
              <a:ext cx="6125" cy="6450"/>
            </a:xfrm>
            <a:custGeom>
              <a:avLst/>
              <a:gdLst/>
              <a:ahLst/>
              <a:cxnLst/>
              <a:rect l="l" t="t" r="r" b="b"/>
              <a:pathLst>
                <a:path w="245" h="258" extrusionOk="0">
                  <a:moveTo>
                    <a:pt x="139" y="1"/>
                  </a:moveTo>
                  <a:cubicBezTo>
                    <a:pt x="106" y="1"/>
                    <a:pt x="74" y="20"/>
                    <a:pt x="55" y="51"/>
                  </a:cubicBezTo>
                  <a:cubicBezTo>
                    <a:pt x="1" y="101"/>
                    <a:pt x="1" y="187"/>
                    <a:pt x="55" y="220"/>
                  </a:cubicBezTo>
                  <a:cubicBezTo>
                    <a:pt x="71" y="237"/>
                    <a:pt x="71" y="257"/>
                    <a:pt x="88" y="257"/>
                  </a:cubicBezTo>
                  <a:cubicBezTo>
                    <a:pt x="141" y="257"/>
                    <a:pt x="174" y="257"/>
                    <a:pt x="207" y="204"/>
                  </a:cubicBezTo>
                  <a:cubicBezTo>
                    <a:pt x="244" y="171"/>
                    <a:pt x="244" y="117"/>
                    <a:pt x="244" y="68"/>
                  </a:cubicBezTo>
                  <a:cubicBezTo>
                    <a:pt x="224" y="51"/>
                    <a:pt x="224" y="51"/>
                    <a:pt x="207" y="30"/>
                  </a:cubicBezTo>
                  <a:cubicBezTo>
                    <a:pt x="187" y="10"/>
                    <a:pt x="163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"/>
            <p:cNvSpPr/>
            <p:nvPr/>
          </p:nvSpPr>
          <p:spPr>
            <a:xfrm>
              <a:off x="3914825" y="2829875"/>
              <a:ext cx="6125" cy="6475"/>
            </a:xfrm>
            <a:custGeom>
              <a:avLst/>
              <a:gdLst/>
              <a:ahLst/>
              <a:cxnLst/>
              <a:rect l="l" t="t" r="r" b="b"/>
              <a:pathLst>
                <a:path w="245" h="259" extrusionOk="0">
                  <a:moveTo>
                    <a:pt x="136" y="0"/>
                  </a:moveTo>
                  <a:cubicBezTo>
                    <a:pt x="87" y="0"/>
                    <a:pt x="35" y="46"/>
                    <a:pt x="17" y="106"/>
                  </a:cubicBezTo>
                  <a:cubicBezTo>
                    <a:pt x="1" y="177"/>
                    <a:pt x="38" y="243"/>
                    <a:pt x="104" y="259"/>
                  </a:cubicBezTo>
                  <a:cubicBezTo>
                    <a:pt x="120" y="259"/>
                    <a:pt x="157" y="259"/>
                    <a:pt x="190" y="226"/>
                  </a:cubicBezTo>
                  <a:cubicBezTo>
                    <a:pt x="207" y="210"/>
                    <a:pt x="223" y="193"/>
                    <a:pt x="244" y="156"/>
                  </a:cubicBezTo>
                  <a:cubicBezTo>
                    <a:pt x="244" y="123"/>
                    <a:pt x="244" y="90"/>
                    <a:pt x="223" y="53"/>
                  </a:cubicBezTo>
                  <a:cubicBezTo>
                    <a:pt x="223" y="36"/>
                    <a:pt x="207" y="36"/>
                    <a:pt x="207" y="36"/>
                  </a:cubicBezTo>
                  <a:cubicBezTo>
                    <a:pt x="190" y="20"/>
                    <a:pt x="174" y="3"/>
                    <a:pt x="157" y="3"/>
                  </a:cubicBezTo>
                  <a:cubicBezTo>
                    <a:pt x="150" y="1"/>
                    <a:pt x="14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"/>
            <p:cNvSpPr/>
            <p:nvPr/>
          </p:nvSpPr>
          <p:spPr>
            <a:xfrm>
              <a:off x="3942350" y="281665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53" y="1"/>
                  </a:moveTo>
                  <a:cubicBezTo>
                    <a:pt x="87" y="1"/>
                    <a:pt x="34" y="34"/>
                    <a:pt x="17" y="120"/>
                  </a:cubicBezTo>
                  <a:cubicBezTo>
                    <a:pt x="1" y="137"/>
                    <a:pt x="1" y="170"/>
                    <a:pt x="17" y="207"/>
                  </a:cubicBezTo>
                  <a:cubicBezTo>
                    <a:pt x="34" y="240"/>
                    <a:pt x="71" y="256"/>
                    <a:pt x="87" y="256"/>
                  </a:cubicBezTo>
                  <a:cubicBezTo>
                    <a:pt x="96" y="258"/>
                    <a:pt x="104" y="259"/>
                    <a:pt x="112" y="259"/>
                  </a:cubicBezTo>
                  <a:cubicBezTo>
                    <a:pt x="167" y="259"/>
                    <a:pt x="209" y="214"/>
                    <a:pt x="223" y="153"/>
                  </a:cubicBezTo>
                  <a:cubicBezTo>
                    <a:pt x="240" y="120"/>
                    <a:pt x="240" y="87"/>
                    <a:pt x="223" y="50"/>
                  </a:cubicBezTo>
                  <a:cubicBezTo>
                    <a:pt x="207" y="50"/>
                    <a:pt x="207" y="34"/>
                    <a:pt x="207" y="34"/>
                  </a:cubicBezTo>
                  <a:cubicBezTo>
                    <a:pt x="190" y="17"/>
                    <a:pt x="174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"/>
            <p:cNvSpPr/>
            <p:nvPr/>
          </p:nvSpPr>
          <p:spPr>
            <a:xfrm>
              <a:off x="3927725" y="281325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35" y="1"/>
                  </a:moveTo>
                  <a:cubicBezTo>
                    <a:pt x="101" y="1"/>
                    <a:pt x="66" y="19"/>
                    <a:pt x="37" y="50"/>
                  </a:cubicBezTo>
                  <a:cubicBezTo>
                    <a:pt x="0" y="99"/>
                    <a:pt x="0" y="186"/>
                    <a:pt x="37" y="240"/>
                  </a:cubicBezTo>
                  <a:cubicBezTo>
                    <a:pt x="57" y="253"/>
                    <a:pt x="81" y="261"/>
                    <a:pt x="105" y="261"/>
                  </a:cubicBezTo>
                  <a:cubicBezTo>
                    <a:pt x="140" y="261"/>
                    <a:pt x="177" y="244"/>
                    <a:pt x="206" y="203"/>
                  </a:cubicBezTo>
                  <a:cubicBezTo>
                    <a:pt x="243" y="153"/>
                    <a:pt x="243" y="83"/>
                    <a:pt x="206" y="33"/>
                  </a:cubicBezTo>
                  <a:cubicBezTo>
                    <a:pt x="185" y="11"/>
                    <a:pt x="161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"/>
            <p:cNvSpPr/>
            <p:nvPr/>
          </p:nvSpPr>
          <p:spPr>
            <a:xfrm>
              <a:off x="3927725" y="2752325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36" y="1"/>
                  </a:moveTo>
                  <a:cubicBezTo>
                    <a:pt x="121" y="1"/>
                    <a:pt x="103" y="5"/>
                    <a:pt x="87" y="13"/>
                  </a:cubicBezTo>
                  <a:cubicBezTo>
                    <a:pt x="37" y="46"/>
                    <a:pt x="0" y="116"/>
                    <a:pt x="17" y="186"/>
                  </a:cubicBezTo>
                  <a:cubicBezTo>
                    <a:pt x="17" y="219"/>
                    <a:pt x="37" y="236"/>
                    <a:pt x="70" y="252"/>
                  </a:cubicBezTo>
                  <a:cubicBezTo>
                    <a:pt x="79" y="261"/>
                    <a:pt x="91" y="265"/>
                    <a:pt x="106" y="265"/>
                  </a:cubicBezTo>
                  <a:cubicBezTo>
                    <a:pt x="121" y="265"/>
                    <a:pt x="138" y="261"/>
                    <a:pt x="157" y="252"/>
                  </a:cubicBezTo>
                  <a:cubicBezTo>
                    <a:pt x="190" y="236"/>
                    <a:pt x="206" y="219"/>
                    <a:pt x="223" y="186"/>
                  </a:cubicBezTo>
                  <a:cubicBezTo>
                    <a:pt x="243" y="149"/>
                    <a:pt x="243" y="116"/>
                    <a:pt x="223" y="83"/>
                  </a:cubicBezTo>
                  <a:cubicBezTo>
                    <a:pt x="223" y="63"/>
                    <a:pt x="223" y="46"/>
                    <a:pt x="206" y="30"/>
                  </a:cubicBezTo>
                  <a:cubicBezTo>
                    <a:pt x="190" y="30"/>
                    <a:pt x="190" y="30"/>
                    <a:pt x="173" y="13"/>
                  </a:cubicBezTo>
                  <a:cubicBezTo>
                    <a:pt x="165" y="5"/>
                    <a:pt x="152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"/>
            <p:cNvSpPr/>
            <p:nvPr/>
          </p:nvSpPr>
          <p:spPr>
            <a:xfrm>
              <a:off x="3929875" y="2829875"/>
              <a:ext cx="5600" cy="6475"/>
            </a:xfrm>
            <a:custGeom>
              <a:avLst/>
              <a:gdLst/>
              <a:ahLst/>
              <a:cxnLst/>
              <a:rect l="l" t="t" r="r" b="b"/>
              <a:pathLst>
                <a:path w="224" h="259" extrusionOk="0">
                  <a:moveTo>
                    <a:pt x="117" y="0"/>
                  </a:moveTo>
                  <a:cubicBezTo>
                    <a:pt x="70" y="0"/>
                    <a:pt x="15" y="46"/>
                    <a:pt x="1" y="106"/>
                  </a:cubicBezTo>
                  <a:cubicBezTo>
                    <a:pt x="1" y="139"/>
                    <a:pt x="1" y="177"/>
                    <a:pt x="17" y="210"/>
                  </a:cubicBezTo>
                  <a:cubicBezTo>
                    <a:pt x="34" y="226"/>
                    <a:pt x="54" y="243"/>
                    <a:pt x="87" y="259"/>
                  </a:cubicBezTo>
                  <a:cubicBezTo>
                    <a:pt x="137" y="259"/>
                    <a:pt x="207" y="226"/>
                    <a:pt x="223" y="139"/>
                  </a:cubicBezTo>
                  <a:cubicBezTo>
                    <a:pt x="223" y="123"/>
                    <a:pt x="223" y="90"/>
                    <a:pt x="207" y="53"/>
                  </a:cubicBezTo>
                  <a:cubicBezTo>
                    <a:pt x="207" y="36"/>
                    <a:pt x="207" y="36"/>
                    <a:pt x="190" y="36"/>
                  </a:cubicBezTo>
                  <a:cubicBezTo>
                    <a:pt x="174" y="20"/>
                    <a:pt x="157" y="3"/>
                    <a:pt x="137" y="3"/>
                  </a:cubicBezTo>
                  <a:cubicBezTo>
                    <a:pt x="130" y="1"/>
                    <a:pt x="124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"/>
            <p:cNvSpPr/>
            <p:nvPr/>
          </p:nvSpPr>
          <p:spPr>
            <a:xfrm>
              <a:off x="3932875" y="276755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34" y="1"/>
                  </a:moveTo>
                  <a:cubicBezTo>
                    <a:pt x="102" y="1"/>
                    <a:pt x="66" y="17"/>
                    <a:pt x="37" y="56"/>
                  </a:cubicBezTo>
                  <a:cubicBezTo>
                    <a:pt x="17" y="72"/>
                    <a:pt x="17" y="93"/>
                    <a:pt x="17" y="109"/>
                  </a:cubicBezTo>
                  <a:cubicBezTo>
                    <a:pt x="0" y="142"/>
                    <a:pt x="0" y="196"/>
                    <a:pt x="37" y="229"/>
                  </a:cubicBezTo>
                  <a:cubicBezTo>
                    <a:pt x="57" y="248"/>
                    <a:pt x="82" y="256"/>
                    <a:pt x="107" y="256"/>
                  </a:cubicBezTo>
                  <a:cubicBezTo>
                    <a:pt x="124" y="256"/>
                    <a:pt x="142" y="252"/>
                    <a:pt x="157" y="245"/>
                  </a:cubicBezTo>
                  <a:cubicBezTo>
                    <a:pt x="173" y="245"/>
                    <a:pt x="190" y="229"/>
                    <a:pt x="190" y="212"/>
                  </a:cubicBezTo>
                  <a:cubicBezTo>
                    <a:pt x="244" y="159"/>
                    <a:pt x="244" y="72"/>
                    <a:pt x="190" y="23"/>
                  </a:cubicBezTo>
                  <a:cubicBezTo>
                    <a:pt x="176" y="9"/>
                    <a:pt x="156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"/>
            <p:cNvSpPr/>
            <p:nvPr/>
          </p:nvSpPr>
          <p:spPr>
            <a:xfrm>
              <a:off x="3947100" y="2771325"/>
              <a:ext cx="5575" cy="6350"/>
            </a:xfrm>
            <a:custGeom>
              <a:avLst/>
              <a:gdLst/>
              <a:ahLst/>
              <a:cxnLst/>
              <a:rect l="l" t="t" r="r" b="b"/>
              <a:pathLst>
                <a:path w="223" h="254" extrusionOk="0">
                  <a:moveTo>
                    <a:pt x="111" y="1"/>
                  </a:moveTo>
                  <a:cubicBezTo>
                    <a:pt x="92" y="1"/>
                    <a:pt x="76" y="13"/>
                    <a:pt x="50" y="24"/>
                  </a:cubicBezTo>
                  <a:cubicBezTo>
                    <a:pt x="33" y="45"/>
                    <a:pt x="17" y="78"/>
                    <a:pt x="0" y="111"/>
                  </a:cubicBezTo>
                  <a:cubicBezTo>
                    <a:pt x="0" y="148"/>
                    <a:pt x="0" y="181"/>
                    <a:pt x="17" y="197"/>
                  </a:cubicBezTo>
                  <a:cubicBezTo>
                    <a:pt x="33" y="230"/>
                    <a:pt x="50" y="251"/>
                    <a:pt x="87" y="251"/>
                  </a:cubicBezTo>
                  <a:cubicBezTo>
                    <a:pt x="93" y="253"/>
                    <a:pt x="99" y="254"/>
                    <a:pt x="106" y="254"/>
                  </a:cubicBezTo>
                  <a:cubicBezTo>
                    <a:pt x="153" y="254"/>
                    <a:pt x="208" y="206"/>
                    <a:pt x="223" y="148"/>
                  </a:cubicBezTo>
                  <a:cubicBezTo>
                    <a:pt x="223" y="111"/>
                    <a:pt x="223" y="78"/>
                    <a:pt x="206" y="45"/>
                  </a:cubicBezTo>
                  <a:lnTo>
                    <a:pt x="190" y="24"/>
                  </a:lnTo>
                  <a:cubicBezTo>
                    <a:pt x="169" y="8"/>
                    <a:pt x="153" y="8"/>
                    <a:pt x="136" y="8"/>
                  </a:cubicBezTo>
                  <a:cubicBezTo>
                    <a:pt x="127" y="3"/>
                    <a:pt x="118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"/>
            <p:cNvSpPr/>
            <p:nvPr/>
          </p:nvSpPr>
          <p:spPr>
            <a:xfrm>
              <a:off x="3939375" y="27405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3" y="1"/>
                  </a:moveTo>
                  <a:cubicBezTo>
                    <a:pt x="87" y="1"/>
                    <a:pt x="33" y="54"/>
                    <a:pt x="17" y="120"/>
                  </a:cubicBezTo>
                  <a:cubicBezTo>
                    <a:pt x="0" y="158"/>
                    <a:pt x="0" y="190"/>
                    <a:pt x="17" y="207"/>
                  </a:cubicBezTo>
                  <a:cubicBezTo>
                    <a:pt x="33" y="244"/>
                    <a:pt x="66" y="261"/>
                    <a:pt x="87" y="261"/>
                  </a:cubicBezTo>
                  <a:cubicBezTo>
                    <a:pt x="120" y="261"/>
                    <a:pt x="153" y="261"/>
                    <a:pt x="169" y="244"/>
                  </a:cubicBezTo>
                  <a:cubicBezTo>
                    <a:pt x="206" y="207"/>
                    <a:pt x="223" y="190"/>
                    <a:pt x="223" y="158"/>
                  </a:cubicBezTo>
                  <a:cubicBezTo>
                    <a:pt x="239" y="120"/>
                    <a:pt x="239" y="87"/>
                    <a:pt x="223" y="54"/>
                  </a:cubicBezTo>
                  <a:cubicBezTo>
                    <a:pt x="206" y="54"/>
                    <a:pt x="206" y="38"/>
                    <a:pt x="206" y="38"/>
                  </a:cubicBezTo>
                  <a:cubicBezTo>
                    <a:pt x="190" y="17"/>
                    <a:pt x="16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"/>
            <p:cNvSpPr/>
            <p:nvPr/>
          </p:nvSpPr>
          <p:spPr>
            <a:xfrm>
              <a:off x="3934625" y="2784500"/>
              <a:ext cx="6000" cy="6300"/>
            </a:xfrm>
            <a:custGeom>
              <a:avLst/>
              <a:gdLst/>
              <a:ahLst/>
              <a:cxnLst/>
              <a:rect l="l" t="t" r="r" b="b"/>
              <a:pathLst>
                <a:path w="240" h="252" extrusionOk="0">
                  <a:moveTo>
                    <a:pt x="139" y="0"/>
                  </a:moveTo>
                  <a:cubicBezTo>
                    <a:pt x="124" y="0"/>
                    <a:pt x="112" y="4"/>
                    <a:pt x="103" y="13"/>
                  </a:cubicBezTo>
                  <a:cubicBezTo>
                    <a:pt x="33" y="33"/>
                    <a:pt x="0" y="99"/>
                    <a:pt x="17" y="169"/>
                  </a:cubicBezTo>
                  <a:cubicBezTo>
                    <a:pt x="33" y="202"/>
                    <a:pt x="50" y="239"/>
                    <a:pt x="71" y="239"/>
                  </a:cubicBezTo>
                  <a:cubicBezTo>
                    <a:pt x="87" y="248"/>
                    <a:pt x="103" y="252"/>
                    <a:pt x="118" y="252"/>
                  </a:cubicBezTo>
                  <a:cubicBezTo>
                    <a:pt x="132" y="252"/>
                    <a:pt x="145" y="248"/>
                    <a:pt x="153" y="239"/>
                  </a:cubicBezTo>
                  <a:cubicBezTo>
                    <a:pt x="190" y="239"/>
                    <a:pt x="207" y="202"/>
                    <a:pt x="223" y="169"/>
                  </a:cubicBezTo>
                  <a:cubicBezTo>
                    <a:pt x="240" y="153"/>
                    <a:pt x="240" y="116"/>
                    <a:pt x="240" y="83"/>
                  </a:cubicBezTo>
                  <a:cubicBezTo>
                    <a:pt x="223" y="66"/>
                    <a:pt x="223" y="33"/>
                    <a:pt x="207" y="33"/>
                  </a:cubicBezTo>
                  <a:cubicBezTo>
                    <a:pt x="207" y="13"/>
                    <a:pt x="190" y="13"/>
                    <a:pt x="190" y="13"/>
                  </a:cubicBezTo>
                  <a:cubicBezTo>
                    <a:pt x="172" y="4"/>
                    <a:pt x="154" y="0"/>
                    <a:pt x="1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"/>
            <p:cNvSpPr/>
            <p:nvPr/>
          </p:nvSpPr>
          <p:spPr>
            <a:xfrm>
              <a:off x="4040275" y="2741925"/>
              <a:ext cx="5600" cy="6000"/>
            </a:xfrm>
            <a:custGeom>
              <a:avLst/>
              <a:gdLst/>
              <a:ahLst/>
              <a:cxnLst/>
              <a:rect l="l" t="t" r="r" b="b"/>
              <a:pathLst>
                <a:path w="224" h="240" extrusionOk="0">
                  <a:moveTo>
                    <a:pt x="190" y="0"/>
                  </a:moveTo>
                  <a:cubicBezTo>
                    <a:pt x="174" y="0"/>
                    <a:pt x="153" y="17"/>
                    <a:pt x="136" y="17"/>
                  </a:cubicBezTo>
                  <a:cubicBezTo>
                    <a:pt x="87" y="33"/>
                    <a:pt x="50" y="50"/>
                    <a:pt x="17" y="50"/>
                  </a:cubicBezTo>
                  <a:cubicBezTo>
                    <a:pt x="0" y="66"/>
                    <a:pt x="0" y="66"/>
                    <a:pt x="0" y="87"/>
                  </a:cubicBezTo>
                  <a:cubicBezTo>
                    <a:pt x="0" y="120"/>
                    <a:pt x="0" y="153"/>
                    <a:pt x="17" y="190"/>
                  </a:cubicBezTo>
                  <a:cubicBezTo>
                    <a:pt x="33" y="207"/>
                    <a:pt x="50" y="223"/>
                    <a:pt x="87" y="240"/>
                  </a:cubicBezTo>
                  <a:cubicBezTo>
                    <a:pt x="136" y="240"/>
                    <a:pt x="207" y="190"/>
                    <a:pt x="223" y="120"/>
                  </a:cubicBezTo>
                  <a:cubicBezTo>
                    <a:pt x="223" y="87"/>
                    <a:pt x="223" y="50"/>
                    <a:pt x="207" y="33"/>
                  </a:cubicBezTo>
                  <a:cubicBezTo>
                    <a:pt x="207" y="17"/>
                    <a:pt x="207" y="17"/>
                    <a:pt x="1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"/>
            <p:cNvSpPr/>
            <p:nvPr/>
          </p:nvSpPr>
          <p:spPr>
            <a:xfrm>
              <a:off x="4201775" y="2833050"/>
              <a:ext cx="6025" cy="6400"/>
            </a:xfrm>
            <a:custGeom>
              <a:avLst/>
              <a:gdLst/>
              <a:ahLst/>
              <a:cxnLst/>
              <a:rect l="l" t="t" r="r" b="b"/>
              <a:pathLst>
                <a:path w="241" h="256" extrusionOk="0">
                  <a:moveTo>
                    <a:pt x="134" y="0"/>
                  </a:moveTo>
                  <a:cubicBezTo>
                    <a:pt x="120" y="0"/>
                    <a:pt x="102" y="4"/>
                    <a:pt x="83" y="12"/>
                  </a:cubicBezTo>
                  <a:cubicBezTo>
                    <a:pt x="67" y="12"/>
                    <a:pt x="34" y="50"/>
                    <a:pt x="17" y="83"/>
                  </a:cubicBezTo>
                  <a:cubicBezTo>
                    <a:pt x="17" y="99"/>
                    <a:pt x="1" y="132"/>
                    <a:pt x="17" y="169"/>
                  </a:cubicBezTo>
                  <a:cubicBezTo>
                    <a:pt x="17" y="202"/>
                    <a:pt x="34" y="235"/>
                    <a:pt x="67" y="235"/>
                  </a:cubicBezTo>
                  <a:cubicBezTo>
                    <a:pt x="83" y="256"/>
                    <a:pt x="121" y="256"/>
                    <a:pt x="154" y="256"/>
                  </a:cubicBezTo>
                  <a:cubicBezTo>
                    <a:pt x="207" y="219"/>
                    <a:pt x="240" y="153"/>
                    <a:pt x="224" y="83"/>
                  </a:cubicBezTo>
                  <a:cubicBezTo>
                    <a:pt x="224" y="66"/>
                    <a:pt x="224" y="50"/>
                    <a:pt x="207" y="29"/>
                  </a:cubicBezTo>
                  <a:cubicBezTo>
                    <a:pt x="187" y="12"/>
                    <a:pt x="187" y="12"/>
                    <a:pt x="170" y="12"/>
                  </a:cubicBezTo>
                  <a:cubicBezTo>
                    <a:pt x="162" y="4"/>
                    <a:pt x="149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"/>
            <p:cNvSpPr/>
            <p:nvPr/>
          </p:nvSpPr>
          <p:spPr>
            <a:xfrm>
              <a:off x="4104700" y="2827875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32" y="0"/>
                  </a:moveTo>
                  <a:cubicBezTo>
                    <a:pt x="100" y="0"/>
                    <a:pt x="65" y="19"/>
                    <a:pt x="33" y="50"/>
                  </a:cubicBezTo>
                  <a:cubicBezTo>
                    <a:pt x="0" y="100"/>
                    <a:pt x="0" y="186"/>
                    <a:pt x="33" y="219"/>
                  </a:cubicBezTo>
                  <a:cubicBezTo>
                    <a:pt x="56" y="242"/>
                    <a:pt x="81" y="252"/>
                    <a:pt x="106" y="252"/>
                  </a:cubicBezTo>
                  <a:cubicBezTo>
                    <a:pt x="141" y="252"/>
                    <a:pt x="176" y="234"/>
                    <a:pt x="206" y="203"/>
                  </a:cubicBezTo>
                  <a:cubicBezTo>
                    <a:pt x="239" y="153"/>
                    <a:pt x="239" y="67"/>
                    <a:pt x="190" y="30"/>
                  </a:cubicBezTo>
                  <a:cubicBezTo>
                    <a:pt x="175" y="9"/>
                    <a:pt x="154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"/>
            <p:cNvSpPr/>
            <p:nvPr/>
          </p:nvSpPr>
          <p:spPr>
            <a:xfrm>
              <a:off x="4099125" y="2812400"/>
              <a:ext cx="6425" cy="6600"/>
            </a:xfrm>
            <a:custGeom>
              <a:avLst/>
              <a:gdLst/>
              <a:ahLst/>
              <a:cxnLst/>
              <a:rect l="l" t="t" r="r" b="b"/>
              <a:pathLst>
                <a:path w="257" h="264" extrusionOk="0">
                  <a:moveTo>
                    <a:pt x="144" y="1"/>
                  </a:moveTo>
                  <a:cubicBezTo>
                    <a:pt x="109" y="1"/>
                    <a:pt x="72" y="19"/>
                    <a:pt x="50" y="51"/>
                  </a:cubicBezTo>
                  <a:cubicBezTo>
                    <a:pt x="1" y="100"/>
                    <a:pt x="1" y="187"/>
                    <a:pt x="50" y="237"/>
                  </a:cubicBezTo>
                  <a:cubicBezTo>
                    <a:pt x="67" y="237"/>
                    <a:pt x="87" y="257"/>
                    <a:pt x="104" y="257"/>
                  </a:cubicBezTo>
                  <a:cubicBezTo>
                    <a:pt x="112" y="261"/>
                    <a:pt x="121" y="263"/>
                    <a:pt x="131" y="263"/>
                  </a:cubicBezTo>
                  <a:cubicBezTo>
                    <a:pt x="161" y="263"/>
                    <a:pt x="194" y="244"/>
                    <a:pt x="207" y="204"/>
                  </a:cubicBezTo>
                  <a:cubicBezTo>
                    <a:pt x="240" y="171"/>
                    <a:pt x="256" y="117"/>
                    <a:pt x="240" y="84"/>
                  </a:cubicBezTo>
                  <a:cubicBezTo>
                    <a:pt x="223" y="67"/>
                    <a:pt x="223" y="51"/>
                    <a:pt x="207" y="30"/>
                  </a:cubicBezTo>
                  <a:cubicBezTo>
                    <a:pt x="191" y="10"/>
                    <a:pt x="168" y="1"/>
                    <a:pt x="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"/>
            <p:cNvSpPr/>
            <p:nvPr/>
          </p:nvSpPr>
          <p:spPr>
            <a:xfrm>
              <a:off x="4114600" y="2705925"/>
              <a:ext cx="6400" cy="6400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135" y="1"/>
                  </a:moveTo>
                  <a:cubicBezTo>
                    <a:pt x="102" y="1"/>
                    <a:pt x="71" y="18"/>
                    <a:pt x="49" y="47"/>
                  </a:cubicBezTo>
                  <a:cubicBezTo>
                    <a:pt x="0" y="100"/>
                    <a:pt x="0" y="187"/>
                    <a:pt x="49" y="220"/>
                  </a:cubicBezTo>
                  <a:cubicBezTo>
                    <a:pt x="67" y="243"/>
                    <a:pt x="94" y="255"/>
                    <a:pt x="121" y="255"/>
                  </a:cubicBezTo>
                  <a:cubicBezTo>
                    <a:pt x="153" y="255"/>
                    <a:pt x="186" y="239"/>
                    <a:pt x="206" y="204"/>
                  </a:cubicBezTo>
                  <a:cubicBezTo>
                    <a:pt x="256" y="150"/>
                    <a:pt x="256" y="63"/>
                    <a:pt x="206" y="30"/>
                  </a:cubicBezTo>
                  <a:cubicBezTo>
                    <a:pt x="184" y="10"/>
                    <a:pt x="159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"/>
            <p:cNvSpPr/>
            <p:nvPr/>
          </p:nvSpPr>
          <p:spPr>
            <a:xfrm>
              <a:off x="4101700" y="27224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4" y="0"/>
                  </a:moveTo>
                  <a:cubicBezTo>
                    <a:pt x="87" y="0"/>
                    <a:pt x="32" y="49"/>
                    <a:pt x="17" y="106"/>
                  </a:cubicBezTo>
                  <a:cubicBezTo>
                    <a:pt x="1" y="176"/>
                    <a:pt x="34" y="247"/>
                    <a:pt x="104" y="263"/>
                  </a:cubicBezTo>
                  <a:cubicBezTo>
                    <a:pt x="137" y="263"/>
                    <a:pt x="153" y="247"/>
                    <a:pt x="190" y="226"/>
                  </a:cubicBezTo>
                  <a:cubicBezTo>
                    <a:pt x="223" y="209"/>
                    <a:pt x="240" y="176"/>
                    <a:pt x="240" y="144"/>
                  </a:cubicBezTo>
                  <a:cubicBezTo>
                    <a:pt x="240" y="106"/>
                    <a:pt x="240" y="73"/>
                    <a:pt x="223" y="57"/>
                  </a:cubicBezTo>
                  <a:cubicBezTo>
                    <a:pt x="223" y="40"/>
                    <a:pt x="223" y="40"/>
                    <a:pt x="207" y="20"/>
                  </a:cubicBezTo>
                  <a:cubicBezTo>
                    <a:pt x="190" y="20"/>
                    <a:pt x="170" y="3"/>
                    <a:pt x="153" y="3"/>
                  </a:cubicBezTo>
                  <a:cubicBezTo>
                    <a:pt x="147" y="1"/>
                    <a:pt x="141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"/>
            <p:cNvSpPr/>
            <p:nvPr/>
          </p:nvSpPr>
          <p:spPr>
            <a:xfrm>
              <a:off x="4110675" y="2737600"/>
              <a:ext cx="6525" cy="6375"/>
            </a:xfrm>
            <a:custGeom>
              <a:avLst/>
              <a:gdLst/>
              <a:ahLst/>
              <a:cxnLst/>
              <a:rect l="l" t="t" r="r" b="b"/>
              <a:pathLst>
                <a:path w="261" h="255" extrusionOk="0">
                  <a:moveTo>
                    <a:pt x="103" y="0"/>
                  </a:moveTo>
                  <a:cubicBezTo>
                    <a:pt x="37" y="33"/>
                    <a:pt x="0" y="103"/>
                    <a:pt x="17" y="173"/>
                  </a:cubicBezTo>
                  <a:cubicBezTo>
                    <a:pt x="17" y="206"/>
                    <a:pt x="37" y="223"/>
                    <a:pt x="70" y="239"/>
                  </a:cubicBezTo>
                  <a:cubicBezTo>
                    <a:pt x="87" y="250"/>
                    <a:pt x="99" y="255"/>
                    <a:pt x="112" y="255"/>
                  </a:cubicBezTo>
                  <a:cubicBezTo>
                    <a:pt x="125" y="255"/>
                    <a:pt x="138" y="250"/>
                    <a:pt x="157" y="239"/>
                  </a:cubicBezTo>
                  <a:cubicBezTo>
                    <a:pt x="223" y="223"/>
                    <a:pt x="260" y="136"/>
                    <a:pt x="244" y="87"/>
                  </a:cubicBezTo>
                  <a:cubicBezTo>
                    <a:pt x="223" y="54"/>
                    <a:pt x="223" y="33"/>
                    <a:pt x="206" y="33"/>
                  </a:cubicBezTo>
                  <a:lnTo>
                    <a:pt x="190" y="17"/>
                  </a:lnTo>
                  <a:cubicBezTo>
                    <a:pt x="157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"/>
            <p:cNvSpPr/>
            <p:nvPr/>
          </p:nvSpPr>
          <p:spPr>
            <a:xfrm>
              <a:off x="4106850" y="2783575"/>
              <a:ext cx="6000" cy="6300"/>
            </a:xfrm>
            <a:custGeom>
              <a:avLst/>
              <a:gdLst/>
              <a:ahLst/>
              <a:cxnLst/>
              <a:rect l="l" t="t" r="r" b="b"/>
              <a:pathLst>
                <a:path w="240" h="252" extrusionOk="0">
                  <a:moveTo>
                    <a:pt x="104" y="0"/>
                  </a:moveTo>
                  <a:cubicBezTo>
                    <a:pt x="34" y="33"/>
                    <a:pt x="1" y="103"/>
                    <a:pt x="17" y="173"/>
                  </a:cubicBezTo>
                  <a:cubicBezTo>
                    <a:pt x="17" y="206"/>
                    <a:pt x="50" y="223"/>
                    <a:pt x="67" y="239"/>
                  </a:cubicBezTo>
                  <a:cubicBezTo>
                    <a:pt x="85" y="247"/>
                    <a:pt x="99" y="252"/>
                    <a:pt x="112" y="252"/>
                  </a:cubicBezTo>
                  <a:cubicBezTo>
                    <a:pt x="124" y="252"/>
                    <a:pt x="137" y="247"/>
                    <a:pt x="153" y="239"/>
                  </a:cubicBezTo>
                  <a:cubicBezTo>
                    <a:pt x="190" y="223"/>
                    <a:pt x="207" y="206"/>
                    <a:pt x="223" y="173"/>
                  </a:cubicBezTo>
                  <a:cubicBezTo>
                    <a:pt x="240" y="136"/>
                    <a:pt x="240" y="103"/>
                    <a:pt x="240" y="70"/>
                  </a:cubicBezTo>
                  <a:cubicBezTo>
                    <a:pt x="223" y="50"/>
                    <a:pt x="223" y="33"/>
                    <a:pt x="207" y="17"/>
                  </a:cubicBezTo>
                  <a:cubicBezTo>
                    <a:pt x="207" y="17"/>
                    <a:pt x="190" y="17"/>
                    <a:pt x="1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"/>
            <p:cNvSpPr/>
            <p:nvPr/>
          </p:nvSpPr>
          <p:spPr>
            <a:xfrm>
              <a:off x="4063050" y="2730700"/>
              <a:ext cx="5600" cy="6100"/>
            </a:xfrm>
            <a:custGeom>
              <a:avLst/>
              <a:gdLst/>
              <a:ahLst/>
              <a:cxnLst/>
              <a:rect l="l" t="t" r="r" b="b"/>
              <a:pathLst>
                <a:path w="224" h="244" extrusionOk="0">
                  <a:moveTo>
                    <a:pt x="190" y="0"/>
                  </a:moveTo>
                  <a:cubicBezTo>
                    <a:pt x="120" y="54"/>
                    <a:pt x="50" y="87"/>
                    <a:pt x="1" y="124"/>
                  </a:cubicBezTo>
                  <a:cubicBezTo>
                    <a:pt x="1" y="157"/>
                    <a:pt x="1" y="190"/>
                    <a:pt x="34" y="206"/>
                  </a:cubicBezTo>
                  <a:cubicBezTo>
                    <a:pt x="34" y="227"/>
                    <a:pt x="50" y="227"/>
                    <a:pt x="67" y="243"/>
                  </a:cubicBezTo>
                  <a:cubicBezTo>
                    <a:pt x="104" y="243"/>
                    <a:pt x="153" y="227"/>
                    <a:pt x="190" y="190"/>
                  </a:cubicBezTo>
                  <a:cubicBezTo>
                    <a:pt x="223" y="157"/>
                    <a:pt x="223" y="103"/>
                    <a:pt x="207" y="54"/>
                  </a:cubicBezTo>
                  <a:cubicBezTo>
                    <a:pt x="207" y="37"/>
                    <a:pt x="207" y="21"/>
                    <a:pt x="1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"/>
            <p:cNvSpPr/>
            <p:nvPr/>
          </p:nvSpPr>
          <p:spPr>
            <a:xfrm>
              <a:off x="4119750" y="278665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37" y="0"/>
                  </a:moveTo>
                  <a:cubicBezTo>
                    <a:pt x="103" y="0"/>
                    <a:pt x="71" y="19"/>
                    <a:pt x="50" y="50"/>
                  </a:cubicBezTo>
                  <a:cubicBezTo>
                    <a:pt x="0" y="100"/>
                    <a:pt x="0" y="186"/>
                    <a:pt x="50" y="236"/>
                  </a:cubicBezTo>
                  <a:cubicBezTo>
                    <a:pt x="50" y="236"/>
                    <a:pt x="66" y="256"/>
                    <a:pt x="87" y="256"/>
                  </a:cubicBezTo>
                  <a:cubicBezTo>
                    <a:pt x="95" y="260"/>
                    <a:pt x="104" y="263"/>
                    <a:pt x="114" y="263"/>
                  </a:cubicBezTo>
                  <a:cubicBezTo>
                    <a:pt x="143" y="263"/>
                    <a:pt x="178" y="243"/>
                    <a:pt x="206" y="203"/>
                  </a:cubicBezTo>
                  <a:cubicBezTo>
                    <a:pt x="239" y="170"/>
                    <a:pt x="239" y="116"/>
                    <a:pt x="223" y="83"/>
                  </a:cubicBezTo>
                  <a:cubicBezTo>
                    <a:pt x="223" y="67"/>
                    <a:pt x="223" y="50"/>
                    <a:pt x="206" y="30"/>
                  </a:cubicBezTo>
                  <a:cubicBezTo>
                    <a:pt x="184" y="9"/>
                    <a:pt x="160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"/>
            <p:cNvSpPr/>
            <p:nvPr/>
          </p:nvSpPr>
          <p:spPr>
            <a:xfrm>
              <a:off x="4101300" y="2707500"/>
              <a:ext cx="5575" cy="5700"/>
            </a:xfrm>
            <a:custGeom>
              <a:avLst/>
              <a:gdLst/>
              <a:ahLst/>
              <a:cxnLst/>
              <a:rect l="l" t="t" r="r" b="b"/>
              <a:pathLst>
                <a:path w="223" h="228" extrusionOk="0">
                  <a:moveTo>
                    <a:pt x="186" y="0"/>
                  </a:moveTo>
                  <a:cubicBezTo>
                    <a:pt x="120" y="37"/>
                    <a:pt x="50" y="70"/>
                    <a:pt x="0" y="103"/>
                  </a:cubicBezTo>
                  <a:lnTo>
                    <a:pt x="0" y="174"/>
                  </a:lnTo>
                  <a:cubicBezTo>
                    <a:pt x="17" y="190"/>
                    <a:pt x="50" y="207"/>
                    <a:pt x="66" y="227"/>
                  </a:cubicBezTo>
                  <a:cubicBezTo>
                    <a:pt x="136" y="227"/>
                    <a:pt x="206" y="190"/>
                    <a:pt x="223" y="103"/>
                  </a:cubicBezTo>
                  <a:cubicBezTo>
                    <a:pt x="223" y="87"/>
                    <a:pt x="223" y="54"/>
                    <a:pt x="206" y="21"/>
                  </a:cubicBezTo>
                  <a:lnTo>
                    <a:pt x="1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"/>
            <p:cNvSpPr/>
            <p:nvPr/>
          </p:nvSpPr>
          <p:spPr>
            <a:xfrm>
              <a:off x="4099125" y="275090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37" y="0"/>
                  </a:moveTo>
                  <a:cubicBezTo>
                    <a:pt x="87" y="0"/>
                    <a:pt x="17" y="37"/>
                    <a:pt x="1" y="120"/>
                  </a:cubicBezTo>
                  <a:cubicBezTo>
                    <a:pt x="1" y="157"/>
                    <a:pt x="1" y="173"/>
                    <a:pt x="17" y="206"/>
                  </a:cubicBezTo>
                  <a:cubicBezTo>
                    <a:pt x="34" y="243"/>
                    <a:pt x="50" y="260"/>
                    <a:pt x="87" y="260"/>
                  </a:cubicBezTo>
                  <a:cubicBezTo>
                    <a:pt x="120" y="260"/>
                    <a:pt x="153" y="260"/>
                    <a:pt x="170" y="243"/>
                  </a:cubicBezTo>
                  <a:cubicBezTo>
                    <a:pt x="207" y="206"/>
                    <a:pt x="223" y="190"/>
                    <a:pt x="223" y="157"/>
                  </a:cubicBezTo>
                  <a:cubicBezTo>
                    <a:pt x="223" y="120"/>
                    <a:pt x="223" y="87"/>
                    <a:pt x="207" y="54"/>
                  </a:cubicBezTo>
                  <a:cubicBezTo>
                    <a:pt x="207" y="54"/>
                    <a:pt x="207" y="37"/>
                    <a:pt x="190" y="37"/>
                  </a:cubicBezTo>
                  <a:cubicBezTo>
                    <a:pt x="170" y="17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"/>
            <p:cNvSpPr/>
            <p:nvPr/>
          </p:nvSpPr>
          <p:spPr>
            <a:xfrm>
              <a:off x="3937200" y="2846575"/>
              <a:ext cx="6000" cy="4000"/>
            </a:xfrm>
            <a:custGeom>
              <a:avLst/>
              <a:gdLst/>
              <a:ahLst/>
              <a:cxnLst/>
              <a:rect l="l" t="t" r="r" b="b"/>
              <a:pathLst>
                <a:path w="240" h="160" extrusionOk="0">
                  <a:moveTo>
                    <a:pt x="117" y="0"/>
                  </a:moveTo>
                  <a:cubicBezTo>
                    <a:pt x="71" y="0"/>
                    <a:pt x="15" y="49"/>
                    <a:pt x="0" y="106"/>
                  </a:cubicBezTo>
                  <a:lnTo>
                    <a:pt x="0" y="160"/>
                  </a:lnTo>
                  <a:lnTo>
                    <a:pt x="223" y="160"/>
                  </a:lnTo>
                  <a:cubicBezTo>
                    <a:pt x="240" y="127"/>
                    <a:pt x="223" y="90"/>
                    <a:pt x="223" y="57"/>
                  </a:cubicBezTo>
                  <a:cubicBezTo>
                    <a:pt x="207" y="40"/>
                    <a:pt x="207" y="40"/>
                    <a:pt x="190" y="40"/>
                  </a:cubicBezTo>
                  <a:cubicBezTo>
                    <a:pt x="190" y="24"/>
                    <a:pt x="174" y="3"/>
                    <a:pt x="137" y="3"/>
                  </a:cubicBezTo>
                  <a:cubicBezTo>
                    <a:pt x="130" y="1"/>
                    <a:pt x="124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"/>
            <p:cNvSpPr/>
            <p:nvPr/>
          </p:nvSpPr>
          <p:spPr>
            <a:xfrm>
              <a:off x="4097375" y="2797675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37" y="1"/>
                  </a:moveTo>
                  <a:cubicBezTo>
                    <a:pt x="104" y="1"/>
                    <a:pt x="87" y="1"/>
                    <a:pt x="54" y="38"/>
                  </a:cubicBezTo>
                  <a:cubicBezTo>
                    <a:pt x="33" y="55"/>
                    <a:pt x="17" y="88"/>
                    <a:pt x="0" y="125"/>
                  </a:cubicBezTo>
                  <a:cubicBezTo>
                    <a:pt x="0" y="141"/>
                    <a:pt x="0" y="174"/>
                    <a:pt x="17" y="207"/>
                  </a:cubicBezTo>
                  <a:cubicBezTo>
                    <a:pt x="33" y="244"/>
                    <a:pt x="54" y="261"/>
                    <a:pt x="87" y="261"/>
                  </a:cubicBezTo>
                  <a:cubicBezTo>
                    <a:pt x="94" y="263"/>
                    <a:pt x="100" y="264"/>
                    <a:pt x="107" y="264"/>
                  </a:cubicBezTo>
                  <a:cubicBezTo>
                    <a:pt x="154" y="264"/>
                    <a:pt x="209" y="219"/>
                    <a:pt x="223" y="158"/>
                  </a:cubicBezTo>
                  <a:cubicBezTo>
                    <a:pt x="223" y="125"/>
                    <a:pt x="223" y="88"/>
                    <a:pt x="207" y="55"/>
                  </a:cubicBezTo>
                  <a:cubicBezTo>
                    <a:pt x="207" y="55"/>
                    <a:pt x="207" y="38"/>
                    <a:pt x="190" y="38"/>
                  </a:cubicBezTo>
                  <a:cubicBezTo>
                    <a:pt x="174" y="22"/>
                    <a:pt x="157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"/>
            <p:cNvSpPr/>
            <p:nvPr/>
          </p:nvSpPr>
          <p:spPr>
            <a:xfrm>
              <a:off x="4106850" y="2844350"/>
              <a:ext cx="6425" cy="6225"/>
            </a:xfrm>
            <a:custGeom>
              <a:avLst/>
              <a:gdLst/>
              <a:ahLst/>
              <a:cxnLst/>
              <a:rect l="l" t="t" r="r" b="b"/>
              <a:pathLst>
                <a:path w="257" h="249" extrusionOk="0">
                  <a:moveTo>
                    <a:pt x="130" y="0"/>
                  </a:moveTo>
                  <a:cubicBezTo>
                    <a:pt x="99" y="0"/>
                    <a:pt x="71" y="14"/>
                    <a:pt x="50" y="43"/>
                  </a:cubicBezTo>
                  <a:cubicBezTo>
                    <a:pt x="1" y="92"/>
                    <a:pt x="1" y="179"/>
                    <a:pt x="50" y="232"/>
                  </a:cubicBezTo>
                  <a:cubicBezTo>
                    <a:pt x="50" y="249"/>
                    <a:pt x="67" y="249"/>
                    <a:pt x="87" y="249"/>
                  </a:cubicBezTo>
                  <a:lnTo>
                    <a:pt x="137" y="249"/>
                  </a:lnTo>
                  <a:cubicBezTo>
                    <a:pt x="153" y="249"/>
                    <a:pt x="190" y="232"/>
                    <a:pt x="207" y="216"/>
                  </a:cubicBezTo>
                  <a:cubicBezTo>
                    <a:pt x="256" y="146"/>
                    <a:pt x="256" y="76"/>
                    <a:pt x="207" y="26"/>
                  </a:cubicBezTo>
                  <a:cubicBezTo>
                    <a:pt x="183" y="9"/>
                    <a:pt x="156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"/>
            <p:cNvSpPr/>
            <p:nvPr/>
          </p:nvSpPr>
          <p:spPr>
            <a:xfrm>
              <a:off x="4119325" y="2832200"/>
              <a:ext cx="6000" cy="6250"/>
            </a:xfrm>
            <a:custGeom>
              <a:avLst/>
              <a:gdLst/>
              <a:ahLst/>
              <a:cxnLst/>
              <a:rect l="l" t="t" r="r" b="b"/>
              <a:pathLst>
                <a:path w="240" h="250" extrusionOk="0">
                  <a:moveTo>
                    <a:pt x="134" y="0"/>
                  </a:moveTo>
                  <a:cubicBezTo>
                    <a:pt x="98" y="0"/>
                    <a:pt x="62" y="18"/>
                    <a:pt x="34" y="46"/>
                  </a:cubicBezTo>
                  <a:cubicBezTo>
                    <a:pt x="1" y="100"/>
                    <a:pt x="1" y="187"/>
                    <a:pt x="34" y="220"/>
                  </a:cubicBezTo>
                  <a:cubicBezTo>
                    <a:pt x="54" y="240"/>
                    <a:pt x="79" y="249"/>
                    <a:pt x="104" y="249"/>
                  </a:cubicBezTo>
                  <a:cubicBezTo>
                    <a:pt x="139" y="249"/>
                    <a:pt x="176" y="232"/>
                    <a:pt x="207" y="203"/>
                  </a:cubicBezTo>
                  <a:cubicBezTo>
                    <a:pt x="240" y="150"/>
                    <a:pt x="240" y="63"/>
                    <a:pt x="207" y="30"/>
                  </a:cubicBezTo>
                  <a:cubicBezTo>
                    <a:pt x="184" y="9"/>
                    <a:pt x="159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"/>
            <p:cNvSpPr/>
            <p:nvPr/>
          </p:nvSpPr>
          <p:spPr>
            <a:xfrm>
              <a:off x="4101300" y="276810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36" y="1"/>
                  </a:moveTo>
                  <a:cubicBezTo>
                    <a:pt x="103" y="1"/>
                    <a:pt x="83" y="1"/>
                    <a:pt x="50" y="34"/>
                  </a:cubicBezTo>
                  <a:cubicBezTo>
                    <a:pt x="33" y="50"/>
                    <a:pt x="17" y="71"/>
                    <a:pt x="0" y="104"/>
                  </a:cubicBezTo>
                  <a:cubicBezTo>
                    <a:pt x="0" y="137"/>
                    <a:pt x="0" y="174"/>
                    <a:pt x="17" y="207"/>
                  </a:cubicBezTo>
                  <a:cubicBezTo>
                    <a:pt x="33" y="240"/>
                    <a:pt x="50" y="256"/>
                    <a:pt x="83" y="256"/>
                  </a:cubicBezTo>
                  <a:cubicBezTo>
                    <a:pt x="91" y="259"/>
                    <a:pt x="99" y="261"/>
                    <a:pt x="107" y="261"/>
                  </a:cubicBezTo>
                  <a:cubicBezTo>
                    <a:pt x="156" y="261"/>
                    <a:pt x="209" y="213"/>
                    <a:pt x="223" y="153"/>
                  </a:cubicBezTo>
                  <a:cubicBezTo>
                    <a:pt x="223" y="120"/>
                    <a:pt x="223" y="87"/>
                    <a:pt x="206" y="50"/>
                  </a:cubicBezTo>
                  <a:cubicBezTo>
                    <a:pt x="206" y="50"/>
                    <a:pt x="206" y="34"/>
                    <a:pt x="186" y="34"/>
                  </a:cubicBezTo>
                  <a:cubicBezTo>
                    <a:pt x="169" y="17"/>
                    <a:pt x="15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"/>
            <p:cNvSpPr/>
            <p:nvPr/>
          </p:nvSpPr>
          <p:spPr>
            <a:xfrm>
              <a:off x="3906700" y="27813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16" y="0"/>
                  </a:moveTo>
                  <a:cubicBezTo>
                    <a:pt x="69" y="0"/>
                    <a:pt x="14" y="46"/>
                    <a:pt x="0" y="107"/>
                  </a:cubicBezTo>
                  <a:cubicBezTo>
                    <a:pt x="0" y="140"/>
                    <a:pt x="0" y="177"/>
                    <a:pt x="17" y="210"/>
                  </a:cubicBezTo>
                  <a:cubicBezTo>
                    <a:pt x="33" y="226"/>
                    <a:pt x="54" y="243"/>
                    <a:pt x="87" y="263"/>
                  </a:cubicBezTo>
                  <a:cubicBezTo>
                    <a:pt x="157" y="263"/>
                    <a:pt x="206" y="226"/>
                    <a:pt x="223" y="140"/>
                  </a:cubicBezTo>
                  <a:cubicBezTo>
                    <a:pt x="239" y="107"/>
                    <a:pt x="223" y="90"/>
                    <a:pt x="206" y="57"/>
                  </a:cubicBezTo>
                  <a:cubicBezTo>
                    <a:pt x="206" y="36"/>
                    <a:pt x="206" y="36"/>
                    <a:pt x="190" y="36"/>
                  </a:cubicBezTo>
                  <a:cubicBezTo>
                    <a:pt x="190" y="20"/>
                    <a:pt x="173" y="4"/>
                    <a:pt x="136" y="4"/>
                  </a:cubicBezTo>
                  <a:cubicBezTo>
                    <a:pt x="130" y="1"/>
                    <a:pt x="123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"/>
            <p:cNvSpPr/>
            <p:nvPr/>
          </p:nvSpPr>
          <p:spPr>
            <a:xfrm>
              <a:off x="3908450" y="2844000"/>
              <a:ext cx="6000" cy="6350"/>
            </a:xfrm>
            <a:custGeom>
              <a:avLst/>
              <a:gdLst/>
              <a:ahLst/>
              <a:cxnLst/>
              <a:rect l="l" t="t" r="r" b="b"/>
              <a:pathLst>
                <a:path w="240" h="254" extrusionOk="0">
                  <a:moveTo>
                    <a:pt x="117" y="0"/>
                  </a:moveTo>
                  <a:cubicBezTo>
                    <a:pt x="70" y="0"/>
                    <a:pt x="15" y="49"/>
                    <a:pt x="0" y="106"/>
                  </a:cubicBezTo>
                  <a:cubicBezTo>
                    <a:pt x="0" y="143"/>
                    <a:pt x="0" y="176"/>
                    <a:pt x="17" y="193"/>
                  </a:cubicBezTo>
                  <a:cubicBezTo>
                    <a:pt x="33" y="230"/>
                    <a:pt x="50" y="246"/>
                    <a:pt x="87" y="246"/>
                  </a:cubicBezTo>
                  <a:cubicBezTo>
                    <a:pt x="96" y="251"/>
                    <a:pt x="106" y="253"/>
                    <a:pt x="115" y="253"/>
                  </a:cubicBezTo>
                  <a:cubicBezTo>
                    <a:pt x="138" y="253"/>
                    <a:pt x="158" y="242"/>
                    <a:pt x="169" y="230"/>
                  </a:cubicBezTo>
                  <a:cubicBezTo>
                    <a:pt x="206" y="209"/>
                    <a:pt x="223" y="176"/>
                    <a:pt x="223" y="143"/>
                  </a:cubicBezTo>
                  <a:cubicBezTo>
                    <a:pt x="239" y="106"/>
                    <a:pt x="223" y="73"/>
                    <a:pt x="206" y="57"/>
                  </a:cubicBezTo>
                  <a:cubicBezTo>
                    <a:pt x="206" y="40"/>
                    <a:pt x="206" y="40"/>
                    <a:pt x="190" y="24"/>
                  </a:cubicBezTo>
                  <a:cubicBezTo>
                    <a:pt x="190" y="3"/>
                    <a:pt x="153" y="3"/>
                    <a:pt x="136" y="3"/>
                  </a:cubicBezTo>
                  <a:cubicBezTo>
                    <a:pt x="130" y="1"/>
                    <a:pt x="124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"/>
            <p:cNvSpPr/>
            <p:nvPr/>
          </p:nvSpPr>
          <p:spPr>
            <a:xfrm>
              <a:off x="3923900" y="2845100"/>
              <a:ext cx="6000" cy="5475"/>
            </a:xfrm>
            <a:custGeom>
              <a:avLst/>
              <a:gdLst/>
              <a:ahLst/>
              <a:cxnLst/>
              <a:rect l="l" t="t" r="r" b="b"/>
              <a:pathLst>
                <a:path w="240" h="219" extrusionOk="0">
                  <a:moveTo>
                    <a:pt x="135" y="0"/>
                  </a:moveTo>
                  <a:cubicBezTo>
                    <a:pt x="120" y="0"/>
                    <a:pt x="104" y="5"/>
                    <a:pt x="87" y="13"/>
                  </a:cubicBezTo>
                  <a:cubicBezTo>
                    <a:pt x="34" y="29"/>
                    <a:pt x="1" y="99"/>
                    <a:pt x="17" y="165"/>
                  </a:cubicBezTo>
                  <a:cubicBezTo>
                    <a:pt x="17" y="186"/>
                    <a:pt x="34" y="202"/>
                    <a:pt x="34" y="219"/>
                  </a:cubicBezTo>
                  <a:lnTo>
                    <a:pt x="190" y="219"/>
                  </a:lnTo>
                  <a:cubicBezTo>
                    <a:pt x="223" y="186"/>
                    <a:pt x="240" y="132"/>
                    <a:pt x="223" y="83"/>
                  </a:cubicBezTo>
                  <a:cubicBezTo>
                    <a:pt x="223" y="46"/>
                    <a:pt x="207" y="29"/>
                    <a:pt x="207" y="29"/>
                  </a:cubicBezTo>
                  <a:cubicBezTo>
                    <a:pt x="190" y="13"/>
                    <a:pt x="190" y="13"/>
                    <a:pt x="170" y="13"/>
                  </a:cubicBezTo>
                  <a:cubicBezTo>
                    <a:pt x="161" y="5"/>
                    <a:pt x="149" y="0"/>
                    <a:pt x="1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"/>
            <p:cNvSpPr/>
            <p:nvPr/>
          </p:nvSpPr>
          <p:spPr>
            <a:xfrm>
              <a:off x="3947500" y="27861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53" y="0"/>
                  </a:moveTo>
                  <a:cubicBezTo>
                    <a:pt x="120" y="0"/>
                    <a:pt x="104" y="0"/>
                    <a:pt x="87" y="17"/>
                  </a:cubicBezTo>
                  <a:cubicBezTo>
                    <a:pt x="50" y="33"/>
                    <a:pt x="17" y="70"/>
                    <a:pt x="17" y="103"/>
                  </a:cubicBezTo>
                  <a:cubicBezTo>
                    <a:pt x="1" y="136"/>
                    <a:pt x="17" y="173"/>
                    <a:pt x="34" y="206"/>
                  </a:cubicBezTo>
                  <a:cubicBezTo>
                    <a:pt x="34" y="223"/>
                    <a:pt x="71" y="239"/>
                    <a:pt x="104" y="256"/>
                  </a:cubicBezTo>
                  <a:cubicBezTo>
                    <a:pt x="153" y="256"/>
                    <a:pt x="207" y="223"/>
                    <a:pt x="223" y="153"/>
                  </a:cubicBezTo>
                  <a:cubicBezTo>
                    <a:pt x="223" y="153"/>
                    <a:pt x="240" y="153"/>
                    <a:pt x="240" y="136"/>
                  </a:cubicBezTo>
                  <a:cubicBezTo>
                    <a:pt x="240" y="103"/>
                    <a:pt x="223" y="50"/>
                    <a:pt x="207" y="17"/>
                  </a:cubicBezTo>
                  <a:cubicBezTo>
                    <a:pt x="190" y="17"/>
                    <a:pt x="174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"/>
            <p:cNvSpPr/>
            <p:nvPr/>
          </p:nvSpPr>
          <p:spPr>
            <a:xfrm>
              <a:off x="3952650" y="2848400"/>
              <a:ext cx="5200" cy="2175"/>
            </a:xfrm>
            <a:custGeom>
              <a:avLst/>
              <a:gdLst/>
              <a:ahLst/>
              <a:cxnLst/>
              <a:rect l="l" t="t" r="r" b="b"/>
              <a:pathLst>
                <a:path w="208" h="87" extrusionOk="0">
                  <a:moveTo>
                    <a:pt x="71" y="0"/>
                  </a:moveTo>
                  <a:cubicBezTo>
                    <a:pt x="34" y="17"/>
                    <a:pt x="17" y="54"/>
                    <a:pt x="1" y="87"/>
                  </a:cubicBezTo>
                  <a:lnTo>
                    <a:pt x="207" y="87"/>
                  </a:lnTo>
                  <a:cubicBezTo>
                    <a:pt x="207" y="54"/>
                    <a:pt x="207" y="33"/>
                    <a:pt x="191" y="17"/>
                  </a:cubicBezTo>
                  <a:cubicBezTo>
                    <a:pt x="174" y="17"/>
                    <a:pt x="174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"/>
            <p:cNvSpPr/>
            <p:nvPr/>
          </p:nvSpPr>
          <p:spPr>
            <a:xfrm>
              <a:off x="3912250" y="2797100"/>
              <a:ext cx="6125" cy="6575"/>
            </a:xfrm>
            <a:custGeom>
              <a:avLst/>
              <a:gdLst/>
              <a:ahLst/>
              <a:cxnLst/>
              <a:rect l="l" t="t" r="r" b="b"/>
              <a:pathLst>
                <a:path w="245" h="263" extrusionOk="0">
                  <a:moveTo>
                    <a:pt x="135" y="1"/>
                  </a:moveTo>
                  <a:cubicBezTo>
                    <a:pt x="125" y="1"/>
                    <a:pt x="115" y="3"/>
                    <a:pt x="104" y="7"/>
                  </a:cubicBezTo>
                  <a:cubicBezTo>
                    <a:pt x="71" y="7"/>
                    <a:pt x="54" y="24"/>
                    <a:pt x="38" y="61"/>
                  </a:cubicBezTo>
                  <a:cubicBezTo>
                    <a:pt x="17" y="78"/>
                    <a:pt x="1" y="111"/>
                    <a:pt x="1" y="127"/>
                  </a:cubicBezTo>
                  <a:cubicBezTo>
                    <a:pt x="1" y="164"/>
                    <a:pt x="17" y="214"/>
                    <a:pt x="38" y="230"/>
                  </a:cubicBezTo>
                  <a:cubicBezTo>
                    <a:pt x="59" y="253"/>
                    <a:pt x="84" y="263"/>
                    <a:pt x="108" y="263"/>
                  </a:cubicBezTo>
                  <a:cubicBezTo>
                    <a:pt x="140" y="263"/>
                    <a:pt x="171" y="244"/>
                    <a:pt x="190" y="214"/>
                  </a:cubicBezTo>
                  <a:cubicBezTo>
                    <a:pt x="244" y="164"/>
                    <a:pt x="244" y="78"/>
                    <a:pt x="190" y="24"/>
                  </a:cubicBezTo>
                  <a:cubicBezTo>
                    <a:pt x="179" y="12"/>
                    <a:pt x="159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"/>
            <p:cNvSpPr/>
            <p:nvPr/>
          </p:nvSpPr>
          <p:spPr>
            <a:xfrm>
              <a:off x="3914000" y="28140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53" y="0"/>
                  </a:moveTo>
                  <a:cubicBezTo>
                    <a:pt x="87" y="0"/>
                    <a:pt x="17" y="33"/>
                    <a:pt x="17" y="104"/>
                  </a:cubicBezTo>
                  <a:cubicBezTo>
                    <a:pt x="1" y="137"/>
                    <a:pt x="1" y="170"/>
                    <a:pt x="17" y="207"/>
                  </a:cubicBezTo>
                  <a:cubicBezTo>
                    <a:pt x="34" y="240"/>
                    <a:pt x="71" y="256"/>
                    <a:pt x="87" y="256"/>
                  </a:cubicBezTo>
                  <a:cubicBezTo>
                    <a:pt x="153" y="256"/>
                    <a:pt x="207" y="223"/>
                    <a:pt x="223" y="153"/>
                  </a:cubicBezTo>
                  <a:cubicBezTo>
                    <a:pt x="240" y="120"/>
                    <a:pt x="223" y="87"/>
                    <a:pt x="223" y="50"/>
                  </a:cubicBezTo>
                  <a:cubicBezTo>
                    <a:pt x="207" y="50"/>
                    <a:pt x="207" y="33"/>
                    <a:pt x="207" y="33"/>
                  </a:cubicBezTo>
                  <a:cubicBezTo>
                    <a:pt x="190" y="17"/>
                    <a:pt x="174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"/>
            <p:cNvSpPr/>
            <p:nvPr/>
          </p:nvSpPr>
          <p:spPr>
            <a:xfrm>
              <a:off x="3919975" y="2719975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41" y="0"/>
                  </a:moveTo>
                  <a:cubicBezTo>
                    <a:pt x="88" y="0"/>
                    <a:pt x="17" y="37"/>
                    <a:pt x="1" y="103"/>
                  </a:cubicBezTo>
                  <a:cubicBezTo>
                    <a:pt x="1" y="140"/>
                    <a:pt x="1" y="173"/>
                    <a:pt x="17" y="206"/>
                  </a:cubicBezTo>
                  <a:cubicBezTo>
                    <a:pt x="38" y="244"/>
                    <a:pt x="55" y="260"/>
                    <a:pt x="88" y="260"/>
                  </a:cubicBezTo>
                  <a:cubicBezTo>
                    <a:pt x="121" y="260"/>
                    <a:pt x="141" y="260"/>
                    <a:pt x="174" y="244"/>
                  </a:cubicBezTo>
                  <a:cubicBezTo>
                    <a:pt x="191" y="206"/>
                    <a:pt x="207" y="190"/>
                    <a:pt x="224" y="157"/>
                  </a:cubicBezTo>
                  <a:cubicBezTo>
                    <a:pt x="224" y="120"/>
                    <a:pt x="224" y="87"/>
                    <a:pt x="207" y="54"/>
                  </a:cubicBezTo>
                  <a:cubicBezTo>
                    <a:pt x="207" y="54"/>
                    <a:pt x="207" y="37"/>
                    <a:pt x="191" y="37"/>
                  </a:cubicBezTo>
                  <a:cubicBezTo>
                    <a:pt x="174" y="17"/>
                    <a:pt x="158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"/>
            <p:cNvSpPr/>
            <p:nvPr/>
          </p:nvSpPr>
          <p:spPr>
            <a:xfrm>
              <a:off x="4021825" y="2846575"/>
              <a:ext cx="5600" cy="4000"/>
            </a:xfrm>
            <a:custGeom>
              <a:avLst/>
              <a:gdLst/>
              <a:ahLst/>
              <a:cxnLst/>
              <a:rect l="l" t="t" r="r" b="b"/>
              <a:pathLst>
                <a:path w="224" h="160" extrusionOk="0">
                  <a:moveTo>
                    <a:pt x="111" y="0"/>
                  </a:moveTo>
                  <a:cubicBezTo>
                    <a:pt x="55" y="0"/>
                    <a:pt x="15" y="49"/>
                    <a:pt x="0" y="106"/>
                  </a:cubicBezTo>
                  <a:lnTo>
                    <a:pt x="0" y="160"/>
                  </a:lnTo>
                  <a:lnTo>
                    <a:pt x="223" y="160"/>
                  </a:lnTo>
                  <a:cubicBezTo>
                    <a:pt x="223" y="127"/>
                    <a:pt x="223" y="90"/>
                    <a:pt x="207" y="57"/>
                  </a:cubicBezTo>
                  <a:cubicBezTo>
                    <a:pt x="207" y="40"/>
                    <a:pt x="190" y="40"/>
                    <a:pt x="190" y="40"/>
                  </a:cubicBezTo>
                  <a:cubicBezTo>
                    <a:pt x="169" y="24"/>
                    <a:pt x="153" y="3"/>
                    <a:pt x="136" y="3"/>
                  </a:cubicBezTo>
                  <a:cubicBezTo>
                    <a:pt x="128" y="1"/>
                    <a:pt x="119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"/>
            <p:cNvSpPr/>
            <p:nvPr/>
          </p:nvSpPr>
          <p:spPr>
            <a:xfrm>
              <a:off x="4200850" y="2815650"/>
              <a:ext cx="6125" cy="6350"/>
            </a:xfrm>
            <a:custGeom>
              <a:avLst/>
              <a:gdLst/>
              <a:ahLst/>
              <a:cxnLst/>
              <a:rect l="l" t="t" r="r" b="b"/>
              <a:pathLst>
                <a:path w="245" h="254" extrusionOk="0">
                  <a:moveTo>
                    <a:pt x="132" y="0"/>
                  </a:moveTo>
                  <a:cubicBezTo>
                    <a:pt x="76" y="0"/>
                    <a:pt x="35" y="49"/>
                    <a:pt x="17" y="107"/>
                  </a:cubicBezTo>
                  <a:cubicBezTo>
                    <a:pt x="1" y="144"/>
                    <a:pt x="17" y="177"/>
                    <a:pt x="38" y="210"/>
                  </a:cubicBezTo>
                  <a:cubicBezTo>
                    <a:pt x="54" y="230"/>
                    <a:pt x="71" y="247"/>
                    <a:pt x="87" y="247"/>
                  </a:cubicBezTo>
                  <a:cubicBezTo>
                    <a:pt x="97" y="252"/>
                    <a:pt x="107" y="254"/>
                    <a:pt x="117" y="254"/>
                  </a:cubicBezTo>
                  <a:cubicBezTo>
                    <a:pt x="140" y="254"/>
                    <a:pt x="162" y="242"/>
                    <a:pt x="174" y="230"/>
                  </a:cubicBezTo>
                  <a:cubicBezTo>
                    <a:pt x="207" y="210"/>
                    <a:pt x="224" y="177"/>
                    <a:pt x="224" y="144"/>
                  </a:cubicBezTo>
                  <a:cubicBezTo>
                    <a:pt x="244" y="107"/>
                    <a:pt x="244" y="74"/>
                    <a:pt x="224" y="57"/>
                  </a:cubicBezTo>
                  <a:cubicBezTo>
                    <a:pt x="207" y="41"/>
                    <a:pt x="207" y="41"/>
                    <a:pt x="207" y="24"/>
                  </a:cubicBezTo>
                  <a:lnTo>
                    <a:pt x="191" y="24"/>
                  </a:lnTo>
                  <a:cubicBezTo>
                    <a:pt x="174" y="3"/>
                    <a:pt x="174" y="3"/>
                    <a:pt x="158" y="3"/>
                  </a:cubicBezTo>
                  <a:cubicBezTo>
                    <a:pt x="149" y="1"/>
                    <a:pt x="140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"/>
            <p:cNvSpPr/>
            <p:nvPr/>
          </p:nvSpPr>
          <p:spPr>
            <a:xfrm>
              <a:off x="4191900" y="2735025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36" y="0"/>
                  </a:moveTo>
                  <a:cubicBezTo>
                    <a:pt x="120" y="0"/>
                    <a:pt x="87" y="0"/>
                    <a:pt x="66" y="17"/>
                  </a:cubicBezTo>
                  <a:cubicBezTo>
                    <a:pt x="33" y="33"/>
                    <a:pt x="17" y="70"/>
                    <a:pt x="0" y="103"/>
                  </a:cubicBezTo>
                  <a:cubicBezTo>
                    <a:pt x="0" y="136"/>
                    <a:pt x="0" y="173"/>
                    <a:pt x="17" y="206"/>
                  </a:cubicBezTo>
                  <a:cubicBezTo>
                    <a:pt x="33" y="239"/>
                    <a:pt x="50" y="260"/>
                    <a:pt x="87" y="260"/>
                  </a:cubicBezTo>
                  <a:cubicBezTo>
                    <a:pt x="136" y="260"/>
                    <a:pt x="190" y="223"/>
                    <a:pt x="223" y="157"/>
                  </a:cubicBezTo>
                  <a:cubicBezTo>
                    <a:pt x="223" y="103"/>
                    <a:pt x="223" y="54"/>
                    <a:pt x="190" y="33"/>
                  </a:cubicBezTo>
                  <a:cubicBezTo>
                    <a:pt x="169" y="17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"/>
            <p:cNvSpPr/>
            <p:nvPr/>
          </p:nvSpPr>
          <p:spPr>
            <a:xfrm>
              <a:off x="4196125" y="2797375"/>
              <a:ext cx="6500" cy="6525"/>
            </a:xfrm>
            <a:custGeom>
              <a:avLst/>
              <a:gdLst/>
              <a:ahLst/>
              <a:cxnLst/>
              <a:rect l="l" t="t" r="r" b="b"/>
              <a:pathLst>
                <a:path w="260" h="261" extrusionOk="0">
                  <a:moveTo>
                    <a:pt x="142" y="1"/>
                  </a:moveTo>
                  <a:cubicBezTo>
                    <a:pt x="127" y="1"/>
                    <a:pt x="114" y="5"/>
                    <a:pt x="103" y="13"/>
                  </a:cubicBezTo>
                  <a:cubicBezTo>
                    <a:pt x="37" y="34"/>
                    <a:pt x="0" y="116"/>
                    <a:pt x="21" y="170"/>
                  </a:cubicBezTo>
                  <a:cubicBezTo>
                    <a:pt x="35" y="228"/>
                    <a:pt x="82" y="260"/>
                    <a:pt x="129" y="260"/>
                  </a:cubicBezTo>
                  <a:cubicBezTo>
                    <a:pt x="138" y="260"/>
                    <a:pt x="148" y="259"/>
                    <a:pt x="157" y="256"/>
                  </a:cubicBezTo>
                  <a:cubicBezTo>
                    <a:pt x="227" y="219"/>
                    <a:pt x="260" y="153"/>
                    <a:pt x="243" y="83"/>
                  </a:cubicBezTo>
                  <a:cubicBezTo>
                    <a:pt x="227" y="67"/>
                    <a:pt x="227" y="50"/>
                    <a:pt x="206" y="34"/>
                  </a:cubicBezTo>
                  <a:cubicBezTo>
                    <a:pt x="206" y="13"/>
                    <a:pt x="190" y="13"/>
                    <a:pt x="190" y="13"/>
                  </a:cubicBezTo>
                  <a:cubicBezTo>
                    <a:pt x="173" y="5"/>
                    <a:pt x="157" y="1"/>
                    <a:pt x="1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"/>
            <p:cNvSpPr/>
            <p:nvPr/>
          </p:nvSpPr>
          <p:spPr>
            <a:xfrm>
              <a:off x="4188400" y="2828725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32" y="0"/>
                  </a:moveTo>
                  <a:cubicBezTo>
                    <a:pt x="101" y="0"/>
                    <a:pt x="66" y="19"/>
                    <a:pt x="37" y="49"/>
                  </a:cubicBezTo>
                  <a:cubicBezTo>
                    <a:pt x="0" y="99"/>
                    <a:pt x="0" y="185"/>
                    <a:pt x="37" y="223"/>
                  </a:cubicBezTo>
                  <a:cubicBezTo>
                    <a:pt x="54" y="239"/>
                    <a:pt x="70" y="256"/>
                    <a:pt x="87" y="256"/>
                  </a:cubicBezTo>
                  <a:cubicBezTo>
                    <a:pt x="124" y="256"/>
                    <a:pt x="173" y="239"/>
                    <a:pt x="190" y="202"/>
                  </a:cubicBezTo>
                  <a:cubicBezTo>
                    <a:pt x="227" y="169"/>
                    <a:pt x="243" y="119"/>
                    <a:pt x="227" y="66"/>
                  </a:cubicBezTo>
                  <a:cubicBezTo>
                    <a:pt x="227" y="49"/>
                    <a:pt x="206" y="33"/>
                    <a:pt x="190" y="33"/>
                  </a:cubicBezTo>
                  <a:cubicBezTo>
                    <a:pt x="176" y="10"/>
                    <a:pt x="155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"/>
            <p:cNvSpPr/>
            <p:nvPr/>
          </p:nvSpPr>
          <p:spPr>
            <a:xfrm>
              <a:off x="4093050" y="2845000"/>
              <a:ext cx="6100" cy="5575"/>
            </a:xfrm>
            <a:custGeom>
              <a:avLst/>
              <a:gdLst/>
              <a:ahLst/>
              <a:cxnLst/>
              <a:rect l="l" t="t" r="r" b="b"/>
              <a:pathLst>
                <a:path w="244" h="223" extrusionOk="0">
                  <a:moveTo>
                    <a:pt x="157" y="0"/>
                  </a:moveTo>
                  <a:cubicBezTo>
                    <a:pt x="87" y="0"/>
                    <a:pt x="37" y="33"/>
                    <a:pt x="21" y="120"/>
                  </a:cubicBezTo>
                  <a:cubicBezTo>
                    <a:pt x="0" y="136"/>
                    <a:pt x="21" y="169"/>
                    <a:pt x="21" y="206"/>
                  </a:cubicBezTo>
                  <a:cubicBezTo>
                    <a:pt x="37" y="206"/>
                    <a:pt x="37" y="223"/>
                    <a:pt x="37" y="223"/>
                  </a:cubicBezTo>
                  <a:lnTo>
                    <a:pt x="190" y="223"/>
                  </a:lnTo>
                  <a:cubicBezTo>
                    <a:pt x="206" y="206"/>
                    <a:pt x="227" y="190"/>
                    <a:pt x="227" y="153"/>
                  </a:cubicBezTo>
                  <a:cubicBezTo>
                    <a:pt x="244" y="120"/>
                    <a:pt x="244" y="87"/>
                    <a:pt x="227" y="50"/>
                  </a:cubicBezTo>
                  <a:cubicBezTo>
                    <a:pt x="206" y="50"/>
                    <a:pt x="206" y="33"/>
                    <a:pt x="206" y="33"/>
                  </a:cubicBezTo>
                  <a:cubicBezTo>
                    <a:pt x="190" y="17"/>
                    <a:pt x="173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"/>
            <p:cNvSpPr/>
            <p:nvPr/>
          </p:nvSpPr>
          <p:spPr>
            <a:xfrm>
              <a:off x="4121900" y="2847575"/>
              <a:ext cx="5600" cy="3000"/>
            </a:xfrm>
            <a:custGeom>
              <a:avLst/>
              <a:gdLst/>
              <a:ahLst/>
              <a:cxnLst/>
              <a:rect l="l" t="t" r="r" b="b"/>
              <a:pathLst>
                <a:path w="224" h="120" extrusionOk="0">
                  <a:moveTo>
                    <a:pt x="137" y="0"/>
                  </a:moveTo>
                  <a:cubicBezTo>
                    <a:pt x="67" y="0"/>
                    <a:pt x="17" y="50"/>
                    <a:pt x="1" y="120"/>
                  </a:cubicBezTo>
                  <a:lnTo>
                    <a:pt x="223" y="120"/>
                  </a:lnTo>
                  <a:cubicBezTo>
                    <a:pt x="223" y="103"/>
                    <a:pt x="223" y="66"/>
                    <a:pt x="207" y="50"/>
                  </a:cubicBezTo>
                  <a:lnTo>
                    <a:pt x="186" y="33"/>
                  </a:lnTo>
                  <a:cubicBezTo>
                    <a:pt x="170" y="17"/>
                    <a:pt x="153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"/>
            <p:cNvSpPr/>
            <p:nvPr/>
          </p:nvSpPr>
          <p:spPr>
            <a:xfrm>
              <a:off x="3918350" y="2766775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36" y="0"/>
                  </a:moveTo>
                  <a:cubicBezTo>
                    <a:pt x="103" y="0"/>
                    <a:pt x="82" y="0"/>
                    <a:pt x="49" y="21"/>
                  </a:cubicBezTo>
                  <a:cubicBezTo>
                    <a:pt x="16" y="54"/>
                    <a:pt x="0" y="70"/>
                    <a:pt x="0" y="103"/>
                  </a:cubicBezTo>
                  <a:cubicBezTo>
                    <a:pt x="0" y="140"/>
                    <a:pt x="0" y="173"/>
                    <a:pt x="16" y="206"/>
                  </a:cubicBezTo>
                  <a:cubicBezTo>
                    <a:pt x="33" y="243"/>
                    <a:pt x="49" y="260"/>
                    <a:pt x="82" y="260"/>
                  </a:cubicBezTo>
                  <a:cubicBezTo>
                    <a:pt x="136" y="260"/>
                    <a:pt x="206" y="227"/>
                    <a:pt x="223" y="157"/>
                  </a:cubicBezTo>
                  <a:cubicBezTo>
                    <a:pt x="223" y="124"/>
                    <a:pt x="223" y="87"/>
                    <a:pt x="206" y="54"/>
                  </a:cubicBezTo>
                  <a:lnTo>
                    <a:pt x="186" y="37"/>
                  </a:lnTo>
                  <a:cubicBezTo>
                    <a:pt x="169" y="21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"/>
            <p:cNvSpPr/>
            <p:nvPr/>
          </p:nvSpPr>
          <p:spPr>
            <a:xfrm>
              <a:off x="3961625" y="2773775"/>
              <a:ext cx="6100" cy="6725"/>
            </a:xfrm>
            <a:custGeom>
              <a:avLst/>
              <a:gdLst/>
              <a:ahLst/>
              <a:cxnLst/>
              <a:rect l="l" t="t" r="r" b="b"/>
              <a:pathLst>
                <a:path w="244" h="269" extrusionOk="0">
                  <a:moveTo>
                    <a:pt x="138" y="0"/>
                  </a:moveTo>
                  <a:cubicBezTo>
                    <a:pt x="123" y="0"/>
                    <a:pt x="106" y="5"/>
                    <a:pt x="87" y="13"/>
                  </a:cubicBezTo>
                  <a:cubicBezTo>
                    <a:pt x="38" y="29"/>
                    <a:pt x="1" y="116"/>
                    <a:pt x="21" y="186"/>
                  </a:cubicBezTo>
                  <a:cubicBezTo>
                    <a:pt x="21" y="202"/>
                    <a:pt x="38" y="235"/>
                    <a:pt x="71" y="256"/>
                  </a:cubicBezTo>
                  <a:cubicBezTo>
                    <a:pt x="87" y="264"/>
                    <a:pt x="101" y="268"/>
                    <a:pt x="114" y="268"/>
                  </a:cubicBezTo>
                  <a:cubicBezTo>
                    <a:pt x="127" y="268"/>
                    <a:pt x="141" y="264"/>
                    <a:pt x="157" y="256"/>
                  </a:cubicBezTo>
                  <a:cubicBezTo>
                    <a:pt x="190" y="235"/>
                    <a:pt x="207" y="219"/>
                    <a:pt x="227" y="186"/>
                  </a:cubicBezTo>
                  <a:cubicBezTo>
                    <a:pt x="244" y="153"/>
                    <a:pt x="244" y="116"/>
                    <a:pt x="244" y="83"/>
                  </a:cubicBezTo>
                  <a:cubicBezTo>
                    <a:pt x="227" y="66"/>
                    <a:pt x="227" y="50"/>
                    <a:pt x="207" y="29"/>
                  </a:cubicBezTo>
                  <a:cubicBezTo>
                    <a:pt x="190" y="29"/>
                    <a:pt x="190" y="13"/>
                    <a:pt x="174" y="13"/>
                  </a:cubicBezTo>
                  <a:cubicBezTo>
                    <a:pt x="166" y="5"/>
                    <a:pt x="153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"/>
            <p:cNvSpPr/>
            <p:nvPr/>
          </p:nvSpPr>
          <p:spPr>
            <a:xfrm>
              <a:off x="3964200" y="2790350"/>
              <a:ext cx="6100" cy="6200"/>
            </a:xfrm>
            <a:custGeom>
              <a:avLst/>
              <a:gdLst/>
              <a:ahLst/>
              <a:cxnLst/>
              <a:rect l="l" t="t" r="r" b="b"/>
              <a:pathLst>
                <a:path w="244" h="248" extrusionOk="0">
                  <a:moveTo>
                    <a:pt x="128" y="1"/>
                  </a:moveTo>
                  <a:cubicBezTo>
                    <a:pt x="73" y="1"/>
                    <a:pt x="35" y="49"/>
                    <a:pt x="21" y="108"/>
                  </a:cubicBezTo>
                  <a:cubicBezTo>
                    <a:pt x="1" y="141"/>
                    <a:pt x="21" y="174"/>
                    <a:pt x="21" y="191"/>
                  </a:cubicBezTo>
                  <a:cubicBezTo>
                    <a:pt x="38" y="228"/>
                    <a:pt x="71" y="244"/>
                    <a:pt x="87" y="244"/>
                  </a:cubicBezTo>
                  <a:cubicBezTo>
                    <a:pt x="96" y="247"/>
                    <a:pt x="106" y="248"/>
                    <a:pt x="115" y="248"/>
                  </a:cubicBezTo>
                  <a:cubicBezTo>
                    <a:pt x="175" y="248"/>
                    <a:pt x="227" y="202"/>
                    <a:pt x="227" y="141"/>
                  </a:cubicBezTo>
                  <a:cubicBezTo>
                    <a:pt x="244" y="108"/>
                    <a:pt x="244" y="71"/>
                    <a:pt x="227" y="55"/>
                  </a:cubicBezTo>
                  <a:cubicBezTo>
                    <a:pt x="207" y="38"/>
                    <a:pt x="207" y="38"/>
                    <a:pt x="207" y="22"/>
                  </a:cubicBezTo>
                  <a:cubicBezTo>
                    <a:pt x="190" y="5"/>
                    <a:pt x="174" y="5"/>
                    <a:pt x="157" y="5"/>
                  </a:cubicBezTo>
                  <a:cubicBezTo>
                    <a:pt x="147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"/>
            <p:cNvSpPr/>
            <p:nvPr/>
          </p:nvSpPr>
          <p:spPr>
            <a:xfrm>
              <a:off x="3965550" y="2745425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35" y="1"/>
                  </a:moveTo>
                  <a:cubicBezTo>
                    <a:pt x="120" y="1"/>
                    <a:pt x="103" y="5"/>
                    <a:pt x="87" y="13"/>
                  </a:cubicBezTo>
                  <a:cubicBezTo>
                    <a:pt x="50" y="29"/>
                    <a:pt x="33" y="50"/>
                    <a:pt x="17" y="83"/>
                  </a:cubicBezTo>
                  <a:cubicBezTo>
                    <a:pt x="0" y="116"/>
                    <a:pt x="0" y="153"/>
                    <a:pt x="17" y="186"/>
                  </a:cubicBezTo>
                  <a:cubicBezTo>
                    <a:pt x="17" y="219"/>
                    <a:pt x="33" y="236"/>
                    <a:pt x="70" y="256"/>
                  </a:cubicBezTo>
                  <a:cubicBezTo>
                    <a:pt x="79" y="264"/>
                    <a:pt x="91" y="269"/>
                    <a:pt x="105" y="269"/>
                  </a:cubicBezTo>
                  <a:cubicBezTo>
                    <a:pt x="120" y="269"/>
                    <a:pt x="136" y="264"/>
                    <a:pt x="153" y="256"/>
                  </a:cubicBezTo>
                  <a:cubicBezTo>
                    <a:pt x="206" y="219"/>
                    <a:pt x="239" y="153"/>
                    <a:pt x="223" y="83"/>
                  </a:cubicBezTo>
                  <a:cubicBezTo>
                    <a:pt x="223" y="67"/>
                    <a:pt x="206" y="50"/>
                    <a:pt x="206" y="29"/>
                  </a:cubicBezTo>
                  <a:cubicBezTo>
                    <a:pt x="190" y="29"/>
                    <a:pt x="190" y="13"/>
                    <a:pt x="173" y="13"/>
                  </a:cubicBezTo>
                  <a:cubicBezTo>
                    <a:pt x="163" y="5"/>
                    <a:pt x="150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"/>
            <p:cNvSpPr/>
            <p:nvPr/>
          </p:nvSpPr>
          <p:spPr>
            <a:xfrm>
              <a:off x="3956475" y="28227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38" y="0"/>
                  </a:moveTo>
                  <a:cubicBezTo>
                    <a:pt x="103" y="0"/>
                    <a:pt x="67" y="19"/>
                    <a:pt x="38" y="50"/>
                  </a:cubicBezTo>
                  <a:cubicBezTo>
                    <a:pt x="0" y="100"/>
                    <a:pt x="0" y="186"/>
                    <a:pt x="38" y="236"/>
                  </a:cubicBezTo>
                  <a:cubicBezTo>
                    <a:pt x="58" y="251"/>
                    <a:pt x="83" y="260"/>
                    <a:pt x="108" y="260"/>
                  </a:cubicBezTo>
                  <a:cubicBezTo>
                    <a:pt x="142" y="260"/>
                    <a:pt x="178" y="243"/>
                    <a:pt x="207" y="203"/>
                  </a:cubicBezTo>
                  <a:cubicBezTo>
                    <a:pt x="244" y="153"/>
                    <a:pt x="244" y="67"/>
                    <a:pt x="207" y="30"/>
                  </a:cubicBezTo>
                  <a:cubicBezTo>
                    <a:pt x="186" y="9"/>
                    <a:pt x="162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"/>
            <p:cNvSpPr/>
            <p:nvPr/>
          </p:nvSpPr>
          <p:spPr>
            <a:xfrm>
              <a:off x="3953900" y="2803350"/>
              <a:ext cx="6525" cy="6325"/>
            </a:xfrm>
            <a:custGeom>
              <a:avLst/>
              <a:gdLst/>
              <a:ahLst/>
              <a:cxnLst/>
              <a:rect l="l" t="t" r="r" b="b"/>
              <a:pathLst>
                <a:path w="261" h="253" extrusionOk="0">
                  <a:moveTo>
                    <a:pt x="103" y="1"/>
                  </a:moveTo>
                  <a:cubicBezTo>
                    <a:pt x="38" y="34"/>
                    <a:pt x="0" y="104"/>
                    <a:pt x="21" y="170"/>
                  </a:cubicBezTo>
                  <a:cubicBezTo>
                    <a:pt x="21" y="207"/>
                    <a:pt x="54" y="223"/>
                    <a:pt x="70" y="240"/>
                  </a:cubicBezTo>
                  <a:cubicBezTo>
                    <a:pt x="87" y="248"/>
                    <a:pt x="100" y="252"/>
                    <a:pt x="114" y="252"/>
                  </a:cubicBezTo>
                  <a:cubicBezTo>
                    <a:pt x="127" y="252"/>
                    <a:pt x="141" y="248"/>
                    <a:pt x="157" y="240"/>
                  </a:cubicBezTo>
                  <a:cubicBezTo>
                    <a:pt x="227" y="223"/>
                    <a:pt x="260" y="137"/>
                    <a:pt x="244" y="83"/>
                  </a:cubicBezTo>
                  <a:cubicBezTo>
                    <a:pt x="227" y="50"/>
                    <a:pt x="227" y="34"/>
                    <a:pt x="207" y="34"/>
                  </a:cubicBezTo>
                  <a:cubicBezTo>
                    <a:pt x="207" y="17"/>
                    <a:pt x="190" y="17"/>
                    <a:pt x="190" y="17"/>
                  </a:cubicBezTo>
                  <a:cubicBezTo>
                    <a:pt x="157" y="1"/>
                    <a:pt x="12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"/>
            <p:cNvSpPr/>
            <p:nvPr/>
          </p:nvSpPr>
          <p:spPr>
            <a:xfrm>
              <a:off x="3951825" y="2741275"/>
              <a:ext cx="6025" cy="6400"/>
            </a:xfrm>
            <a:custGeom>
              <a:avLst/>
              <a:gdLst/>
              <a:ahLst/>
              <a:cxnLst/>
              <a:rect l="l" t="t" r="r" b="b"/>
              <a:pathLst>
                <a:path w="241" h="256" extrusionOk="0">
                  <a:moveTo>
                    <a:pt x="136" y="0"/>
                  </a:moveTo>
                  <a:cubicBezTo>
                    <a:pt x="102" y="0"/>
                    <a:pt x="68" y="14"/>
                    <a:pt x="50" y="43"/>
                  </a:cubicBezTo>
                  <a:cubicBezTo>
                    <a:pt x="1" y="113"/>
                    <a:pt x="1" y="179"/>
                    <a:pt x="50" y="233"/>
                  </a:cubicBezTo>
                  <a:cubicBezTo>
                    <a:pt x="67" y="249"/>
                    <a:pt x="83" y="249"/>
                    <a:pt x="104" y="249"/>
                  </a:cubicBezTo>
                  <a:cubicBezTo>
                    <a:pt x="113" y="253"/>
                    <a:pt x="122" y="256"/>
                    <a:pt x="131" y="256"/>
                  </a:cubicBezTo>
                  <a:cubicBezTo>
                    <a:pt x="155" y="256"/>
                    <a:pt x="180" y="240"/>
                    <a:pt x="207" y="216"/>
                  </a:cubicBezTo>
                  <a:cubicBezTo>
                    <a:pt x="240" y="162"/>
                    <a:pt x="240" y="113"/>
                    <a:pt x="240" y="76"/>
                  </a:cubicBezTo>
                  <a:cubicBezTo>
                    <a:pt x="224" y="59"/>
                    <a:pt x="224" y="43"/>
                    <a:pt x="207" y="26"/>
                  </a:cubicBezTo>
                  <a:cubicBezTo>
                    <a:pt x="190" y="10"/>
                    <a:pt x="16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"/>
            <p:cNvSpPr/>
            <p:nvPr/>
          </p:nvSpPr>
          <p:spPr>
            <a:xfrm>
              <a:off x="3957400" y="27585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17" y="0"/>
                  </a:moveTo>
                  <a:cubicBezTo>
                    <a:pt x="71" y="0"/>
                    <a:pt x="15" y="49"/>
                    <a:pt x="1" y="106"/>
                  </a:cubicBezTo>
                  <a:cubicBezTo>
                    <a:pt x="1" y="144"/>
                    <a:pt x="1" y="177"/>
                    <a:pt x="17" y="209"/>
                  </a:cubicBezTo>
                  <a:cubicBezTo>
                    <a:pt x="34" y="226"/>
                    <a:pt x="50" y="247"/>
                    <a:pt x="87" y="263"/>
                  </a:cubicBezTo>
                  <a:cubicBezTo>
                    <a:pt x="153" y="263"/>
                    <a:pt x="207" y="209"/>
                    <a:pt x="223" y="144"/>
                  </a:cubicBezTo>
                  <a:cubicBezTo>
                    <a:pt x="240" y="106"/>
                    <a:pt x="223" y="57"/>
                    <a:pt x="190" y="20"/>
                  </a:cubicBezTo>
                  <a:cubicBezTo>
                    <a:pt x="170" y="20"/>
                    <a:pt x="153" y="3"/>
                    <a:pt x="137" y="3"/>
                  </a:cubicBezTo>
                  <a:cubicBezTo>
                    <a:pt x="131" y="1"/>
                    <a:pt x="124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"/>
            <p:cNvSpPr/>
            <p:nvPr/>
          </p:nvSpPr>
          <p:spPr>
            <a:xfrm>
              <a:off x="3973275" y="27620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14" y="0"/>
                  </a:moveTo>
                  <a:cubicBezTo>
                    <a:pt x="68" y="0"/>
                    <a:pt x="15" y="48"/>
                    <a:pt x="1" y="108"/>
                  </a:cubicBezTo>
                  <a:cubicBezTo>
                    <a:pt x="1" y="141"/>
                    <a:pt x="1" y="174"/>
                    <a:pt x="17" y="211"/>
                  </a:cubicBezTo>
                  <a:cubicBezTo>
                    <a:pt x="33" y="227"/>
                    <a:pt x="50" y="244"/>
                    <a:pt x="87" y="260"/>
                  </a:cubicBezTo>
                  <a:cubicBezTo>
                    <a:pt x="120" y="260"/>
                    <a:pt x="153" y="244"/>
                    <a:pt x="174" y="227"/>
                  </a:cubicBezTo>
                  <a:cubicBezTo>
                    <a:pt x="207" y="211"/>
                    <a:pt x="223" y="174"/>
                    <a:pt x="223" y="141"/>
                  </a:cubicBezTo>
                  <a:cubicBezTo>
                    <a:pt x="240" y="108"/>
                    <a:pt x="223" y="70"/>
                    <a:pt x="207" y="54"/>
                  </a:cubicBezTo>
                  <a:cubicBezTo>
                    <a:pt x="207" y="38"/>
                    <a:pt x="207" y="38"/>
                    <a:pt x="190" y="21"/>
                  </a:cubicBezTo>
                  <a:cubicBezTo>
                    <a:pt x="190" y="21"/>
                    <a:pt x="174" y="5"/>
                    <a:pt x="137" y="5"/>
                  </a:cubicBezTo>
                  <a:cubicBezTo>
                    <a:pt x="129" y="1"/>
                    <a:pt x="122" y="0"/>
                    <a:pt x="1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"/>
            <p:cNvSpPr/>
            <p:nvPr/>
          </p:nvSpPr>
          <p:spPr>
            <a:xfrm>
              <a:off x="3977100" y="2837925"/>
              <a:ext cx="6100" cy="6375"/>
            </a:xfrm>
            <a:custGeom>
              <a:avLst/>
              <a:gdLst/>
              <a:ahLst/>
              <a:cxnLst/>
              <a:rect l="l" t="t" r="r" b="b"/>
              <a:pathLst>
                <a:path w="244" h="255" extrusionOk="0">
                  <a:moveTo>
                    <a:pt x="132" y="1"/>
                  </a:moveTo>
                  <a:cubicBezTo>
                    <a:pt x="101" y="1"/>
                    <a:pt x="72" y="13"/>
                    <a:pt x="54" y="40"/>
                  </a:cubicBezTo>
                  <a:cubicBezTo>
                    <a:pt x="0" y="110"/>
                    <a:pt x="0" y="180"/>
                    <a:pt x="54" y="230"/>
                  </a:cubicBezTo>
                  <a:cubicBezTo>
                    <a:pt x="70" y="246"/>
                    <a:pt x="70" y="246"/>
                    <a:pt x="87" y="246"/>
                  </a:cubicBezTo>
                  <a:cubicBezTo>
                    <a:pt x="101" y="252"/>
                    <a:pt x="115" y="254"/>
                    <a:pt x="127" y="254"/>
                  </a:cubicBezTo>
                  <a:cubicBezTo>
                    <a:pt x="158" y="254"/>
                    <a:pt x="182" y="237"/>
                    <a:pt x="206" y="213"/>
                  </a:cubicBezTo>
                  <a:cubicBezTo>
                    <a:pt x="243" y="164"/>
                    <a:pt x="243" y="110"/>
                    <a:pt x="243" y="77"/>
                  </a:cubicBezTo>
                  <a:cubicBezTo>
                    <a:pt x="227" y="61"/>
                    <a:pt x="227" y="40"/>
                    <a:pt x="206" y="24"/>
                  </a:cubicBezTo>
                  <a:cubicBezTo>
                    <a:pt x="184" y="9"/>
                    <a:pt x="158" y="1"/>
                    <a:pt x="1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"/>
            <p:cNvSpPr/>
            <p:nvPr/>
          </p:nvSpPr>
          <p:spPr>
            <a:xfrm>
              <a:off x="3979250" y="279345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41" y="1"/>
                  </a:moveTo>
                  <a:cubicBezTo>
                    <a:pt x="104" y="1"/>
                    <a:pt x="87" y="17"/>
                    <a:pt x="54" y="34"/>
                  </a:cubicBezTo>
                  <a:cubicBezTo>
                    <a:pt x="38" y="50"/>
                    <a:pt x="1" y="87"/>
                    <a:pt x="1" y="120"/>
                  </a:cubicBezTo>
                  <a:cubicBezTo>
                    <a:pt x="1" y="153"/>
                    <a:pt x="1" y="191"/>
                    <a:pt x="17" y="207"/>
                  </a:cubicBezTo>
                  <a:cubicBezTo>
                    <a:pt x="38" y="240"/>
                    <a:pt x="54" y="257"/>
                    <a:pt x="87" y="257"/>
                  </a:cubicBezTo>
                  <a:cubicBezTo>
                    <a:pt x="94" y="259"/>
                    <a:pt x="101" y="260"/>
                    <a:pt x="109" y="260"/>
                  </a:cubicBezTo>
                  <a:cubicBezTo>
                    <a:pt x="157" y="260"/>
                    <a:pt x="209" y="214"/>
                    <a:pt x="223" y="153"/>
                  </a:cubicBezTo>
                  <a:cubicBezTo>
                    <a:pt x="223" y="120"/>
                    <a:pt x="223" y="87"/>
                    <a:pt x="207" y="50"/>
                  </a:cubicBezTo>
                  <a:lnTo>
                    <a:pt x="190" y="34"/>
                  </a:lnTo>
                  <a:cubicBezTo>
                    <a:pt x="174" y="17"/>
                    <a:pt x="157" y="17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"/>
            <p:cNvSpPr/>
            <p:nvPr/>
          </p:nvSpPr>
          <p:spPr>
            <a:xfrm>
              <a:off x="3975450" y="2823275"/>
              <a:ext cx="5575" cy="6350"/>
            </a:xfrm>
            <a:custGeom>
              <a:avLst/>
              <a:gdLst/>
              <a:ahLst/>
              <a:cxnLst/>
              <a:rect l="l" t="t" r="r" b="b"/>
              <a:pathLst>
                <a:path w="223" h="254" extrusionOk="0">
                  <a:moveTo>
                    <a:pt x="111" y="1"/>
                  </a:moveTo>
                  <a:cubicBezTo>
                    <a:pt x="92" y="1"/>
                    <a:pt x="76" y="14"/>
                    <a:pt x="50" y="28"/>
                  </a:cubicBezTo>
                  <a:cubicBezTo>
                    <a:pt x="33" y="45"/>
                    <a:pt x="0" y="78"/>
                    <a:pt x="0" y="111"/>
                  </a:cubicBezTo>
                  <a:cubicBezTo>
                    <a:pt x="0" y="148"/>
                    <a:pt x="0" y="181"/>
                    <a:pt x="17" y="197"/>
                  </a:cubicBezTo>
                  <a:cubicBezTo>
                    <a:pt x="33" y="234"/>
                    <a:pt x="50" y="251"/>
                    <a:pt x="87" y="251"/>
                  </a:cubicBezTo>
                  <a:cubicBezTo>
                    <a:pt x="93" y="253"/>
                    <a:pt x="99" y="254"/>
                    <a:pt x="106" y="254"/>
                  </a:cubicBezTo>
                  <a:cubicBezTo>
                    <a:pt x="153" y="254"/>
                    <a:pt x="208" y="206"/>
                    <a:pt x="223" y="148"/>
                  </a:cubicBezTo>
                  <a:cubicBezTo>
                    <a:pt x="223" y="111"/>
                    <a:pt x="223" y="78"/>
                    <a:pt x="206" y="61"/>
                  </a:cubicBezTo>
                  <a:cubicBezTo>
                    <a:pt x="206" y="45"/>
                    <a:pt x="190" y="45"/>
                    <a:pt x="190" y="28"/>
                  </a:cubicBezTo>
                  <a:cubicBezTo>
                    <a:pt x="169" y="8"/>
                    <a:pt x="153" y="8"/>
                    <a:pt x="136" y="8"/>
                  </a:cubicBezTo>
                  <a:cubicBezTo>
                    <a:pt x="127" y="3"/>
                    <a:pt x="119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"/>
            <p:cNvSpPr/>
            <p:nvPr/>
          </p:nvSpPr>
          <p:spPr>
            <a:xfrm>
              <a:off x="3935850" y="2726875"/>
              <a:ext cx="5700" cy="5700"/>
            </a:xfrm>
            <a:custGeom>
              <a:avLst/>
              <a:gdLst/>
              <a:ahLst/>
              <a:cxnLst/>
              <a:rect l="l" t="t" r="r" b="b"/>
              <a:pathLst>
                <a:path w="228" h="228" extrusionOk="0">
                  <a:moveTo>
                    <a:pt x="54" y="0"/>
                  </a:moveTo>
                  <a:cubicBezTo>
                    <a:pt x="38" y="17"/>
                    <a:pt x="38" y="33"/>
                    <a:pt x="22" y="50"/>
                  </a:cubicBezTo>
                  <a:cubicBezTo>
                    <a:pt x="1" y="87"/>
                    <a:pt x="1" y="120"/>
                    <a:pt x="1" y="137"/>
                  </a:cubicBezTo>
                  <a:cubicBezTo>
                    <a:pt x="18" y="195"/>
                    <a:pt x="66" y="227"/>
                    <a:pt x="113" y="227"/>
                  </a:cubicBezTo>
                  <a:cubicBezTo>
                    <a:pt x="122" y="227"/>
                    <a:pt x="132" y="226"/>
                    <a:pt x="141" y="223"/>
                  </a:cubicBezTo>
                  <a:cubicBezTo>
                    <a:pt x="174" y="207"/>
                    <a:pt x="207" y="174"/>
                    <a:pt x="228" y="137"/>
                  </a:cubicBezTo>
                  <a:cubicBezTo>
                    <a:pt x="158" y="87"/>
                    <a:pt x="104" y="50"/>
                    <a:pt x="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"/>
            <p:cNvSpPr/>
            <p:nvPr/>
          </p:nvSpPr>
          <p:spPr>
            <a:xfrm>
              <a:off x="3968525" y="28080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0" y="0"/>
                  </a:moveTo>
                  <a:cubicBezTo>
                    <a:pt x="71" y="21"/>
                    <a:pt x="34" y="54"/>
                    <a:pt x="17" y="124"/>
                  </a:cubicBezTo>
                  <a:cubicBezTo>
                    <a:pt x="1" y="157"/>
                    <a:pt x="17" y="190"/>
                    <a:pt x="34" y="206"/>
                  </a:cubicBezTo>
                  <a:cubicBezTo>
                    <a:pt x="54" y="243"/>
                    <a:pt x="71" y="260"/>
                    <a:pt x="104" y="260"/>
                  </a:cubicBezTo>
                  <a:cubicBezTo>
                    <a:pt x="111" y="262"/>
                    <a:pt x="118" y="263"/>
                    <a:pt x="125" y="263"/>
                  </a:cubicBezTo>
                  <a:cubicBezTo>
                    <a:pt x="174" y="263"/>
                    <a:pt x="226" y="218"/>
                    <a:pt x="240" y="157"/>
                  </a:cubicBezTo>
                  <a:lnTo>
                    <a:pt x="240" y="124"/>
                  </a:lnTo>
                  <a:cubicBezTo>
                    <a:pt x="240" y="87"/>
                    <a:pt x="223" y="54"/>
                    <a:pt x="207" y="37"/>
                  </a:cubicBezTo>
                  <a:cubicBezTo>
                    <a:pt x="191" y="21"/>
                    <a:pt x="174" y="21"/>
                    <a:pt x="158" y="21"/>
                  </a:cubicBezTo>
                  <a:cubicBezTo>
                    <a:pt x="137" y="0"/>
                    <a:pt x="13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"/>
            <p:cNvSpPr/>
            <p:nvPr/>
          </p:nvSpPr>
          <p:spPr>
            <a:xfrm>
              <a:off x="3963800" y="28376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0" y="1"/>
                  </a:moveTo>
                  <a:cubicBezTo>
                    <a:pt x="87" y="1"/>
                    <a:pt x="17" y="50"/>
                    <a:pt x="0" y="120"/>
                  </a:cubicBezTo>
                  <a:cubicBezTo>
                    <a:pt x="0" y="153"/>
                    <a:pt x="0" y="190"/>
                    <a:pt x="17" y="207"/>
                  </a:cubicBezTo>
                  <a:cubicBezTo>
                    <a:pt x="37" y="240"/>
                    <a:pt x="54" y="256"/>
                    <a:pt x="87" y="256"/>
                  </a:cubicBezTo>
                  <a:cubicBezTo>
                    <a:pt x="97" y="259"/>
                    <a:pt x="107" y="261"/>
                    <a:pt x="116" y="261"/>
                  </a:cubicBezTo>
                  <a:cubicBezTo>
                    <a:pt x="171" y="261"/>
                    <a:pt x="209" y="213"/>
                    <a:pt x="223" y="153"/>
                  </a:cubicBezTo>
                  <a:cubicBezTo>
                    <a:pt x="243" y="120"/>
                    <a:pt x="223" y="87"/>
                    <a:pt x="206" y="50"/>
                  </a:cubicBezTo>
                  <a:cubicBezTo>
                    <a:pt x="206" y="50"/>
                    <a:pt x="206" y="34"/>
                    <a:pt x="190" y="34"/>
                  </a:cubicBezTo>
                  <a:cubicBezTo>
                    <a:pt x="190" y="17"/>
                    <a:pt x="173" y="17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"/>
            <p:cNvSpPr/>
            <p:nvPr/>
          </p:nvSpPr>
          <p:spPr>
            <a:xfrm>
              <a:off x="3977100" y="2776575"/>
              <a:ext cx="5675" cy="6350"/>
            </a:xfrm>
            <a:custGeom>
              <a:avLst/>
              <a:gdLst/>
              <a:ahLst/>
              <a:cxnLst/>
              <a:rect l="l" t="t" r="r" b="b"/>
              <a:pathLst>
                <a:path w="227" h="254" extrusionOk="0">
                  <a:moveTo>
                    <a:pt x="120" y="1"/>
                  </a:moveTo>
                  <a:cubicBezTo>
                    <a:pt x="71" y="1"/>
                    <a:pt x="18" y="49"/>
                    <a:pt x="0" y="107"/>
                  </a:cubicBezTo>
                  <a:cubicBezTo>
                    <a:pt x="0" y="144"/>
                    <a:pt x="0" y="177"/>
                    <a:pt x="21" y="194"/>
                  </a:cubicBezTo>
                  <a:cubicBezTo>
                    <a:pt x="37" y="226"/>
                    <a:pt x="54" y="247"/>
                    <a:pt x="87" y="247"/>
                  </a:cubicBezTo>
                  <a:cubicBezTo>
                    <a:pt x="97" y="252"/>
                    <a:pt x="106" y="254"/>
                    <a:pt x="114" y="254"/>
                  </a:cubicBezTo>
                  <a:cubicBezTo>
                    <a:pt x="135" y="254"/>
                    <a:pt x="150" y="241"/>
                    <a:pt x="173" y="226"/>
                  </a:cubicBezTo>
                  <a:cubicBezTo>
                    <a:pt x="190" y="210"/>
                    <a:pt x="206" y="177"/>
                    <a:pt x="227" y="144"/>
                  </a:cubicBezTo>
                  <a:cubicBezTo>
                    <a:pt x="227" y="107"/>
                    <a:pt x="227" y="74"/>
                    <a:pt x="206" y="57"/>
                  </a:cubicBezTo>
                  <a:cubicBezTo>
                    <a:pt x="206" y="41"/>
                    <a:pt x="206" y="41"/>
                    <a:pt x="190" y="20"/>
                  </a:cubicBezTo>
                  <a:cubicBezTo>
                    <a:pt x="173" y="4"/>
                    <a:pt x="157" y="4"/>
                    <a:pt x="140" y="4"/>
                  </a:cubicBezTo>
                  <a:cubicBezTo>
                    <a:pt x="134" y="2"/>
                    <a:pt x="12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4" name="Google Shape;744;p3"/>
          <p:cNvSpPr/>
          <p:nvPr/>
        </p:nvSpPr>
        <p:spPr>
          <a:xfrm rot="5400000" flipH="1">
            <a:off x="509789" y="3471042"/>
            <a:ext cx="420427" cy="461299"/>
          </a:xfrm>
          <a:custGeom>
            <a:avLst/>
            <a:gdLst/>
            <a:ahLst/>
            <a:cxnLst/>
            <a:rect l="l" t="t" r="r" b="b"/>
            <a:pathLst>
              <a:path w="2903" h="2718" extrusionOk="0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3"/>
          <p:cNvSpPr/>
          <p:nvPr/>
        </p:nvSpPr>
        <p:spPr>
          <a:xfrm rot="5400000" flipH="1">
            <a:off x="8004039" y="459091"/>
            <a:ext cx="496898" cy="406573"/>
          </a:xfrm>
          <a:custGeom>
            <a:avLst/>
            <a:gdLst/>
            <a:ahLst/>
            <a:cxnLst/>
            <a:rect l="l" t="t" r="r" b="b"/>
            <a:pathLst>
              <a:path w="2442" h="1998" extrusionOk="0">
                <a:moveTo>
                  <a:pt x="1079" y="1"/>
                </a:moveTo>
                <a:cubicBezTo>
                  <a:pt x="952" y="1"/>
                  <a:pt x="821" y="27"/>
                  <a:pt x="689" y="85"/>
                </a:cubicBezTo>
                <a:cubicBezTo>
                  <a:pt x="207" y="274"/>
                  <a:pt x="1" y="703"/>
                  <a:pt x="1" y="1202"/>
                </a:cubicBezTo>
                <a:cubicBezTo>
                  <a:pt x="1" y="1425"/>
                  <a:pt x="17" y="1684"/>
                  <a:pt x="207" y="1837"/>
                </a:cubicBezTo>
                <a:cubicBezTo>
                  <a:pt x="354" y="1956"/>
                  <a:pt x="560" y="1997"/>
                  <a:pt x="754" y="1997"/>
                </a:cubicBezTo>
                <a:cubicBezTo>
                  <a:pt x="790" y="1997"/>
                  <a:pt x="824" y="1996"/>
                  <a:pt x="859" y="1994"/>
                </a:cubicBezTo>
                <a:cubicBezTo>
                  <a:pt x="1514" y="1961"/>
                  <a:pt x="2442" y="1528"/>
                  <a:pt x="2095" y="740"/>
                </a:cubicBezTo>
                <a:cubicBezTo>
                  <a:pt x="1910" y="312"/>
                  <a:pt x="1517" y="1"/>
                  <a:pt x="107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3"/>
          <p:cNvSpPr/>
          <p:nvPr/>
        </p:nvSpPr>
        <p:spPr>
          <a:xfrm rot="5400000" flipH="1">
            <a:off x="7537464" y="3890353"/>
            <a:ext cx="2561723" cy="2810772"/>
          </a:xfrm>
          <a:custGeom>
            <a:avLst/>
            <a:gdLst/>
            <a:ahLst/>
            <a:cxnLst/>
            <a:rect l="l" t="t" r="r" b="b"/>
            <a:pathLst>
              <a:path w="2903" h="2718" extrusionOk="0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p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653" name="Google Shape;1653;p6"/>
          <p:cNvGrpSpPr/>
          <p:nvPr/>
        </p:nvGrpSpPr>
        <p:grpSpPr>
          <a:xfrm rot="-5400000" flipH="1">
            <a:off x="7903210" y="540476"/>
            <a:ext cx="1830221" cy="691747"/>
            <a:chOff x="3838450" y="2686475"/>
            <a:chExt cx="434175" cy="164100"/>
          </a:xfrm>
        </p:grpSpPr>
        <p:sp>
          <p:nvSpPr>
            <p:cNvPr id="1654" name="Google Shape;1654;p6"/>
            <p:cNvSpPr/>
            <p:nvPr/>
          </p:nvSpPr>
          <p:spPr>
            <a:xfrm>
              <a:off x="4133050" y="2834375"/>
              <a:ext cx="6400" cy="6225"/>
            </a:xfrm>
            <a:custGeom>
              <a:avLst/>
              <a:gdLst/>
              <a:ahLst/>
              <a:cxnLst/>
              <a:rect l="l" t="t" r="r" b="b"/>
              <a:pathLst>
                <a:path w="256" h="249" extrusionOk="0">
                  <a:moveTo>
                    <a:pt x="139" y="1"/>
                  </a:moveTo>
                  <a:cubicBezTo>
                    <a:pt x="124" y="1"/>
                    <a:pt x="111" y="5"/>
                    <a:pt x="103" y="13"/>
                  </a:cubicBezTo>
                  <a:cubicBezTo>
                    <a:pt x="33" y="30"/>
                    <a:pt x="0" y="100"/>
                    <a:pt x="17" y="166"/>
                  </a:cubicBezTo>
                  <a:cubicBezTo>
                    <a:pt x="33" y="203"/>
                    <a:pt x="49" y="236"/>
                    <a:pt x="70" y="236"/>
                  </a:cubicBezTo>
                  <a:cubicBezTo>
                    <a:pt x="87" y="244"/>
                    <a:pt x="103" y="248"/>
                    <a:pt x="118" y="248"/>
                  </a:cubicBezTo>
                  <a:cubicBezTo>
                    <a:pt x="132" y="248"/>
                    <a:pt x="144" y="244"/>
                    <a:pt x="153" y="236"/>
                  </a:cubicBezTo>
                  <a:cubicBezTo>
                    <a:pt x="223" y="219"/>
                    <a:pt x="256" y="149"/>
                    <a:pt x="239" y="79"/>
                  </a:cubicBezTo>
                  <a:cubicBezTo>
                    <a:pt x="239" y="63"/>
                    <a:pt x="223" y="30"/>
                    <a:pt x="206" y="30"/>
                  </a:cubicBezTo>
                  <a:cubicBezTo>
                    <a:pt x="206" y="13"/>
                    <a:pt x="190" y="13"/>
                    <a:pt x="190" y="13"/>
                  </a:cubicBezTo>
                  <a:cubicBezTo>
                    <a:pt x="171" y="5"/>
                    <a:pt x="154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6"/>
            <p:cNvSpPr/>
            <p:nvPr/>
          </p:nvSpPr>
          <p:spPr>
            <a:xfrm>
              <a:off x="4017075" y="2766450"/>
              <a:ext cx="6425" cy="6325"/>
            </a:xfrm>
            <a:custGeom>
              <a:avLst/>
              <a:gdLst/>
              <a:ahLst/>
              <a:cxnLst/>
              <a:rect l="l" t="t" r="r" b="b"/>
              <a:pathLst>
                <a:path w="257" h="253" extrusionOk="0">
                  <a:moveTo>
                    <a:pt x="135" y="1"/>
                  </a:moveTo>
                  <a:cubicBezTo>
                    <a:pt x="120" y="1"/>
                    <a:pt x="104" y="5"/>
                    <a:pt x="87" y="13"/>
                  </a:cubicBezTo>
                  <a:cubicBezTo>
                    <a:pt x="34" y="34"/>
                    <a:pt x="1" y="100"/>
                    <a:pt x="17" y="170"/>
                  </a:cubicBezTo>
                  <a:cubicBezTo>
                    <a:pt x="29" y="221"/>
                    <a:pt x="61" y="253"/>
                    <a:pt x="104" y="253"/>
                  </a:cubicBezTo>
                  <a:cubicBezTo>
                    <a:pt x="119" y="253"/>
                    <a:pt x="136" y="249"/>
                    <a:pt x="153" y="240"/>
                  </a:cubicBezTo>
                  <a:cubicBezTo>
                    <a:pt x="207" y="219"/>
                    <a:pt x="256" y="153"/>
                    <a:pt x="240" y="83"/>
                  </a:cubicBezTo>
                  <a:cubicBezTo>
                    <a:pt x="223" y="67"/>
                    <a:pt x="223" y="50"/>
                    <a:pt x="207" y="34"/>
                  </a:cubicBezTo>
                  <a:cubicBezTo>
                    <a:pt x="190" y="13"/>
                    <a:pt x="190" y="13"/>
                    <a:pt x="174" y="13"/>
                  </a:cubicBezTo>
                  <a:cubicBezTo>
                    <a:pt x="164" y="5"/>
                    <a:pt x="150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6"/>
            <p:cNvSpPr/>
            <p:nvPr/>
          </p:nvSpPr>
          <p:spPr>
            <a:xfrm>
              <a:off x="4014500" y="28149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7" y="0"/>
                  </a:moveTo>
                  <a:cubicBezTo>
                    <a:pt x="87" y="0"/>
                    <a:pt x="17" y="54"/>
                    <a:pt x="1" y="120"/>
                  </a:cubicBezTo>
                  <a:cubicBezTo>
                    <a:pt x="1" y="157"/>
                    <a:pt x="1" y="190"/>
                    <a:pt x="17" y="207"/>
                  </a:cubicBezTo>
                  <a:cubicBezTo>
                    <a:pt x="34" y="240"/>
                    <a:pt x="50" y="260"/>
                    <a:pt x="87" y="260"/>
                  </a:cubicBezTo>
                  <a:cubicBezTo>
                    <a:pt x="95" y="262"/>
                    <a:pt x="103" y="263"/>
                    <a:pt x="111" y="263"/>
                  </a:cubicBezTo>
                  <a:cubicBezTo>
                    <a:pt x="166" y="263"/>
                    <a:pt x="209" y="215"/>
                    <a:pt x="223" y="157"/>
                  </a:cubicBezTo>
                  <a:cubicBezTo>
                    <a:pt x="240" y="104"/>
                    <a:pt x="223" y="54"/>
                    <a:pt x="190" y="33"/>
                  </a:cubicBezTo>
                  <a:cubicBezTo>
                    <a:pt x="190" y="17"/>
                    <a:pt x="174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6"/>
            <p:cNvSpPr/>
            <p:nvPr/>
          </p:nvSpPr>
          <p:spPr>
            <a:xfrm>
              <a:off x="4004600" y="2842425"/>
              <a:ext cx="6025" cy="6500"/>
            </a:xfrm>
            <a:custGeom>
              <a:avLst/>
              <a:gdLst/>
              <a:ahLst/>
              <a:cxnLst/>
              <a:rect l="l" t="t" r="r" b="b"/>
              <a:pathLst>
                <a:path w="241" h="260" extrusionOk="0">
                  <a:moveTo>
                    <a:pt x="158" y="0"/>
                  </a:moveTo>
                  <a:cubicBezTo>
                    <a:pt x="137" y="0"/>
                    <a:pt x="104" y="0"/>
                    <a:pt x="87" y="17"/>
                  </a:cubicBezTo>
                  <a:cubicBezTo>
                    <a:pt x="54" y="33"/>
                    <a:pt x="17" y="66"/>
                    <a:pt x="17" y="120"/>
                  </a:cubicBezTo>
                  <a:cubicBezTo>
                    <a:pt x="1" y="153"/>
                    <a:pt x="17" y="190"/>
                    <a:pt x="34" y="206"/>
                  </a:cubicBezTo>
                  <a:cubicBezTo>
                    <a:pt x="34" y="239"/>
                    <a:pt x="71" y="256"/>
                    <a:pt x="104" y="256"/>
                  </a:cubicBezTo>
                  <a:cubicBezTo>
                    <a:pt x="111" y="258"/>
                    <a:pt x="118" y="259"/>
                    <a:pt x="125" y="259"/>
                  </a:cubicBezTo>
                  <a:cubicBezTo>
                    <a:pt x="170" y="259"/>
                    <a:pt x="209" y="214"/>
                    <a:pt x="224" y="153"/>
                  </a:cubicBezTo>
                  <a:lnTo>
                    <a:pt x="240" y="153"/>
                  </a:lnTo>
                  <a:cubicBezTo>
                    <a:pt x="240" y="103"/>
                    <a:pt x="224" y="50"/>
                    <a:pt x="207" y="33"/>
                  </a:cubicBezTo>
                  <a:cubicBezTo>
                    <a:pt x="191" y="17"/>
                    <a:pt x="174" y="17"/>
                    <a:pt x="1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6"/>
            <p:cNvSpPr/>
            <p:nvPr/>
          </p:nvSpPr>
          <p:spPr>
            <a:xfrm>
              <a:off x="4004200" y="2827775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36" y="1"/>
                  </a:moveTo>
                  <a:cubicBezTo>
                    <a:pt x="103" y="1"/>
                    <a:pt x="87" y="1"/>
                    <a:pt x="50" y="17"/>
                  </a:cubicBezTo>
                  <a:cubicBezTo>
                    <a:pt x="33" y="54"/>
                    <a:pt x="17" y="71"/>
                    <a:pt x="0" y="104"/>
                  </a:cubicBezTo>
                  <a:cubicBezTo>
                    <a:pt x="0" y="137"/>
                    <a:pt x="0" y="174"/>
                    <a:pt x="17" y="207"/>
                  </a:cubicBezTo>
                  <a:cubicBezTo>
                    <a:pt x="33" y="223"/>
                    <a:pt x="50" y="240"/>
                    <a:pt x="87" y="261"/>
                  </a:cubicBezTo>
                  <a:cubicBezTo>
                    <a:pt x="136" y="261"/>
                    <a:pt x="207" y="223"/>
                    <a:pt x="223" y="137"/>
                  </a:cubicBezTo>
                  <a:cubicBezTo>
                    <a:pt x="223" y="104"/>
                    <a:pt x="223" y="87"/>
                    <a:pt x="207" y="54"/>
                  </a:cubicBezTo>
                  <a:cubicBezTo>
                    <a:pt x="207" y="34"/>
                    <a:pt x="207" y="34"/>
                    <a:pt x="190" y="34"/>
                  </a:cubicBezTo>
                  <a:cubicBezTo>
                    <a:pt x="174" y="17"/>
                    <a:pt x="15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6"/>
            <p:cNvSpPr/>
            <p:nvPr/>
          </p:nvSpPr>
          <p:spPr>
            <a:xfrm>
              <a:off x="4007175" y="2781000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137" y="0"/>
                  </a:moveTo>
                  <a:cubicBezTo>
                    <a:pt x="121" y="0"/>
                    <a:pt x="88" y="0"/>
                    <a:pt x="55" y="17"/>
                  </a:cubicBezTo>
                  <a:cubicBezTo>
                    <a:pt x="34" y="49"/>
                    <a:pt x="17" y="70"/>
                    <a:pt x="1" y="103"/>
                  </a:cubicBezTo>
                  <a:cubicBezTo>
                    <a:pt x="1" y="136"/>
                    <a:pt x="1" y="173"/>
                    <a:pt x="17" y="206"/>
                  </a:cubicBezTo>
                  <a:cubicBezTo>
                    <a:pt x="34" y="223"/>
                    <a:pt x="55" y="239"/>
                    <a:pt x="88" y="256"/>
                  </a:cubicBezTo>
                  <a:cubicBezTo>
                    <a:pt x="137" y="256"/>
                    <a:pt x="207" y="223"/>
                    <a:pt x="224" y="136"/>
                  </a:cubicBezTo>
                  <a:cubicBezTo>
                    <a:pt x="224" y="103"/>
                    <a:pt x="224" y="87"/>
                    <a:pt x="207" y="49"/>
                  </a:cubicBezTo>
                  <a:cubicBezTo>
                    <a:pt x="207" y="33"/>
                    <a:pt x="207" y="33"/>
                    <a:pt x="191" y="33"/>
                  </a:cubicBezTo>
                  <a:cubicBezTo>
                    <a:pt x="174" y="17"/>
                    <a:pt x="158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6"/>
            <p:cNvSpPr/>
            <p:nvPr/>
          </p:nvSpPr>
          <p:spPr>
            <a:xfrm>
              <a:off x="4008950" y="2750325"/>
              <a:ext cx="6400" cy="6400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130" y="0"/>
                  </a:moveTo>
                  <a:cubicBezTo>
                    <a:pt x="99" y="0"/>
                    <a:pt x="70" y="12"/>
                    <a:pt x="50" y="40"/>
                  </a:cubicBezTo>
                  <a:cubicBezTo>
                    <a:pt x="0" y="110"/>
                    <a:pt x="0" y="180"/>
                    <a:pt x="50" y="229"/>
                  </a:cubicBezTo>
                  <a:cubicBezTo>
                    <a:pt x="66" y="246"/>
                    <a:pt x="93" y="255"/>
                    <a:pt x="120" y="255"/>
                  </a:cubicBezTo>
                  <a:cubicBezTo>
                    <a:pt x="152" y="255"/>
                    <a:pt x="186" y="242"/>
                    <a:pt x="206" y="213"/>
                  </a:cubicBezTo>
                  <a:cubicBezTo>
                    <a:pt x="256" y="163"/>
                    <a:pt x="256" y="77"/>
                    <a:pt x="206" y="23"/>
                  </a:cubicBezTo>
                  <a:cubicBezTo>
                    <a:pt x="182" y="8"/>
                    <a:pt x="155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6"/>
            <p:cNvSpPr/>
            <p:nvPr/>
          </p:nvSpPr>
          <p:spPr>
            <a:xfrm>
              <a:off x="4002025" y="27647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57" y="1"/>
                  </a:moveTo>
                  <a:cubicBezTo>
                    <a:pt x="87" y="1"/>
                    <a:pt x="17" y="50"/>
                    <a:pt x="17" y="120"/>
                  </a:cubicBezTo>
                  <a:cubicBezTo>
                    <a:pt x="1" y="153"/>
                    <a:pt x="1" y="186"/>
                    <a:pt x="17" y="207"/>
                  </a:cubicBezTo>
                  <a:cubicBezTo>
                    <a:pt x="34" y="240"/>
                    <a:pt x="71" y="256"/>
                    <a:pt x="87" y="256"/>
                  </a:cubicBezTo>
                  <a:cubicBezTo>
                    <a:pt x="97" y="258"/>
                    <a:pt x="105" y="259"/>
                    <a:pt x="114" y="259"/>
                  </a:cubicBezTo>
                  <a:cubicBezTo>
                    <a:pt x="170" y="259"/>
                    <a:pt x="209" y="214"/>
                    <a:pt x="223" y="153"/>
                  </a:cubicBezTo>
                  <a:cubicBezTo>
                    <a:pt x="240" y="120"/>
                    <a:pt x="240" y="83"/>
                    <a:pt x="223" y="50"/>
                  </a:cubicBezTo>
                  <a:cubicBezTo>
                    <a:pt x="207" y="50"/>
                    <a:pt x="207" y="34"/>
                    <a:pt x="207" y="34"/>
                  </a:cubicBezTo>
                  <a:cubicBezTo>
                    <a:pt x="190" y="17"/>
                    <a:pt x="174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6"/>
            <p:cNvSpPr/>
            <p:nvPr/>
          </p:nvSpPr>
          <p:spPr>
            <a:xfrm>
              <a:off x="4050175" y="2839050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34" y="0"/>
                  </a:moveTo>
                  <a:cubicBezTo>
                    <a:pt x="120" y="0"/>
                    <a:pt x="103" y="5"/>
                    <a:pt x="87" y="16"/>
                  </a:cubicBezTo>
                  <a:cubicBezTo>
                    <a:pt x="50" y="16"/>
                    <a:pt x="33" y="49"/>
                    <a:pt x="17" y="82"/>
                  </a:cubicBezTo>
                  <a:cubicBezTo>
                    <a:pt x="0" y="98"/>
                    <a:pt x="0" y="135"/>
                    <a:pt x="0" y="168"/>
                  </a:cubicBezTo>
                  <a:cubicBezTo>
                    <a:pt x="14" y="226"/>
                    <a:pt x="64" y="259"/>
                    <a:pt x="119" y="259"/>
                  </a:cubicBezTo>
                  <a:cubicBezTo>
                    <a:pt x="130" y="259"/>
                    <a:pt x="142" y="258"/>
                    <a:pt x="153" y="255"/>
                  </a:cubicBezTo>
                  <a:cubicBezTo>
                    <a:pt x="206" y="222"/>
                    <a:pt x="239" y="152"/>
                    <a:pt x="223" y="82"/>
                  </a:cubicBezTo>
                  <a:cubicBezTo>
                    <a:pt x="223" y="65"/>
                    <a:pt x="206" y="49"/>
                    <a:pt x="190" y="32"/>
                  </a:cubicBezTo>
                  <a:cubicBezTo>
                    <a:pt x="190" y="16"/>
                    <a:pt x="190" y="16"/>
                    <a:pt x="169" y="16"/>
                  </a:cubicBezTo>
                  <a:cubicBezTo>
                    <a:pt x="161" y="5"/>
                    <a:pt x="149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6"/>
            <p:cNvSpPr/>
            <p:nvPr/>
          </p:nvSpPr>
          <p:spPr>
            <a:xfrm>
              <a:off x="4021825" y="2784725"/>
              <a:ext cx="6000" cy="6350"/>
            </a:xfrm>
            <a:custGeom>
              <a:avLst/>
              <a:gdLst/>
              <a:ahLst/>
              <a:cxnLst/>
              <a:rect l="l" t="t" r="r" b="b"/>
              <a:pathLst>
                <a:path w="240" h="254" extrusionOk="0">
                  <a:moveTo>
                    <a:pt x="128" y="1"/>
                  </a:moveTo>
                  <a:cubicBezTo>
                    <a:pt x="71" y="1"/>
                    <a:pt x="17" y="49"/>
                    <a:pt x="17" y="107"/>
                  </a:cubicBezTo>
                  <a:cubicBezTo>
                    <a:pt x="0" y="144"/>
                    <a:pt x="0" y="177"/>
                    <a:pt x="33" y="210"/>
                  </a:cubicBezTo>
                  <a:cubicBezTo>
                    <a:pt x="33" y="230"/>
                    <a:pt x="66" y="247"/>
                    <a:pt x="87" y="247"/>
                  </a:cubicBezTo>
                  <a:cubicBezTo>
                    <a:pt x="97" y="252"/>
                    <a:pt x="106" y="254"/>
                    <a:pt x="116" y="254"/>
                  </a:cubicBezTo>
                  <a:cubicBezTo>
                    <a:pt x="138" y="254"/>
                    <a:pt x="158" y="242"/>
                    <a:pt x="169" y="230"/>
                  </a:cubicBezTo>
                  <a:cubicBezTo>
                    <a:pt x="207" y="210"/>
                    <a:pt x="223" y="177"/>
                    <a:pt x="223" y="144"/>
                  </a:cubicBezTo>
                  <a:cubicBezTo>
                    <a:pt x="240" y="107"/>
                    <a:pt x="223" y="74"/>
                    <a:pt x="223" y="41"/>
                  </a:cubicBezTo>
                  <a:cubicBezTo>
                    <a:pt x="207" y="41"/>
                    <a:pt x="207" y="24"/>
                    <a:pt x="207" y="24"/>
                  </a:cubicBezTo>
                  <a:cubicBezTo>
                    <a:pt x="190" y="24"/>
                    <a:pt x="190" y="24"/>
                    <a:pt x="190" y="4"/>
                  </a:cubicBezTo>
                  <a:lnTo>
                    <a:pt x="153" y="4"/>
                  </a:lnTo>
                  <a:cubicBezTo>
                    <a:pt x="145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6"/>
            <p:cNvSpPr/>
            <p:nvPr/>
          </p:nvSpPr>
          <p:spPr>
            <a:xfrm>
              <a:off x="4049750" y="2787925"/>
              <a:ext cx="6425" cy="6300"/>
            </a:xfrm>
            <a:custGeom>
              <a:avLst/>
              <a:gdLst/>
              <a:ahLst/>
              <a:cxnLst/>
              <a:rect l="l" t="t" r="r" b="b"/>
              <a:pathLst>
                <a:path w="257" h="252" extrusionOk="0">
                  <a:moveTo>
                    <a:pt x="136" y="1"/>
                  </a:moveTo>
                  <a:cubicBezTo>
                    <a:pt x="102" y="1"/>
                    <a:pt x="70" y="20"/>
                    <a:pt x="50" y="49"/>
                  </a:cubicBezTo>
                  <a:cubicBezTo>
                    <a:pt x="1" y="102"/>
                    <a:pt x="1" y="185"/>
                    <a:pt x="50" y="222"/>
                  </a:cubicBezTo>
                  <a:cubicBezTo>
                    <a:pt x="64" y="243"/>
                    <a:pt x="84" y="252"/>
                    <a:pt x="107" y="252"/>
                  </a:cubicBezTo>
                  <a:cubicBezTo>
                    <a:pt x="139" y="252"/>
                    <a:pt x="176" y="234"/>
                    <a:pt x="207" y="205"/>
                  </a:cubicBezTo>
                  <a:cubicBezTo>
                    <a:pt x="256" y="152"/>
                    <a:pt x="240" y="65"/>
                    <a:pt x="207" y="32"/>
                  </a:cubicBezTo>
                  <a:cubicBezTo>
                    <a:pt x="185" y="10"/>
                    <a:pt x="160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6"/>
            <p:cNvSpPr/>
            <p:nvPr/>
          </p:nvSpPr>
          <p:spPr>
            <a:xfrm>
              <a:off x="4047600" y="27713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28" y="1"/>
                  </a:moveTo>
                  <a:cubicBezTo>
                    <a:pt x="97" y="1"/>
                    <a:pt x="63" y="14"/>
                    <a:pt x="33" y="44"/>
                  </a:cubicBezTo>
                  <a:cubicBezTo>
                    <a:pt x="0" y="110"/>
                    <a:pt x="0" y="180"/>
                    <a:pt x="33" y="229"/>
                  </a:cubicBezTo>
                  <a:cubicBezTo>
                    <a:pt x="57" y="246"/>
                    <a:pt x="84" y="255"/>
                    <a:pt x="111" y="255"/>
                  </a:cubicBezTo>
                  <a:cubicBezTo>
                    <a:pt x="144" y="255"/>
                    <a:pt x="177" y="242"/>
                    <a:pt x="206" y="213"/>
                  </a:cubicBezTo>
                  <a:cubicBezTo>
                    <a:pt x="239" y="147"/>
                    <a:pt x="239" y="77"/>
                    <a:pt x="190" y="23"/>
                  </a:cubicBezTo>
                  <a:cubicBezTo>
                    <a:pt x="173" y="9"/>
                    <a:pt x="152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6"/>
            <p:cNvSpPr/>
            <p:nvPr/>
          </p:nvSpPr>
          <p:spPr>
            <a:xfrm>
              <a:off x="4018825" y="28303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4" y="1"/>
                  </a:moveTo>
                  <a:cubicBezTo>
                    <a:pt x="34" y="34"/>
                    <a:pt x="1" y="104"/>
                    <a:pt x="17" y="174"/>
                  </a:cubicBezTo>
                  <a:cubicBezTo>
                    <a:pt x="17" y="207"/>
                    <a:pt x="34" y="224"/>
                    <a:pt x="67" y="240"/>
                  </a:cubicBezTo>
                  <a:cubicBezTo>
                    <a:pt x="85" y="250"/>
                    <a:pt x="99" y="255"/>
                    <a:pt x="112" y="255"/>
                  </a:cubicBezTo>
                  <a:cubicBezTo>
                    <a:pt x="125" y="255"/>
                    <a:pt x="137" y="250"/>
                    <a:pt x="153" y="240"/>
                  </a:cubicBezTo>
                  <a:cubicBezTo>
                    <a:pt x="186" y="240"/>
                    <a:pt x="207" y="207"/>
                    <a:pt x="223" y="174"/>
                  </a:cubicBezTo>
                  <a:cubicBezTo>
                    <a:pt x="240" y="158"/>
                    <a:pt x="240" y="104"/>
                    <a:pt x="240" y="87"/>
                  </a:cubicBezTo>
                  <a:cubicBezTo>
                    <a:pt x="223" y="54"/>
                    <a:pt x="223" y="34"/>
                    <a:pt x="207" y="34"/>
                  </a:cubicBezTo>
                  <a:lnTo>
                    <a:pt x="186" y="17"/>
                  </a:lnTo>
                  <a:cubicBezTo>
                    <a:pt x="153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6"/>
            <p:cNvSpPr/>
            <p:nvPr/>
          </p:nvSpPr>
          <p:spPr>
            <a:xfrm>
              <a:off x="4022650" y="2802125"/>
              <a:ext cx="6000" cy="6275"/>
            </a:xfrm>
            <a:custGeom>
              <a:avLst/>
              <a:gdLst/>
              <a:ahLst/>
              <a:cxnLst/>
              <a:rect l="l" t="t" r="r" b="b"/>
              <a:pathLst>
                <a:path w="240" h="251" extrusionOk="0">
                  <a:moveTo>
                    <a:pt x="136" y="0"/>
                  </a:moveTo>
                  <a:cubicBezTo>
                    <a:pt x="121" y="0"/>
                    <a:pt x="103" y="4"/>
                    <a:pt x="87" y="13"/>
                  </a:cubicBezTo>
                  <a:cubicBezTo>
                    <a:pt x="54" y="13"/>
                    <a:pt x="33" y="50"/>
                    <a:pt x="17" y="66"/>
                  </a:cubicBezTo>
                  <a:cubicBezTo>
                    <a:pt x="0" y="99"/>
                    <a:pt x="0" y="132"/>
                    <a:pt x="17" y="169"/>
                  </a:cubicBezTo>
                  <a:cubicBezTo>
                    <a:pt x="17" y="202"/>
                    <a:pt x="33" y="219"/>
                    <a:pt x="70" y="235"/>
                  </a:cubicBezTo>
                  <a:cubicBezTo>
                    <a:pt x="79" y="246"/>
                    <a:pt x="91" y="251"/>
                    <a:pt x="106" y="251"/>
                  </a:cubicBezTo>
                  <a:cubicBezTo>
                    <a:pt x="121" y="251"/>
                    <a:pt x="138" y="246"/>
                    <a:pt x="157" y="235"/>
                  </a:cubicBezTo>
                  <a:cubicBezTo>
                    <a:pt x="207" y="219"/>
                    <a:pt x="240" y="153"/>
                    <a:pt x="223" y="83"/>
                  </a:cubicBezTo>
                  <a:cubicBezTo>
                    <a:pt x="223" y="50"/>
                    <a:pt x="207" y="29"/>
                    <a:pt x="207" y="29"/>
                  </a:cubicBezTo>
                  <a:cubicBezTo>
                    <a:pt x="190" y="13"/>
                    <a:pt x="190" y="13"/>
                    <a:pt x="174" y="13"/>
                  </a:cubicBezTo>
                  <a:cubicBezTo>
                    <a:pt x="165" y="4"/>
                    <a:pt x="152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6"/>
            <p:cNvSpPr/>
            <p:nvPr/>
          </p:nvSpPr>
          <p:spPr>
            <a:xfrm>
              <a:off x="4045850" y="281932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36" y="1"/>
                  </a:moveTo>
                  <a:cubicBezTo>
                    <a:pt x="121" y="1"/>
                    <a:pt x="103" y="5"/>
                    <a:pt x="87" y="13"/>
                  </a:cubicBezTo>
                  <a:cubicBezTo>
                    <a:pt x="33" y="46"/>
                    <a:pt x="0" y="116"/>
                    <a:pt x="17" y="186"/>
                  </a:cubicBezTo>
                  <a:cubicBezTo>
                    <a:pt x="17" y="219"/>
                    <a:pt x="33" y="236"/>
                    <a:pt x="70" y="252"/>
                  </a:cubicBezTo>
                  <a:cubicBezTo>
                    <a:pt x="78" y="260"/>
                    <a:pt x="91" y="265"/>
                    <a:pt x="106" y="265"/>
                  </a:cubicBezTo>
                  <a:cubicBezTo>
                    <a:pt x="121" y="265"/>
                    <a:pt x="138" y="260"/>
                    <a:pt x="157" y="252"/>
                  </a:cubicBezTo>
                  <a:cubicBezTo>
                    <a:pt x="206" y="236"/>
                    <a:pt x="239" y="149"/>
                    <a:pt x="239" y="83"/>
                  </a:cubicBezTo>
                  <a:cubicBezTo>
                    <a:pt x="223" y="63"/>
                    <a:pt x="223" y="46"/>
                    <a:pt x="206" y="30"/>
                  </a:cubicBezTo>
                  <a:cubicBezTo>
                    <a:pt x="190" y="30"/>
                    <a:pt x="190" y="30"/>
                    <a:pt x="173" y="13"/>
                  </a:cubicBezTo>
                  <a:cubicBezTo>
                    <a:pt x="165" y="5"/>
                    <a:pt x="152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6"/>
            <p:cNvSpPr/>
            <p:nvPr/>
          </p:nvSpPr>
          <p:spPr>
            <a:xfrm>
              <a:off x="4054900" y="27421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8" y="0"/>
                  </a:moveTo>
                  <a:cubicBezTo>
                    <a:pt x="95" y="0"/>
                    <a:pt x="61" y="13"/>
                    <a:pt x="34" y="40"/>
                  </a:cubicBezTo>
                  <a:cubicBezTo>
                    <a:pt x="17" y="56"/>
                    <a:pt x="17" y="77"/>
                    <a:pt x="17" y="94"/>
                  </a:cubicBezTo>
                  <a:cubicBezTo>
                    <a:pt x="1" y="143"/>
                    <a:pt x="17" y="197"/>
                    <a:pt x="34" y="230"/>
                  </a:cubicBezTo>
                  <a:cubicBezTo>
                    <a:pt x="53" y="249"/>
                    <a:pt x="80" y="257"/>
                    <a:pt x="105" y="257"/>
                  </a:cubicBezTo>
                  <a:cubicBezTo>
                    <a:pt x="123" y="257"/>
                    <a:pt x="140" y="253"/>
                    <a:pt x="153" y="246"/>
                  </a:cubicBezTo>
                  <a:cubicBezTo>
                    <a:pt x="170" y="230"/>
                    <a:pt x="186" y="230"/>
                    <a:pt x="207" y="213"/>
                  </a:cubicBezTo>
                  <a:cubicBezTo>
                    <a:pt x="240" y="143"/>
                    <a:pt x="240" y="77"/>
                    <a:pt x="207" y="23"/>
                  </a:cubicBezTo>
                  <a:cubicBezTo>
                    <a:pt x="183" y="9"/>
                    <a:pt x="155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6"/>
            <p:cNvSpPr/>
            <p:nvPr/>
          </p:nvSpPr>
          <p:spPr>
            <a:xfrm>
              <a:off x="4118400" y="27715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57" y="1"/>
                  </a:moveTo>
                  <a:cubicBezTo>
                    <a:pt x="87" y="1"/>
                    <a:pt x="38" y="54"/>
                    <a:pt x="17" y="120"/>
                  </a:cubicBezTo>
                  <a:cubicBezTo>
                    <a:pt x="1" y="157"/>
                    <a:pt x="17" y="190"/>
                    <a:pt x="38" y="207"/>
                  </a:cubicBezTo>
                  <a:cubicBezTo>
                    <a:pt x="38" y="244"/>
                    <a:pt x="71" y="260"/>
                    <a:pt x="104" y="260"/>
                  </a:cubicBezTo>
                  <a:cubicBezTo>
                    <a:pt x="120" y="260"/>
                    <a:pt x="157" y="260"/>
                    <a:pt x="190" y="244"/>
                  </a:cubicBezTo>
                  <a:cubicBezTo>
                    <a:pt x="207" y="223"/>
                    <a:pt x="223" y="190"/>
                    <a:pt x="244" y="157"/>
                  </a:cubicBezTo>
                  <a:cubicBezTo>
                    <a:pt x="244" y="120"/>
                    <a:pt x="244" y="87"/>
                    <a:pt x="223" y="54"/>
                  </a:cubicBezTo>
                  <a:lnTo>
                    <a:pt x="207" y="38"/>
                  </a:lnTo>
                  <a:cubicBezTo>
                    <a:pt x="190" y="17"/>
                    <a:pt x="174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6"/>
            <p:cNvSpPr/>
            <p:nvPr/>
          </p:nvSpPr>
          <p:spPr>
            <a:xfrm>
              <a:off x="4127050" y="2817075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137" y="0"/>
                  </a:moveTo>
                  <a:cubicBezTo>
                    <a:pt x="120" y="0"/>
                    <a:pt x="83" y="0"/>
                    <a:pt x="67" y="17"/>
                  </a:cubicBezTo>
                  <a:cubicBezTo>
                    <a:pt x="34" y="33"/>
                    <a:pt x="17" y="70"/>
                    <a:pt x="1" y="103"/>
                  </a:cubicBezTo>
                  <a:cubicBezTo>
                    <a:pt x="1" y="136"/>
                    <a:pt x="1" y="173"/>
                    <a:pt x="17" y="206"/>
                  </a:cubicBezTo>
                  <a:cubicBezTo>
                    <a:pt x="34" y="223"/>
                    <a:pt x="50" y="239"/>
                    <a:pt x="83" y="256"/>
                  </a:cubicBezTo>
                  <a:cubicBezTo>
                    <a:pt x="137" y="256"/>
                    <a:pt x="186" y="223"/>
                    <a:pt x="224" y="153"/>
                  </a:cubicBezTo>
                  <a:lnTo>
                    <a:pt x="224" y="136"/>
                  </a:lnTo>
                  <a:cubicBezTo>
                    <a:pt x="224" y="103"/>
                    <a:pt x="224" y="50"/>
                    <a:pt x="186" y="33"/>
                  </a:cubicBezTo>
                  <a:cubicBezTo>
                    <a:pt x="170" y="17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6"/>
            <p:cNvSpPr/>
            <p:nvPr/>
          </p:nvSpPr>
          <p:spPr>
            <a:xfrm>
              <a:off x="4129125" y="270925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57" y="0"/>
                  </a:moveTo>
                  <a:cubicBezTo>
                    <a:pt x="87" y="0"/>
                    <a:pt x="37" y="33"/>
                    <a:pt x="21" y="104"/>
                  </a:cubicBezTo>
                  <a:cubicBezTo>
                    <a:pt x="0" y="137"/>
                    <a:pt x="21" y="174"/>
                    <a:pt x="37" y="207"/>
                  </a:cubicBezTo>
                  <a:cubicBezTo>
                    <a:pt x="37" y="240"/>
                    <a:pt x="70" y="260"/>
                    <a:pt x="103" y="260"/>
                  </a:cubicBezTo>
                  <a:cubicBezTo>
                    <a:pt x="157" y="260"/>
                    <a:pt x="227" y="223"/>
                    <a:pt x="244" y="157"/>
                  </a:cubicBezTo>
                  <a:cubicBezTo>
                    <a:pt x="244" y="120"/>
                    <a:pt x="244" y="87"/>
                    <a:pt x="227" y="54"/>
                  </a:cubicBezTo>
                  <a:lnTo>
                    <a:pt x="206" y="33"/>
                  </a:lnTo>
                  <a:cubicBezTo>
                    <a:pt x="190" y="17"/>
                    <a:pt x="174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6"/>
            <p:cNvSpPr/>
            <p:nvPr/>
          </p:nvSpPr>
          <p:spPr>
            <a:xfrm>
              <a:off x="4130875" y="2724800"/>
              <a:ext cx="6525" cy="6525"/>
            </a:xfrm>
            <a:custGeom>
              <a:avLst/>
              <a:gdLst/>
              <a:ahLst/>
              <a:cxnLst/>
              <a:rect l="l" t="t" r="r" b="b"/>
              <a:pathLst>
                <a:path w="261" h="261" extrusionOk="0">
                  <a:moveTo>
                    <a:pt x="146" y="0"/>
                  </a:moveTo>
                  <a:cubicBezTo>
                    <a:pt x="111" y="0"/>
                    <a:pt x="73" y="19"/>
                    <a:pt x="54" y="51"/>
                  </a:cubicBezTo>
                  <a:cubicBezTo>
                    <a:pt x="0" y="100"/>
                    <a:pt x="0" y="187"/>
                    <a:pt x="54" y="236"/>
                  </a:cubicBezTo>
                  <a:cubicBezTo>
                    <a:pt x="75" y="252"/>
                    <a:pt x="99" y="261"/>
                    <a:pt x="123" y="261"/>
                  </a:cubicBezTo>
                  <a:cubicBezTo>
                    <a:pt x="156" y="261"/>
                    <a:pt x="187" y="244"/>
                    <a:pt x="207" y="203"/>
                  </a:cubicBezTo>
                  <a:cubicBezTo>
                    <a:pt x="260" y="154"/>
                    <a:pt x="260" y="67"/>
                    <a:pt x="207" y="30"/>
                  </a:cubicBezTo>
                  <a:cubicBezTo>
                    <a:pt x="193" y="10"/>
                    <a:pt x="170" y="0"/>
                    <a:pt x="1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6"/>
            <p:cNvSpPr/>
            <p:nvPr/>
          </p:nvSpPr>
          <p:spPr>
            <a:xfrm>
              <a:off x="4130875" y="2772200"/>
              <a:ext cx="6525" cy="6400"/>
            </a:xfrm>
            <a:custGeom>
              <a:avLst/>
              <a:gdLst/>
              <a:ahLst/>
              <a:cxnLst/>
              <a:rect l="l" t="t" r="r" b="b"/>
              <a:pathLst>
                <a:path w="261" h="256" extrusionOk="0">
                  <a:moveTo>
                    <a:pt x="144" y="0"/>
                  </a:moveTo>
                  <a:cubicBezTo>
                    <a:pt x="114" y="0"/>
                    <a:pt x="81" y="14"/>
                    <a:pt x="54" y="43"/>
                  </a:cubicBezTo>
                  <a:cubicBezTo>
                    <a:pt x="0" y="113"/>
                    <a:pt x="17" y="179"/>
                    <a:pt x="54" y="232"/>
                  </a:cubicBezTo>
                  <a:cubicBezTo>
                    <a:pt x="71" y="249"/>
                    <a:pt x="87" y="249"/>
                    <a:pt x="104" y="249"/>
                  </a:cubicBezTo>
                  <a:cubicBezTo>
                    <a:pt x="112" y="253"/>
                    <a:pt x="123" y="255"/>
                    <a:pt x="133" y="255"/>
                  </a:cubicBezTo>
                  <a:cubicBezTo>
                    <a:pt x="163" y="255"/>
                    <a:pt x="195" y="240"/>
                    <a:pt x="207" y="216"/>
                  </a:cubicBezTo>
                  <a:cubicBezTo>
                    <a:pt x="240" y="162"/>
                    <a:pt x="260" y="113"/>
                    <a:pt x="240" y="76"/>
                  </a:cubicBezTo>
                  <a:cubicBezTo>
                    <a:pt x="240" y="59"/>
                    <a:pt x="223" y="43"/>
                    <a:pt x="207" y="26"/>
                  </a:cubicBezTo>
                  <a:cubicBezTo>
                    <a:pt x="192" y="9"/>
                    <a:pt x="169" y="0"/>
                    <a:pt x="1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6"/>
            <p:cNvSpPr/>
            <p:nvPr/>
          </p:nvSpPr>
          <p:spPr>
            <a:xfrm>
              <a:off x="4126125" y="2802250"/>
              <a:ext cx="5600" cy="6350"/>
            </a:xfrm>
            <a:custGeom>
              <a:avLst/>
              <a:gdLst/>
              <a:ahLst/>
              <a:cxnLst/>
              <a:rect l="l" t="t" r="r" b="b"/>
              <a:pathLst>
                <a:path w="224" h="254" extrusionOk="0">
                  <a:moveTo>
                    <a:pt x="120" y="1"/>
                  </a:moveTo>
                  <a:cubicBezTo>
                    <a:pt x="101" y="1"/>
                    <a:pt x="78" y="12"/>
                    <a:pt x="54" y="24"/>
                  </a:cubicBezTo>
                  <a:cubicBezTo>
                    <a:pt x="38" y="45"/>
                    <a:pt x="17" y="78"/>
                    <a:pt x="1" y="111"/>
                  </a:cubicBezTo>
                  <a:cubicBezTo>
                    <a:pt x="1" y="148"/>
                    <a:pt x="1" y="181"/>
                    <a:pt x="17" y="197"/>
                  </a:cubicBezTo>
                  <a:cubicBezTo>
                    <a:pt x="38" y="230"/>
                    <a:pt x="54" y="251"/>
                    <a:pt x="87" y="251"/>
                  </a:cubicBezTo>
                  <a:cubicBezTo>
                    <a:pt x="96" y="253"/>
                    <a:pt x="104" y="254"/>
                    <a:pt x="112" y="254"/>
                  </a:cubicBezTo>
                  <a:cubicBezTo>
                    <a:pt x="169" y="254"/>
                    <a:pt x="209" y="206"/>
                    <a:pt x="223" y="148"/>
                  </a:cubicBezTo>
                  <a:cubicBezTo>
                    <a:pt x="223" y="111"/>
                    <a:pt x="223" y="78"/>
                    <a:pt x="207" y="61"/>
                  </a:cubicBezTo>
                  <a:cubicBezTo>
                    <a:pt x="207" y="45"/>
                    <a:pt x="207" y="45"/>
                    <a:pt x="190" y="24"/>
                  </a:cubicBezTo>
                  <a:cubicBezTo>
                    <a:pt x="174" y="8"/>
                    <a:pt x="157" y="8"/>
                    <a:pt x="141" y="8"/>
                  </a:cubicBezTo>
                  <a:cubicBezTo>
                    <a:pt x="135" y="3"/>
                    <a:pt x="128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6"/>
            <p:cNvSpPr/>
            <p:nvPr/>
          </p:nvSpPr>
          <p:spPr>
            <a:xfrm>
              <a:off x="4129125" y="2755450"/>
              <a:ext cx="6100" cy="6300"/>
            </a:xfrm>
            <a:custGeom>
              <a:avLst/>
              <a:gdLst/>
              <a:ahLst/>
              <a:cxnLst/>
              <a:rect l="l" t="t" r="r" b="b"/>
              <a:pathLst>
                <a:path w="244" h="252" extrusionOk="0">
                  <a:moveTo>
                    <a:pt x="121" y="1"/>
                  </a:moveTo>
                  <a:cubicBezTo>
                    <a:pt x="103" y="1"/>
                    <a:pt x="77" y="13"/>
                    <a:pt x="54" y="24"/>
                  </a:cubicBezTo>
                  <a:cubicBezTo>
                    <a:pt x="37" y="41"/>
                    <a:pt x="21" y="78"/>
                    <a:pt x="0" y="111"/>
                  </a:cubicBezTo>
                  <a:cubicBezTo>
                    <a:pt x="0" y="144"/>
                    <a:pt x="0" y="181"/>
                    <a:pt x="21" y="197"/>
                  </a:cubicBezTo>
                  <a:cubicBezTo>
                    <a:pt x="37" y="230"/>
                    <a:pt x="54" y="247"/>
                    <a:pt x="87" y="247"/>
                  </a:cubicBezTo>
                  <a:cubicBezTo>
                    <a:pt x="97" y="250"/>
                    <a:pt x="107" y="251"/>
                    <a:pt x="117" y="251"/>
                  </a:cubicBezTo>
                  <a:cubicBezTo>
                    <a:pt x="171" y="251"/>
                    <a:pt x="210" y="204"/>
                    <a:pt x="227" y="144"/>
                  </a:cubicBezTo>
                  <a:cubicBezTo>
                    <a:pt x="244" y="111"/>
                    <a:pt x="227" y="78"/>
                    <a:pt x="206" y="61"/>
                  </a:cubicBezTo>
                  <a:cubicBezTo>
                    <a:pt x="206" y="41"/>
                    <a:pt x="206" y="41"/>
                    <a:pt x="190" y="24"/>
                  </a:cubicBezTo>
                  <a:cubicBezTo>
                    <a:pt x="190" y="8"/>
                    <a:pt x="174" y="8"/>
                    <a:pt x="141" y="8"/>
                  </a:cubicBezTo>
                  <a:cubicBezTo>
                    <a:pt x="136" y="3"/>
                    <a:pt x="129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6"/>
            <p:cNvSpPr/>
            <p:nvPr/>
          </p:nvSpPr>
          <p:spPr>
            <a:xfrm>
              <a:off x="3997700" y="2812150"/>
              <a:ext cx="6100" cy="6375"/>
            </a:xfrm>
            <a:custGeom>
              <a:avLst/>
              <a:gdLst/>
              <a:ahLst/>
              <a:cxnLst/>
              <a:rect l="l" t="t" r="r" b="b"/>
              <a:pathLst>
                <a:path w="244" h="255" extrusionOk="0">
                  <a:moveTo>
                    <a:pt x="131" y="1"/>
                  </a:moveTo>
                  <a:cubicBezTo>
                    <a:pt x="98" y="1"/>
                    <a:pt x="65" y="13"/>
                    <a:pt x="38" y="40"/>
                  </a:cubicBezTo>
                  <a:cubicBezTo>
                    <a:pt x="1" y="110"/>
                    <a:pt x="1" y="181"/>
                    <a:pt x="38" y="230"/>
                  </a:cubicBezTo>
                  <a:cubicBezTo>
                    <a:pt x="54" y="247"/>
                    <a:pt x="71" y="247"/>
                    <a:pt x="87" y="247"/>
                  </a:cubicBezTo>
                  <a:cubicBezTo>
                    <a:pt x="97" y="252"/>
                    <a:pt x="109" y="255"/>
                    <a:pt x="120" y="255"/>
                  </a:cubicBezTo>
                  <a:cubicBezTo>
                    <a:pt x="150" y="255"/>
                    <a:pt x="183" y="237"/>
                    <a:pt x="207" y="214"/>
                  </a:cubicBezTo>
                  <a:cubicBezTo>
                    <a:pt x="244" y="164"/>
                    <a:pt x="244" y="110"/>
                    <a:pt x="227" y="77"/>
                  </a:cubicBezTo>
                  <a:cubicBezTo>
                    <a:pt x="227" y="61"/>
                    <a:pt x="207" y="40"/>
                    <a:pt x="207" y="24"/>
                  </a:cubicBezTo>
                  <a:cubicBezTo>
                    <a:pt x="185" y="9"/>
                    <a:pt x="158" y="1"/>
                    <a:pt x="1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6"/>
            <p:cNvSpPr/>
            <p:nvPr/>
          </p:nvSpPr>
          <p:spPr>
            <a:xfrm>
              <a:off x="3991725" y="2840775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41" y="0"/>
                  </a:moveTo>
                  <a:cubicBezTo>
                    <a:pt x="125" y="0"/>
                    <a:pt x="112" y="4"/>
                    <a:pt x="104" y="13"/>
                  </a:cubicBezTo>
                  <a:cubicBezTo>
                    <a:pt x="33" y="50"/>
                    <a:pt x="1" y="116"/>
                    <a:pt x="17" y="186"/>
                  </a:cubicBezTo>
                  <a:cubicBezTo>
                    <a:pt x="33" y="219"/>
                    <a:pt x="54" y="235"/>
                    <a:pt x="71" y="256"/>
                  </a:cubicBezTo>
                  <a:cubicBezTo>
                    <a:pt x="87" y="264"/>
                    <a:pt x="104" y="268"/>
                    <a:pt x="119" y="268"/>
                  </a:cubicBezTo>
                  <a:cubicBezTo>
                    <a:pt x="133" y="268"/>
                    <a:pt x="147" y="264"/>
                    <a:pt x="157" y="256"/>
                  </a:cubicBezTo>
                  <a:cubicBezTo>
                    <a:pt x="190" y="235"/>
                    <a:pt x="207" y="219"/>
                    <a:pt x="223" y="186"/>
                  </a:cubicBezTo>
                  <a:cubicBezTo>
                    <a:pt x="240" y="153"/>
                    <a:pt x="240" y="116"/>
                    <a:pt x="240" y="83"/>
                  </a:cubicBezTo>
                  <a:cubicBezTo>
                    <a:pt x="240" y="66"/>
                    <a:pt x="223" y="50"/>
                    <a:pt x="207" y="29"/>
                  </a:cubicBezTo>
                  <a:lnTo>
                    <a:pt x="190" y="13"/>
                  </a:lnTo>
                  <a:cubicBezTo>
                    <a:pt x="174" y="4"/>
                    <a:pt x="156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6"/>
            <p:cNvSpPr/>
            <p:nvPr/>
          </p:nvSpPr>
          <p:spPr>
            <a:xfrm>
              <a:off x="3996475" y="2797200"/>
              <a:ext cx="6000" cy="6350"/>
            </a:xfrm>
            <a:custGeom>
              <a:avLst/>
              <a:gdLst/>
              <a:ahLst/>
              <a:cxnLst/>
              <a:rect l="l" t="t" r="r" b="b"/>
              <a:pathLst>
                <a:path w="240" h="254" extrusionOk="0">
                  <a:moveTo>
                    <a:pt x="129" y="0"/>
                  </a:moveTo>
                  <a:cubicBezTo>
                    <a:pt x="74" y="0"/>
                    <a:pt x="31" y="49"/>
                    <a:pt x="17" y="107"/>
                  </a:cubicBezTo>
                  <a:cubicBezTo>
                    <a:pt x="0" y="144"/>
                    <a:pt x="17" y="177"/>
                    <a:pt x="17" y="210"/>
                  </a:cubicBezTo>
                  <a:cubicBezTo>
                    <a:pt x="33" y="226"/>
                    <a:pt x="70" y="247"/>
                    <a:pt x="87" y="247"/>
                  </a:cubicBezTo>
                  <a:cubicBezTo>
                    <a:pt x="96" y="251"/>
                    <a:pt x="106" y="253"/>
                    <a:pt x="115" y="253"/>
                  </a:cubicBezTo>
                  <a:cubicBezTo>
                    <a:pt x="138" y="253"/>
                    <a:pt x="159" y="241"/>
                    <a:pt x="173" y="226"/>
                  </a:cubicBezTo>
                  <a:cubicBezTo>
                    <a:pt x="206" y="210"/>
                    <a:pt x="223" y="177"/>
                    <a:pt x="223" y="144"/>
                  </a:cubicBezTo>
                  <a:cubicBezTo>
                    <a:pt x="239" y="107"/>
                    <a:pt x="239" y="74"/>
                    <a:pt x="223" y="57"/>
                  </a:cubicBezTo>
                  <a:cubicBezTo>
                    <a:pt x="206" y="41"/>
                    <a:pt x="206" y="41"/>
                    <a:pt x="206" y="20"/>
                  </a:cubicBezTo>
                  <a:cubicBezTo>
                    <a:pt x="190" y="3"/>
                    <a:pt x="173" y="3"/>
                    <a:pt x="153" y="3"/>
                  </a:cubicBezTo>
                  <a:cubicBezTo>
                    <a:pt x="145" y="1"/>
                    <a:pt x="137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6"/>
            <p:cNvSpPr/>
            <p:nvPr/>
          </p:nvSpPr>
          <p:spPr>
            <a:xfrm>
              <a:off x="3989975" y="2824000"/>
              <a:ext cx="6100" cy="6450"/>
            </a:xfrm>
            <a:custGeom>
              <a:avLst/>
              <a:gdLst/>
              <a:ahLst/>
              <a:cxnLst/>
              <a:rect l="l" t="t" r="r" b="b"/>
              <a:pathLst>
                <a:path w="244" h="258" extrusionOk="0">
                  <a:moveTo>
                    <a:pt x="134" y="1"/>
                  </a:moveTo>
                  <a:cubicBezTo>
                    <a:pt x="103" y="1"/>
                    <a:pt x="67" y="20"/>
                    <a:pt x="38" y="49"/>
                  </a:cubicBezTo>
                  <a:cubicBezTo>
                    <a:pt x="21" y="65"/>
                    <a:pt x="21" y="82"/>
                    <a:pt x="21" y="102"/>
                  </a:cubicBezTo>
                  <a:cubicBezTo>
                    <a:pt x="0" y="152"/>
                    <a:pt x="0" y="205"/>
                    <a:pt x="38" y="238"/>
                  </a:cubicBezTo>
                  <a:cubicBezTo>
                    <a:pt x="57" y="248"/>
                    <a:pt x="82" y="257"/>
                    <a:pt x="107" y="257"/>
                  </a:cubicBezTo>
                  <a:cubicBezTo>
                    <a:pt x="126" y="257"/>
                    <a:pt x="143" y="252"/>
                    <a:pt x="157" y="238"/>
                  </a:cubicBezTo>
                  <a:cubicBezTo>
                    <a:pt x="174" y="238"/>
                    <a:pt x="190" y="222"/>
                    <a:pt x="207" y="205"/>
                  </a:cubicBezTo>
                  <a:cubicBezTo>
                    <a:pt x="244" y="152"/>
                    <a:pt x="244" y="65"/>
                    <a:pt x="190" y="32"/>
                  </a:cubicBezTo>
                  <a:cubicBezTo>
                    <a:pt x="176" y="10"/>
                    <a:pt x="156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6"/>
            <p:cNvSpPr/>
            <p:nvPr/>
          </p:nvSpPr>
          <p:spPr>
            <a:xfrm>
              <a:off x="3994725" y="2749650"/>
              <a:ext cx="5575" cy="4850"/>
            </a:xfrm>
            <a:custGeom>
              <a:avLst/>
              <a:gdLst/>
              <a:ahLst/>
              <a:cxnLst/>
              <a:rect l="l" t="t" r="r" b="b"/>
              <a:pathLst>
                <a:path w="223" h="194" extrusionOk="0">
                  <a:moveTo>
                    <a:pt x="17" y="1"/>
                  </a:moveTo>
                  <a:cubicBezTo>
                    <a:pt x="17" y="17"/>
                    <a:pt x="17" y="34"/>
                    <a:pt x="0" y="34"/>
                  </a:cubicBezTo>
                  <a:cubicBezTo>
                    <a:pt x="0" y="67"/>
                    <a:pt x="0" y="104"/>
                    <a:pt x="17" y="137"/>
                  </a:cubicBezTo>
                  <a:cubicBezTo>
                    <a:pt x="37" y="170"/>
                    <a:pt x="54" y="190"/>
                    <a:pt x="87" y="190"/>
                  </a:cubicBezTo>
                  <a:cubicBezTo>
                    <a:pt x="95" y="192"/>
                    <a:pt x="104" y="193"/>
                    <a:pt x="112" y="193"/>
                  </a:cubicBezTo>
                  <a:cubicBezTo>
                    <a:pt x="169" y="193"/>
                    <a:pt x="208" y="145"/>
                    <a:pt x="223" y="87"/>
                  </a:cubicBezTo>
                  <a:lnTo>
                    <a:pt x="2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6"/>
            <p:cNvSpPr/>
            <p:nvPr/>
          </p:nvSpPr>
          <p:spPr>
            <a:xfrm>
              <a:off x="3993075" y="2782350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27" y="1"/>
                  </a:moveTo>
                  <a:cubicBezTo>
                    <a:pt x="115" y="1"/>
                    <a:pt x="101" y="6"/>
                    <a:pt x="83" y="16"/>
                  </a:cubicBezTo>
                  <a:cubicBezTo>
                    <a:pt x="50" y="33"/>
                    <a:pt x="33" y="49"/>
                    <a:pt x="17" y="82"/>
                  </a:cubicBezTo>
                  <a:cubicBezTo>
                    <a:pt x="0" y="119"/>
                    <a:pt x="0" y="152"/>
                    <a:pt x="0" y="185"/>
                  </a:cubicBezTo>
                  <a:cubicBezTo>
                    <a:pt x="12" y="237"/>
                    <a:pt x="51" y="268"/>
                    <a:pt x="99" y="268"/>
                  </a:cubicBezTo>
                  <a:cubicBezTo>
                    <a:pt x="116" y="268"/>
                    <a:pt x="134" y="264"/>
                    <a:pt x="153" y="255"/>
                  </a:cubicBezTo>
                  <a:cubicBezTo>
                    <a:pt x="206" y="239"/>
                    <a:pt x="239" y="152"/>
                    <a:pt x="223" y="82"/>
                  </a:cubicBezTo>
                  <a:cubicBezTo>
                    <a:pt x="223" y="66"/>
                    <a:pt x="206" y="49"/>
                    <a:pt x="186" y="33"/>
                  </a:cubicBezTo>
                  <a:lnTo>
                    <a:pt x="169" y="16"/>
                  </a:lnTo>
                  <a:cubicBezTo>
                    <a:pt x="153" y="6"/>
                    <a:pt x="140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6"/>
            <p:cNvSpPr/>
            <p:nvPr/>
          </p:nvSpPr>
          <p:spPr>
            <a:xfrm>
              <a:off x="3988725" y="2763050"/>
              <a:ext cx="6025" cy="6325"/>
            </a:xfrm>
            <a:custGeom>
              <a:avLst/>
              <a:gdLst/>
              <a:ahLst/>
              <a:cxnLst/>
              <a:rect l="l" t="t" r="r" b="b"/>
              <a:pathLst>
                <a:path w="241" h="253" extrusionOk="0">
                  <a:moveTo>
                    <a:pt x="135" y="1"/>
                  </a:moveTo>
                  <a:cubicBezTo>
                    <a:pt x="121" y="1"/>
                    <a:pt x="104" y="5"/>
                    <a:pt x="88" y="13"/>
                  </a:cubicBezTo>
                  <a:cubicBezTo>
                    <a:pt x="34" y="29"/>
                    <a:pt x="1" y="116"/>
                    <a:pt x="17" y="170"/>
                  </a:cubicBezTo>
                  <a:cubicBezTo>
                    <a:pt x="17" y="203"/>
                    <a:pt x="34" y="236"/>
                    <a:pt x="71" y="252"/>
                  </a:cubicBezTo>
                  <a:lnTo>
                    <a:pt x="153" y="252"/>
                  </a:lnTo>
                  <a:cubicBezTo>
                    <a:pt x="207" y="219"/>
                    <a:pt x="240" y="149"/>
                    <a:pt x="224" y="83"/>
                  </a:cubicBezTo>
                  <a:cubicBezTo>
                    <a:pt x="224" y="67"/>
                    <a:pt x="224" y="46"/>
                    <a:pt x="207" y="29"/>
                  </a:cubicBezTo>
                  <a:cubicBezTo>
                    <a:pt x="191" y="13"/>
                    <a:pt x="191" y="13"/>
                    <a:pt x="174" y="13"/>
                  </a:cubicBezTo>
                  <a:cubicBezTo>
                    <a:pt x="164" y="5"/>
                    <a:pt x="150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6"/>
            <p:cNvSpPr/>
            <p:nvPr/>
          </p:nvSpPr>
          <p:spPr>
            <a:xfrm>
              <a:off x="3984825" y="2809025"/>
              <a:ext cx="6100" cy="6200"/>
            </a:xfrm>
            <a:custGeom>
              <a:avLst/>
              <a:gdLst/>
              <a:ahLst/>
              <a:cxnLst/>
              <a:rect l="l" t="t" r="r" b="b"/>
              <a:pathLst>
                <a:path w="244" h="248" extrusionOk="0">
                  <a:moveTo>
                    <a:pt x="138" y="0"/>
                  </a:moveTo>
                  <a:cubicBezTo>
                    <a:pt x="123" y="0"/>
                    <a:pt x="105" y="5"/>
                    <a:pt x="87" y="13"/>
                  </a:cubicBezTo>
                  <a:cubicBezTo>
                    <a:pt x="37" y="29"/>
                    <a:pt x="0" y="99"/>
                    <a:pt x="21" y="165"/>
                  </a:cubicBezTo>
                  <a:cubicBezTo>
                    <a:pt x="21" y="202"/>
                    <a:pt x="37" y="235"/>
                    <a:pt x="70" y="235"/>
                  </a:cubicBezTo>
                  <a:cubicBezTo>
                    <a:pt x="79" y="244"/>
                    <a:pt x="92" y="248"/>
                    <a:pt x="107" y="248"/>
                  </a:cubicBezTo>
                  <a:cubicBezTo>
                    <a:pt x="123" y="248"/>
                    <a:pt x="140" y="244"/>
                    <a:pt x="157" y="235"/>
                  </a:cubicBezTo>
                  <a:cubicBezTo>
                    <a:pt x="190" y="235"/>
                    <a:pt x="206" y="202"/>
                    <a:pt x="227" y="186"/>
                  </a:cubicBezTo>
                  <a:cubicBezTo>
                    <a:pt x="244" y="149"/>
                    <a:pt x="244" y="116"/>
                    <a:pt x="227" y="83"/>
                  </a:cubicBezTo>
                  <a:cubicBezTo>
                    <a:pt x="227" y="62"/>
                    <a:pt x="227" y="46"/>
                    <a:pt x="206" y="29"/>
                  </a:cubicBezTo>
                  <a:cubicBezTo>
                    <a:pt x="190" y="13"/>
                    <a:pt x="190" y="13"/>
                    <a:pt x="173" y="13"/>
                  </a:cubicBezTo>
                  <a:cubicBezTo>
                    <a:pt x="165" y="5"/>
                    <a:pt x="153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6"/>
            <p:cNvSpPr/>
            <p:nvPr/>
          </p:nvSpPr>
          <p:spPr>
            <a:xfrm>
              <a:off x="4008950" y="2797800"/>
              <a:ext cx="6400" cy="6400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141" y="0"/>
                  </a:moveTo>
                  <a:cubicBezTo>
                    <a:pt x="107" y="0"/>
                    <a:pt x="71" y="19"/>
                    <a:pt x="50" y="50"/>
                  </a:cubicBezTo>
                  <a:cubicBezTo>
                    <a:pt x="0" y="99"/>
                    <a:pt x="0" y="186"/>
                    <a:pt x="50" y="223"/>
                  </a:cubicBezTo>
                  <a:cubicBezTo>
                    <a:pt x="66" y="239"/>
                    <a:pt x="87" y="239"/>
                    <a:pt x="103" y="256"/>
                  </a:cubicBezTo>
                  <a:cubicBezTo>
                    <a:pt x="136" y="256"/>
                    <a:pt x="169" y="239"/>
                    <a:pt x="206" y="202"/>
                  </a:cubicBezTo>
                  <a:cubicBezTo>
                    <a:pt x="239" y="169"/>
                    <a:pt x="256" y="120"/>
                    <a:pt x="239" y="66"/>
                  </a:cubicBezTo>
                  <a:cubicBezTo>
                    <a:pt x="223" y="50"/>
                    <a:pt x="223" y="33"/>
                    <a:pt x="206" y="33"/>
                  </a:cubicBezTo>
                  <a:cubicBezTo>
                    <a:pt x="190" y="10"/>
                    <a:pt x="166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6"/>
            <p:cNvSpPr/>
            <p:nvPr/>
          </p:nvSpPr>
          <p:spPr>
            <a:xfrm>
              <a:off x="4078925" y="28410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8" y="1"/>
                  </a:moveTo>
                  <a:cubicBezTo>
                    <a:pt x="71" y="1"/>
                    <a:pt x="17" y="49"/>
                    <a:pt x="17" y="107"/>
                  </a:cubicBezTo>
                  <a:cubicBezTo>
                    <a:pt x="0" y="160"/>
                    <a:pt x="17" y="193"/>
                    <a:pt x="33" y="210"/>
                  </a:cubicBezTo>
                  <a:cubicBezTo>
                    <a:pt x="50" y="247"/>
                    <a:pt x="71" y="247"/>
                    <a:pt x="87" y="263"/>
                  </a:cubicBezTo>
                  <a:cubicBezTo>
                    <a:pt x="120" y="263"/>
                    <a:pt x="153" y="263"/>
                    <a:pt x="174" y="226"/>
                  </a:cubicBezTo>
                  <a:cubicBezTo>
                    <a:pt x="207" y="210"/>
                    <a:pt x="223" y="177"/>
                    <a:pt x="223" y="144"/>
                  </a:cubicBezTo>
                  <a:cubicBezTo>
                    <a:pt x="240" y="107"/>
                    <a:pt x="240" y="90"/>
                    <a:pt x="223" y="57"/>
                  </a:cubicBezTo>
                  <a:cubicBezTo>
                    <a:pt x="207" y="41"/>
                    <a:pt x="207" y="41"/>
                    <a:pt x="207" y="20"/>
                  </a:cubicBezTo>
                  <a:lnTo>
                    <a:pt x="190" y="20"/>
                  </a:lnTo>
                  <a:cubicBezTo>
                    <a:pt x="174" y="4"/>
                    <a:pt x="153" y="4"/>
                    <a:pt x="153" y="4"/>
                  </a:cubicBezTo>
                  <a:cubicBezTo>
                    <a:pt x="145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6"/>
            <p:cNvSpPr/>
            <p:nvPr/>
          </p:nvSpPr>
          <p:spPr>
            <a:xfrm>
              <a:off x="4083675" y="27484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9" y="0"/>
                  </a:moveTo>
                  <a:cubicBezTo>
                    <a:pt x="124" y="0"/>
                    <a:pt x="111" y="4"/>
                    <a:pt x="103" y="13"/>
                  </a:cubicBezTo>
                  <a:cubicBezTo>
                    <a:pt x="33" y="33"/>
                    <a:pt x="0" y="99"/>
                    <a:pt x="17" y="169"/>
                  </a:cubicBezTo>
                  <a:cubicBezTo>
                    <a:pt x="17" y="202"/>
                    <a:pt x="50" y="239"/>
                    <a:pt x="66" y="239"/>
                  </a:cubicBezTo>
                  <a:cubicBezTo>
                    <a:pt x="103" y="256"/>
                    <a:pt x="120" y="256"/>
                    <a:pt x="153" y="256"/>
                  </a:cubicBezTo>
                  <a:cubicBezTo>
                    <a:pt x="190" y="239"/>
                    <a:pt x="206" y="202"/>
                    <a:pt x="223" y="186"/>
                  </a:cubicBezTo>
                  <a:cubicBezTo>
                    <a:pt x="239" y="153"/>
                    <a:pt x="239" y="116"/>
                    <a:pt x="239" y="83"/>
                  </a:cubicBezTo>
                  <a:cubicBezTo>
                    <a:pt x="223" y="66"/>
                    <a:pt x="223" y="50"/>
                    <a:pt x="206" y="33"/>
                  </a:cubicBezTo>
                  <a:cubicBezTo>
                    <a:pt x="206" y="13"/>
                    <a:pt x="190" y="13"/>
                    <a:pt x="190" y="13"/>
                  </a:cubicBezTo>
                  <a:cubicBezTo>
                    <a:pt x="171" y="4"/>
                    <a:pt x="154" y="0"/>
                    <a:pt x="1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6"/>
            <p:cNvSpPr/>
            <p:nvPr/>
          </p:nvSpPr>
          <p:spPr>
            <a:xfrm>
              <a:off x="4090975" y="2782750"/>
              <a:ext cx="5600" cy="6475"/>
            </a:xfrm>
            <a:custGeom>
              <a:avLst/>
              <a:gdLst/>
              <a:ahLst/>
              <a:cxnLst/>
              <a:rect l="l" t="t" r="r" b="b"/>
              <a:pathLst>
                <a:path w="224" h="259" extrusionOk="0">
                  <a:moveTo>
                    <a:pt x="104" y="0"/>
                  </a:moveTo>
                  <a:cubicBezTo>
                    <a:pt x="67" y="17"/>
                    <a:pt x="17" y="50"/>
                    <a:pt x="1" y="103"/>
                  </a:cubicBezTo>
                  <a:cubicBezTo>
                    <a:pt x="1" y="136"/>
                    <a:pt x="1" y="169"/>
                    <a:pt x="17" y="206"/>
                  </a:cubicBezTo>
                  <a:cubicBezTo>
                    <a:pt x="34" y="239"/>
                    <a:pt x="50" y="256"/>
                    <a:pt x="83" y="256"/>
                  </a:cubicBezTo>
                  <a:cubicBezTo>
                    <a:pt x="90" y="258"/>
                    <a:pt x="98" y="259"/>
                    <a:pt x="105" y="259"/>
                  </a:cubicBezTo>
                  <a:cubicBezTo>
                    <a:pt x="154" y="259"/>
                    <a:pt x="209" y="214"/>
                    <a:pt x="224" y="153"/>
                  </a:cubicBezTo>
                  <a:lnTo>
                    <a:pt x="224" y="120"/>
                  </a:lnTo>
                  <a:cubicBezTo>
                    <a:pt x="224" y="83"/>
                    <a:pt x="207" y="50"/>
                    <a:pt x="186" y="33"/>
                  </a:cubicBezTo>
                  <a:cubicBezTo>
                    <a:pt x="170" y="17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6"/>
            <p:cNvSpPr/>
            <p:nvPr/>
          </p:nvSpPr>
          <p:spPr>
            <a:xfrm>
              <a:off x="4075925" y="2777700"/>
              <a:ext cx="6425" cy="6600"/>
            </a:xfrm>
            <a:custGeom>
              <a:avLst/>
              <a:gdLst/>
              <a:ahLst/>
              <a:cxnLst/>
              <a:rect l="l" t="t" r="r" b="b"/>
              <a:pathLst>
                <a:path w="257" h="264" extrusionOk="0">
                  <a:moveTo>
                    <a:pt x="140" y="0"/>
                  </a:moveTo>
                  <a:cubicBezTo>
                    <a:pt x="125" y="0"/>
                    <a:pt x="112" y="4"/>
                    <a:pt x="104" y="12"/>
                  </a:cubicBezTo>
                  <a:cubicBezTo>
                    <a:pt x="34" y="45"/>
                    <a:pt x="1" y="116"/>
                    <a:pt x="17" y="181"/>
                  </a:cubicBezTo>
                  <a:cubicBezTo>
                    <a:pt x="34" y="219"/>
                    <a:pt x="50" y="235"/>
                    <a:pt x="67" y="252"/>
                  </a:cubicBezTo>
                  <a:cubicBezTo>
                    <a:pt x="85" y="260"/>
                    <a:pt x="103" y="264"/>
                    <a:pt x="118" y="264"/>
                  </a:cubicBezTo>
                  <a:cubicBezTo>
                    <a:pt x="133" y="264"/>
                    <a:pt x="145" y="260"/>
                    <a:pt x="153" y="252"/>
                  </a:cubicBezTo>
                  <a:cubicBezTo>
                    <a:pt x="224" y="219"/>
                    <a:pt x="257" y="149"/>
                    <a:pt x="240" y="78"/>
                  </a:cubicBezTo>
                  <a:cubicBezTo>
                    <a:pt x="240" y="62"/>
                    <a:pt x="224" y="45"/>
                    <a:pt x="207" y="29"/>
                  </a:cubicBezTo>
                  <a:lnTo>
                    <a:pt x="191" y="12"/>
                  </a:lnTo>
                  <a:cubicBezTo>
                    <a:pt x="172" y="4"/>
                    <a:pt x="155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6"/>
            <p:cNvSpPr/>
            <p:nvPr/>
          </p:nvSpPr>
          <p:spPr>
            <a:xfrm>
              <a:off x="4042025" y="2755925"/>
              <a:ext cx="6425" cy="6650"/>
            </a:xfrm>
            <a:custGeom>
              <a:avLst/>
              <a:gdLst/>
              <a:ahLst/>
              <a:cxnLst/>
              <a:rect l="l" t="t" r="r" b="b"/>
              <a:pathLst>
                <a:path w="257" h="266" extrusionOk="0">
                  <a:moveTo>
                    <a:pt x="144" y="0"/>
                  </a:moveTo>
                  <a:cubicBezTo>
                    <a:pt x="108" y="0"/>
                    <a:pt x="70" y="17"/>
                    <a:pt x="50" y="59"/>
                  </a:cubicBezTo>
                  <a:cubicBezTo>
                    <a:pt x="0" y="108"/>
                    <a:pt x="0" y="195"/>
                    <a:pt x="50" y="228"/>
                  </a:cubicBezTo>
                  <a:cubicBezTo>
                    <a:pt x="66" y="249"/>
                    <a:pt x="83" y="249"/>
                    <a:pt x="104" y="265"/>
                  </a:cubicBezTo>
                  <a:cubicBezTo>
                    <a:pt x="137" y="265"/>
                    <a:pt x="170" y="249"/>
                    <a:pt x="207" y="211"/>
                  </a:cubicBezTo>
                  <a:cubicBezTo>
                    <a:pt x="240" y="178"/>
                    <a:pt x="256" y="125"/>
                    <a:pt x="240" y="75"/>
                  </a:cubicBezTo>
                  <a:cubicBezTo>
                    <a:pt x="223" y="59"/>
                    <a:pt x="223" y="42"/>
                    <a:pt x="207" y="22"/>
                  </a:cubicBezTo>
                  <a:cubicBezTo>
                    <a:pt x="192" y="8"/>
                    <a:pt x="168" y="0"/>
                    <a:pt x="1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6"/>
            <p:cNvSpPr/>
            <p:nvPr/>
          </p:nvSpPr>
          <p:spPr>
            <a:xfrm>
              <a:off x="4078500" y="2797375"/>
              <a:ext cx="6025" cy="6300"/>
            </a:xfrm>
            <a:custGeom>
              <a:avLst/>
              <a:gdLst/>
              <a:ahLst/>
              <a:cxnLst/>
              <a:rect l="l" t="t" r="r" b="b"/>
              <a:pathLst>
                <a:path w="241" h="252" extrusionOk="0">
                  <a:moveTo>
                    <a:pt x="134" y="1"/>
                  </a:moveTo>
                  <a:cubicBezTo>
                    <a:pt x="100" y="1"/>
                    <a:pt x="65" y="19"/>
                    <a:pt x="34" y="50"/>
                  </a:cubicBezTo>
                  <a:cubicBezTo>
                    <a:pt x="1" y="100"/>
                    <a:pt x="1" y="186"/>
                    <a:pt x="34" y="219"/>
                  </a:cubicBezTo>
                  <a:cubicBezTo>
                    <a:pt x="57" y="242"/>
                    <a:pt x="82" y="252"/>
                    <a:pt x="107" y="252"/>
                  </a:cubicBezTo>
                  <a:cubicBezTo>
                    <a:pt x="141" y="252"/>
                    <a:pt x="176" y="233"/>
                    <a:pt x="207" y="203"/>
                  </a:cubicBezTo>
                  <a:cubicBezTo>
                    <a:pt x="240" y="153"/>
                    <a:pt x="240" y="67"/>
                    <a:pt x="207" y="34"/>
                  </a:cubicBezTo>
                  <a:cubicBezTo>
                    <a:pt x="184" y="11"/>
                    <a:pt x="159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6"/>
            <p:cNvSpPr/>
            <p:nvPr/>
          </p:nvSpPr>
          <p:spPr>
            <a:xfrm>
              <a:off x="4079325" y="2733200"/>
              <a:ext cx="6025" cy="6250"/>
            </a:xfrm>
            <a:custGeom>
              <a:avLst/>
              <a:gdLst/>
              <a:ahLst/>
              <a:cxnLst/>
              <a:rect l="l" t="t" r="r" b="b"/>
              <a:pathLst>
                <a:path w="241" h="250" extrusionOk="0">
                  <a:moveTo>
                    <a:pt x="118" y="0"/>
                  </a:moveTo>
                  <a:cubicBezTo>
                    <a:pt x="71" y="0"/>
                    <a:pt x="15" y="48"/>
                    <a:pt x="1" y="106"/>
                  </a:cubicBezTo>
                  <a:cubicBezTo>
                    <a:pt x="1" y="143"/>
                    <a:pt x="1" y="176"/>
                    <a:pt x="17" y="193"/>
                  </a:cubicBezTo>
                  <a:cubicBezTo>
                    <a:pt x="34" y="230"/>
                    <a:pt x="55" y="246"/>
                    <a:pt x="88" y="246"/>
                  </a:cubicBezTo>
                  <a:cubicBezTo>
                    <a:pt x="96" y="248"/>
                    <a:pt x="105" y="249"/>
                    <a:pt x="113" y="249"/>
                  </a:cubicBezTo>
                  <a:cubicBezTo>
                    <a:pt x="169" y="249"/>
                    <a:pt x="209" y="201"/>
                    <a:pt x="224" y="143"/>
                  </a:cubicBezTo>
                  <a:cubicBezTo>
                    <a:pt x="240" y="90"/>
                    <a:pt x="224" y="57"/>
                    <a:pt x="191" y="24"/>
                  </a:cubicBezTo>
                  <a:cubicBezTo>
                    <a:pt x="191" y="3"/>
                    <a:pt x="174" y="3"/>
                    <a:pt x="137" y="3"/>
                  </a:cubicBezTo>
                  <a:cubicBezTo>
                    <a:pt x="131" y="1"/>
                    <a:pt x="124" y="0"/>
                    <a:pt x="1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6"/>
            <p:cNvSpPr/>
            <p:nvPr/>
          </p:nvSpPr>
          <p:spPr>
            <a:xfrm>
              <a:off x="4115000" y="27570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5" y="1"/>
                  </a:moveTo>
                  <a:cubicBezTo>
                    <a:pt x="120" y="1"/>
                    <a:pt x="104" y="5"/>
                    <a:pt x="87" y="13"/>
                  </a:cubicBezTo>
                  <a:cubicBezTo>
                    <a:pt x="50" y="29"/>
                    <a:pt x="33" y="46"/>
                    <a:pt x="17" y="79"/>
                  </a:cubicBezTo>
                  <a:cubicBezTo>
                    <a:pt x="1" y="116"/>
                    <a:pt x="1" y="149"/>
                    <a:pt x="17" y="182"/>
                  </a:cubicBezTo>
                  <a:cubicBezTo>
                    <a:pt x="31" y="226"/>
                    <a:pt x="69" y="256"/>
                    <a:pt x="120" y="256"/>
                  </a:cubicBezTo>
                  <a:cubicBezTo>
                    <a:pt x="130" y="256"/>
                    <a:pt x="141" y="255"/>
                    <a:pt x="153" y="252"/>
                  </a:cubicBezTo>
                  <a:cubicBezTo>
                    <a:pt x="207" y="219"/>
                    <a:pt x="240" y="149"/>
                    <a:pt x="223" y="79"/>
                  </a:cubicBezTo>
                  <a:cubicBezTo>
                    <a:pt x="223" y="62"/>
                    <a:pt x="207" y="46"/>
                    <a:pt x="207" y="29"/>
                  </a:cubicBezTo>
                  <a:cubicBezTo>
                    <a:pt x="190" y="29"/>
                    <a:pt x="190" y="13"/>
                    <a:pt x="174" y="13"/>
                  </a:cubicBezTo>
                  <a:cubicBezTo>
                    <a:pt x="163" y="5"/>
                    <a:pt x="150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6"/>
            <p:cNvSpPr/>
            <p:nvPr/>
          </p:nvSpPr>
          <p:spPr>
            <a:xfrm>
              <a:off x="4112000" y="2798700"/>
              <a:ext cx="6025" cy="6175"/>
            </a:xfrm>
            <a:custGeom>
              <a:avLst/>
              <a:gdLst/>
              <a:ahLst/>
              <a:cxnLst/>
              <a:rect l="l" t="t" r="r" b="b"/>
              <a:pathLst>
                <a:path w="241" h="247" extrusionOk="0">
                  <a:moveTo>
                    <a:pt x="135" y="0"/>
                  </a:moveTo>
                  <a:cubicBezTo>
                    <a:pt x="100" y="0"/>
                    <a:pt x="65" y="18"/>
                    <a:pt x="34" y="47"/>
                  </a:cubicBezTo>
                  <a:cubicBezTo>
                    <a:pt x="34" y="63"/>
                    <a:pt x="17" y="84"/>
                    <a:pt x="17" y="100"/>
                  </a:cubicBezTo>
                  <a:cubicBezTo>
                    <a:pt x="1" y="150"/>
                    <a:pt x="17" y="187"/>
                    <a:pt x="34" y="220"/>
                  </a:cubicBezTo>
                  <a:cubicBezTo>
                    <a:pt x="53" y="239"/>
                    <a:pt x="80" y="247"/>
                    <a:pt x="105" y="247"/>
                  </a:cubicBezTo>
                  <a:cubicBezTo>
                    <a:pt x="123" y="247"/>
                    <a:pt x="140" y="243"/>
                    <a:pt x="153" y="236"/>
                  </a:cubicBezTo>
                  <a:cubicBezTo>
                    <a:pt x="170" y="236"/>
                    <a:pt x="191" y="220"/>
                    <a:pt x="207" y="203"/>
                  </a:cubicBezTo>
                  <a:cubicBezTo>
                    <a:pt x="240" y="150"/>
                    <a:pt x="240" y="63"/>
                    <a:pt x="207" y="30"/>
                  </a:cubicBezTo>
                  <a:cubicBezTo>
                    <a:pt x="185" y="9"/>
                    <a:pt x="160" y="0"/>
                    <a:pt x="1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6"/>
            <p:cNvSpPr/>
            <p:nvPr/>
          </p:nvSpPr>
          <p:spPr>
            <a:xfrm>
              <a:off x="4069850" y="2760600"/>
              <a:ext cx="5700" cy="6300"/>
            </a:xfrm>
            <a:custGeom>
              <a:avLst/>
              <a:gdLst/>
              <a:ahLst/>
              <a:cxnLst/>
              <a:rect l="l" t="t" r="r" b="b"/>
              <a:pathLst>
                <a:path w="228" h="252" extrusionOk="0">
                  <a:moveTo>
                    <a:pt x="119" y="1"/>
                  </a:moveTo>
                  <a:cubicBezTo>
                    <a:pt x="102" y="1"/>
                    <a:pt x="82" y="8"/>
                    <a:pt x="71" y="8"/>
                  </a:cubicBezTo>
                  <a:cubicBezTo>
                    <a:pt x="38" y="24"/>
                    <a:pt x="21" y="62"/>
                    <a:pt x="1" y="111"/>
                  </a:cubicBezTo>
                  <a:cubicBezTo>
                    <a:pt x="1" y="144"/>
                    <a:pt x="1" y="181"/>
                    <a:pt x="21" y="198"/>
                  </a:cubicBezTo>
                  <a:cubicBezTo>
                    <a:pt x="38" y="231"/>
                    <a:pt x="54" y="247"/>
                    <a:pt x="87" y="247"/>
                  </a:cubicBezTo>
                  <a:cubicBezTo>
                    <a:pt x="95" y="250"/>
                    <a:pt x="103" y="252"/>
                    <a:pt x="111" y="252"/>
                  </a:cubicBezTo>
                  <a:cubicBezTo>
                    <a:pt x="156" y="252"/>
                    <a:pt x="196" y="207"/>
                    <a:pt x="227" y="165"/>
                  </a:cubicBezTo>
                  <a:lnTo>
                    <a:pt x="227" y="144"/>
                  </a:lnTo>
                  <a:cubicBezTo>
                    <a:pt x="227" y="95"/>
                    <a:pt x="227" y="62"/>
                    <a:pt x="190" y="24"/>
                  </a:cubicBezTo>
                  <a:cubicBezTo>
                    <a:pt x="174" y="8"/>
                    <a:pt x="157" y="8"/>
                    <a:pt x="141" y="8"/>
                  </a:cubicBezTo>
                  <a:cubicBezTo>
                    <a:pt x="135" y="2"/>
                    <a:pt x="128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6"/>
            <p:cNvSpPr/>
            <p:nvPr/>
          </p:nvSpPr>
          <p:spPr>
            <a:xfrm>
              <a:off x="4113650" y="2815425"/>
              <a:ext cx="6125" cy="6400"/>
            </a:xfrm>
            <a:custGeom>
              <a:avLst/>
              <a:gdLst/>
              <a:ahLst/>
              <a:cxnLst/>
              <a:rect l="l" t="t" r="r" b="b"/>
              <a:pathLst>
                <a:path w="245" h="256" extrusionOk="0">
                  <a:moveTo>
                    <a:pt x="149" y="0"/>
                  </a:moveTo>
                  <a:cubicBezTo>
                    <a:pt x="136" y="0"/>
                    <a:pt x="123" y="4"/>
                    <a:pt x="104" y="12"/>
                  </a:cubicBezTo>
                  <a:cubicBezTo>
                    <a:pt x="38" y="33"/>
                    <a:pt x="1" y="116"/>
                    <a:pt x="22" y="169"/>
                  </a:cubicBezTo>
                  <a:cubicBezTo>
                    <a:pt x="38" y="202"/>
                    <a:pt x="55" y="239"/>
                    <a:pt x="71" y="239"/>
                  </a:cubicBezTo>
                  <a:cubicBezTo>
                    <a:pt x="104" y="256"/>
                    <a:pt x="141" y="256"/>
                    <a:pt x="158" y="256"/>
                  </a:cubicBezTo>
                  <a:cubicBezTo>
                    <a:pt x="191" y="239"/>
                    <a:pt x="207" y="202"/>
                    <a:pt x="228" y="186"/>
                  </a:cubicBezTo>
                  <a:cubicBezTo>
                    <a:pt x="244" y="153"/>
                    <a:pt x="244" y="116"/>
                    <a:pt x="244" y="83"/>
                  </a:cubicBezTo>
                  <a:cubicBezTo>
                    <a:pt x="244" y="66"/>
                    <a:pt x="228" y="50"/>
                    <a:pt x="207" y="33"/>
                  </a:cubicBezTo>
                  <a:cubicBezTo>
                    <a:pt x="207" y="12"/>
                    <a:pt x="191" y="12"/>
                    <a:pt x="191" y="12"/>
                  </a:cubicBezTo>
                  <a:cubicBezTo>
                    <a:pt x="174" y="4"/>
                    <a:pt x="162" y="0"/>
                    <a:pt x="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6"/>
            <p:cNvSpPr/>
            <p:nvPr/>
          </p:nvSpPr>
          <p:spPr>
            <a:xfrm>
              <a:off x="4091400" y="282820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3" y="0"/>
                  </a:moveTo>
                  <a:cubicBezTo>
                    <a:pt x="87" y="0"/>
                    <a:pt x="50" y="17"/>
                    <a:pt x="33" y="54"/>
                  </a:cubicBezTo>
                  <a:cubicBezTo>
                    <a:pt x="17" y="70"/>
                    <a:pt x="0" y="103"/>
                    <a:pt x="0" y="120"/>
                  </a:cubicBezTo>
                  <a:cubicBezTo>
                    <a:pt x="0" y="173"/>
                    <a:pt x="17" y="206"/>
                    <a:pt x="33" y="223"/>
                  </a:cubicBezTo>
                  <a:cubicBezTo>
                    <a:pt x="56" y="246"/>
                    <a:pt x="81" y="256"/>
                    <a:pt x="106" y="256"/>
                  </a:cubicBezTo>
                  <a:cubicBezTo>
                    <a:pt x="141" y="256"/>
                    <a:pt x="176" y="237"/>
                    <a:pt x="207" y="206"/>
                  </a:cubicBezTo>
                  <a:cubicBezTo>
                    <a:pt x="239" y="157"/>
                    <a:pt x="239" y="70"/>
                    <a:pt x="190" y="17"/>
                  </a:cubicBezTo>
                  <a:cubicBezTo>
                    <a:pt x="169" y="0"/>
                    <a:pt x="136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6"/>
            <p:cNvSpPr/>
            <p:nvPr/>
          </p:nvSpPr>
          <p:spPr>
            <a:xfrm>
              <a:off x="4087475" y="2720075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37" y="0"/>
                  </a:moveTo>
                  <a:cubicBezTo>
                    <a:pt x="121" y="0"/>
                    <a:pt x="104" y="5"/>
                    <a:pt x="87" y="13"/>
                  </a:cubicBezTo>
                  <a:cubicBezTo>
                    <a:pt x="71" y="13"/>
                    <a:pt x="38" y="50"/>
                    <a:pt x="17" y="83"/>
                  </a:cubicBezTo>
                  <a:cubicBezTo>
                    <a:pt x="1" y="116"/>
                    <a:pt x="1" y="153"/>
                    <a:pt x="17" y="169"/>
                  </a:cubicBezTo>
                  <a:cubicBezTo>
                    <a:pt x="17" y="202"/>
                    <a:pt x="38" y="240"/>
                    <a:pt x="71" y="240"/>
                  </a:cubicBezTo>
                  <a:cubicBezTo>
                    <a:pt x="87" y="256"/>
                    <a:pt x="120" y="256"/>
                    <a:pt x="157" y="256"/>
                  </a:cubicBezTo>
                  <a:cubicBezTo>
                    <a:pt x="207" y="219"/>
                    <a:pt x="244" y="153"/>
                    <a:pt x="223" y="83"/>
                  </a:cubicBezTo>
                  <a:cubicBezTo>
                    <a:pt x="223" y="66"/>
                    <a:pt x="207" y="50"/>
                    <a:pt x="207" y="33"/>
                  </a:cubicBezTo>
                  <a:cubicBezTo>
                    <a:pt x="190" y="13"/>
                    <a:pt x="190" y="13"/>
                    <a:pt x="174" y="13"/>
                  </a:cubicBezTo>
                  <a:cubicBezTo>
                    <a:pt x="166" y="5"/>
                    <a:pt x="152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6"/>
            <p:cNvSpPr/>
            <p:nvPr/>
          </p:nvSpPr>
          <p:spPr>
            <a:xfrm>
              <a:off x="4086250" y="27647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53" y="1"/>
                  </a:moveTo>
                  <a:cubicBezTo>
                    <a:pt x="87" y="1"/>
                    <a:pt x="33" y="50"/>
                    <a:pt x="17" y="120"/>
                  </a:cubicBezTo>
                  <a:cubicBezTo>
                    <a:pt x="0" y="153"/>
                    <a:pt x="17" y="186"/>
                    <a:pt x="33" y="207"/>
                  </a:cubicBezTo>
                  <a:cubicBezTo>
                    <a:pt x="33" y="240"/>
                    <a:pt x="66" y="256"/>
                    <a:pt x="103" y="256"/>
                  </a:cubicBezTo>
                  <a:cubicBezTo>
                    <a:pt x="110" y="258"/>
                    <a:pt x="117" y="259"/>
                    <a:pt x="124" y="259"/>
                  </a:cubicBezTo>
                  <a:cubicBezTo>
                    <a:pt x="170" y="259"/>
                    <a:pt x="225" y="214"/>
                    <a:pt x="239" y="153"/>
                  </a:cubicBezTo>
                  <a:cubicBezTo>
                    <a:pt x="239" y="120"/>
                    <a:pt x="239" y="83"/>
                    <a:pt x="223" y="50"/>
                  </a:cubicBezTo>
                  <a:lnTo>
                    <a:pt x="206" y="34"/>
                  </a:lnTo>
                  <a:cubicBezTo>
                    <a:pt x="190" y="17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6"/>
            <p:cNvSpPr/>
            <p:nvPr/>
          </p:nvSpPr>
          <p:spPr>
            <a:xfrm>
              <a:off x="4095200" y="2736350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58" y="1"/>
                  </a:moveTo>
                  <a:cubicBezTo>
                    <a:pt x="87" y="1"/>
                    <a:pt x="17" y="50"/>
                    <a:pt x="17" y="120"/>
                  </a:cubicBezTo>
                  <a:cubicBezTo>
                    <a:pt x="1" y="153"/>
                    <a:pt x="1" y="186"/>
                    <a:pt x="17" y="207"/>
                  </a:cubicBezTo>
                  <a:cubicBezTo>
                    <a:pt x="38" y="240"/>
                    <a:pt x="71" y="256"/>
                    <a:pt x="87" y="256"/>
                  </a:cubicBezTo>
                  <a:cubicBezTo>
                    <a:pt x="97" y="261"/>
                    <a:pt x="107" y="263"/>
                    <a:pt x="117" y="263"/>
                  </a:cubicBezTo>
                  <a:cubicBezTo>
                    <a:pt x="140" y="263"/>
                    <a:pt x="162" y="252"/>
                    <a:pt x="174" y="240"/>
                  </a:cubicBezTo>
                  <a:cubicBezTo>
                    <a:pt x="207" y="223"/>
                    <a:pt x="224" y="186"/>
                    <a:pt x="224" y="153"/>
                  </a:cubicBezTo>
                  <a:cubicBezTo>
                    <a:pt x="244" y="120"/>
                    <a:pt x="244" y="83"/>
                    <a:pt x="224" y="50"/>
                  </a:cubicBezTo>
                  <a:cubicBezTo>
                    <a:pt x="207" y="50"/>
                    <a:pt x="207" y="34"/>
                    <a:pt x="207" y="34"/>
                  </a:cubicBezTo>
                  <a:cubicBezTo>
                    <a:pt x="191" y="17"/>
                    <a:pt x="174" y="17"/>
                    <a:pt x="1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6"/>
            <p:cNvSpPr/>
            <p:nvPr/>
          </p:nvSpPr>
          <p:spPr>
            <a:xfrm>
              <a:off x="4074175" y="2822725"/>
              <a:ext cx="6525" cy="6575"/>
            </a:xfrm>
            <a:custGeom>
              <a:avLst/>
              <a:gdLst/>
              <a:ahLst/>
              <a:cxnLst/>
              <a:rect l="l" t="t" r="r" b="b"/>
              <a:pathLst>
                <a:path w="261" h="263" extrusionOk="0">
                  <a:moveTo>
                    <a:pt x="141" y="1"/>
                  </a:moveTo>
                  <a:cubicBezTo>
                    <a:pt x="126" y="1"/>
                    <a:pt x="112" y="5"/>
                    <a:pt x="104" y="13"/>
                  </a:cubicBezTo>
                  <a:cubicBezTo>
                    <a:pt x="34" y="50"/>
                    <a:pt x="1" y="116"/>
                    <a:pt x="17" y="186"/>
                  </a:cubicBezTo>
                  <a:cubicBezTo>
                    <a:pt x="30" y="240"/>
                    <a:pt x="74" y="262"/>
                    <a:pt x="118" y="262"/>
                  </a:cubicBezTo>
                  <a:cubicBezTo>
                    <a:pt x="132" y="262"/>
                    <a:pt x="145" y="260"/>
                    <a:pt x="158" y="256"/>
                  </a:cubicBezTo>
                  <a:cubicBezTo>
                    <a:pt x="223" y="219"/>
                    <a:pt x="261" y="153"/>
                    <a:pt x="240" y="83"/>
                  </a:cubicBezTo>
                  <a:cubicBezTo>
                    <a:pt x="223" y="67"/>
                    <a:pt x="223" y="50"/>
                    <a:pt x="207" y="30"/>
                  </a:cubicBezTo>
                  <a:cubicBezTo>
                    <a:pt x="190" y="30"/>
                    <a:pt x="190" y="13"/>
                    <a:pt x="190" y="13"/>
                  </a:cubicBezTo>
                  <a:cubicBezTo>
                    <a:pt x="174" y="5"/>
                    <a:pt x="156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6"/>
            <p:cNvSpPr/>
            <p:nvPr/>
          </p:nvSpPr>
          <p:spPr>
            <a:xfrm>
              <a:off x="4034300" y="27717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1" y="0"/>
                  </a:moveTo>
                  <a:cubicBezTo>
                    <a:pt x="122" y="0"/>
                    <a:pt x="113" y="2"/>
                    <a:pt x="103" y="7"/>
                  </a:cubicBezTo>
                  <a:cubicBezTo>
                    <a:pt x="83" y="7"/>
                    <a:pt x="50" y="28"/>
                    <a:pt x="33" y="44"/>
                  </a:cubicBezTo>
                  <a:cubicBezTo>
                    <a:pt x="17" y="77"/>
                    <a:pt x="0" y="94"/>
                    <a:pt x="0" y="131"/>
                  </a:cubicBezTo>
                  <a:cubicBezTo>
                    <a:pt x="0" y="164"/>
                    <a:pt x="17" y="197"/>
                    <a:pt x="33" y="234"/>
                  </a:cubicBezTo>
                  <a:cubicBezTo>
                    <a:pt x="55" y="248"/>
                    <a:pt x="81" y="257"/>
                    <a:pt x="107" y="257"/>
                  </a:cubicBezTo>
                  <a:cubicBezTo>
                    <a:pt x="141" y="257"/>
                    <a:pt x="176" y="243"/>
                    <a:pt x="206" y="213"/>
                  </a:cubicBezTo>
                  <a:cubicBezTo>
                    <a:pt x="239" y="147"/>
                    <a:pt x="239" y="77"/>
                    <a:pt x="186" y="28"/>
                  </a:cubicBezTo>
                  <a:cubicBezTo>
                    <a:pt x="174" y="13"/>
                    <a:pt x="154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6"/>
            <p:cNvSpPr/>
            <p:nvPr/>
          </p:nvSpPr>
          <p:spPr>
            <a:xfrm>
              <a:off x="4028625" y="2755975"/>
              <a:ext cx="6100" cy="6250"/>
            </a:xfrm>
            <a:custGeom>
              <a:avLst/>
              <a:gdLst/>
              <a:ahLst/>
              <a:cxnLst/>
              <a:rect l="l" t="t" r="r" b="b"/>
              <a:pathLst>
                <a:path w="244" h="250" extrusionOk="0">
                  <a:moveTo>
                    <a:pt x="131" y="0"/>
                  </a:moveTo>
                  <a:cubicBezTo>
                    <a:pt x="72" y="0"/>
                    <a:pt x="21" y="49"/>
                    <a:pt x="21" y="106"/>
                  </a:cubicBezTo>
                  <a:cubicBezTo>
                    <a:pt x="1" y="143"/>
                    <a:pt x="1" y="176"/>
                    <a:pt x="21" y="193"/>
                  </a:cubicBezTo>
                  <a:cubicBezTo>
                    <a:pt x="38" y="226"/>
                    <a:pt x="71" y="247"/>
                    <a:pt x="87" y="247"/>
                  </a:cubicBezTo>
                  <a:cubicBezTo>
                    <a:pt x="96" y="249"/>
                    <a:pt x="104" y="250"/>
                    <a:pt x="112" y="250"/>
                  </a:cubicBezTo>
                  <a:cubicBezTo>
                    <a:pt x="169" y="250"/>
                    <a:pt x="209" y="201"/>
                    <a:pt x="227" y="143"/>
                  </a:cubicBezTo>
                  <a:cubicBezTo>
                    <a:pt x="244" y="106"/>
                    <a:pt x="227" y="73"/>
                    <a:pt x="227" y="57"/>
                  </a:cubicBezTo>
                  <a:cubicBezTo>
                    <a:pt x="207" y="40"/>
                    <a:pt x="207" y="40"/>
                    <a:pt x="207" y="20"/>
                  </a:cubicBezTo>
                  <a:cubicBezTo>
                    <a:pt x="190" y="3"/>
                    <a:pt x="174" y="3"/>
                    <a:pt x="157" y="3"/>
                  </a:cubicBezTo>
                  <a:cubicBezTo>
                    <a:pt x="148" y="1"/>
                    <a:pt x="140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6"/>
            <p:cNvSpPr/>
            <p:nvPr/>
          </p:nvSpPr>
          <p:spPr>
            <a:xfrm>
              <a:off x="4037700" y="2850150"/>
              <a:ext cx="3425" cy="425"/>
            </a:xfrm>
            <a:custGeom>
              <a:avLst/>
              <a:gdLst/>
              <a:ahLst/>
              <a:cxnLst/>
              <a:rect l="l" t="t" r="r" b="b"/>
              <a:pathLst>
                <a:path w="137" h="17" extrusionOk="0">
                  <a:moveTo>
                    <a:pt x="87" y="0"/>
                  </a:moveTo>
                  <a:cubicBezTo>
                    <a:pt x="50" y="0"/>
                    <a:pt x="33" y="0"/>
                    <a:pt x="0" y="17"/>
                  </a:cubicBezTo>
                  <a:lnTo>
                    <a:pt x="136" y="17"/>
                  </a:lnTo>
                  <a:cubicBezTo>
                    <a:pt x="120" y="17"/>
                    <a:pt x="103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6"/>
            <p:cNvSpPr/>
            <p:nvPr/>
          </p:nvSpPr>
          <p:spPr>
            <a:xfrm>
              <a:off x="4035950" y="2788650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30" y="0"/>
                  </a:moveTo>
                  <a:cubicBezTo>
                    <a:pt x="74" y="0"/>
                    <a:pt x="35" y="45"/>
                    <a:pt x="17" y="106"/>
                  </a:cubicBezTo>
                  <a:cubicBezTo>
                    <a:pt x="0" y="139"/>
                    <a:pt x="0" y="176"/>
                    <a:pt x="17" y="209"/>
                  </a:cubicBezTo>
                  <a:cubicBezTo>
                    <a:pt x="37" y="226"/>
                    <a:pt x="70" y="242"/>
                    <a:pt x="87" y="259"/>
                  </a:cubicBezTo>
                  <a:cubicBezTo>
                    <a:pt x="157" y="259"/>
                    <a:pt x="206" y="209"/>
                    <a:pt x="223" y="139"/>
                  </a:cubicBezTo>
                  <a:cubicBezTo>
                    <a:pt x="243" y="106"/>
                    <a:pt x="243" y="73"/>
                    <a:pt x="223" y="53"/>
                  </a:cubicBezTo>
                  <a:cubicBezTo>
                    <a:pt x="206" y="36"/>
                    <a:pt x="206" y="36"/>
                    <a:pt x="206" y="20"/>
                  </a:cubicBezTo>
                  <a:cubicBezTo>
                    <a:pt x="190" y="20"/>
                    <a:pt x="173" y="3"/>
                    <a:pt x="157" y="3"/>
                  </a:cubicBezTo>
                  <a:cubicBezTo>
                    <a:pt x="148" y="1"/>
                    <a:pt x="139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6"/>
            <p:cNvSpPr/>
            <p:nvPr/>
          </p:nvSpPr>
          <p:spPr>
            <a:xfrm>
              <a:off x="4036875" y="2804500"/>
              <a:ext cx="6000" cy="6300"/>
            </a:xfrm>
            <a:custGeom>
              <a:avLst/>
              <a:gdLst/>
              <a:ahLst/>
              <a:cxnLst/>
              <a:rect l="l" t="t" r="r" b="b"/>
              <a:pathLst>
                <a:path w="240" h="252" extrusionOk="0">
                  <a:moveTo>
                    <a:pt x="133" y="1"/>
                  </a:moveTo>
                  <a:cubicBezTo>
                    <a:pt x="86" y="1"/>
                    <a:pt x="31" y="46"/>
                    <a:pt x="17" y="107"/>
                  </a:cubicBezTo>
                  <a:cubicBezTo>
                    <a:pt x="0" y="177"/>
                    <a:pt x="33" y="243"/>
                    <a:pt x="103" y="243"/>
                  </a:cubicBezTo>
                  <a:cubicBezTo>
                    <a:pt x="113" y="249"/>
                    <a:pt x="122" y="252"/>
                    <a:pt x="129" y="252"/>
                  </a:cubicBezTo>
                  <a:cubicBezTo>
                    <a:pt x="148" y="252"/>
                    <a:pt x="163" y="238"/>
                    <a:pt x="186" y="227"/>
                  </a:cubicBezTo>
                  <a:cubicBezTo>
                    <a:pt x="206" y="210"/>
                    <a:pt x="223" y="177"/>
                    <a:pt x="239" y="140"/>
                  </a:cubicBezTo>
                  <a:cubicBezTo>
                    <a:pt x="239" y="107"/>
                    <a:pt x="239" y="74"/>
                    <a:pt x="223" y="58"/>
                  </a:cubicBezTo>
                  <a:cubicBezTo>
                    <a:pt x="223" y="37"/>
                    <a:pt x="223" y="37"/>
                    <a:pt x="206" y="21"/>
                  </a:cubicBezTo>
                  <a:cubicBezTo>
                    <a:pt x="186" y="4"/>
                    <a:pt x="169" y="4"/>
                    <a:pt x="153" y="4"/>
                  </a:cubicBezTo>
                  <a:cubicBezTo>
                    <a:pt x="146" y="2"/>
                    <a:pt x="140" y="1"/>
                    <a:pt x="1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6"/>
            <p:cNvSpPr/>
            <p:nvPr/>
          </p:nvSpPr>
          <p:spPr>
            <a:xfrm>
              <a:off x="4030375" y="28183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7" y="1"/>
                  </a:moveTo>
                  <a:cubicBezTo>
                    <a:pt x="87" y="1"/>
                    <a:pt x="17" y="38"/>
                    <a:pt x="1" y="124"/>
                  </a:cubicBezTo>
                  <a:cubicBezTo>
                    <a:pt x="1" y="141"/>
                    <a:pt x="1" y="174"/>
                    <a:pt x="17" y="207"/>
                  </a:cubicBezTo>
                  <a:cubicBezTo>
                    <a:pt x="34" y="244"/>
                    <a:pt x="71" y="260"/>
                    <a:pt x="87" y="260"/>
                  </a:cubicBezTo>
                  <a:cubicBezTo>
                    <a:pt x="120" y="260"/>
                    <a:pt x="157" y="260"/>
                    <a:pt x="174" y="244"/>
                  </a:cubicBezTo>
                  <a:cubicBezTo>
                    <a:pt x="207" y="207"/>
                    <a:pt x="223" y="190"/>
                    <a:pt x="223" y="157"/>
                  </a:cubicBezTo>
                  <a:cubicBezTo>
                    <a:pt x="240" y="124"/>
                    <a:pt x="223" y="87"/>
                    <a:pt x="223" y="54"/>
                  </a:cubicBezTo>
                  <a:cubicBezTo>
                    <a:pt x="207" y="54"/>
                    <a:pt x="207" y="38"/>
                    <a:pt x="190" y="38"/>
                  </a:cubicBezTo>
                  <a:cubicBezTo>
                    <a:pt x="190" y="21"/>
                    <a:pt x="174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6"/>
            <p:cNvSpPr/>
            <p:nvPr/>
          </p:nvSpPr>
          <p:spPr>
            <a:xfrm>
              <a:off x="4034300" y="2832850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115" y="1"/>
                  </a:moveTo>
                  <a:cubicBezTo>
                    <a:pt x="66" y="1"/>
                    <a:pt x="15" y="46"/>
                    <a:pt x="0" y="107"/>
                  </a:cubicBezTo>
                  <a:cubicBezTo>
                    <a:pt x="0" y="140"/>
                    <a:pt x="0" y="177"/>
                    <a:pt x="17" y="210"/>
                  </a:cubicBezTo>
                  <a:cubicBezTo>
                    <a:pt x="33" y="227"/>
                    <a:pt x="50" y="264"/>
                    <a:pt x="83" y="264"/>
                  </a:cubicBezTo>
                  <a:cubicBezTo>
                    <a:pt x="120" y="264"/>
                    <a:pt x="136" y="264"/>
                    <a:pt x="169" y="227"/>
                  </a:cubicBezTo>
                  <a:cubicBezTo>
                    <a:pt x="186" y="210"/>
                    <a:pt x="223" y="194"/>
                    <a:pt x="223" y="161"/>
                  </a:cubicBezTo>
                  <a:cubicBezTo>
                    <a:pt x="223" y="124"/>
                    <a:pt x="223" y="91"/>
                    <a:pt x="206" y="58"/>
                  </a:cubicBezTo>
                  <a:cubicBezTo>
                    <a:pt x="206" y="37"/>
                    <a:pt x="206" y="37"/>
                    <a:pt x="186" y="37"/>
                  </a:cubicBezTo>
                  <a:cubicBezTo>
                    <a:pt x="169" y="20"/>
                    <a:pt x="153" y="4"/>
                    <a:pt x="136" y="4"/>
                  </a:cubicBezTo>
                  <a:cubicBezTo>
                    <a:pt x="129" y="2"/>
                    <a:pt x="122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6"/>
            <p:cNvSpPr/>
            <p:nvPr/>
          </p:nvSpPr>
          <p:spPr>
            <a:xfrm>
              <a:off x="4064300" y="2791225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30" y="0"/>
                  </a:moveTo>
                  <a:cubicBezTo>
                    <a:pt x="74" y="0"/>
                    <a:pt x="34" y="45"/>
                    <a:pt x="17" y="106"/>
                  </a:cubicBezTo>
                  <a:cubicBezTo>
                    <a:pt x="0" y="139"/>
                    <a:pt x="17" y="176"/>
                    <a:pt x="37" y="209"/>
                  </a:cubicBezTo>
                  <a:cubicBezTo>
                    <a:pt x="37" y="226"/>
                    <a:pt x="70" y="242"/>
                    <a:pt x="103" y="259"/>
                  </a:cubicBezTo>
                  <a:cubicBezTo>
                    <a:pt x="157" y="259"/>
                    <a:pt x="223" y="209"/>
                    <a:pt x="243" y="139"/>
                  </a:cubicBezTo>
                  <a:cubicBezTo>
                    <a:pt x="243" y="106"/>
                    <a:pt x="243" y="73"/>
                    <a:pt x="223" y="53"/>
                  </a:cubicBezTo>
                  <a:cubicBezTo>
                    <a:pt x="223" y="36"/>
                    <a:pt x="206" y="36"/>
                    <a:pt x="206" y="20"/>
                  </a:cubicBezTo>
                  <a:cubicBezTo>
                    <a:pt x="190" y="20"/>
                    <a:pt x="173" y="3"/>
                    <a:pt x="157" y="3"/>
                  </a:cubicBezTo>
                  <a:cubicBezTo>
                    <a:pt x="148" y="1"/>
                    <a:pt x="139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6"/>
            <p:cNvSpPr/>
            <p:nvPr/>
          </p:nvSpPr>
          <p:spPr>
            <a:xfrm>
              <a:off x="4059125" y="2821275"/>
              <a:ext cx="6125" cy="6200"/>
            </a:xfrm>
            <a:custGeom>
              <a:avLst/>
              <a:gdLst/>
              <a:ahLst/>
              <a:cxnLst/>
              <a:rect l="l" t="t" r="r" b="b"/>
              <a:pathLst>
                <a:path w="245" h="248" extrusionOk="0">
                  <a:moveTo>
                    <a:pt x="128" y="1"/>
                  </a:moveTo>
                  <a:cubicBezTo>
                    <a:pt x="74" y="1"/>
                    <a:pt x="35" y="48"/>
                    <a:pt x="17" y="108"/>
                  </a:cubicBezTo>
                  <a:cubicBezTo>
                    <a:pt x="1" y="141"/>
                    <a:pt x="1" y="174"/>
                    <a:pt x="17" y="211"/>
                  </a:cubicBezTo>
                  <a:cubicBezTo>
                    <a:pt x="38" y="228"/>
                    <a:pt x="71" y="244"/>
                    <a:pt x="87" y="244"/>
                  </a:cubicBezTo>
                  <a:cubicBezTo>
                    <a:pt x="97" y="246"/>
                    <a:pt x="105" y="248"/>
                    <a:pt x="114" y="248"/>
                  </a:cubicBezTo>
                  <a:cubicBezTo>
                    <a:pt x="170" y="248"/>
                    <a:pt x="209" y="202"/>
                    <a:pt x="224" y="141"/>
                  </a:cubicBezTo>
                  <a:cubicBezTo>
                    <a:pt x="244" y="108"/>
                    <a:pt x="244" y="71"/>
                    <a:pt x="224" y="55"/>
                  </a:cubicBezTo>
                  <a:cubicBezTo>
                    <a:pt x="207" y="38"/>
                    <a:pt x="207" y="38"/>
                    <a:pt x="207" y="22"/>
                  </a:cubicBezTo>
                  <a:cubicBezTo>
                    <a:pt x="191" y="5"/>
                    <a:pt x="174" y="5"/>
                    <a:pt x="158" y="5"/>
                  </a:cubicBezTo>
                  <a:cubicBezTo>
                    <a:pt x="147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6"/>
            <p:cNvSpPr/>
            <p:nvPr/>
          </p:nvSpPr>
          <p:spPr>
            <a:xfrm>
              <a:off x="4064300" y="2837275"/>
              <a:ext cx="5575" cy="6475"/>
            </a:xfrm>
            <a:custGeom>
              <a:avLst/>
              <a:gdLst/>
              <a:ahLst/>
              <a:cxnLst/>
              <a:rect l="l" t="t" r="r" b="b"/>
              <a:pathLst>
                <a:path w="223" h="259" extrusionOk="0">
                  <a:moveTo>
                    <a:pt x="140" y="0"/>
                  </a:moveTo>
                  <a:cubicBezTo>
                    <a:pt x="120" y="0"/>
                    <a:pt x="87" y="17"/>
                    <a:pt x="54" y="33"/>
                  </a:cubicBezTo>
                  <a:cubicBezTo>
                    <a:pt x="37" y="50"/>
                    <a:pt x="17" y="87"/>
                    <a:pt x="0" y="120"/>
                  </a:cubicBezTo>
                  <a:cubicBezTo>
                    <a:pt x="0" y="153"/>
                    <a:pt x="0" y="190"/>
                    <a:pt x="17" y="206"/>
                  </a:cubicBezTo>
                  <a:cubicBezTo>
                    <a:pt x="37" y="239"/>
                    <a:pt x="54" y="256"/>
                    <a:pt x="87" y="256"/>
                  </a:cubicBezTo>
                  <a:cubicBezTo>
                    <a:pt x="96" y="258"/>
                    <a:pt x="105" y="259"/>
                    <a:pt x="113" y="259"/>
                  </a:cubicBezTo>
                  <a:cubicBezTo>
                    <a:pt x="169" y="259"/>
                    <a:pt x="208" y="214"/>
                    <a:pt x="223" y="153"/>
                  </a:cubicBezTo>
                  <a:cubicBezTo>
                    <a:pt x="223" y="120"/>
                    <a:pt x="223" y="87"/>
                    <a:pt x="206" y="50"/>
                  </a:cubicBezTo>
                  <a:cubicBezTo>
                    <a:pt x="206" y="50"/>
                    <a:pt x="206" y="33"/>
                    <a:pt x="190" y="33"/>
                  </a:cubicBezTo>
                  <a:cubicBezTo>
                    <a:pt x="173" y="17"/>
                    <a:pt x="157" y="17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6"/>
            <p:cNvSpPr/>
            <p:nvPr/>
          </p:nvSpPr>
          <p:spPr>
            <a:xfrm>
              <a:off x="4051825" y="2804500"/>
              <a:ext cx="6100" cy="6200"/>
            </a:xfrm>
            <a:custGeom>
              <a:avLst/>
              <a:gdLst/>
              <a:ahLst/>
              <a:cxnLst/>
              <a:rect l="l" t="t" r="r" b="b"/>
              <a:pathLst>
                <a:path w="244" h="248" extrusionOk="0">
                  <a:moveTo>
                    <a:pt x="119" y="1"/>
                  </a:moveTo>
                  <a:cubicBezTo>
                    <a:pt x="70" y="1"/>
                    <a:pt x="18" y="46"/>
                    <a:pt x="0" y="107"/>
                  </a:cubicBezTo>
                  <a:cubicBezTo>
                    <a:pt x="0" y="140"/>
                    <a:pt x="0" y="177"/>
                    <a:pt x="21" y="194"/>
                  </a:cubicBezTo>
                  <a:cubicBezTo>
                    <a:pt x="37" y="227"/>
                    <a:pt x="54" y="243"/>
                    <a:pt x="87" y="243"/>
                  </a:cubicBezTo>
                  <a:cubicBezTo>
                    <a:pt x="97" y="246"/>
                    <a:pt x="107" y="248"/>
                    <a:pt x="116" y="248"/>
                  </a:cubicBezTo>
                  <a:cubicBezTo>
                    <a:pt x="171" y="248"/>
                    <a:pt x="209" y="200"/>
                    <a:pt x="227" y="140"/>
                  </a:cubicBezTo>
                  <a:cubicBezTo>
                    <a:pt x="243" y="107"/>
                    <a:pt x="227" y="74"/>
                    <a:pt x="206" y="58"/>
                  </a:cubicBezTo>
                  <a:cubicBezTo>
                    <a:pt x="206" y="37"/>
                    <a:pt x="206" y="37"/>
                    <a:pt x="190" y="21"/>
                  </a:cubicBezTo>
                  <a:cubicBezTo>
                    <a:pt x="190" y="4"/>
                    <a:pt x="173" y="4"/>
                    <a:pt x="140" y="4"/>
                  </a:cubicBezTo>
                  <a:cubicBezTo>
                    <a:pt x="133" y="2"/>
                    <a:pt x="126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6"/>
            <p:cNvSpPr/>
            <p:nvPr/>
          </p:nvSpPr>
          <p:spPr>
            <a:xfrm>
              <a:off x="4062125" y="27757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37" y="1"/>
                  </a:moveTo>
                  <a:cubicBezTo>
                    <a:pt x="103" y="1"/>
                    <a:pt x="67" y="17"/>
                    <a:pt x="38" y="55"/>
                  </a:cubicBezTo>
                  <a:cubicBezTo>
                    <a:pt x="0" y="109"/>
                    <a:pt x="0" y="179"/>
                    <a:pt x="38" y="229"/>
                  </a:cubicBezTo>
                  <a:cubicBezTo>
                    <a:pt x="58" y="251"/>
                    <a:pt x="82" y="260"/>
                    <a:pt x="107" y="260"/>
                  </a:cubicBezTo>
                  <a:cubicBezTo>
                    <a:pt x="141" y="260"/>
                    <a:pt x="178" y="241"/>
                    <a:pt x="207" y="212"/>
                  </a:cubicBezTo>
                  <a:cubicBezTo>
                    <a:pt x="244" y="158"/>
                    <a:pt x="244" y="76"/>
                    <a:pt x="207" y="22"/>
                  </a:cubicBezTo>
                  <a:cubicBezTo>
                    <a:pt x="186" y="9"/>
                    <a:pt x="162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6"/>
            <p:cNvSpPr/>
            <p:nvPr/>
          </p:nvSpPr>
          <p:spPr>
            <a:xfrm>
              <a:off x="4056550" y="2758850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35" y="1"/>
                  </a:moveTo>
                  <a:cubicBezTo>
                    <a:pt x="126" y="1"/>
                    <a:pt x="116" y="2"/>
                    <a:pt x="104" y="8"/>
                  </a:cubicBezTo>
                  <a:cubicBezTo>
                    <a:pt x="38" y="45"/>
                    <a:pt x="1" y="111"/>
                    <a:pt x="17" y="181"/>
                  </a:cubicBezTo>
                  <a:cubicBezTo>
                    <a:pt x="38" y="214"/>
                    <a:pt x="54" y="235"/>
                    <a:pt x="71" y="251"/>
                  </a:cubicBezTo>
                  <a:cubicBezTo>
                    <a:pt x="87" y="259"/>
                    <a:pt x="105" y="263"/>
                    <a:pt x="120" y="263"/>
                  </a:cubicBezTo>
                  <a:cubicBezTo>
                    <a:pt x="136" y="263"/>
                    <a:pt x="149" y="259"/>
                    <a:pt x="157" y="251"/>
                  </a:cubicBezTo>
                  <a:cubicBezTo>
                    <a:pt x="190" y="235"/>
                    <a:pt x="207" y="214"/>
                    <a:pt x="223" y="181"/>
                  </a:cubicBezTo>
                  <a:cubicBezTo>
                    <a:pt x="244" y="148"/>
                    <a:pt x="244" y="111"/>
                    <a:pt x="244" y="78"/>
                  </a:cubicBezTo>
                  <a:cubicBezTo>
                    <a:pt x="244" y="61"/>
                    <a:pt x="223" y="45"/>
                    <a:pt x="207" y="28"/>
                  </a:cubicBezTo>
                  <a:cubicBezTo>
                    <a:pt x="207" y="28"/>
                    <a:pt x="190" y="28"/>
                    <a:pt x="190" y="8"/>
                  </a:cubicBezTo>
                  <a:cubicBezTo>
                    <a:pt x="168" y="8"/>
                    <a:pt x="154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6"/>
            <p:cNvSpPr/>
            <p:nvPr/>
          </p:nvSpPr>
          <p:spPr>
            <a:xfrm>
              <a:off x="4069025" y="2745725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37" y="1"/>
                  </a:moveTo>
                  <a:cubicBezTo>
                    <a:pt x="120" y="1"/>
                    <a:pt x="87" y="1"/>
                    <a:pt x="54" y="38"/>
                  </a:cubicBezTo>
                  <a:cubicBezTo>
                    <a:pt x="34" y="55"/>
                    <a:pt x="17" y="71"/>
                    <a:pt x="1" y="104"/>
                  </a:cubicBezTo>
                  <a:cubicBezTo>
                    <a:pt x="1" y="141"/>
                    <a:pt x="1" y="174"/>
                    <a:pt x="17" y="207"/>
                  </a:cubicBezTo>
                  <a:cubicBezTo>
                    <a:pt x="34" y="244"/>
                    <a:pt x="54" y="261"/>
                    <a:pt x="87" y="261"/>
                  </a:cubicBezTo>
                  <a:cubicBezTo>
                    <a:pt x="93" y="263"/>
                    <a:pt x="100" y="264"/>
                    <a:pt x="106" y="264"/>
                  </a:cubicBezTo>
                  <a:cubicBezTo>
                    <a:pt x="153" y="264"/>
                    <a:pt x="209" y="215"/>
                    <a:pt x="223" y="158"/>
                  </a:cubicBezTo>
                  <a:cubicBezTo>
                    <a:pt x="223" y="121"/>
                    <a:pt x="223" y="88"/>
                    <a:pt x="207" y="55"/>
                  </a:cubicBezTo>
                  <a:cubicBezTo>
                    <a:pt x="207" y="55"/>
                    <a:pt x="207" y="38"/>
                    <a:pt x="190" y="38"/>
                  </a:cubicBezTo>
                  <a:cubicBezTo>
                    <a:pt x="174" y="17"/>
                    <a:pt x="157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6"/>
            <p:cNvSpPr/>
            <p:nvPr/>
          </p:nvSpPr>
          <p:spPr>
            <a:xfrm>
              <a:off x="4066050" y="2806825"/>
              <a:ext cx="6400" cy="6300"/>
            </a:xfrm>
            <a:custGeom>
              <a:avLst/>
              <a:gdLst/>
              <a:ahLst/>
              <a:cxnLst/>
              <a:rect l="l" t="t" r="r" b="b"/>
              <a:pathLst>
                <a:path w="256" h="252" extrusionOk="0">
                  <a:moveTo>
                    <a:pt x="144" y="1"/>
                  </a:moveTo>
                  <a:cubicBezTo>
                    <a:pt x="109" y="1"/>
                    <a:pt x="71" y="18"/>
                    <a:pt x="50" y="47"/>
                  </a:cubicBezTo>
                  <a:cubicBezTo>
                    <a:pt x="0" y="101"/>
                    <a:pt x="0" y="187"/>
                    <a:pt x="50" y="220"/>
                  </a:cubicBezTo>
                  <a:cubicBezTo>
                    <a:pt x="65" y="243"/>
                    <a:pt x="89" y="252"/>
                    <a:pt x="114" y="252"/>
                  </a:cubicBezTo>
                  <a:cubicBezTo>
                    <a:pt x="149" y="252"/>
                    <a:pt x="187" y="233"/>
                    <a:pt x="206" y="204"/>
                  </a:cubicBezTo>
                  <a:cubicBezTo>
                    <a:pt x="256" y="150"/>
                    <a:pt x="256" y="68"/>
                    <a:pt x="206" y="31"/>
                  </a:cubicBezTo>
                  <a:cubicBezTo>
                    <a:pt x="192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6"/>
            <p:cNvSpPr/>
            <p:nvPr/>
          </p:nvSpPr>
          <p:spPr>
            <a:xfrm>
              <a:off x="4123975" y="2739275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30" y="0"/>
                  </a:moveTo>
                  <a:cubicBezTo>
                    <a:pt x="74" y="0"/>
                    <a:pt x="35" y="46"/>
                    <a:pt x="21" y="106"/>
                  </a:cubicBezTo>
                  <a:cubicBezTo>
                    <a:pt x="0" y="139"/>
                    <a:pt x="21" y="172"/>
                    <a:pt x="21" y="210"/>
                  </a:cubicBezTo>
                  <a:cubicBezTo>
                    <a:pt x="37" y="226"/>
                    <a:pt x="70" y="242"/>
                    <a:pt x="87" y="259"/>
                  </a:cubicBezTo>
                  <a:cubicBezTo>
                    <a:pt x="157" y="259"/>
                    <a:pt x="227" y="210"/>
                    <a:pt x="227" y="139"/>
                  </a:cubicBezTo>
                  <a:cubicBezTo>
                    <a:pt x="243" y="106"/>
                    <a:pt x="243" y="90"/>
                    <a:pt x="227" y="53"/>
                  </a:cubicBezTo>
                  <a:cubicBezTo>
                    <a:pt x="206" y="36"/>
                    <a:pt x="206" y="36"/>
                    <a:pt x="206" y="20"/>
                  </a:cubicBezTo>
                  <a:cubicBezTo>
                    <a:pt x="190" y="20"/>
                    <a:pt x="173" y="3"/>
                    <a:pt x="157" y="3"/>
                  </a:cubicBezTo>
                  <a:cubicBezTo>
                    <a:pt x="148" y="1"/>
                    <a:pt x="139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6"/>
            <p:cNvSpPr/>
            <p:nvPr/>
          </p:nvSpPr>
          <p:spPr>
            <a:xfrm>
              <a:off x="3885250" y="27603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28" y="0"/>
                  </a:moveTo>
                  <a:cubicBezTo>
                    <a:pt x="74" y="0"/>
                    <a:pt x="31" y="46"/>
                    <a:pt x="17" y="107"/>
                  </a:cubicBezTo>
                  <a:cubicBezTo>
                    <a:pt x="1" y="139"/>
                    <a:pt x="1" y="177"/>
                    <a:pt x="17" y="210"/>
                  </a:cubicBezTo>
                  <a:cubicBezTo>
                    <a:pt x="34" y="226"/>
                    <a:pt x="67" y="243"/>
                    <a:pt x="87" y="259"/>
                  </a:cubicBezTo>
                  <a:cubicBezTo>
                    <a:pt x="153" y="259"/>
                    <a:pt x="207" y="210"/>
                    <a:pt x="223" y="139"/>
                  </a:cubicBezTo>
                  <a:cubicBezTo>
                    <a:pt x="240" y="107"/>
                    <a:pt x="240" y="74"/>
                    <a:pt x="223" y="53"/>
                  </a:cubicBezTo>
                  <a:cubicBezTo>
                    <a:pt x="207" y="36"/>
                    <a:pt x="207" y="36"/>
                    <a:pt x="207" y="20"/>
                  </a:cubicBezTo>
                  <a:cubicBezTo>
                    <a:pt x="190" y="20"/>
                    <a:pt x="170" y="3"/>
                    <a:pt x="153" y="3"/>
                  </a:cubicBezTo>
                  <a:cubicBezTo>
                    <a:pt x="144" y="1"/>
                    <a:pt x="136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6"/>
            <p:cNvSpPr/>
            <p:nvPr/>
          </p:nvSpPr>
          <p:spPr>
            <a:xfrm>
              <a:off x="3880100" y="2790350"/>
              <a:ext cx="6000" cy="6200"/>
            </a:xfrm>
            <a:custGeom>
              <a:avLst/>
              <a:gdLst/>
              <a:ahLst/>
              <a:cxnLst/>
              <a:rect l="l" t="t" r="r" b="b"/>
              <a:pathLst>
                <a:path w="240" h="248" extrusionOk="0">
                  <a:moveTo>
                    <a:pt x="113" y="1"/>
                  </a:moveTo>
                  <a:cubicBezTo>
                    <a:pt x="68" y="1"/>
                    <a:pt x="14" y="49"/>
                    <a:pt x="0" y="108"/>
                  </a:cubicBezTo>
                  <a:cubicBezTo>
                    <a:pt x="0" y="141"/>
                    <a:pt x="0" y="174"/>
                    <a:pt x="17" y="191"/>
                  </a:cubicBezTo>
                  <a:cubicBezTo>
                    <a:pt x="33" y="228"/>
                    <a:pt x="50" y="244"/>
                    <a:pt x="87" y="244"/>
                  </a:cubicBezTo>
                  <a:cubicBezTo>
                    <a:pt x="96" y="247"/>
                    <a:pt x="104" y="248"/>
                    <a:pt x="112" y="248"/>
                  </a:cubicBezTo>
                  <a:cubicBezTo>
                    <a:pt x="166" y="248"/>
                    <a:pt x="209" y="202"/>
                    <a:pt x="223" y="141"/>
                  </a:cubicBezTo>
                  <a:cubicBezTo>
                    <a:pt x="240" y="108"/>
                    <a:pt x="223" y="71"/>
                    <a:pt x="207" y="55"/>
                  </a:cubicBezTo>
                  <a:cubicBezTo>
                    <a:pt x="207" y="38"/>
                    <a:pt x="207" y="38"/>
                    <a:pt x="190" y="22"/>
                  </a:cubicBezTo>
                  <a:cubicBezTo>
                    <a:pt x="190" y="5"/>
                    <a:pt x="169" y="5"/>
                    <a:pt x="136" y="5"/>
                  </a:cubicBezTo>
                  <a:cubicBezTo>
                    <a:pt x="129" y="2"/>
                    <a:pt x="121" y="1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6"/>
            <p:cNvSpPr/>
            <p:nvPr/>
          </p:nvSpPr>
          <p:spPr>
            <a:xfrm>
              <a:off x="3875775" y="2837750"/>
              <a:ext cx="6000" cy="6350"/>
            </a:xfrm>
            <a:custGeom>
              <a:avLst/>
              <a:gdLst/>
              <a:ahLst/>
              <a:cxnLst/>
              <a:rect l="l" t="t" r="r" b="b"/>
              <a:pathLst>
                <a:path w="240" h="254" extrusionOk="0">
                  <a:moveTo>
                    <a:pt x="136" y="1"/>
                  </a:moveTo>
                  <a:cubicBezTo>
                    <a:pt x="101" y="1"/>
                    <a:pt x="64" y="18"/>
                    <a:pt x="33" y="47"/>
                  </a:cubicBezTo>
                  <a:cubicBezTo>
                    <a:pt x="0" y="101"/>
                    <a:pt x="0" y="187"/>
                    <a:pt x="33" y="220"/>
                  </a:cubicBezTo>
                  <a:cubicBezTo>
                    <a:pt x="54" y="237"/>
                    <a:pt x="70" y="237"/>
                    <a:pt x="87" y="253"/>
                  </a:cubicBezTo>
                  <a:cubicBezTo>
                    <a:pt x="120" y="253"/>
                    <a:pt x="173" y="237"/>
                    <a:pt x="206" y="204"/>
                  </a:cubicBezTo>
                  <a:cubicBezTo>
                    <a:pt x="223" y="171"/>
                    <a:pt x="239" y="117"/>
                    <a:pt x="223" y="68"/>
                  </a:cubicBezTo>
                  <a:cubicBezTo>
                    <a:pt x="223" y="47"/>
                    <a:pt x="206" y="31"/>
                    <a:pt x="206" y="31"/>
                  </a:cubicBezTo>
                  <a:cubicBezTo>
                    <a:pt x="186" y="10"/>
                    <a:pt x="161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6"/>
            <p:cNvSpPr/>
            <p:nvPr/>
          </p:nvSpPr>
          <p:spPr>
            <a:xfrm>
              <a:off x="3890000" y="2714825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36" y="0"/>
                  </a:moveTo>
                  <a:cubicBezTo>
                    <a:pt x="103" y="0"/>
                    <a:pt x="83" y="0"/>
                    <a:pt x="50" y="17"/>
                  </a:cubicBezTo>
                  <a:cubicBezTo>
                    <a:pt x="33" y="54"/>
                    <a:pt x="0" y="70"/>
                    <a:pt x="0" y="103"/>
                  </a:cubicBezTo>
                  <a:cubicBezTo>
                    <a:pt x="0" y="140"/>
                    <a:pt x="0" y="173"/>
                    <a:pt x="17" y="206"/>
                  </a:cubicBezTo>
                  <a:cubicBezTo>
                    <a:pt x="33" y="223"/>
                    <a:pt x="50" y="260"/>
                    <a:pt x="83" y="260"/>
                  </a:cubicBezTo>
                  <a:cubicBezTo>
                    <a:pt x="136" y="260"/>
                    <a:pt x="206" y="223"/>
                    <a:pt x="223" y="157"/>
                  </a:cubicBezTo>
                  <a:cubicBezTo>
                    <a:pt x="223" y="120"/>
                    <a:pt x="223" y="87"/>
                    <a:pt x="206" y="54"/>
                  </a:cubicBezTo>
                  <a:cubicBezTo>
                    <a:pt x="206" y="37"/>
                    <a:pt x="186" y="37"/>
                    <a:pt x="186" y="37"/>
                  </a:cubicBezTo>
                  <a:cubicBezTo>
                    <a:pt x="169" y="17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6"/>
            <p:cNvSpPr/>
            <p:nvPr/>
          </p:nvSpPr>
          <p:spPr>
            <a:xfrm>
              <a:off x="3890400" y="27294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3" y="1"/>
                  </a:moveTo>
                  <a:cubicBezTo>
                    <a:pt x="120" y="1"/>
                    <a:pt x="104" y="1"/>
                    <a:pt x="87" y="17"/>
                  </a:cubicBezTo>
                  <a:cubicBezTo>
                    <a:pt x="50" y="34"/>
                    <a:pt x="17" y="71"/>
                    <a:pt x="17" y="120"/>
                  </a:cubicBezTo>
                  <a:cubicBezTo>
                    <a:pt x="1" y="153"/>
                    <a:pt x="17" y="190"/>
                    <a:pt x="17" y="207"/>
                  </a:cubicBezTo>
                  <a:cubicBezTo>
                    <a:pt x="34" y="240"/>
                    <a:pt x="67" y="256"/>
                    <a:pt x="104" y="256"/>
                  </a:cubicBezTo>
                  <a:cubicBezTo>
                    <a:pt x="111" y="259"/>
                    <a:pt x="119" y="261"/>
                    <a:pt x="126" y="261"/>
                  </a:cubicBezTo>
                  <a:cubicBezTo>
                    <a:pt x="169" y="261"/>
                    <a:pt x="209" y="216"/>
                    <a:pt x="223" y="174"/>
                  </a:cubicBezTo>
                  <a:cubicBezTo>
                    <a:pt x="223" y="153"/>
                    <a:pt x="223" y="153"/>
                    <a:pt x="240" y="153"/>
                  </a:cubicBezTo>
                  <a:cubicBezTo>
                    <a:pt x="240" y="104"/>
                    <a:pt x="223" y="71"/>
                    <a:pt x="207" y="34"/>
                  </a:cubicBezTo>
                  <a:cubicBezTo>
                    <a:pt x="190" y="17"/>
                    <a:pt x="17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6"/>
            <p:cNvSpPr/>
            <p:nvPr/>
          </p:nvSpPr>
          <p:spPr>
            <a:xfrm>
              <a:off x="3874525" y="28225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6" y="0"/>
                  </a:moveTo>
                  <a:cubicBezTo>
                    <a:pt x="67" y="0"/>
                    <a:pt x="17" y="46"/>
                    <a:pt x="17" y="107"/>
                  </a:cubicBezTo>
                  <a:cubicBezTo>
                    <a:pt x="1" y="140"/>
                    <a:pt x="1" y="177"/>
                    <a:pt x="17" y="210"/>
                  </a:cubicBezTo>
                  <a:cubicBezTo>
                    <a:pt x="34" y="226"/>
                    <a:pt x="67" y="263"/>
                    <a:pt x="83" y="263"/>
                  </a:cubicBezTo>
                  <a:cubicBezTo>
                    <a:pt x="120" y="263"/>
                    <a:pt x="153" y="263"/>
                    <a:pt x="170" y="226"/>
                  </a:cubicBezTo>
                  <a:cubicBezTo>
                    <a:pt x="207" y="210"/>
                    <a:pt x="223" y="193"/>
                    <a:pt x="223" y="160"/>
                  </a:cubicBezTo>
                  <a:cubicBezTo>
                    <a:pt x="240" y="123"/>
                    <a:pt x="223" y="90"/>
                    <a:pt x="223" y="57"/>
                  </a:cubicBezTo>
                  <a:lnTo>
                    <a:pt x="207" y="37"/>
                  </a:lnTo>
                  <a:cubicBezTo>
                    <a:pt x="186" y="20"/>
                    <a:pt x="170" y="4"/>
                    <a:pt x="153" y="4"/>
                  </a:cubicBezTo>
                  <a:cubicBezTo>
                    <a:pt x="144" y="2"/>
                    <a:pt x="135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6"/>
            <p:cNvSpPr/>
            <p:nvPr/>
          </p:nvSpPr>
          <p:spPr>
            <a:xfrm>
              <a:off x="3886900" y="282315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37" y="0"/>
                  </a:moveTo>
                  <a:cubicBezTo>
                    <a:pt x="104" y="0"/>
                    <a:pt x="73" y="19"/>
                    <a:pt x="54" y="50"/>
                  </a:cubicBezTo>
                  <a:cubicBezTo>
                    <a:pt x="1" y="99"/>
                    <a:pt x="1" y="186"/>
                    <a:pt x="54" y="239"/>
                  </a:cubicBezTo>
                  <a:cubicBezTo>
                    <a:pt x="71" y="239"/>
                    <a:pt x="71" y="256"/>
                    <a:pt x="87" y="256"/>
                  </a:cubicBezTo>
                  <a:cubicBezTo>
                    <a:pt x="100" y="260"/>
                    <a:pt x="112" y="262"/>
                    <a:pt x="123" y="262"/>
                  </a:cubicBezTo>
                  <a:cubicBezTo>
                    <a:pt x="157" y="262"/>
                    <a:pt x="182" y="243"/>
                    <a:pt x="207" y="202"/>
                  </a:cubicBezTo>
                  <a:cubicBezTo>
                    <a:pt x="244" y="169"/>
                    <a:pt x="244" y="116"/>
                    <a:pt x="244" y="83"/>
                  </a:cubicBezTo>
                  <a:cubicBezTo>
                    <a:pt x="227" y="66"/>
                    <a:pt x="227" y="50"/>
                    <a:pt x="207" y="33"/>
                  </a:cubicBezTo>
                  <a:cubicBezTo>
                    <a:pt x="186" y="10"/>
                    <a:pt x="161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6"/>
            <p:cNvSpPr/>
            <p:nvPr/>
          </p:nvSpPr>
          <p:spPr>
            <a:xfrm>
              <a:off x="3892575" y="2840575"/>
              <a:ext cx="6000" cy="6200"/>
            </a:xfrm>
            <a:custGeom>
              <a:avLst/>
              <a:gdLst/>
              <a:ahLst/>
              <a:cxnLst/>
              <a:rect l="l" t="t" r="r" b="b"/>
              <a:pathLst>
                <a:path w="240" h="248" extrusionOk="0">
                  <a:moveTo>
                    <a:pt x="115" y="1"/>
                  </a:moveTo>
                  <a:cubicBezTo>
                    <a:pt x="66" y="1"/>
                    <a:pt x="15" y="46"/>
                    <a:pt x="0" y="107"/>
                  </a:cubicBezTo>
                  <a:cubicBezTo>
                    <a:pt x="0" y="140"/>
                    <a:pt x="0" y="177"/>
                    <a:pt x="17" y="194"/>
                  </a:cubicBezTo>
                  <a:cubicBezTo>
                    <a:pt x="33" y="227"/>
                    <a:pt x="50" y="243"/>
                    <a:pt x="83" y="243"/>
                  </a:cubicBezTo>
                  <a:cubicBezTo>
                    <a:pt x="91" y="246"/>
                    <a:pt x="99" y="248"/>
                    <a:pt x="107" y="248"/>
                  </a:cubicBezTo>
                  <a:cubicBezTo>
                    <a:pt x="156" y="248"/>
                    <a:pt x="209" y="200"/>
                    <a:pt x="223" y="140"/>
                  </a:cubicBezTo>
                  <a:cubicBezTo>
                    <a:pt x="239" y="91"/>
                    <a:pt x="223" y="58"/>
                    <a:pt x="186" y="21"/>
                  </a:cubicBezTo>
                  <a:cubicBezTo>
                    <a:pt x="169" y="4"/>
                    <a:pt x="153" y="4"/>
                    <a:pt x="136" y="4"/>
                  </a:cubicBezTo>
                  <a:cubicBezTo>
                    <a:pt x="129" y="2"/>
                    <a:pt x="122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6"/>
            <p:cNvSpPr/>
            <p:nvPr/>
          </p:nvSpPr>
          <p:spPr>
            <a:xfrm>
              <a:off x="3871025" y="2808125"/>
              <a:ext cx="6100" cy="6300"/>
            </a:xfrm>
            <a:custGeom>
              <a:avLst/>
              <a:gdLst/>
              <a:ahLst/>
              <a:cxnLst/>
              <a:rect l="l" t="t" r="r" b="b"/>
              <a:pathLst>
                <a:path w="244" h="252" extrusionOk="0">
                  <a:moveTo>
                    <a:pt x="130" y="0"/>
                  </a:moveTo>
                  <a:cubicBezTo>
                    <a:pt x="117" y="0"/>
                    <a:pt x="104" y="6"/>
                    <a:pt x="87" y="16"/>
                  </a:cubicBezTo>
                  <a:cubicBezTo>
                    <a:pt x="54" y="16"/>
                    <a:pt x="38" y="49"/>
                    <a:pt x="17" y="65"/>
                  </a:cubicBezTo>
                  <a:cubicBezTo>
                    <a:pt x="1" y="98"/>
                    <a:pt x="1" y="135"/>
                    <a:pt x="1" y="168"/>
                  </a:cubicBezTo>
                  <a:cubicBezTo>
                    <a:pt x="13" y="220"/>
                    <a:pt x="54" y="251"/>
                    <a:pt x="96" y="251"/>
                  </a:cubicBezTo>
                  <a:cubicBezTo>
                    <a:pt x="111" y="251"/>
                    <a:pt x="127" y="247"/>
                    <a:pt x="141" y="238"/>
                  </a:cubicBezTo>
                  <a:cubicBezTo>
                    <a:pt x="207" y="222"/>
                    <a:pt x="244" y="152"/>
                    <a:pt x="223" y="82"/>
                  </a:cubicBezTo>
                  <a:cubicBezTo>
                    <a:pt x="223" y="49"/>
                    <a:pt x="207" y="32"/>
                    <a:pt x="190" y="32"/>
                  </a:cubicBezTo>
                  <a:cubicBezTo>
                    <a:pt x="190" y="16"/>
                    <a:pt x="174" y="16"/>
                    <a:pt x="174" y="16"/>
                  </a:cubicBezTo>
                  <a:cubicBezTo>
                    <a:pt x="157" y="6"/>
                    <a:pt x="144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6"/>
            <p:cNvSpPr/>
            <p:nvPr/>
          </p:nvSpPr>
          <p:spPr>
            <a:xfrm>
              <a:off x="4152300" y="2792925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28" y="1"/>
                  </a:moveTo>
                  <a:cubicBezTo>
                    <a:pt x="74" y="1"/>
                    <a:pt x="36" y="49"/>
                    <a:pt x="22" y="108"/>
                  </a:cubicBezTo>
                  <a:cubicBezTo>
                    <a:pt x="1" y="141"/>
                    <a:pt x="1" y="174"/>
                    <a:pt x="22" y="212"/>
                  </a:cubicBezTo>
                  <a:cubicBezTo>
                    <a:pt x="38" y="228"/>
                    <a:pt x="71" y="245"/>
                    <a:pt x="88" y="261"/>
                  </a:cubicBezTo>
                  <a:cubicBezTo>
                    <a:pt x="125" y="261"/>
                    <a:pt x="158" y="245"/>
                    <a:pt x="174" y="228"/>
                  </a:cubicBezTo>
                  <a:cubicBezTo>
                    <a:pt x="207" y="212"/>
                    <a:pt x="228" y="174"/>
                    <a:pt x="228" y="141"/>
                  </a:cubicBezTo>
                  <a:cubicBezTo>
                    <a:pt x="244" y="108"/>
                    <a:pt x="244" y="71"/>
                    <a:pt x="228" y="55"/>
                  </a:cubicBezTo>
                  <a:cubicBezTo>
                    <a:pt x="207" y="38"/>
                    <a:pt x="207" y="38"/>
                    <a:pt x="207" y="22"/>
                  </a:cubicBezTo>
                  <a:cubicBezTo>
                    <a:pt x="191" y="22"/>
                    <a:pt x="174" y="5"/>
                    <a:pt x="158" y="5"/>
                  </a:cubicBezTo>
                  <a:cubicBezTo>
                    <a:pt x="147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6"/>
            <p:cNvSpPr/>
            <p:nvPr/>
          </p:nvSpPr>
          <p:spPr>
            <a:xfrm>
              <a:off x="4136450" y="2789475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31" y="0"/>
                  </a:moveTo>
                  <a:cubicBezTo>
                    <a:pt x="70" y="0"/>
                    <a:pt x="15" y="48"/>
                    <a:pt x="0" y="106"/>
                  </a:cubicBezTo>
                  <a:cubicBezTo>
                    <a:pt x="0" y="143"/>
                    <a:pt x="0" y="176"/>
                    <a:pt x="17" y="209"/>
                  </a:cubicBezTo>
                  <a:cubicBezTo>
                    <a:pt x="37" y="226"/>
                    <a:pt x="54" y="246"/>
                    <a:pt x="87" y="263"/>
                  </a:cubicBezTo>
                  <a:cubicBezTo>
                    <a:pt x="157" y="263"/>
                    <a:pt x="206" y="226"/>
                    <a:pt x="223" y="160"/>
                  </a:cubicBezTo>
                  <a:cubicBezTo>
                    <a:pt x="243" y="106"/>
                    <a:pt x="223" y="57"/>
                    <a:pt x="190" y="40"/>
                  </a:cubicBezTo>
                  <a:cubicBezTo>
                    <a:pt x="190" y="20"/>
                    <a:pt x="173" y="3"/>
                    <a:pt x="157" y="3"/>
                  </a:cubicBezTo>
                  <a:cubicBezTo>
                    <a:pt x="148" y="1"/>
                    <a:pt x="139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6"/>
            <p:cNvSpPr/>
            <p:nvPr/>
          </p:nvSpPr>
          <p:spPr>
            <a:xfrm>
              <a:off x="4156225" y="2807500"/>
              <a:ext cx="6000" cy="6350"/>
            </a:xfrm>
            <a:custGeom>
              <a:avLst/>
              <a:gdLst/>
              <a:ahLst/>
              <a:cxnLst/>
              <a:rect l="l" t="t" r="r" b="b"/>
              <a:pathLst>
                <a:path w="240" h="254" extrusionOk="0">
                  <a:moveTo>
                    <a:pt x="118" y="1"/>
                  </a:moveTo>
                  <a:cubicBezTo>
                    <a:pt x="71" y="1"/>
                    <a:pt x="15" y="49"/>
                    <a:pt x="1" y="107"/>
                  </a:cubicBezTo>
                  <a:cubicBezTo>
                    <a:pt x="1" y="144"/>
                    <a:pt x="1" y="177"/>
                    <a:pt x="17" y="210"/>
                  </a:cubicBezTo>
                  <a:cubicBezTo>
                    <a:pt x="34" y="226"/>
                    <a:pt x="50" y="247"/>
                    <a:pt x="87" y="247"/>
                  </a:cubicBezTo>
                  <a:cubicBezTo>
                    <a:pt x="97" y="252"/>
                    <a:pt x="106" y="254"/>
                    <a:pt x="115" y="254"/>
                  </a:cubicBezTo>
                  <a:cubicBezTo>
                    <a:pt x="138" y="254"/>
                    <a:pt x="159" y="241"/>
                    <a:pt x="174" y="226"/>
                  </a:cubicBezTo>
                  <a:cubicBezTo>
                    <a:pt x="207" y="210"/>
                    <a:pt x="223" y="177"/>
                    <a:pt x="223" y="144"/>
                  </a:cubicBezTo>
                  <a:cubicBezTo>
                    <a:pt x="240" y="107"/>
                    <a:pt x="223" y="74"/>
                    <a:pt x="207" y="57"/>
                  </a:cubicBezTo>
                  <a:cubicBezTo>
                    <a:pt x="207" y="41"/>
                    <a:pt x="207" y="41"/>
                    <a:pt x="190" y="20"/>
                  </a:cubicBezTo>
                  <a:cubicBezTo>
                    <a:pt x="190" y="4"/>
                    <a:pt x="174" y="4"/>
                    <a:pt x="137" y="4"/>
                  </a:cubicBezTo>
                  <a:cubicBezTo>
                    <a:pt x="131" y="2"/>
                    <a:pt x="124" y="1"/>
                    <a:pt x="1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6"/>
            <p:cNvSpPr/>
            <p:nvPr/>
          </p:nvSpPr>
          <p:spPr>
            <a:xfrm>
              <a:off x="4197875" y="2752325"/>
              <a:ext cx="6525" cy="6325"/>
            </a:xfrm>
            <a:custGeom>
              <a:avLst/>
              <a:gdLst/>
              <a:ahLst/>
              <a:cxnLst/>
              <a:rect l="l" t="t" r="r" b="b"/>
              <a:pathLst>
                <a:path w="261" h="253" extrusionOk="0">
                  <a:moveTo>
                    <a:pt x="147" y="1"/>
                  </a:moveTo>
                  <a:cubicBezTo>
                    <a:pt x="133" y="1"/>
                    <a:pt x="120" y="5"/>
                    <a:pt x="103" y="13"/>
                  </a:cubicBezTo>
                  <a:cubicBezTo>
                    <a:pt x="33" y="30"/>
                    <a:pt x="0" y="116"/>
                    <a:pt x="17" y="166"/>
                  </a:cubicBezTo>
                  <a:cubicBezTo>
                    <a:pt x="33" y="203"/>
                    <a:pt x="54" y="236"/>
                    <a:pt x="70" y="252"/>
                  </a:cubicBezTo>
                  <a:lnTo>
                    <a:pt x="157" y="252"/>
                  </a:lnTo>
                  <a:cubicBezTo>
                    <a:pt x="223" y="219"/>
                    <a:pt x="260" y="149"/>
                    <a:pt x="239" y="83"/>
                  </a:cubicBezTo>
                  <a:cubicBezTo>
                    <a:pt x="239" y="63"/>
                    <a:pt x="223" y="46"/>
                    <a:pt x="206" y="30"/>
                  </a:cubicBezTo>
                  <a:cubicBezTo>
                    <a:pt x="206" y="13"/>
                    <a:pt x="190" y="13"/>
                    <a:pt x="190" y="13"/>
                  </a:cubicBezTo>
                  <a:cubicBezTo>
                    <a:pt x="173" y="5"/>
                    <a:pt x="160" y="1"/>
                    <a:pt x="1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6"/>
            <p:cNvSpPr/>
            <p:nvPr/>
          </p:nvSpPr>
          <p:spPr>
            <a:xfrm>
              <a:off x="3886900" y="2775900"/>
              <a:ext cx="6525" cy="6325"/>
            </a:xfrm>
            <a:custGeom>
              <a:avLst/>
              <a:gdLst/>
              <a:ahLst/>
              <a:cxnLst/>
              <a:rect l="l" t="t" r="r" b="b"/>
              <a:pathLst>
                <a:path w="261" h="253" extrusionOk="0">
                  <a:moveTo>
                    <a:pt x="138" y="1"/>
                  </a:moveTo>
                  <a:cubicBezTo>
                    <a:pt x="105" y="1"/>
                    <a:pt x="73" y="19"/>
                    <a:pt x="54" y="47"/>
                  </a:cubicBezTo>
                  <a:cubicBezTo>
                    <a:pt x="1" y="101"/>
                    <a:pt x="1" y="188"/>
                    <a:pt x="54" y="221"/>
                  </a:cubicBezTo>
                  <a:cubicBezTo>
                    <a:pt x="68" y="243"/>
                    <a:pt x="88" y="252"/>
                    <a:pt x="110" y="252"/>
                  </a:cubicBezTo>
                  <a:cubicBezTo>
                    <a:pt x="142" y="252"/>
                    <a:pt x="178" y="233"/>
                    <a:pt x="207" y="204"/>
                  </a:cubicBezTo>
                  <a:cubicBezTo>
                    <a:pt x="260" y="150"/>
                    <a:pt x="260" y="68"/>
                    <a:pt x="207" y="31"/>
                  </a:cubicBezTo>
                  <a:cubicBezTo>
                    <a:pt x="186" y="10"/>
                    <a:pt x="162" y="1"/>
                    <a:pt x="1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6"/>
            <p:cNvSpPr/>
            <p:nvPr/>
          </p:nvSpPr>
          <p:spPr>
            <a:xfrm>
              <a:off x="4200450" y="277177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2" y="1"/>
                  </a:moveTo>
                  <a:cubicBezTo>
                    <a:pt x="101" y="1"/>
                    <a:pt x="72" y="14"/>
                    <a:pt x="54" y="43"/>
                  </a:cubicBezTo>
                  <a:cubicBezTo>
                    <a:pt x="0" y="109"/>
                    <a:pt x="0" y="179"/>
                    <a:pt x="54" y="233"/>
                  </a:cubicBezTo>
                  <a:cubicBezTo>
                    <a:pt x="68" y="247"/>
                    <a:pt x="90" y="256"/>
                    <a:pt x="114" y="256"/>
                  </a:cubicBezTo>
                  <a:cubicBezTo>
                    <a:pt x="145" y="256"/>
                    <a:pt x="179" y="242"/>
                    <a:pt x="207" y="212"/>
                  </a:cubicBezTo>
                  <a:cubicBezTo>
                    <a:pt x="240" y="146"/>
                    <a:pt x="240" y="76"/>
                    <a:pt x="207" y="27"/>
                  </a:cubicBezTo>
                  <a:cubicBezTo>
                    <a:pt x="184" y="10"/>
                    <a:pt x="157" y="1"/>
                    <a:pt x="1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6"/>
            <p:cNvSpPr/>
            <p:nvPr/>
          </p:nvSpPr>
          <p:spPr>
            <a:xfrm>
              <a:off x="3872775" y="2773600"/>
              <a:ext cx="5600" cy="6175"/>
            </a:xfrm>
            <a:custGeom>
              <a:avLst/>
              <a:gdLst/>
              <a:ahLst/>
              <a:cxnLst/>
              <a:rect l="l" t="t" r="r" b="b"/>
              <a:pathLst>
                <a:path w="224" h="247" extrusionOk="0">
                  <a:moveTo>
                    <a:pt x="116" y="0"/>
                  </a:moveTo>
                  <a:cubicBezTo>
                    <a:pt x="70" y="0"/>
                    <a:pt x="15" y="45"/>
                    <a:pt x="1" y="106"/>
                  </a:cubicBezTo>
                  <a:cubicBezTo>
                    <a:pt x="1" y="139"/>
                    <a:pt x="1" y="176"/>
                    <a:pt x="17" y="193"/>
                  </a:cubicBezTo>
                  <a:cubicBezTo>
                    <a:pt x="34" y="226"/>
                    <a:pt x="50" y="242"/>
                    <a:pt x="87" y="242"/>
                  </a:cubicBezTo>
                  <a:cubicBezTo>
                    <a:pt x="95" y="245"/>
                    <a:pt x="102" y="247"/>
                    <a:pt x="110" y="247"/>
                  </a:cubicBezTo>
                  <a:cubicBezTo>
                    <a:pt x="156" y="247"/>
                    <a:pt x="209" y="199"/>
                    <a:pt x="223" y="139"/>
                  </a:cubicBezTo>
                  <a:cubicBezTo>
                    <a:pt x="223" y="106"/>
                    <a:pt x="223" y="73"/>
                    <a:pt x="207" y="36"/>
                  </a:cubicBezTo>
                  <a:cubicBezTo>
                    <a:pt x="207" y="36"/>
                    <a:pt x="207" y="20"/>
                    <a:pt x="190" y="20"/>
                  </a:cubicBezTo>
                  <a:cubicBezTo>
                    <a:pt x="174" y="3"/>
                    <a:pt x="153" y="3"/>
                    <a:pt x="137" y="3"/>
                  </a:cubicBezTo>
                  <a:cubicBezTo>
                    <a:pt x="130" y="1"/>
                    <a:pt x="123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6"/>
            <p:cNvSpPr/>
            <p:nvPr/>
          </p:nvSpPr>
          <p:spPr>
            <a:xfrm>
              <a:off x="4158800" y="2778825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53" y="0"/>
                  </a:moveTo>
                  <a:cubicBezTo>
                    <a:pt x="104" y="0"/>
                    <a:pt x="34" y="54"/>
                    <a:pt x="17" y="120"/>
                  </a:cubicBezTo>
                  <a:cubicBezTo>
                    <a:pt x="1" y="190"/>
                    <a:pt x="50" y="260"/>
                    <a:pt x="104" y="260"/>
                  </a:cubicBezTo>
                  <a:cubicBezTo>
                    <a:pt x="137" y="260"/>
                    <a:pt x="174" y="260"/>
                    <a:pt x="190" y="240"/>
                  </a:cubicBezTo>
                  <a:cubicBezTo>
                    <a:pt x="223" y="223"/>
                    <a:pt x="240" y="190"/>
                    <a:pt x="240" y="157"/>
                  </a:cubicBezTo>
                  <a:cubicBezTo>
                    <a:pt x="256" y="120"/>
                    <a:pt x="240" y="87"/>
                    <a:pt x="223" y="54"/>
                  </a:cubicBezTo>
                  <a:cubicBezTo>
                    <a:pt x="223" y="54"/>
                    <a:pt x="223" y="33"/>
                    <a:pt x="207" y="33"/>
                  </a:cubicBezTo>
                  <a:cubicBezTo>
                    <a:pt x="190" y="17"/>
                    <a:pt x="174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6"/>
            <p:cNvSpPr/>
            <p:nvPr/>
          </p:nvSpPr>
          <p:spPr>
            <a:xfrm>
              <a:off x="4228800" y="27579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40" y="0"/>
                  </a:moveTo>
                  <a:cubicBezTo>
                    <a:pt x="125" y="0"/>
                    <a:pt x="112" y="5"/>
                    <a:pt x="103" y="13"/>
                  </a:cubicBezTo>
                  <a:cubicBezTo>
                    <a:pt x="33" y="29"/>
                    <a:pt x="0" y="116"/>
                    <a:pt x="17" y="186"/>
                  </a:cubicBezTo>
                  <a:cubicBezTo>
                    <a:pt x="33" y="203"/>
                    <a:pt x="54" y="235"/>
                    <a:pt x="70" y="252"/>
                  </a:cubicBezTo>
                  <a:cubicBezTo>
                    <a:pt x="87" y="262"/>
                    <a:pt x="103" y="267"/>
                    <a:pt x="118" y="267"/>
                  </a:cubicBezTo>
                  <a:cubicBezTo>
                    <a:pt x="133" y="267"/>
                    <a:pt x="147" y="262"/>
                    <a:pt x="157" y="252"/>
                  </a:cubicBezTo>
                  <a:cubicBezTo>
                    <a:pt x="190" y="235"/>
                    <a:pt x="206" y="219"/>
                    <a:pt x="223" y="186"/>
                  </a:cubicBezTo>
                  <a:cubicBezTo>
                    <a:pt x="239" y="149"/>
                    <a:pt x="239" y="116"/>
                    <a:pt x="239" y="83"/>
                  </a:cubicBezTo>
                  <a:cubicBezTo>
                    <a:pt x="223" y="66"/>
                    <a:pt x="223" y="46"/>
                    <a:pt x="206" y="29"/>
                  </a:cubicBezTo>
                  <a:lnTo>
                    <a:pt x="190" y="13"/>
                  </a:lnTo>
                  <a:cubicBezTo>
                    <a:pt x="173" y="5"/>
                    <a:pt x="156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6"/>
            <p:cNvSpPr/>
            <p:nvPr/>
          </p:nvSpPr>
          <p:spPr>
            <a:xfrm>
              <a:off x="3855150" y="2801925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16" y="1"/>
                  </a:moveTo>
                  <a:cubicBezTo>
                    <a:pt x="70" y="1"/>
                    <a:pt x="15" y="46"/>
                    <a:pt x="1" y="107"/>
                  </a:cubicBezTo>
                  <a:cubicBezTo>
                    <a:pt x="1" y="140"/>
                    <a:pt x="1" y="177"/>
                    <a:pt x="17" y="210"/>
                  </a:cubicBezTo>
                  <a:cubicBezTo>
                    <a:pt x="34" y="227"/>
                    <a:pt x="54" y="243"/>
                    <a:pt x="87" y="264"/>
                  </a:cubicBezTo>
                  <a:cubicBezTo>
                    <a:pt x="104" y="264"/>
                    <a:pt x="137" y="243"/>
                    <a:pt x="174" y="227"/>
                  </a:cubicBezTo>
                  <a:cubicBezTo>
                    <a:pt x="190" y="210"/>
                    <a:pt x="207" y="177"/>
                    <a:pt x="223" y="140"/>
                  </a:cubicBezTo>
                  <a:cubicBezTo>
                    <a:pt x="223" y="107"/>
                    <a:pt x="223" y="74"/>
                    <a:pt x="207" y="58"/>
                  </a:cubicBezTo>
                  <a:cubicBezTo>
                    <a:pt x="207" y="37"/>
                    <a:pt x="190" y="37"/>
                    <a:pt x="190" y="21"/>
                  </a:cubicBezTo>
                  <a:cubicBezTo>
                    <a:pt x="174" y="21"/>
                    <a:pt x="157" y="4"/>
                    <a:pt x="137" y="4"/>
                  </a:cubicBezTo>
                  <a:cubicBezTo>
                    <a:pt x="130" y="2"/>
                    <a:pt x="123" y="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6"/>
            <p:cNvSpPr/>
            <p:nvPr/>
          </p:nvSpPr>
          <p:spPr>
            <a:xfrm>
              <a:off x="3851350" y="278737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36" y="1"/>
                  </a:moveTo>
                  <a:cubicBezTo>
                    <a:pt x="83" y="1"/>
                    <a:pt x="17" y="38"/>
                    <a:pt x="0" y="104"/>
                  </a:cubicBezTo>
                  <a:cubicBezTo>
                    <a:pt x="0" y="141"/>
                    <a:pt x="0" y="174"/>
                    <a:pt x="17" y="207"/>
                  </a:cubicBezTo>
                  <a:cubicBezTo>
                    <a:pt x="33" y="244"/>
                    <a:pt x="50" y="260"/>
                    <a:pt x="83" y="260"/>
                  </a:cubicBezTo>
                  <a:cubicBezTo>
                    <a:pt x="120" y="260"/>
                    <a:pt x="136" y="260"/>
                    <a:pt x="169" y="227"/>
                  </a:cubicBezTo>
                  <a:cubicBezTo>
                    <a:pt x="206" y="207"/>
                    <a:pt x="223" y="190"/>
                    <a:pt x="223" y="157"/>
                  </a:cubicBezTo>
                  <a:cubicBezTo>
                    <a:pt x="223" y="124"/>
                    <a:pt x="223" y="87"/>
                    <a:pt x="206" y="54"/>
                  </a:cubicBezTo>
                  <a:cubicBezTo>
                    <a:pt x="206" y="54"/>
                    <a:pt x="206" y="38"/>
                    <a:pt x="186" y="38"/>
                  </a:cubicBezTo>
                  <a:cubicBezTo>
                    <a:pt x="169" y="21"/>
                    <a:pt x="15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6"/>
            <p:cNvSpPr/>
            <p:nvPr/>
          </p:nvSpPr>
          <p:spPr>
            <a:xfrm>
              <a:off x="3860725" y="2710375"/>
              <a:ext cx="6100" cy="6300"/>
            </a:xfrm>
            <a:custGeom>
              <a:avLst/>
              <a:gdLst/>
              <a:ahLst/>
              <a:cxnLst/>
              <a:rect l="l" t="t" r="r" b="b"/>
              <a:pathLst>
                <a:path w="244" h="252" extrusionOk="0">
                  <a:moveTo>
                    <a:pt x="125" y="0"/>
                  </a:moveTo>
                  <a:cubicBezTo>
                    <a:pt x="102" y="0"/>
                    <a:pt x="82" y="14"/>
                    <a:pt x="70" y="26"/>
                  </a:cubicBezTo>
                  <a:cubicBezTo>
                    <a:pt x="37" y="42"/>
                    <a:pt x="17" y="75"/>
                    <a:pt x="17" y="112"/>
                  </a:cubicBezTo>
                  <a:cubicBezTo>
                    <a:pt x="0" y="145"/>
                    <a:pt x="17" y="178"/>
                    <a:pt x="37" y="195"/>
                  </a:cubicBezTo>
                  <a:cubicBezTo>
                    <a:pt x="54" y="232"/>
                    <a:pt x="70" y="248"/>
                    <a:pt x="103" y="248"/>
                  </a:cubicBezTo>
                  <a:cubicBezTo>
                    <a:pt x="110" y="250"/>
                    <a:pt x="118" y="251"/>
                    <a:pt x="125" y="251"/>
                  </a:cubicBezTo>
                  <a:cubicBezTo>
                    <a:pt x="173" y="251"/>
                    <a:pt x="226" y="206"/>
                    <a:pt x="244" y="145"/>
                  </a:cubicBezTo>
                  <a:cubicBezTo>
                    <a:pt x="244" y="112"/>
                    <a:pt x="244" y="75"/>
                    <a:pt x="223" y="59"/>
                  </a:cubicBezTo>
                  <a:cubicBezTo>
                    <a:pt x="223" y="42"/>
                    <a:pt x="206" y="42"/>
                    <a:pt x="206" y="26"/>
                  </a:cubicBezTo>
                  <a:cubicBezTo>
                    <a:pt x="190" y="9"/>
                    <a:pt x="173" y="9"/>
                    <a:pt x="157" y="9"/>
                  </a:cubicBezTo>
                  <a:cubicBezTo>
                    <a:pt x="146" y="3"/>
                    <a:pt x="135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6"/>
            <p:cNvSpPr/>
            <p:nvPr/>
          </p:nvSpPr>
          <p:spPr>
            <a:xfrm>
              <a:off x="3838450" y="2735425"/>
              <a:ext cx="5600" cy="6450"/>
            </a:xfrm>
            <a:custGeom>
              <a:avLst/>
              <a:gdLst/>
              <a:ahLst/>
              <a:cxnLst/>
              <a:rect l="l" t="t" r="r" b="b"/>
              <a:pathLst>
                <a:path w="224" h="258" extrusionOk="0">
                  <a:moveTo>
                    <a:pt x="67" y="1"/>
                  </a:moveTo>
                  <a:cubicBezTo>
                    <a:pt x="34" y="17"/>
                    <a:pt x="17" y="54"/>
                    <a:pt x="1" y="87"/>
                  </a:cubicBezTo>
                  <a:lnTo>
                    <a:pt x="1" y="190"/>
                  </a:lnTo>
                  <a:cubicBezTo>
                    <a:pt x="13" y="229"/>
                    <a:pt x="51" y="257"/>
                    <a:pt x="91" y="257"/>
                  </a:cubicBezTo>
                  <a:cubicBezTo>
                    <a:pt x="106" y="257"/>
                    <a:pt x="122" y="253"/>
                    <a:pt x="137" y="244"/>
                  </a:cubicBezTo>
                  <a:cubicBezTo>
                    <a:pt x="186" y="223"/>
                    <a:pt x="223" y="141"/>
                    <a:pt x="207" y="87"/>
                  </a:cubicBezTo>
                  <a:cubicBezTo>
                    <a:pt x="207" y="54"/>
                    <a:pt x="186" y="38"/>
                    <a:pt x="186" y="38"/>
                  </a:cubicBezTo>
                  <a:cubicBezTo>
                    <a:pt x="170" y="17"/>
                    <a:pt x="170" y="17"/>
                    <a:pt x="153" y="17"/>
                  </a:cubicBezTo>
                  <a:cubicBezTo>
                    <a:pt x="137" y="1"/>
                    <a:pt x="104" y="1"/>
                    <a:pt x="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6"/>
            <p:cNvSpPr/>
            <p:nvPr/>
          </p:nvSpPr>
          <p:spPr>
            <a:xfrm>
              <a:off x="4233950" y="27731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1" y="0"/>
                  </a:moveTo>
                  <a:cubicBezTo>
                    <a:pt x="97" y="0"/>
                    <a:pt x="63" y="13"/>
                    <a:pt x="33" y="40"/>
                  </a:cubicBezTo>
                  <a:cubicBezTo>
                    <a:pt x="33" y="56"/>
                    <a:pt x="17" y="77"/>
                    <a:pt x="17" y="110"/>
                  </a:cubicBezTo>
                  <a:cubicBezTo>
                    <a:pt x="0" y="143"/>
                    <a:pt x="17" y="196"/>
                    <a:pt x="54" y="229"/>
                  </a:cubicBezTo>
                  <a:cubicBezTo>
                    <a:pt x="64" y="249"/>
                    <a:pt x="85" y="257"/>
                    <a:pt x="108" y="257"/>
                  </a:cubicBezTo>
                  <a:cubicBezTo>
                    <a:pt x="124" y="257"/>
                    <a:pt x="142" y="253"/>
                    <a:pt x="157" y="246"/>
                  </a:cubicBezTo>
                  <a:cubicBezTo>
                    <a:pt x="173" y="229"/>
                    <a:pt x="190" y="229"/>
                    <a:pt x="206" y="213"/>
                  </a:cubicBezTo>
                  <a:cubicBezTo>
                    <a:pt x="239" y="143"/>
                    <a:pt x="239" y="77"/>
                    <a:pt x="206" y="23"/>
                  </a:cubicBezTo>
                  <a:cubicBezTo>
                    <a:pt x="184" y="8"/>
                    <a:pt x="158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6"/>
            <p:cNvSpPr/>
            <p:nvPr/>
          </p:nvSpPr>
          <p:spPr>
            <a:xfrm>
              <a:off x="3895550" y="2689975"/>
              <a:ext cx="2600" cy="1250"/>
            </a:xfrm>
            <a:custGeom>
              <a:avLst/>
              <a:gdLst/>
              <a:ahLst/>
              <a:cxnLst/>
              <a:rect l="l" t="t" r="r" b="b"/>
              <a:pathLst>
                <a:path w="104" h="50" extrusionOk="0">
                  <a:moveTo>
                    <a:pt x="1" y="0"/>
                  </a:moveTo>
                  <a:cubicBezTo>
                    <a:pt x="1" y="1"/>
                    <a:pt x="1" y="17"/>
                    <a:pt x="17" y="17"/>
                  </a:cubicBezTo>
                  <a:cubicBezTo>
                    <a:pt x="34" y="33"/>
                    <a:pt x="50" y="50"/>
                    <a:pt x="67" y="50"/>
                  </a:cubicBezTo>
                  <a:lnTo>
                    <a:pt x="104" y="50"/>
                  </a:lnTo>
                  <a:cubicBezTo>
                    <a:pt x="67" y="33"/>
                    <a:pt x="34" y="17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6"/>
            <p:cNvSpPr/>
            <p:nvPr/>
          </p:nvSpPr>
          <p:spPr>
            <a:xfrm>
              <a:off x="4205600" y="27229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34" y="38"/>
                    <a:pt x="1" y="104"/>
                    <a:pt x="17" y="174"/>
                  </a:cubicBezTo>
                  <a:cubicBezTo>
                    <a:pt x="34" y="207"/>
                    <a:pt x="54" y="228"/>
                    <a:pt x="71" y="244"/>
                  </a:cubicBezTo>
                  <a:cubicBezTo>
                    <a:pt x="87" y="252"/>
                    <a:pt x="104" y="256"/>
                    <a:pt x="119" y="256"/>
                  </a:cubicBezTo>
                  <a:cubicBezTo>
                    <a:pt x="133" y="256"/>
                    <a:pt x="147" y="252"/>
                    <a:pt x="157" y="244"/>
                  </a:cubicBezTo>
                  <a:cubicBezTo>
                    <a:pt x="190" y="228"/>
                    <a:pt x="207" y="207"/>
                    <a:pt x="223" y="174"/>
                  </a:cubicBezTo>
                  <a:cubicBezTo>
                    <a:pt x="240" y="141"/>
                    <a:pt x="240" y="104"/>
                    <a:pt x="240" y="87"/>
                  </a:cubicBezTo>
                  <a:cubicBezTo>
                    <a:pt x="240" y="54"/>
                    <a:pt x="223" y="38"/>
                    <a:pt x="207" y="21"/>
                  </a:cubicBezTo>
                  <a:cubicBezTo>
                    <a:pt x="207" y="21"/>
                    <a:pt x="190" y="21"/>
                    <a:pt x="1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6"/>
            <p:cNvSpPr/>
            <p:nvPr/>
          </p:nvSpPr>
          <p:spPr>
            <a:xfrm>
              <a:off x="4208600" y="2739275"/>
              <a:ext cx="5575" cy="6475"/>
            </a:xfrm>
            <a:custGeom>
              <a:avLst/>
              <a:gdLst/>
              <a:ahLst/>
              <a:cxnLst/>
              <a:rect l="l" t="t" r="r" b="b"/>
              <a:pathLst>
                <a:path w="223" h="259" extrusionOk="0">
                  <a:moveTo>
                    <a:pt x="119" y="0"/>
                  </a:moveTo>
                  <a:cubicBezTo>
                    <a:pt x="69" y="0"/>
                    <a:pt x="14" y="46"/>
                    <a:pt x="0" y="106"/>
                  </a:cubicBezTo>
                  <a:cubicBezTo>
                    <a:pt x="0" y="139"/>
                    <a:pt x="0" y="172"/>
                    <a:pt x="17" y="210"/>
                  </a:cubicBezTo>
                  <a:cubicBezTo>
                    <a:pt x="37" y="226"/>
                    <a:pt x="54" y="242"/>
                    <a:pt x="87" y="259"/>
                  </a:cubicBezTo>
                  <a:cubicBezTo>
                    <a:pt x="140" y="259"/>
                    <a:pt x="206" y="226"/>
                    <a:pt x="223" y="139"/>
                  </a:cubicBezTo>
                  <a:cubicBezTo>
                    <a:pt x="223" y="106"/>
                    <a:pt x="223" y="90"/>
                    <a:pt x="206" y="53"/>
                  </a:cubicBezTo>
                  <a:cubicBezTo>
                    <a:pt x="206" y="36"/>
                    <a:pt x="190" y="36"/>
                    <a:pt x="190" y="36"/>
                  </a:cubicBezTo>
                  <a:cubicBezTo>
                    <a:pt x="173" y="20"/>
                    <a:pt x="157" y="3"/>
                    <a:pt x="140" y="3"/>
                  </a:cubicBezTo>
                  <a:cubicBezTo>
                    <a:pt x="133" y="1"/>
                    <a:pt x="126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6"/>
            <p:cNvSpPr/>
            <p:nvPr/>
          </p:nvSpPr>
          <p:spPr>
            <a:xfrm>
              <a:off x="3899375" y="2766225"/>
              <a:ext cx="6100" cy="6550"/>
            </a:xfrm>
            <a:custGeom>
              <a:avLst/>
              <a:gdLst/>
              <a:ahLst/>
              <a:cxnLst/>
              <a:rect l="l" t="t" r="r" b="b"/>
              <a:pathLst>
                <a:path w="244" h="262" extrusionOk="0">
                  <a:moveTo>
                    <a:pt x="135" y="1"/>
                  </a:moveTo>
                  <a:cubicBezTo>
                    <a:pt x="103" y="1"/>
                    <a:pt x="67" y="18"/>
                    <a:pt x="37" y="59"/>
                  </a:cubicBezTo>
                  <a:cubicBezTo>
                    <a:pt x="0" y="109"/>
                    <a:pt x="0" y="179"/>
                    <a:pt x="37" y="228"/>
                  </a:cubicBezTo>
                  <a:cubicBezTo>
                    <a:pt x="59" y="251"/>
                    <a:pt x="83" y="261"/>
                    <a:pt x="109" y="261"/>
                  </a:cubicBezTo>
                  <a:cubicBezTo>
                    <a:pt x="143" y="261"/>
                    <a:pt x="178" y="243"/>
                    <a:pt x="207" y="212"/>
                  </a:cubicBezTo>
                  <a:cubicBezTo>
                    <a:pt x="244" y="162"/>
                    <a:pt x="244" y="76"/>
                    <a:pt x="190" y="22"/>
                  </a:cubicBezTo>
                  <a:cubicBezTo>
                    <a:pt x="177" y="9"/>
                    <a:pt x="157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6"/>
            <p:cNvSpPr/>
            <p:nvPr/>
          </p:nvSpPr>
          <p:spPr>
            <a:xfrm>
              <a:off x="3895150" y="27918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4" y="1"/>
                  </a:moveTo>
                  <a:cubicBezTo>
                    <a:pt x="119" y="1"/>
                    <a:pt x="101" y="5"/>
                    <a:pt x="83" y="13"/>
                  </a:cubicBezTo>
                  <a:cubicBezTo>
                    <a:pt x="33" y="30"/>
                    <a:pt x="0" y="116"/>
                    <a:pt x="17" y="186"/>
                  </a:cubicBezTo>
                  <a:cubicBezTo>
                    <a:pt x="31" y="228"/>
                    <a:pt x="67" y="261"/>
                    <a:pt x="120" y="261"/>
                  </a:cubicBezTo>
                  <a:cubicBezTo>
                    <a:pt x="130" y="261"/>
                    <a:pt x="141" y="259"/>
                    <a:pt x="153" y="257"/>
                  </a:cubicBezTo>
                  <a:cubicBezTo>
                    <a:pt x="206" y="219"/>
                    <a:pt x="239" y="153"/>
                    <a:pt x="223" y="83"/>
                  </a:cubicBezTo>
                  <a:cubicBezTo>
                    <a:pt x="223" y="67"/>
                    <a:pt x="223" y="50"/>
                    <a:pt x="206" y="30"/>
                  </a:cubicBezTo>
                  <a:cubicBezTo>
                    <a:pt x="186" y="30"/>
                    <a:pt x="186" y="13"/>
                    <a:pt x="169" y="13"/>
                  </a:cubicBezTo>
                  <a:cubicBezTo>
                    <a:pt x="161" y="5"/>
                    <a:pt x="149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6"/>
            <p:cNvSpPr/>
            <p:nvPr/>
          </p:nvSpPr>
          <p:spPr>
            <a:xfrm>
              <a:off x="3900700" y="2827475"/>
              <a:ext cx="6025" cy="6300"/>
            </a:xfrm>
            <a:custGeom>
              <a:avLst/>
              <a:gdLst/>
              <a:ahLst/>
              <a:cxnLst/>
              <a:rect l="l" t="t" r="r" b="b"/>
              <a:pathLst>
                <a:path w="241" h="252" extrusionOk="0">
                  <a:moveTo>
                    <a:pt x="129" y="0"/>
                  </a:moveTo>
                  <a:cubicBezTo>
                    <a:pt x="116" y="0"/>
                    <a:pt x="104" y="5"/>
                    <a:pt x="88" y="13"/>
                  </a:cubicBezTo>
                  <a:cubicBezTo>
                    <a:pt x="50" y="29"/>
                    <a:pt x="34" y="46"/>
                    <a:pt x="17" y="83"/>
                  </a:cubicBezTo>
                  <a:cubicBezTo>
                    <a:pt x="1" y="116"/>
                    <a:pt x="1" y="149"/>
                    <a:pt x="1" y="169"/>
                  </a:cubicBezTo>
                  <a:cubicBezTo>
                    <a:pt x="17" y="202"/>
                    <a:pt x="34" y="235"/>
                    <a:pt x="67" y="252"/>
                  </a:cubicBezTo>
                  <a:lnTo>
                    <a:pt x="154" y="252"/>
                  </a:lnTo>
                  <a:cubicBezTo>
                    <a:pt x="207" y="219"/>
                    <a:pt x="240" y="149"/>
                    <a:pt x="224" y="83"/>
                  </a:cubicBezTo>
                  <a:cubicBezTo>
                    <a:pt x="224" y="66"/>
                    <a:pt x="207" y="46"/>
                    <a:pt x="191" y="29"/>
                  </a:cubicBezTo>
                  <a:cubicBezTo>
                    <a:pt x="191" y="29"/>
                    <a:pt x="191" y="13"/>
                    <a:pt x="170" y="13"/>
                  </a:cubicBezTo>
                  <a:cubicBezTo>
                    <a:pt x="154" y="5"/>
                    <a:pt x="141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6"/>
            <p:cNvSpPr/>
            <p:nvPr/>
          </p:nvSpPr>
          <p:spPr>
            <a:xfrm>
              <a:off x="4212925" y="2757375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120" y="1"/>
                  </a:moveTo>
                  <a:cubicBezTo>
                    <a:pt x="70" y="1"/>
                    <a:pt x="17" y="50"/>
                    <a:pt x="0" y="104"/>
                  </a:cubicBezTo>
                  <a:cubicBezTo>
                    <a:pt x="0" y="137"/>
                    <a:pt x="0" y="170"/>
                    <a:pt x="17" y="207"/>
                  </a:cubicBezTo>
                  <a:cubicBezTo>
                    <a:pt x="33" y="224"/>
                    <a:pt x="50" y="240"/>
                    <a:pt x="87" y="256"/>
                  </a:cubicBezTo>
                  <a:cubicBezTo>
                    <a:pt x="136" y="256"/>
                    <a:pt x="206" y="207"/>
                    <a:pt x="223" y="137"/>
                  </a:cubicBezTo>
                  <a:lnTo>
                    <a:pt x="223" y="104"/>
                  </a:lnTo>
                  <a:cubicBezTo>
                    <a:pt x="223" y="67"/>
                    <a:pt x="206" y="50"/>
                    <a:pt x="190" y="17"/>
                  </a:cubicBezTo>
                  <a:cubicBezTo>
                    <a:pt x="173" y="17"/>
                    <a:pt x="15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6"/>
            <p:cNvSpPr/>
            <p:nvPr/>
          </p:nvSpPr>
          <p:spPr>
            <a:xfrm>
              <a:off x="3885250" y="280635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37" y="0"/>
                  </a:moveTo>
                  <a:cubicBezTo>
                    <a:pt x="104" y="0"/>
                    <a:pt x="87" y="17"/>
                    <a:pt x="50" y="33"/>
                  </a:cubicBezTo>
                  <a:cubicBezTo>
                    <a:pt x="34" y="50"/>
                    <a:pt x="17" y="87"/>
                    <a:pt x="1" y="120"/>
                  </a:cubicBezTo>
                  <a:cubicBezTo>
                    <a:pt x="1" y="153"/>
                    <a:pt x="1" y="190"/>
                    <a:pt x="17" y="206"/>
                  </a:cubicBezTo>
                  <a:cubicBezTo>
                    <a:pt x="34" y="239"/>
                    <a:pt x="50" y="256"/>
                    <a:pt x="87" y="256"/>
                  </a:cubicBezTo>
                  <a:cubicBezTo>
                    <a:pt x="94" y="258"/>
                    <a:pt x="100" y="259"/>
                    <a:pt x="107" y="259"/>
                  </a:cubicBezTo>
                  <a:cubicBezTo>
                    <a:pt x="154" y="259"/>
                    <a:pt x="209" y="214"/>
                    <a:pt x="223" y="153"/>
                  </a:cubicBezTo>
                  <a:cubicBezTo>
                    <a:pt x="223" y="120"/>
                    <a:pt x="223" y="87"/>
                    <a:pt x="207" y="50"/>
                  </a:cubicBezTo>
                  <a:lnTo>
                    <a:pt x="190" y="33"/>
                  </a:lnTo>
                  <a:cubicBezTo>
                    <a:pt x="170" y="17"/>
                    <a:pt x="153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6"/>
            <p:cNvSpPr/>
            <p:nvPr/>
          </p:nvSpPr>
          <p:spPr>
            <a:xfrm>
              <a:off x="3899775" y="2810075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21" y="1"/>
                  </a:moveTo>
                  <a:cubicBezTo>
                    <a:pt x="72" y="1"/>
                    <a:pt x="19" y="49"/>
                    <a:pt x="1" y="107"/>
                  </a:cubicBezTo>
                  <a:cubicBezTo>
                    <a:pt x="1" y="144"/>
                    <a:pt x="1" y="193"/>
                    <a:pt x="21" y="210"/>
                  </a:cubicBezTo>
                  <a:cubicBezTo>
                    <a:pt x="38" y="226"/>
                    <a:pt x="71" y="247"/>
                    <a:pt x="87" y="264"/>
                  </a:cubicBezTo>
                  <a:cubicBezTo>
                    <a:pt x="125" y="264"/>
                    <a:pt x="158" y="247"/>
                    <a:pt x="174" y="226"/>
                  </a:cubicBezTo>
                  <a:cubicBezTo>
                    <a:pt x="207" y="210"/>
                    <a:pt x="228" y="177"/>
                    <a:pt x="228" y="144"/>
                  </a:cubicBezTo>
                  <a:cubicBezTo>
                    <a:pt x="244" y="107"/>
                    <a:pt x="228" y="74"/>
                    <a:pt x="207" y="57"/>
                  </a:cubicBezTo>
                  <a:cubicBezTo>
                    <a:pt x="207" y="41"/>
                    <a:pt x="207" y="41"/>
                    <a:pt x="191" y="20"/>
                  </a:cubicBezTo>
                  <a:cubicBezTo>
                    <a:pt x="174" y="4"/>
                    <a:pt x="158" y="4"/>
                    <a:pt x="141" y="4"/>
                  </a:cubicBezTo>
                  <a:cubicBezTo>
                    <a:pt x="134" y="2"/>
                    <a:pt x="128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6"/>
            <p:cNvSpPr/>
            <p:nvPr/>
          </p:nvSpPr>
          <p:spPr>
            <a:xfrm>
              <a:off x="4158400" y="2824625"/>
              <a:ext cx="5575" cy="6250"/>
            </a:xfrm>
            <a:custGeom>
              <a:avLst/>
              <a:gdLst/>
              <a:ahLst/>
              <a:cxnLst/>
              <a:rect l="l" t="t" r="r" b="b"/>
              <a:pathLst>
                <a:path w="223" h="250" extrusionOk="0">
                  <a:moveTo>
                    <a:pt x="111" y="0"/>
                  </a:moveTo>
                  <a:cubicBezTo>
                    <a:pt x="92" y="0"/>
                    <a:pt x="76" y="12"/>
                    <a:pt x="50" y="24"/>
                  </a:cubicBezTo>
                  <a:cubicBezTo>
                    <a:pt x="33" y="40"/>
                    <a:pt x="17" y="77"/>
                    <a:pt x="0" y="110"/>
                  </a:cubicBezTo>
                  <a:cubicBezTo>
                    <a:pt x="0" y="143"/>
                    <a:pt x="0" y="180"/>
                    <a:pt x="17" y="197"/>
                  </a:cubicBezTo>
                  <a:cubicBezTo>
                    <a:pt x="33" y="230"/>
                    <a:pt x="50" y="246"/>
                    <a:pt x="87" y="246"/>
                  </a:cubicBezTo>
                  <a:cubicBezTo>
                    <a:pt x="93" y="249"/>
                    <a:pt x="100" y="250"/>
                    <a:pt x="107" y="250"/>
                  </a:cubicBezTo>
                  <a:cubicBezTo>
                    <a:pt x="154" y="250"/>
                    <a:pt x="209" y="204"/>
                    <a:pt x="223" y="143"/>
                  </a:cubicBezTo>
                  <a:cubicBezTo>
                    <a:pt x="223" y="110"/>
                    <a:pt x="223" y="77"/>
                    <a:pt x="206" y="57"/>
                  </a:cubicBezTo>
                  <a:cubicBezTo>
                    <a:pt x="206" y="40"/>
                    <a:pt x="206" y="40"/>
                    <a:pt x="190" y="24"/>
                  </a:cubicBezTo>
                  <a:cubicBezTo>
                    <a:pt x="169" y="7"/>
                    <a:pt x="153" y="7"/>
                    <a:pt x="136" y="7"/>
                  </a:cubicBezTo>
                  <a:cubicBezTo>
                    <a:pt x="127" y="2"/>
                    <a:pt x="118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6"/>
            <p:cNvSpPr/>
            <p:nvPr/>
          </p:nvSpPr>
          <p:spPr>
            <a:xfrm>
              <a:off x="4156225" y="27461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0"/>
                  </a:moveTo>
                  <a:cubicBezTo>
                    <a:pt x="87" y="21"/>
                    <a:pt x="50" y="38"/>
                    <a:pt x="34" y="54"/>
                  </a:cubicBezTo>
                  <a:cubicBezTo>
                    <a:pt x="17" y="71"/>
                    <a:pt x="17" y="104"/>
                    <a:pt x="1" y="141"/>
                  </a:cubicBezTo>
                  <a:cubicBezTo>
                    <a:pt x="1" y="174"/>
                    <a:pt x="17" y="207"/>
                    <a:pt x="34" y="227"/>
                  </a:cubicBezTo>
                  <a:cubicBezTo>
                    <a:pt x="56" y="248"/>
                    <a:pt x="80" y="257"/>
                    <a:pt x="104" y="257"/>
                  </a:cubicBezTo>
                  <a:cubicBezTo>
                    <a:pt x="140" y="257"/>
                    <a:pt x="175" y="238"/>
                    <a:pt x="207" y="207"/>
                  </a:cubicBezTo>
                  <a:cubicBezTo>
                    <a:pt x="240" y="157"/>
                    <a:pt x="240" y="71"/>
                    <a:pt x="207" y="38"/>
                  </a:cubicBezTo>
                  <a:cubicBezTo>
                    <a:pt x="174" y="0"/>
                    <a:pt x="137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6"/>
            <p:cNvSpPr/>
            <p:nvPr/>
          </p:nvSpPr>
          <p:spPr>
            <a:xfrm>
              <a:off x="4150675" y="27302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53" y="1"/>
                  </a:moveTo>
                  <a:cubicBezTo>
                    <a:pt x="87" y="1"/>
                    <a:pt x="33" y="54"/>
                    <a:pt x="17" y="120"/>
                  </a:cubicBezTo>
                  <a:cubicBezTo>
                    <a:pt x="0" y="157"/>
                    <a:pt x="0" y="190"/>
                    <a:pt x="17" y="207"/>
                  </a:cubicBezTo>
                  <a:cubicBezTo>
                    <a:pt x="33" y="244"/>
                    <a:pt x="66" y="260"/>
                    <a:pt x="87" y="260"/>
                  </a:cubicBezTo>
                  <a:cubicBezTo>
                    <a:pt x="95" y="262"/>
                    <a:pt x="103" y="263"/>
                    <a:pt x="111" y="263"/>
                  </a:cubicBezTo>
                  <a:cubicBezTo>
                    <a:pt x="169" y="263"/>
                    <a:pt x="223" y="215"/>
                    <a:pt x="223" y="157"/>
                  </a:cubicBezTo>
                  <a:cubicBezTo>
                    <a:pt x="239" y="120"/>
                    <a:pt x="239" y="87"/>
                    <a:pt x="223" y="54"/>
                  </a:cubicBezTo>
                  <a:cubicBezTo>
                    <a:pt x="206" y="54"/>
                    <a:pt x="206" y="38"/>
                    <a:pt x="206" y="38"/>
                  </a:cubicBezTo>
                  <a:cubicBezTo>
                    <a:pt x="190" y="17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6"/>
            <p:cNvSpPr/>
            <p:nvPr/>
          </p:nvSpPr>
          <p:spPr>
            <a:xfrm>
              <a:off x="4157975" y="27629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3" y="1"/>
                  </a:moveTo>
                  <a:cubicBezTo>
                    <a:pt x="83" y="1"/>
                    <a:pt x="34" y="50"/>
                    <a:pt x="17" y="120"/>
                  </a:cubicBezTo>
                  <a:cubicBezTo>
                    <a:pt x="1" y="153"/>
                    <a:pt x="17" y="190"/>
                    <a:pt x="34" y="207"/>
                  </a:cubicBezTo>
                  <a:cubicBezTo>
                    <a:pt x="34" y="240"/>
                    <a:pt x="67" y="256"/>
                    <a:pt x="104" y="256"/>
                  </a:cubicBezTo>
                  <a:cubicBezTo>
                    <a:pt x="111" y="259"/>
                    <a:pt x="119" y="261"/>
                    <a:pt x="127" y="261"/>
                  </a:cubicBezTo>
                  <a:cubicBezTo>
                    <a:pt x="173" y="261"/>
                    <a:pt x="226" y="213"/>
                    <a:pt x="240" y="153"/>
                  </a:cubicBezTo>
                  <a:cubicBezTo>
                    <a:pt x="240" y="120"/>
                    <a:pt x="240" y="87"/>
                    <a:pt x="223" y="50"/>
                  </a:cubicBezTo>
                  <a:lnTo>
                    <a:pt x="207" y="33"/>
                  </a:lnTo>
                  <a:cubicBezTo>
                    <a:pt x="186" y="17"/>
                    <a:pt x="17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6"/>
            <p:cNvSpPr/>
            <p:nvPr/>
          </p:nvSpPr>
          <p:spPr>
            <a:xfrm>
              <a:off x="4163950" y="2730550"/>
              <a:ext cx="6425" cy="6400"/>
            </a:xfrm>
            <a:custGeom>
              <a:avLst/>
              <a:gdLst/>
              <a:ahLst/>
              <a:cxnLst/>
              <a:rect l="l" t="t" r="r" b="b"/>
              <a:pathLst>
                <a:path w="257" h="256" extrusionOk="0">
                  <a:moveTo>
                    <a:pt x="144" y="1"/>
                  </a:moveTo>
                  <a:cubicBezTo>
                    <a:pt x="114" y="1"/>
                    <a:pt x="80" y="14"/>
                    <a:pt x="50" y="43"/>
                  </a:cubicBezTo>
                  <a:cubicBezTo>
                    <a:pt x="1" y="109"/>
                    <a:pt x="17" y="179"/>
                    <a:pt x="50" y="233"/>
                  </a:cubicBezTo>
                  <a:cubicBezTo>
                    <a:pt x="71" y="249"/>
                    <a:pt x="87" y="249"/>
                    <a:pt x="104" y="249"/>
                  </a:cubicBezTo>
                  <a:cubicBezTo>
                    <a:pt x="113" y="254"/>
                    <a:pt x="123" y="256"/>
                    <a:pt x="133" y="256"/>
                  </a:cubicBezTo>
                  <a:cubicBezTo>
                    <a:pt x="163" y="256"/>
                    <a:pt x="195" y="240"/>
                    <a:pt x="207" y="212"/>
                  </a:cubicBezTo>
                  <a:cubicBezTo>
                    <a:pt x="240" y="163"/>
                    <a:pt x="256" y="109"/>
                    <a:pt x="240" y="76"/>
                  </a:cubicBezTo>
                  <a:cubicBezTo>
                    <a:pt x="240" y="60"/>
                    <a:pt x="224" y="43"/>
                    <a:pt x="207" y="27"/>
                  </a:cubicBezTo>
                  <a:cubicBezTo>
                    <a:pt x="192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6"/>
            <p:cNvSpPr/>
            <p:nvPr/>
          </p:nvSpPr>
          <p:spPr>
            <a:xfrm>
              <a:off x="4190975" y="27203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0" y="1"/>
                  </a:moveTo>
                  <a:cubicBezTo>
                    <a:pt x="124" y="1"/>
                    <a:pt x="87" y="1"/>
                    <a:pt x="54" y="21"/>
                  </a:cubicBezTo>
                  <a:cubicBezTo>
                    <a:pt x="37" y="38"/>
                    <a:pt x="21" y="71"/>
                    <a:pt x="0" y="104"/>
                  </a:cubicBezTo>
                  <a:cubicBezTo>
                    <a:pt x="0" y="141"/>
                    <a:pt x="0" y="174"/>
                    <a:pt x="21" y="207"/>
                  </a:cubicBezTo>
                  <a:cubicBezTo>
                    <a:pt x="37" y="228"/>
                    <a:pt x="54" y="244"/>
                    <a:pt x="87" y="260"/>
                  </a:cubicBezTo>
                  <a:cubicBezTo>
                    <a:pt x="157" y="260"/>
                    <a:pt x="206" y="207"/>
                    <a:pt x="227" y="141"/>
                  </a:cubicBezTo>
                  <a:cubicBezTo>
                    <a:pt x="243" y="104"/>
                    <a:pt x="227" y="71"/>
                    <a:pt x="206" y="54"/>
                  </a:cubicBezTo>
                  <a:cubicBezTo>
                    <a:pt x="206" y="38"/>
                    <a:pt x="206" y="38"/>
                    <a:pt x="190" y="21"/>
                  </a:cubicBezTo>
                  <a:cubicBezTo>
                    <a:pt x="190" y="21"/>
                    <a:pt x="173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6"/>
            <p:cNvSpPr/>
            <p:nvPr/>
          </p:nvSpPr>
          <p:spPr>
            <a:xfrm>
              <a:off x="4162200" y="271575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41" y="0"/>
                  </a:moveTo>
                  <a:cubicBezTo>
                    <a:pt x="120" y="0"/>
                    <a:pt x="87" y="17"/>
                    <a:pt x="54" y="33"/>
                  </a:cubicBezTo>
                  <a:cubicBezTo>
                    <a:pt x="38" y="50"/>
                    <a:pt x="17" y="83"/>
                    <a:pt x="1" y="120"/>
                  </a:cubicBezTo>
                  <a:cubicBezTo>
                    <a:pt x="1" y="153"/>
                    <a:pt x="1" y="186"/>
                    <a:pt x="17" y="206"/>
                  </a:cubicBezTo>
                  <a:cubicBezTo>
                    <a:pt x="38" y="239"/>
                    <a:pt x="54" y="256"/>
                    <a:pt x="87" y="256"/>
                  </a:cubicBezTo>
                  <a:cubicBezTo>
                    <a:pt x="97" y="258"/>
                    <a:pt x="105" y="259"/>
                    <a:pt x="114" y="259"/>
                  </a:cubicBezTo>
                  <a:cubicBezTo>
                    <a:pt x="170" y="259"/>
                    <a:pt x="209" y="214"/>
                    <a:pt x="223" y="153"/>
                  </a:cubicBezTo>
                  <a:cubicBezTo>
                    <a:pt x="223" y="120"/>
                    <a:pt x="223" y="83"/>
                    <a:pt x="207" y="50"/>
                  </a:cubicBezTo>
                  <a:cubicBezTo>
                    <a:pt x="207" y="50"/>
                    <a:pt x="207" y="33"/>
                    <a:pt x="190" y="33"/>
                  </a:cubicBezTo>
                  <a:cubicBezTo>
                    <a:pt x="174" y="17"/>
                    <a:pt x="157" y="17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6"/>
            <p:cNvSpPr/>
            <p:nvPr/>
          </p:nvSpPr>
          <p:spPr>
            <a:xfrm>
              <a:off x="4148075" y="2839425"/>
              <a:ext cx="5600" cy="6075"/>
            </a:xfrm>
            <a:custGeom>
              <a:avLst/>
              <a:gdLst/>
              <a:ahLst/>
              <a:cxnLst/>
              <a:rect l="l" t="t" r="r" b="b"/>
              <a:pathLst>
                <a:path w="224" h="243" extrusionOk="0">
                  <a:moveTo>
                    <a:pt x="121" y="1"/>
                  </a:moveTo>
                  <a:cubicBezTo>
                    <a:pt x="67" y="1"/>
                    <a:pt x="17" y="34"/>
                    <a:pt x="1" y="104"/>
                  </a:cubicBezTo>
                  <a:cubicBezTo>
                    <a:pt x="1" y="137"/>
                    <a:pt x="1" y="170"/>
                    <a:pt x="17" y="186"/>
                  </a:cubicBezTo>
                  <a:cubicBezTo>
                    <a:pt x="34" y="223"/>
                    <a:pt x="50" y="240"/>
                    <a:pt x="88" y="240"/>
                  </a:cubicBezTo>
                  <a:cubicBezTo>
                    <a:pt x="94" y="242"/>
                    <a:pt x="101" y="243"/>
                    <a:pt x="108" y="243"/>
                  </a:cubicBezTo>
                  <a:cubicBezTo>
                    <a:pt x="154" y="243"/>
                    <a:pt x="209" y="198"/>
                    <a:pt x="224" y="137"/>
                  </a:cubicBezTo>
                  <a:lnTo>
                    <a:pt x="224" y="104"/>
                  </a:lnTo>
                  <a:cubicBezTo>
                    <a:pt x="224" y="67"/>
                    <a:pt x="207" y="34"/>
                    <a:pt x="191" y="17"/>
                  </a:cubicBezTo>
                  <a:cubicBezTo>
                    <a:pt x="170" y="1"/>
                    <a:pt x="153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6"/>
            <p:cNvSpPr/>
            <p:nvPr/>
          </p:nvSpPr>
          <p:spPr>
            <a:xfrm>
              <a:off x="4140775" y="2804700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39" y="0"/>
                  </a:moveTo>
                  <a:cubicBezTo>
                    <a:pt x="124" y="0"/>
                    <a:pt x="112" y="4"/>
                    <a:pt x="103" y="13"/>
                  </a:cubicBezTo>
                  <a:cubicBezTo>
                    <a:pt x="33" y="50"/>
                    <a:pt x="0" y="116"/>
                    <a:pt x="17" y="186"/>
                  </a:cubicBezTo>
                  <a:cubicBezTo>
                    <a:pt x="33" y="219"/>
                    <a:pt x="50" y="235"/>
                    <a:pt x="70" y="256"/>
                  </a:cubicBezTo>
                  <a:cubicBezTo>
                    <a:pt x="87" y="264"/>
                    <a:pt x="99" y="268"/>
                    <a:pt x="112" y="268"/>
                  </a:cubicBezTo>
                  <a:cubicBezTo>
                    <a:pt x="124" y="268"/>
                    <a:pt x="136" y="264"/>
                    <a:pt x="153" y="256"/>
                  </a:cubicBezTo>
                  <a:cubicBezTo>
                    <a:pt x="190" y="235"/>
                    <a:pt x="206" y="219"/>
                    <a:pt x="223" y="186"/>
                  </a:cubicBezTo>
                  <a:cubicBezTo>
                    <a:pt x="239" y="153"/>
                    <a:pt x="239" y="116"/>
                    <a:pt x="239" y="83"/>
                  </a:cubicBezTo>
                  <a:cubicBezTo>
                    <a:pt x="223" y="66"/>
                    <a:pt x="223" y="50"/>
                    <a:pt x="206" y="29"/>
                  </a:cubicBezTo>
                  <a:lnTo>
                    <a:pt x="190" y="13"/>
                  </a:lnTo>
                  <a:cubicBezTo>
                    <a:pt x="171" y="4"/>
                    <a:pt x="154" y="0"/>
                    <a:pt x="1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6"/>
            <p:cNvSpPr/>
            <p:nvPr/>
          </p:nvSpPr>
          <p:spPr>
            <a:xfrm>
              <a:off x="4143350" y="2715325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33" y="1"/>
                  </a:moveTo>
                  <a:cubicBezTo>
                    <a:pt x="99" y="1"/>
                    <a:pt x="64" y="19"/>
                    <a:pt x="33" y="50"/>
                  </a:cubicBezTo>
                  <a:cubicBezTo>
                    <a:pt x="0" y="100"/>
                    <a:pt x="0" y="186"/>
                    <a:pt x="50" y="223"/>
                  </a:cubicBezTo>
                  <a:cubicBezTo>
                    <a:pt x="65" y="244"/>
                    <a:pt x="85" y="253"/>
                    <a:pt x="107" y="253"/>
                  </a:cubicBezTo>
                  <a:cubicBezTo>
                    <a:pt x="139" y="253"/>
                    <a:pt x="175" y="234"/>
                    <a:pt x="206" y="203"/>
                  </a:cubicBezTo>
                  <a:cubicBezTo>
                    <a:pt x="239" y="153"/>
                    <a:pt x="239" y="67"/>
                    <a:pt x="206" y="34"/>
                  </a:cubicBezTo>
                  <a:cubicBezTo>
                    <a:pt x="184" y="11"/>
                    <a:pt x="159" y="1"/>
                    <a:pt x="1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6"/>
            <p:cNvSpPr/>
            <p:nvPr/>
          </p:nvSpPr>
          <p:spPr>
            <a:xfrm>
              <a:off x="4140775" y="2695950"/>
              <a:ext cx="6400" cy="6325"/>
            </a:xfrm>
            <a:custGeom>
              <a:avLst/>
              <a:gdLst/>
              <a:ahLst/>
              <a:cxnLst/>
              <a:rect l="l" t="t" r="r" b="b"/>
              <a:pathLst>
                <a:path w="256" h="253" extrusionOk="0">
                  <a:moveTo>
                    <a:pt x="103" y="1"/>
                  </a:moveTo>
                  <a:cubicBezTo>
                    <a:pt x="33" y="34"/>
                    <a:pt x="0" y="104"/>
                    <a:pt x="17" y="174"/>
                  </a:cubicBezTo>
                  <a:cubicBezTo>
                    <a:pt x="33" y="207"/>
                    <a:pt x="50" y="223"/>
                    <a:pt x="70" y="240"/>
                  </a:cubicBezTo>
                  <a:cubicBezTo>
                    <a:pt x="87" y="248"/>
                    <a:pt x="103" y="252"/>
                    <a:pt x="118" y="252"/>
                  </a:cubicBezTo>
                  <a:cubicBezTo>
                    <a:pt x="132" y="252"/>
                    <a:pt x="145" y="248"/>
                    <a:pt x="153" y="240"/>
                  </a:cubicBezTo>
                  <a:cubicBezTo>
                    <a:pt x="223" y="223"/>
                    <a:pt x="256" y="137"/>
                    <a:pt x="239" y="87"/>
                  </a:cubicBezTo>
                  <a:cubicBezTo>
                    <a:pt x="239" y="50"/>
                    <a:pt x="223" y="34"/>
                    <a:pt x="206" y="17"/>
                  </a:cubicBezTo>
                  <a:cubicBezTo>
                    <a:pt x="206" y="17"/>
                    <a:pt x="190" y="17"/>
                    <a:pt x="1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6"/>
            <p:cNvSpPr/>
            <p:nvPr/>
          </p:nvSpPr>
          <p:spPr>
            <a:xfrm>
              <a:off x="4139025" y="2741000"/>
              <a:ext cx="6500" cy="6425"/>
            </a:xfrm>
            <a:custGeom>
              <a:avLst/>
              <a:gdLst/>
              <a:ahLst/>
              <a:cxnLst/>
              <a:rect l="l" t="t" r="r" b="b"/>
              <a:pathLst>
                <a:path w="260" h="257" extrusionOk="0">
                  <a:moveTo>
                    <a:pt x="103" y="0"/>
                  </a:moveTo>
                  <a:cubicBezTo>
                    <a:pt x="37" y="37"/>
                    <a:pt x="0" y="103"/>
                    <a:pt x="17" y="173"/>
                  </a:cubicBezTo>
                  <a:cubicBezTo>
                    <a:pt x="32" y="225"/>
                    <a:pt x="71" y="256"/>
                    <a:pt x="113" y="256"/>
                  </a:cubicBezTo>
                  <a:cubicBezTo>
                    <a:pt x="127" y="256"/>
                    <a:pt x="143" y="252"/>
                    <a:pt x="157" y="244"/>
                  </a:cubicBezTo>
                  <a:cubicBezTo>
                    <a:pt x="223" y="227"/>
                    <a:pt x="260" y="141"/>
                    <a:pt x="243" y="70"/>
                  </a:cubicBezTo>
                  <a:cubicBezTo>
                    <a:pt x="223" y="54"/>
                    <a:pt x="223" y="37"/>
                    <a:pt x="206" y="21"/>
                  </a:cubicBezTo>
                  <a:cubicBezTo>
                    <a:pt x="206" y="21"/>
                    <a:pt x="190" y="21"/>
                    <a:pt x="1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6"/>
            <p:cNvSpPr/>
            <p:nvPr/>
          </p:nvSpPr>
          <p:spPr>
            <a:xfrm>
              <a:off x="4144575" y="2776350"/>
              <a:ext cx="6125" cy="6725"/>
            </a:xfrm>
            <a:custGeom>
              <a:avLst/>
              <a:gdLst/>
              <a:ahLst/>
              <a:cxnLst/>
              <a:rect l="l" t="t" r="r" b="b"/>
              <a:pathLst>
                <a:path w="245" h="269" extrusionOk="0">
                  <a:moveTo>
                    <a:pt x="138" y="0"/>
                  </a:moveTo>
                  <a:cubicBezTo>
                    <a:pt x="123" y="0"/>
                    <a:pt x="106" y="5"/>
                    <a:pt x="87" y="13"/>
                  </a:cubicBezTo>
                  <a:cubicBezTo>
                    <a:pt x="71" y="29"/>
                    <a:pt x="38" y="50"/>
                    <a:pt x="21" y="83"/>
                  </a:cubicBezTo>
                  <a:cubicBezTo>
                    <a:pt x="1" y="116"/>
                    <a:pt x="1" y="153"/>
                    <a:pt x="21" y="186"/>
                  </a:cubicBezTo>
                  <a:cubicBezTo>
                    <a:pt x="21" y="219"/>
                    <a:pt x="38" y="235"/>
                    <a:pt x="71" y="256"/>
                  </a:cubicBezTo>
                  <a:cubicBezTo>
                    <a:pt x="79" y="264"/>
                    <a:pt x="93" y="268"/>
                    <a:pt x="108" y="268"/>
                  </a:cubicBezTo>
                  <a:cubicBezTo>
                    <a:pt x="123" y="268"/>
                    <a:pt x="141" y="264"/>
                    <a:pt x="157" y="256"/>
                  </a:cubicBezTo>
                  <a:cubicBezTo>
                    <a:pt x="207" y="235"/>
                    <a:pt x="244" y="153"/>
                    <a:pt x="228" y="83"/>
                  </a:cubicBezTo>
                  <a:cubicBezTo>
                    <a:pt x="228" y="66"/>
                    <a:pt x="228" y="50"/>
                    <a:pt x="207" y="29"/>
                  </a:cubicBezTo>
                  <a:cubicBezTo>
                    <a:pt x="190" y="29"/>
                    <a:pt x="190" y="29"/>
                    <a:pt x="174" y="13"/>
                  </a:cubicBezTo>
                  <a:cubicBezTo>
                    <a:pt x="166" y="5"/>
                    <a:pt x="153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6"/>
            <p:cNvSpPr/>
            <p:nvPr/>
          </p:nvSpPr>
          <p:spPr>
            <a:xfrm>
              <a:off x="4143750" y="27590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7" y="1"/>
                  </a:moveTo>
                  <a:cubicBezTo>
                    <a:pt x="87" y="1"/>
                    <a:pt x="34" y="38"/>
                    <a:pt x="17" y="104"/>
                  </a:cubicBezTo>
                  <a:cubicBezTo>
                    <a:pt x="1" y="158"/>
                    <a:pt x="17" y="190"/>
                    <a:pt x="34" y="228"/>
                  </a:cubicBezTo>
                  <a:cubicBezTo>
                    <a:pt x="54" y="244"/>
                    <a:pt x="71" y="261"/>
                    <a:pt x="87" y="261"/>
                  </a:cubicBezTo>
                  <a:cubicBezTo>
                    <a:pt x="120" y="261"/>
                    <a:pt x="157" y="261"/>
                    <a:pt x="174" y="244"/>
                  </a:cubicBezTo>
                  <a:cubicBezTo>
                    <a:pt x="207" y="207"/>
                    <a:pt x="223" y="190"/>
                    <a:pt x="223" y="158"/>
                  </a:cubicBezTo>
                  <a:cubicBezTo>
                    <a:pt x="240" y="125"/>
                    <a:pt x="240" y="87"/>
                    <a:pt x="223" y="54"/>
                  </a:cubicBezTo>
                  <a:cubicBezTo>
                    <a:pt x="207" y="54"/>
                    <a:pt x="207" y="38"/>
                    <a:pt x="207" y="38"/>
                  </a:cubicBezTo>
                  <a:lnTo>
                    <a:pt x="190" y="21"/>
                  </a:lnTo>
                  <a:cubicBezTo>
                    <a:pt x="174" y="21"/>
                    <a:pt x="157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6"/>
            <p:cNvSpPr/>
            <p:nvPr/>
          </p:nvSpPr>
          <p:spPr>
            <a:xfrm>
              <a:off x="4163950" y="2839950"/>
              <a:ext cx="6025" cy="6300"/>
            </a:xfrm>
            <a:custGeom>
              <a:avLst/>
              <a:gdLst/>
              <a:ahLst/>
              <a:cxnLst/>
              <a:rect l="l" t="t" r="r" b="b"/>
              <a:pathLst>
                <a:path w="241" h="252" extrusionOk="0">
                  <a:moveTo>
                    <a:pt x="140" y="0"/>
                  </a:moveTo>
                  <a:cubicBezTo>
                    <a:pt x="125" y="0"/>
                    <a:pt x="112" y="4"/>
                    <a:pt x="104" y="13"/>
                  </a:cubicBezTo>
                  <a:cubicBezTo>
                    <a:pt x="34" y="29"/>
                    <a:pt x="1" y="116"/>
                    <a:pt x="17" y="165"/>
                  </a:cubicBezTo>
                  <a:cubicBezTo>
                    <a:pt x="17" y="202"/>
                    <a:pt x="50" y="235"/>
                    <a:pt x="71" y="235"/>
                  </a:cubicBezTo>
                  <a:cubicBezTo>
                    <a:pt x="104" y="252"/>
                    <a:pt x="120" y="252"/>
                    <a:pt x="153" y="252"/>
                  </a:cubicBezTo>
                  <a:cubicBezTo>
                    <a:pt x="191" y="235"/>
                    <a:pt x="207" y="202"/>
                    <a:pt x="224" y="186"/>
                  </a:cubicBezTo>
                  <a:cubicBezTo>
                    <a:pt x="240" y="149"/>
                    <a:pt x="240" y="116"/>
                    <a:pt x="240" y="83"/>
                  </a:cubicBezTo>
                  <a:cubicBezTo>
                    <a:pt x="224" y="62"/>
                    <a:pt x="224" y="46"/>
                    <a:pt x="207" y="29"/>
                  </a:cubicBezTo>
                  <a:cubicBezTo>
                    <a:pt x="207" y="13"/>
                    <a:pt x="191" y="13"/>
                    <a:pt x="191" y="13"/>
                  </a:cubicBezTo>
                  <a:cubicBezTo>
                    <a:pt x="172" y="4"/>
                    <a:pt x="154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6"/>
            <p:cNvSpPr/>
            <p:nvPr/>
          </p:nvSpPr>
          <p:spPr>
            <a:xfrm>
              <a:off x="4143350" y="28212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25" y="1"/>
                  </a:moveTo>
                  <a:cubicBezTo>
                    <a:pt x="72" y="1"/>
                    <a:pt x="31" y="48"/>
                    <a:pt x="17" y="108"/>
                  </a:cubicBezTo>
                  <a:cubicBezTo>
                    <a:pt x="0" y="141"/>
                    <a:pt x="17" y="174"/>
                    <a:pt x="33" y="211"/>
                  </a:cubicBezTo>
                  <a:cubicBezTo>
                    <a:pt x="50" y="228"/>
                    <a:pt x="70" y="244"/>
                    <a:pt x="103" y="261"/>
                  </a:cubicBezTo>
                  <a:cubicBezTo>
                    <a:pt x="153" y="261"/>
                    <a:pt x="223" y="211"/>
                    <a:pt x="239" y="141"/>
                  </a:cubicBezTo>
                  <a:cubicBezTo>
                    <a:pt x="239" y="108"/>
                    <a:pt x="239" y="71"/>
                    <a:pt x="223" y="55"/>
                  </a:cubicBezTo>
                  <a:cubicBezTo>
                    <a:pt x="223" y="38"/>
                    <a:pt x="206" y="38"/>
                    <a:pt x="206" y="22"/>
                  </a:cubicBezTo>
                  <a:cubicBezTo>
                    <a:pt x="190" y="5"/>
                    <a:pt x="173" y="5"/>
                    <a:pt x="153" y="5"/>
                  </a:cubicBezTo>
                  <a:cubicBezTo>
                    <a:pt x="143" y="2"/>
                    <a:pt x="134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6"/>
            <p:cNvSpPr/>
            <p:nvPr/>
          </p:nvSpPr>
          <p:spPr>
            <a:xfrm>
              <a:off x="4186750" y="2765850"/>
              <a:ext cx="5575" cy="6200"/>
            </a:xfrm>
            <a:custGeom>
              <a:avLst/>
              <a:gdLst/>
              <a:ahLst/>
              <a:cxnLst/>
              <a:rect l="l" t="t" r="r" b="b"/>
              <a:pathLst>
                <a:path w="223" h="248" extrusionOk="0">
                  <a:moveTo>
                    <a:pt x="110" y="1"/>
                  </a:moveTo>
                  <a:cubicBezTo>
                    <a:pt x="54" y="1"/>
                    <a:pt x="14" y="46"/>
                    <a:pt x="0" y="107"/>
                  </a:cubicBezTo>
                  <a:cubicBezTo>
                    <a:pt x="0" y="140"/>
                    <a:pt x="0" y="177"/>
                    <a:pt x="17" y="194"/>
                  </a:cubicBezTo>
                  <a:cubicBezTo>
                    <a:pt x="33" y="227"/>
                    <a:pt x="50" y="243"/>
                    <a:pt x="87" y="243"/>
                  </a:cubicBezTo>
                  <a:cubicBezTo>
                    <a:pt x="94" y="246"/>
                    <a:pt x="102" y="248"/>
                    <a:pt x="110" y="248"/>
                  </a:cubicBezTo>
                  <a:cubicBezTo>
                    <a:pt x="156" y="248"/>
                    <a:pt x="209" y="200"/>
                    <a:pt x="223" y="140"/>
                  </a:cubicBezTo>
                  <a:cubicBezTo>
                    <a:pt x="223" y="107"/>
                    <a:pt x="223" y="74"/>
                    <a:pt x="206" y="58"/>
                  </a:cubicBezTo>
                  <a:cubicBezTo>
                    <a:pt x="206" y="37"/>
                    <a:pt x="190" y="37"/>
                    <a:pt x="190" y="21"/>
                  </a:cubicBezTo>
                  <a:cubicBezTo>
                    <a:pt x="169" y="4"/>
                    <a:pt x="153" y="4"/>
                    <a:pt x="136" y="4"/>
                  </a:cubicBezTo>
                  <a:cubicBezTo>
                    <a:pt x="127" y="2"/>
                    <a:pt x="118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6"/>
            <p:cNvSpPr/>
            <p:nvPr/>
          </p:nvSpPr>
          <p:spPr>
            <a:xfrm>
              <a:off x="4178600" y="2733400"/>
              <a:ext cx="6400" cy="6375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145" y="0"/>
                  </a:moveTo>
                  <a:cubicBezTo>
                    <a:pt x="132" y="0"/>
                    <a:pt x="120" y="5"/>
                    <a:pt x="103" y="16"/>
                  </a:cubicBezTo>
                  <a:cubicBezTo>
                    <a:pt x="33" y="32"/>
                    <a:pt x="0" y="119"/>
                    <a:pt x="17" y="185"/>
                  </a:cubicBezTo>
                  <a:cubicBezTo>
                    <a:pt x="33" y="201"/>
                    <a:pt x="50" y="238"/>
                    <a:pt x="66" y="255"/>
                  </a:cubicBezTo>
                  <a:lnTo>
                    <a:pt x="153" y="255"/>
                  </a:lnTo>
                  <a:cubicBezTo>
                    <a:pt x="186" y="238"/>
                    <a:pt x="223" y="222"/>
                    <a:pt x="223" y="185"/>
                  </a:cubicBezTo>
                  <a:cubicBezTo>
                    <a:pt x="239" y="152"/>
                    <a:pt x="256" y="119"/>
                    <a:pt x="239" y="82"/>
                  </a:cubicBezTo>
                  <a:cubicBezTo>
                    <a:pt x="239" y="65"/>
                    <a:pt x="223" y="49"/>
                    <a:pt x="206" y="32"/>
                  </a:cubicBezTo>
                  <a:lnTo>
                    <a:pt x="186" y="16"/>
                  </a:lnTo>
                  <a:cubicBezTo>
                    <a:pt x="169" y="5"/>
                    <a:pt x="157" y="0"/>
                    <a:pt x="1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6"/>
            <p:cNvSpPr/>
            <p:nvPr/>
          </p:nvSpPr>
          <p:spPr>
            <a:xfrm>
              <a:off x="4184575" y="270477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0" y="1"/>
                  </a:moveTo>
                  <a:cubicBezTo>
                    <a:pt x="99" y="1"/>
                    <a:pt x="70" y="14"/>
                    <a:pt x="50" y="43"/>
                  </a:cubicBezTo>
                  <a:cubicBezTo>
                    <a:pt x="0" y="109"/>
                    <a:pt x="0" y="179"/>
                    <a:pt x="50" y="233"/>
                  </a:cubicBezTo>
                  <a:cubicBezTo>
                    <a:pt x="50" y="233"/>
                    <a:pt x="71" y="250"/>
                    <a:pt x="87" y="250"/>
                  </a:cubicBezTo>
                  <a:cubicBezTo>
                    <a:pt x="100" y="254"/>
                    <a:pt x="112" y="256"/>
                    <a:pt x="124" y="256"/>
                  </a:cubicBezTo>
                  <a:cubicBezTo>
                    <a:pt x="156" y="256"/>
                    <a:pt x="182" y="240"/>
                    <a:pt x="207" y="212"/>
                  </a:cubicBezTo>
                  <a:cubicBezTo>
                    <a:pt x="240" y="163"/>
                    <a:pt x="240" y="109"/>
                    <a:pt x="240" y="76"/>
                  </a:cubicBezTo>
                  <a:cubicBezTo>
                    <a:pt x="223" y="60"/>
                    <a:pt x="223" y="43"/>
                    <a:pt x="207" y="27"/>
                  </a:cubicBezTo>
                  <a:cubicBezTo>
                    <a:pt x="182" y="10"/>
                    <a:pt x="155" y="1"/>
                    <a:pt x="1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6"/>
            <p:cNvSpPr/>
            <p:nvPr/>
          </p:nvSpPr>
          <p:spPr>
            <a:xfrm>
              <a:off x="4173850" y="27788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53" y="0"/>
                  </a:moveTo>
                  <a:cubicBezTo>
                    <a:pt x="87" y="0"/>
                    <a:pt x="17" y="54"/>
                    <a:pt x="17" y="120"/>
                  </a:cubicBezTo>
                  <a:cubicBezTo>
                    <a:pt x="1" y="157"/>
                    <a:pt x="1" y="190"/>
                    <a:pt x="17" y="207"/>
                  </a:cubicBezTo>
                  <a:cubicBezTo>
                    <a:pt x="34" y="240"/>
                    <a:pt x="67" y="260"/>
                    <a:pt x="87" y="260"/>
                  </a:cubicBezTo>
                  <a:cubicBezTo>
                    <a:pt x="95" y="262"/>
                    <a:pt x="103" y="263"/>
                    <a:pt x="111" y="263"/>
                  </a:cubicBezTo>
                  <a:cubicBezTo>
                    <a:pt x="166" y="263"/>
                    <a:pt x="209" y="215"/>
                    <a:pt x="223" y="157"/>
                  </a:cubicBezTo>
                  <a:cubicBezTo>
                    <a:pt x="240" y="120"/>
                    <a:pt x="223" y="87"/>
                    <a:pt x="223" y="54"/>
                  </a:cubicBezTo>
                  <a:cubicBezTo>
                    <a:pt x="207" y="54"/>
                    <a:pt x="207" y="33"/>
                    <a:pt x="207" y="33"/>
                  </a:cubicBezTo>
                  <a:cubicBezTo>
                    <a:pt x="190" y="17"/>
                    <a:pt x="17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6"/>
            <p:cNvSpPr/>
            <p:nvPr/>
          </p:nvSpPr>
          <p:spPr>
            <a:xfrm>
              <a:off x="4171700" y="2762375"/>
              <a:ext cx="6400" cy="6500"/>
            </a:xfrm>
            <a:custGeom>
              <a:avLst/>
              <a:gdLst/>
              <a:ahLst/>
              <a:cxnLst/>
              <a:rect l="l" t="t" r="r" b="b"/>
              <a:pathLst>
                <a:path w="256" h="260" extrusionOk="0">
                  <a:moveTo>
                    <a:pt x="130" y="1"/>
                  </a:moveTo>
                  <a:cubicBezTo>
                    <a:pt x="99" y="1"/>
                    <a:pt x="70" y="13"/>
                    <a:pt x="50" y="40"/>
                  </a:cubicBezTo>
                  <a:cubicBezTo>
                    <a:pt x="0" y="110"/>
                    <a:pt x="0" y="176"/>
                    <a:pt x="50" y="230"/>
                  </a:cubicBezTo>
                  <a:cubicBezTo>
                    <a:pt x="65" y="250"/>
                    <a:pt x="89" y="260"/>
                    <a:pt x="115" y="260"/>
                  </a:cubicBezTo>
                  <a:cubicBezTo>
                    <a:pt x="150" y="260"/>
                    <a:pt x="187" y="242"/>
                    <a:pt x="206" y="213"/>
                  </a:cubicBezTo>
                  <a:cubicBezTo>
                    <a:pt x="256" y="160"/>
                    <a:pt x="256" y="73"/>
                    <a:pt x="206" y="24"/>
                  </a:cubicBezTo>
                  <a:cubicBezTo>
                    <a:pt x="182" y="9"/>
                    <a:pt x="156" y="1"/>
                    <a:pt x="1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6"/>
            <p:cNvSpPr/>
            <p:nvPr/>
          </p:nvSpPr>
          <p:spPr>
            <a:xfrm>
              <a:off x="4167775" y="2793975"/>
              <a:ext cx="6525" cy="6300"/>
            </a:xfrm>
            <a:custGeom>
              <a:avLst/>
              <a:gdLst/>
              <a:ahLst/>
              <a:cxnLst/>
              <a:rect l="l" t="t" r="r" b="b"/>
              <a:pathLst>
                <a:path w="261" h="252" extrusionOk="0">
                  <a:moveTo>
                    <a:pt x="142" y="0"/>
                  </a:moveTo>
                  <a:cubicBezTo>
                    <a:pt x="127" y="0"/>
                    <a:pt x="114" y="5"/>
                    <a:pt x="103" y="13"/>
                  </a:cubicBezTo>
                  <a:cubicBezTo>
                    <a:pt x="38" y="29"/>
                    <a:pt x="0" y="116"/>
                    <a:pt x="21" y="186"/>
                  </a:cubicBezTo>
                  <a:cubicBezTo>
                    <a:pt x="21" y="203"/>
                    <a:pt x="54" y="236"/>
                    <a:pt x="71" y="252"/>
                  </a:cubicBezTo>
                  <a:lnTo>
                    <a:pt x="157" y="252"/>
                  </a:lnTo>
                  <a:cubicBezTo>
                    <a:pt x="227" y="219"/>
                    <a:pt x="260" y="149"/>
                    <a:pt x="244" y="83"/>
                  </a:cubicBezTo>
                  <a:cubicBezTo>
                    <a:pt x="227" y="66"/>
                    <a:pt x="227" y="46"/>
                    <a:pt x="207" y="29"/>
                  </a:cubicBezTo>
                  <a:lnTo>
                    <a:pt x="190" y="13"/>
                  </a:lnTo>
                  <a:cubicBezTo>
                    <a:pt x="174" y="5"/>
                    <a:pt x="157" y="0"/>
                    <a:pt x="1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6"/>
            <p:cNvSpPr/>
            <p:nvPr/>
          </p:nvSpPr>
          <p:spPr>
            <a:xfrm>
              <a:off x="4184150" y="2750150"/>
              <a:ext cx="6025" cy="6525"/>
            </a:xfrm>
            <a:custGeom>
              <a:avLst/>
              <a:gdLst/>
              <a:ahLst/>
              <a:cxnLst/>
              <a:rect l="l" t="t" r="r" b="b"/>
              <a:pathLst>
                <a:path w="241" h="261" extrusionOk="0">
                  <a:moveTo>
                    <a:pt x="135" y="0"/>
                  </a:moveTo>
                  <a:cubicBezTo>
                    <a:pt x="100" y="0"/>
                    <a:pt x="65" y="18"/>
                    <a:pt x="34" y="47"/>
                  </a:cubicBezTo>
                  <a:cubicBezTo>
                    <a:pt x="1" y="100"/>
                    <a:pt x="1" y="187"/>
                    <a:pt x="50" y="236"/>
                  </a:cubicBezTo>
                  <a:cubicBezTo>
                    <a:pt x="66" y="252"/>
                    <a:pt x="87" y="261"/>
                    <a:pt x="110" y="261"/>
                  </a:cubicBezTo>
                  <a:cubicBezTo>
                    <a:pt x="141" y="261"/>
                    <a:pt x="176" y="244"/>
                    <a:pt x="207" y="203"/>
                  </a:cubicBezTo>
                  <a:cubicBezTo>
                    <a:pt x="240" y="150"/>
                    <a:pt x="240" y="84"/>
                    <a:pt x="207" y="30"/>
                  </a:cubicBezTo>
                  <a:cubicBezTo>
                    <a:pt x="185" y="9"/>
                    <a:pt x="160" y="0"/>
                    <a:pt x="1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6"/>
            <p:cNvSpPr/>
            <p:nvPr/>
          </p:nvSpPr>
          <p:spPr>
            <a:xfrm>
              <a:off x="4176850" y="2716650"/>
              <a:ext cx="6000" cy="6200"/>
            </a:xfrm>
            <a:custGeom>
              <a:avLst/>
              <a:gdLst/>
              <a:ahLst/>
              <a:cxnLst/>
              <a:rect l="l" t="t" r="r" b="b"/>
              <a:pathLst>
                <a:path w="240" h="248" extrusionOk="0">
                  <a:moveTo>
                    <a:pt x="134" y="0"/>
                  </a:moveTo>
                  <a:cubicBezTo>
                    <a:pt x="100" y="0"/>
                    <a:pt x="64" y="18"/>
                    <a:pt x="33" y="47"/>
                  </a:cubicBezTo>
                  <a:cubicBezTo>
                    <a:pt x="33" y="67"/>
                    <a:pt x="17" y="84"/>
                    <a:pt x="17" y="100"/>
                  </a:cubicBezTo>
                  <a:cubicBezTo>
                    <a:pt x="0" y="150"/>
                    <a:pt x="17" y="203"/>
                    <a:pt x="33" y="220"/>
                  </a:cubicBezTo>
                  <a:cubicBezTo>
                    <a:pt x="55" y="239"/>
                    <a:pt x="81" y="247"/>
                    <a:pt x="105" y="247"/>
                  </a:cubicBezTo>
                  <a:cubicBezTo>
                    <a:pt x="123" y="247"/>
                    <a:pt x="139" y="243"/>
                    <a:pt x="153" y="236"/>
                  </a:cubicBezTo>
                  <a:cubicBezTo>
                    <a:pt x="173" y="236"/>
                    <a:pt x="190" y="220"/>
                    <a:pt x="206" y="203"/>
                  </a:cubicBezTo>
                  <a:cubicBezTo>
                    <a:pt x="239" y="150"/>
                    <a:pt x="239" y="67"/>
                    <a:pt x="206" y="30"/>
                  </a:cubicBezTo>
                  <a:cubicBezTo>
                    <a:pt x="184" y="9"/>
                    <a:pt x="159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6"/>
            <p:cNvSpPr/>
            <p:nvPr/>
          </p:nvSpPr>
          <p:spPr>
            <a:xfrm>
              <a:off x="4187975" y="2781275"/>
              <a:ext cx="6525" cy="6550"/>
            </a:xfrm>
            <a:custGeom>
              <a:avLst/>
              <a:gdLst/>
              <a:ahLst/>
              <a:cxnLst/>
              <a:rect l="l" t="t" r="r" b="b"/>
              <a:pathLst>
                <a:path w="261" h="262" extrusionOk="0">
                  <a:moveTo>
                    <a:pt x="152" y="1"/>
                  </a:moveTo>
                  <a:cubicBezTo>
                    <a:pt x="120" y="1"/>
                    <a:pt x="83" y="18"/>
                    <a:pt x="54" y="59"/>
                  </a:cubicBezTo>
                  <a:cubicBezTo>
                    <a:pt x="1" y="109"/>
                    <a:pt x="1" y="179"/>
                    <a:pt x="54" y="228"/>
                  </a:cubicBezTo>
                  <a:cubicBezTo>
                    <a:pt x="75" y="251"/>
                    <a:pt x="100" y="261"/>
                    <a:pt x="124" y="261"/>
                  </a:cubicBezTo>
                  <a:cubicBezTo>
                    <a:pt x="156" y="261"/>
                    <a:pt x="188" y="242"/>
                    <a:pt x="207" y="212"/>
                  </a:cubicBezTo>
                  <a:cubicBezTo>
                    <a:pt x="260" y="162"/>
                    <a:pt x="260" y="76"/>
                    <a:pt x="207" y="22"/>
                  </a:cubicBezTo>
                  <a:cubicBezTo>
                    <a:pt x="193" y="9"/>
                    <a:pt x="174" y="1"/>
                    <a:pt x="1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6"/>
            <p:cNvSpPr/>
            <p:nvPr/>
          </p:nvSpPr>
          <p:spPr>
            <a:xfrm>
              <a:off x="4181175" y="279562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53" y="0"/>
                  </a:moveTo>
                  <a:cubicBezTo>
                    <a:pt x="83" y="0"/>
                    <a:pt x="33" y="50"/>
                    <a:pt x="17" y="120"/>
                  </a:cubicBezTo>
                  <a:cubicBezTo>
                    <a:pt x="0" y="153"/>
                    <a:pt x="17" y="186"/>
                    <a:pt x="17" y="207"/>
                  </a:cubicBezTo>
                  <a:cubicBezTo>
                    <a:pt x="33" y="240"/>
                    <a:pt x="66" y="256"/>
                    <a:pt x="83" y="256"/>
                  </a:cubicBezTo>
                  <a:cubicBezTo>
                    <a:pt x="92" y="258"/>
                    <a:pt x="101" y="259"/>
                    <a:pt x="110" y="259"/>
                  </a:cubicBezTo>
                  <a:cubicBezTo>
                    <a:pt x="170" y="259"/>
                    <a:pt x="225" y="214"/>
                    <a:pt x="240" y="153"/>
                  </a:cubicBezTo>
                  <a:cubicBezTo>
                    <a:pt x="240" y="120"/>
                    <a:pt x="240" y="83"/>
                    <a:pt x="223" y="50"/>
                  </a:cubicBezTo>
                  <a:lnTo>
                    <a:pt x="207" y="33"/>
                  </a:lnTo>
                  <a:cubicBezTo>
                    <a:pt x="186" y="17"/>
                    <a:pt x="169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6"/>
            <p:cNvSpPr/>
            <p:nvPr/>
          </p:nvSpPr>
          <p:spPr>
            <a:xfrm>
              <a:off x="4186325" y="28119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7" y="1"/>
                  </a:moveTo>
                  <a:cubicBezTo>
                    <a:pt x="120" y="1"/>
                    <a:pt x="83" y="1"/>
                    <a:pt x="50" y="34"/>
                  </a:cubicBezTo>
                  <a:cubicBezTo>
                    <a:pt x="34" y="50"/>
                    <a:pt x="17" y="71"/>
                    <a:pt x="1" y="104"/>
                  </a:cubicBezTo>
                  <a:cubicBezTo>
                    <a:pt x="1" y="137"/>
                    <a:pt x="1" y="174"/>
                    <a:pt x="17" y="207"/>
                  </a:cubicBezTo>
                  <a:cubicBezTo>
                    <a:pt x="34" y="240"/>
                    <a:pt x="50" y="257"/>
                    <a:pt x="83" y="257"/>
                  </a:cubicBezTo>
                  <a:cubicBezTo>
                    <a:pt x="153" y="257"/>
                    <a:pt x="207" y="224"/>
                    <a:pt x="223" y="153"/>
                  </a:cubicBezTo>
                  <a:cubicBezTo>
                    <a:pt x="240" y="120"/>
                    <a:pt x="223" y="87"/>
                    <a:pt x="207" y="50"/>
                  </a:cubicBezTo>
                  <a:cubicBezTo>
                    <a:pt x="207" y="50"/>
                    <a:pt x="207" y="34"/>
                    <a:pt x="186" y="34"/>
                  </a:cubicBezTo>
                  <a:cubicBezTo>
                    <a:pt x="186" y="17"/>
                    <a:pt x="170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6"/>
            <p:cNvSpPr/>
            <p:nvPr/>
          </p:nvSpPr>
          <p:spPr>
            <a:xfrm>
              <a:off x="4176850" y="2843125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38" y="0"/>
                  </a:moveTo>
                  <a:cubicBezTo>
                    <a:pt x="104" y="0"/>
                    <a:pt x="72" y="17"/>
                    <a:pt x="50" y="59"/>
                  </a:cubicBezTo>
                  <a:cubicBezTo>
                    <a:pt x="0" y="108"/>
                    <a:pt x="0" y="178"/>
                    <a:pt x="50" y="228"/>
                  </a:cubicBezTo>
                  <a:cubicBezTo>
                    <a:pt x="50" y="244"/>
                    <a:pt x="70" y="244"/>
                    <a:pt x="87" y="244"/>
                  </a:cubicBezTo>
                  <a:cubicBezTo>
                    <a:pt x="96" y="250"/>
                    <a:pt x="107" y="253"/>
                    <a:pt x="118" y="253"/>
                  </a:cubicBezTo>
                  <a:cubicBezTo>
                    <a:pt x="148" y="253"/>
                    <a:pt x="183" y="235"/>
                    <a:pt x="206" y="211"/>
                  </a:cubicBezTo>
                  <a:cubicBezTo>
                    <a:pt x="239" y="178"/>
                    <a:pt x="239" y="108"/>
                    <a:pt x="223" y="75"/>
                  </a:cubicBezTo>
                  <a:cubicBezTo>
                    <a:pt x="223" y="59"/>
                    <a:pt x="223" y="38"/>
                    <a:pt x="206" y="22"/>
                  </a:cubicBezTo>
                  <a:cubicBezTo>
                    <a:pt x="185" y="8"/>
                    <a:pt x="161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6"/>
            <p:cNvSpPr/>
            <p:nvPr/>
          </p:nvSpPr>
          <p:spPr>
            <a:xfrm>
              <a:off x="4169525" y="27458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5" y="0"/>
                  </a:moveTo>
                  <a:cubicBezTo>
                    <a:pt x="101" y="0"/>
                    <a:pt x="64" y="19"/>
                    <a:pt x="33" y="50"/>
                  </a:cubicBezTo>
                  <a:cubicBezTo>
                    <a:pt x="1" y="99"/>
                    <a:pt x="1" y="186"/>
                    <a:pt x="33" y="239"/>
                  </a:cubicBezTo>
                  <a:cubicBezTo>
                    <a:pt x="55" y="253"/>
                    <a:pt x="80" y="261"/>
                    <a:pt x="105" y="261"/>
                  </a:cubicBezTo>
                  <a:cubicBezTo>
                    <a:pt x="141" y="261"/>
                    <a:pt x="177" y="244"/>
                    <a:pt x="207" y="202"/>
                  </a:cubicBezTo>
                  <a:cubicBezTo>
                    <a:pt x="240" y="153"/>
                    <a:pt x="240" y="66"/>
                    <a:pt x="207" y="33"/>
                  </a:cubicBezTo>
                  <a:cubicBezTo>
                    <a:pt x="186" y="10"/>
                    <a:pt x="161" y="0"/>
                    <a:pt x="1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6"/>
            <p:cNvSpPr/>
            <p:nvPr/>
          </p:nvSpPr>
          <p:spPr>
            <a:xfrm>
              <a:off x="4175500" y="2828125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32" y="0"/>
                  </a:moveTo>
                  <a:cubicBezTo>
                    <a:pt x="75" y="0"/>
                    <a:pt x="36" y="49"/>
                    <a:pt x="21" y="106"/>
                  </a:cubicBezTo>
                  <a:cubicBezTo>
                    <a:pt x="1" y="143"/>
                    <a:pt x="21" y="176"/>
                    <a:pt x="38" y="209"/>
                  </a:cubicBezTo>
                  <a:cubicBezTo>
                    <a:pt x="38" y="226"/>
                    <a:pt x="71" y="247"/>
                    <a:pt x="104" y="263"/>
                  </a:cubicBezTo>
                  <a:cubicBezTo>
                    <a:pt x="124" y="263"/>
                    <a:pt x="157" y="247"/>
                    <a:pt x="190" y="226"/>
                  </a:cubicBezTo>
                  <a:cubicBezTo>
                    <a:pt x="207" y="209"/>
                    <a:pt x="227" y="176"/>
                    <a:pt x="244" y="143"/>
                  </a:cubicBezTo>
                  <a:cubicBezTo>
                    <a:pt x="244" y="106"/>
                    <a:pt x="244" y="73"/>
                    <a:pt x="227" y="57"/>
                  </a:cubicBezTo>
                  <a:cubicBezTo>
                    <a:pt x="227" y="40"/>
                    <a:pt x="207" y="40"/>
                    <a:pt x="207" y="20"/>
                  </a:cubicBezTo>
                  <a:cubicBezTo>
                    <a:pt x="190" y="20"/>
                    <a:pt x="174" y="3"/>
                    <a:pt x="157" y="3"/>
                  </a:cubicBezTo>
                  <a:cubicBezTo>
                    <a:pt x="149" y="1"/>
                    <a:pt x="140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6"/>
            <p:cNvSpPr/>
            <p:nvPr/>
          </p:nvSpPr>
          <p:spPr>
            <a:xfrm>
              <a:off x="4171700" y="2701525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03" y="0"/>
                  </a:moveTo>
                  <a:cubicBezTo>
                    <a:pt x="33" y="33"/>
                    <a:pt x="0" y="103"/>
                    <a:pt x="17" y="173"/>
                  </a:cubicBezTo>
                  <a:cubicBezTo>
                    <a:pt x="33" y="206"/>
                    <a:pt x="50" y="223"/>
                    <a:pt x="70" y="239"/>
                  </a:cubicBezTo>
                  <a:cubicBezTo>
                    <a:pt x="87" y="250"/>
                    <a:pt x="99" y="255"/>
                    <a:pt x="111" y="255"/>
                  </a:cubicBezTo>
                  <a:cubicBezTo>
                    <a:pt x="124" y="255"/>
                    <a:pt x="136" y="250"/>
                    <a:pt x="153" y="239"/>
                  </a:cubicBezTo>
                  <a:cubicBezTo>
                    <a:pt x="190" y="239"/>
                    <a:pt x="206" y="206"/>
                    <a:pt x="223" y="173"/>
                  </a:cubicBezTo>
                  <a:cubicBezTo>
                    <a:pt x="239" y="157"/>
                    <a:pt x="239" y="120"/>
                    <a:pt x="239" y="87"/>
                  </a:cubicBezTo>
                  <a:cubicBezTo>
                    <a:pt x="223" y="54"/>
                    <a:pt x="223" y="33"/>
                    <a:pt x="206" y="33"/>
                  </a:cubicBezTo>
                  <a:cubicBezTo>
                    <a:pt x="206" y="17"/>
                    <a:pt x="190" y="17"/>
                    <a:pt x="190" y="17"/>
                  </a:cubicBezTo>
                  <a:cubicBezTo>
                    <a:pt x="153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6"/>
            <p:cNvSpPr/>
            <p:nvPr/>
          </p:nvSpPr>
          <p:spPr>
            <a:xfrm>
              <a:off x="4172100" y="2813650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87" y="1"/>
                  </a:moveTo>
                  <a:cubicBezTo>
                    <a:pt x="71" y="17"/>
                    <a:pt x="34" y="34"/>
                    <a:pt x="17" y="67"/>
                  </a:cubicBezTo>
                  <a:cubicBezTo>
                    <a:pt x="1" y="104"/>
                    <a:pt x="1" y="137"/>
                    <a:pt x="17" y="170"/>
                  </a:cubicBezTo>
                  <a:cubicBezTo>
                    <a:pt x="29" y="221"/>
                    <a:pt x="61" y="253"/>
                    <a:pt x="105" y="253"/>
                  </a:cubicBezTo>
                  <a:cubicBezTo>
                    <a:pt x="121" y="253"/>
                    <a:pt x="139" y="249"/>
                    <a:pt x="157" y="240"/>
                  </a:cubicBezTo>
                  <a:cubicBezTo>
                    <a:pt x="207" y="224"/>
                    <a:pt x="240" y="137"/>
                    <a:pt x="223" y="83"/>
                  </a:cubicBezTo>
                  <a:cubicBezTo>
                    <a:pt x="223" y="50"/>
                    <a:pt x="207" y="34"/>
                    <a:pt x="207" y="17"/>
                  </a:cubicBezTo>
                  <a:cubicBezTo>
                    <a:pt x="190" y="17"/>
                    <a:pt x="190" y="17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6"/>
            <p:cNvSpPr/>
            <p:nvPr/>
          </p:nvSpPr>
          <p:spPr>
            <a:xfrm>
              <a:off x="4085825" y="28123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3" y="0"/>
                  </a:moveTo>
                  <a:cubicBezTo>
                    <a:pt x="83" y="0"/>
                    <a:pt x="17" y="33"/>
                    <a:pt x="17" y="103"/>
                  </a:cubicBezTo>
                  <a:cubicBezTo>
                    <a:pt x="1" y="136"/>
                    <a:pt x="1" y="174"/>
                    <a:pt x="17" y="207"/>
                  </a:cubicBezTo>
                  <a:cubicBezTo>
                    <a:pt x="34" y="240"/>
                    <a:pt x="67" y="260"/>
                    <a:pt x="83" y="260"/>
                  </a:cubicBezTo>
                  <a:cubicBezTo>
                    <a:pt x="153" y="260"/>
                    <a:pt x="207" y="223"/>
                    <a:pt x="223" y="157"/>
                  </a:cubicBezTo>
                  <a:cubicBezTo>
                    <a:pt x="240" y="120"/>
                    <a:pt x="240" y="87"/>
                    <a:pt x="223" y="54"/>
                  </a:cubicBezTo>
                  <a:cubicBezTo>
                    <a:pt x="207" y="54"/>
                    <a:pt x="207" y="33"/>
                    <a:pt x="207" y="33"/>
                  </a:cubicBezTo>
                  <a:cubicBezTo>
                    <a:pt x="186" y="17"/>
                    <a:pt x="170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6"/>
            <p:cNvSpPr/>
            <p:nvPr/>
          </p:nvSpPr>
          <p:spPr>
            <a:xfrm>
              <a:off x="4193550" y="2845825"/>
              <a:ext cx="6100" cy="4750"/>
            </a:xfrm>
            <a:custGeom>
              <a:avLst/>
              <a:gdLst/>
              <a:ahLst/>
              <a:cxnLst/>
              <a:rect l="l" t="t" r="r" b="b"/>
              <a:pathLst>
                <a:path w="244" h="190" extrusionOk="0">
                  <a:moveTo>
                    <a:pt x="157" y="0"/>
                  </a:moveTo>
                  <a:cubicBezTo>
                    <a:pt x="87" y="0"/>
                    <a:pt x="21" y="54"/>
                    <a:pt x="21" y="120"/>
                  </a:cubicBezTo>
                  <a:cubicBezTo>
                    <a:pt x="0" y="136"/>
                    <a:pt x="0" y="173"/>
                    <a:pt x="21" y="190"/>
                  </a:cubicBezTo>
                  <a:lnTo>
                    <a:pt x="206" y="190"/>
                  </a:lnTo>
                  <a:cubicBezTo>
                    <a:pt x="227" y="190"/>
                    <a:pt x="227" y="173"/>
                    <a:pt x="227" y="157"/>
                  </a:cubicBezTo>
                  <a:cubicBezTo>
                    <a:pt x="243" y="103"/>
                    <a:pt x="227" y="70"/>
                    <a:pt x="190" y="33"/>
                  </a:cubicBezTo>
                  <a:cubicBezTo>
                    <a:pt x="190" y="17"/>
                    <a:pt x="173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6"/>
            <p:cNvSpPr/>
            <p:nvPr/>
          </p:nvSpPr>
          <p:spPr>
            <a:xfrm>
              <a:off x="4219300" y="2772425"/>
              <a:ext cx="6125" cy="6425"/>
            </a:xfrm>
            <a:custGeom>
              <a:avLst/>
              <a:gdLst/>
              <a:ahLst/>
              <a:cxnLst/>
              <a:rect l="l" t="t" r="r" b="b"/>
              <a:pathLst>
                <a:path w="245" h="257" extrusionOk="0">
                  <a:moveTo>
                    <a:pt x="141" y="1"/>
                  </a:moveTo>
                  <a:cubicBezTo>
                    <a:pt x="125" y="1"/>
                    <a:pt x="87" y="1"/>
                    <a:pt x="54" y="17"/>
                  </a:cubicBezTo>
                  <a:cubicBezTo>
                    <a:pt x="38" y="34"/>
                    <a:pt x="21" y="67"/>
                    <a:pt x="1" y="104"/>
                  </a:cubicBezTo>
                  <a:cubicBezTo>
                    <a:pt x="1" y="137"/>
                    <a:pt x="1" y="170"/>
                    <a:pt x="21" y="207"/>
                  </a:cubicBezTo>
                  <a:cubicBezTo>
                    <a:pt x="38" y="223"/>
                    <a:pt x="54" y="240"/>
                    <a:pt x="87" y="256"/>
                  </a:cubicBezTo>
                  <a:cubicBezTo>
                    <a:pt x="158" y="256"/>
                    <a:pt x="207" y="207"/>
                    <a:pt x="228" y="137"/>
                  </a:cubicBezTo>
                  <a:cubicBezTo>
                    <a:pt x="244" y="104"/>
                    <a:pt x="228" y="67"/>
                    <a:pt x="207" y="50"/>
                  </a:cubicBezTo>
                  <a:cubicBezTo>
                    <a:pt x="207" y="34"/>
                    <a:pt x="207" y="34"/>
                    <a:pt x="191" y="17"/>
                  </a:cubicBezTo>
                  <a:cubicBezTo>
                    <a:pt x="174" y="17"/>
                    <a:pt x="158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6"/>
            <p:cNvSpPr/>
            <p:nvPr/>
          </p:nvSpPr>
          <p:spPr>
            <a:xfrm>
              <a:off x="4213325" y="28026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3" y="0"/>
                  </a:moveTo>
                  <a:cubicBezTo>
                    <a:pt x="123" y="0"/>
                    <a:pt x="113" y="2"/>
                    <a:pt x="104" y="7"/>
                  </a:cubicBezTo>
                  <a:cubicBezTo>
                    <a:pt x="87" y="7"/>
                    <a:pt x="54" y="28"/>
                    <a:pt x="34" y="44"/>
                  </a:cubicBezTo>
                  <a:cubicBezTo>
                    <a:pt x="17" y="77"/>
                    <a:pt x="17" y="94"/>
                    <a:pt x="1" y="131"/>
                  </a:cubicBezTo>
                  <a:cubicBezTo>
                    <a:pt x="1" y="164"/>
                    <a:pt x="17" y="197"/>
                    <a:pt x="34" y="234"/>
                  </a:cubicBezTo>
                  <a:cubicBezTo>
                    <a:pt x="57" y="248"/>
                    <a:pt x="84" y="256"/>
                    <a:pt x="111" y="256"/>
                  </a:cubicBezTo>
                  <a:cubicBezTo>
                    <a:pt x="145" y="256"/>
                    <a:pt x="179" y="243"/>
                    <a:pt x="207" y="213"/>
                  </a:cubicBezTo>
                  <a:cubicBezTo>
                    <a:pt x="240" y="147"/>
                    <a:pt x="240" y="77"/>
                    <a:pt x="207" y="28"/>
                  </a:cubicBezTo>
                  <a:cubicBezTo>
                    <a:pt x="183" y="13"/>
                    <a:pt x="158" y="0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6"/>
            <p:cNvSpPr/>
            <p:nvPr/>
          </p:nvSpPr>
          <p:spPr>
            <a:xfrm>
              <a:off x="4215075" y="281955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28" y="1"/>
                  </a:moveTo>
                  <a:cubicBezTo>
                    <a:pt x="74" y="1"/>
                    <a:pt x="32" y="46"/>
                    <a:pt x="17" y="107"/>
                  </a:cubicBezTo>
                  <a:cubicBezTo>
                    <a:pt x="1" y="140"/>
                    <a:pt x="17" y="177"/>
                    <a:pt x="34" y="210"/>
                  </a:cubicBezTo>
                  <a:cubicBezTo>
                    <a:pt x="34" y="227"/>
                    <a:pt x="67" y="243"/>
                    <a:pt x="104" y="260"/>
                  </a:cubicBezTo>
                  <a:cubicBezTo>
                    <a:pt x="153" y="260"/>
                    <a:pt x="223" y="210"/>
                    <a:pt x="240" y="140"/>
                  </a:cubicBezTo>
                  <a:cubicBezTo>
                    <a:pt x="240" y="107"/>
                    <a:pt x="240" y="74"/>
                    <a:pt x="223" y="54"/>
                  </a:cubicBezTo>
                  <a:cubicBezTo>
                    <a:pt x="223" y="37"/>
                    <a:pt x="207" y="37"/>
                    <a:pt x="207" y="21"/>
                  </a:cubicBezTo>
                  <a:cubicBezTo>
                    <a:pt x="190" y="21"/>
                    <a:pt x="170" y="4"/>
                    <a:pt x="153" y="4"/>
                  </a:cubicBezTo>
                  <a:cubicBezTo>
                    <a:pt x="145" y="2"/>
                    <a:pt x="136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6"/>
            <p:cNvSpPr/>
            <p:nvPr/>
          </p:nvSpPr>
          <p:spPr>
            <a:xfrm>
              <a:off x="4207775" y="278690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29" y="0"/>
                  </a:moveTo>
                  <a:cubicBezTo>
                    <a:pt x="74" y="0"/>
                    <a:pt x="31" y="48"/>
                    <a:pt x="17" y="106"/>
                  </a:cubicBezTo>
                  <a:cubicBezTo>
                    <a:pt x="0" y="143"/>
                    <a:pt x="17" y="176"/>
                    <a:pt x="17" y="209"/>
                  </a:cubicBezTo>
                  <a:cubicBezTo>
                    <a:pt x="33" y="226"/>
                    <a:pt x="70" y="246"/>
                    <a:pt x="87" y="263"/>
                  </a:cubicBezTo>
                  <a:cubicBezTo>
                    <a:pt x="153" y="263"/>
                    <a:pt x="223" y="209"/>
                    <a:pt x="223" y="143"/>
                  </a:cubicBezTo>
                  <a:cubicBezTo>
                    <a:pt x="239" y="106"/>
                    <a:pt x="239" y="73"/>
                    <a:pt x="223" y="57"/>
                  </a:cubicBezTo>
                  <a:cubicBezTo>
                    <a:pt x="206" y="40"/>
                    <a:pt x="206" y="40"/>
                    <a:pt x="206" y="20"/>
                  </a:cubicBezTo>
                  <a:cubicBezTo>
                    <a:pt x="190" y="20"/>
                    <a:pt x="173" y="3"/>
                    <a:pt x="153" y="3"/>
                  </a:cubicBezTo>
                  <a:cubicBezTo>
                    <a:pt x="144" y="1"/>
                    <a:pt x="136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"/>
            <p:cNvSpPr/>
            <p:nvPr/>
          </p:nvSpPr>
          <p:spPr>
            <a:xfrm>
              <a:off x="3857725" y="2773600"/>
              <a:ext cx="6000" cy="6300"/>
            </a:xfrm>
            <a:custGeom>
              <a:avLst/>
              <a:gdLst/>
              <a:ahLst/>
              <a:cxnLst/>
              <a:rect l="l" t="t" r="r" b="b"/>
              <a:pathLst>
                <a:path w="240" h="252" extrusionOk="0">
                  <a:moveTo>
                    <a:pt x="131" y="0"/>
                  </a:moveTo>
                  <a:cubicBezTo>
                    <a:pt x="74" y="0"/>
                    <a:pt x="32" y="45"/>
                    <a:pt x="17" y="106"/>
                  </a:cubicBezTo>
                  <a:cubicBezTo>
                    <a:pt x="1" y="176"/>
                    <a:pt x="34" y="242"/>
                    <a:pt x="104" y="242"/>
                  </a:cubicBezTo>
                  <a:cubicBezTo>
                    <a:pt x="109" y="249"/>
                    <a:pt x="116" y="251"/>
                    <a:pt x="123" y="251"/>
                  </a:cubicBezTo>
                  <a:cubicBezTo>
                    <a:pt x="142" y="251"/>
                    <a:pt x="167" y="237"/>
                    <a:pt x="190" y="226"/>
                  </a:cubicBezTo>
                  <a:cubicBezTo>
                    <a:pt x="207" y="209"/>
                    <a:pt x="223" y="176"/>
                    <a:pt x="240" y="139"/>
                  </a:cubicBezTo>
                  <a:cubicBezTo>
                    <a:pt x="240" y="106"/>
                    <a:pt x="240" y="73"/>
                    <a:pt x="223" y="57"/>
                  </a:cubicBezTo>
                  <a:cubicBezTo>
                    <a:pt x="223" y="36"/>
                    <a:pt x="207" y="36"/>
                    <a:pt x="207" y="20"/>
                  </a:cubicBezTo>
                  <a:cubicBezTo>
                    <a:pt x="190" y="3"/>
                    <a:pt x="174" y="3"/>
                    <a:pt x="157" y="3"/>
                  </a:cubicBezTo>
                  <a:cubicBezTo>
                    <a:pt x="148" y="1"/>
                    <a:pt x="139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"/>
            <p:cNvSpPr/>
            <p:nvPr/>
          </p:nvSpPr>
          <p:spPr>
            <a:xfrm>
              <a:off x="3868875" y="2849500"/>
              <a:ext cx="4350" cy="1075"/>
            </a:xfrm>
            <a:custGeom>
              <a:avLst/>
              <a:gdLst/>
              <a:ahLst/>
              <a:cxnLst/>
              <a:rect l="l" t="t" r="r" b="b"/>
              <a:pathLst>
                <a:path w="174" h="43" extrusionOk="0">
                  <a:moveTo>
                    <a:pt x="94" y="0"/>
                  </a:moveTo>
                  <a:cubicBezTo>
                    <a:pt x="63" y="0"/>
                    <a:pt x="29" y="14"/>
                    <a:pt x="0" y="43"/>
                  </a:cubicBezTo>
                  <a:lnTo>
                    <a:pt x="173" y="43"/>
                  </a:lnTo>
                  <a:cubicBezTo>
                    <a:pt x="173" y="43"/>
                    <a:pt x="173" y="26"/>
                    <a:pt x="157" y="26"/>
                  </a:cubicBezTo>
                  <a:cubicBezTo>
                    <a:pt x="142" y="10"/>
                    <a:pt x="119" y="0"/>
                    <a:pt x="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"/>
            <p:cNvSpPr/>
            <p:nvPr/>
          </p:nvSpPr>
          <p:spPr>
            <a:xfrm>
              <a:off x="3856900" y="28192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53" y="1"/>
                  </a:moveTo>
                  <a:cubicBezTo>
                    <a:pt x="120" y="1"/>
                    <a:pt x="87" y="1"/>
                    <a:pt x="67" y="17"/>
                  </a:cubicBezTo>
                  <a:cubicBezTo>
                    <a:pt x="34" y="34"/>
                    <a:pt x="17" y="67"/>
                    <a:pt x="17" y="104"/>
                  </a:cubicBezTo>
                  <a:cubicBezTo>
                    <a:pt x="1" y="137"/>
                    <a:pt x="17" y="170"/>
                    <a:pt x="34" y="207"/>
                  </a:cubicBezTo>
                  <a:cubicBezTo>
                    <a:pt x="34" y="223"/>
                    <a:pt x="67" y="240"/>
                    <a:pt x="104" y="256"/>
                  </a:cubicBezTo>
                  <a:cubicBezTo>
                    <a:pt x="153" y="256"/>
                    <a:pt x="223" y="207"/>
                    <a:pt x="240" y="137"/>
                  </a:cubicBezTo>
                  <a:cubicBezTo>
                    <a:pt x="240" y="104"/>
                    <a:pt x="240" y="67"/>
                    <a:pt x="223" y="50"/>
                  </a:cubicBezTo>
                  <a:cubicBezTo>
                    <a:pt x="223" y="34"/>
                    <a:pt x="207" y="34"/>
                    <a:pt x="207" y="17"/>
                  </a:cubicBezTo>
                  <a:cubicBezTo>
                    <a:pt x="190" y="17"/>
                    <a:pt x="170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"/>
            <p:cNvSpPr/>
            <p:nvPr/>
          </p:nvSpPr>
          <p:spPr>
            <a:xfrm>
              <a:off x="3868050" y="2740425"/>
              <a:ext cx="6500" cy="6400"/>
            </a:xfrm>
            <a:custGeom>
              <a:avLst/>
              <a:gdLst/>
              <a:ahLst/>
              <a:cxnLst/>
              <a:rect l="l" t="t" r="r" b="b"/>
              <a:pathLst>
                <a:path w="260" h="256" extrusionOk="0">
                  <a:moveTo>
                    <a:pt x="141" y="1"/>
                  </a:moveTo>
                  <a:cubicBezTo>
                    <a:pt x="107" y="1"/>
                    <a:pt x="72" y="14"/>
                    <a:pt x="54" y="44"/>
                  </a:cubicBezTo>
                  <a:cubicBezTo>
                    <a:pt x="0" y="93"/>
                    <a:pt x="0" y="180"/>
                    <a:pt x="54" y="229"/>
                  </a:cubicBezTo>
                  <a:cubicBezTo>
                    <a:pt x="76" y="246"/>
                    <a:pt x="103" y="256"/>
                    <a:pt x="128" y="256"/>
                  </a:cubicBezTo>
                  <a:cubicBezTo>
                    <a:pt x="159" y="256"/>
                    <a:pt x="188" y="242"/>
                    <a:pt x="206" y="213"/>
                  </a:cubicBezTo>
                  <a:cubicBezTo>
                    <a:pt x="260" y="147"/>
                    <a:pt x="260" y="77"/>
                    <a:pt x="206" y="23"/>
                  </a:cubicBezTo>
                  <a:cubicBezTo>
                    <a:pt x="192" y="9"/>
                    <a:pt x="167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"/>
            <p:cNvSpPr/>
            <p:nvPr/>
          </p:nvSpPr>
          <p:spPr>
            <a:xfrm>
              <a:off x="3870625" y="2696050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36" y="1"/>
                  </a:moveTo>
                  <a:cubicBezTo>
                    <a:pt x="121" y="1"/>
                    <a:pt x="103" y="5"/>
                    <a:pt x="87" y="13"/>
                  </a:cubicBezTo>
                  <a:cubicBezTo>
                    <a:pt x="33" y="30"/>
                    <a:pt x="0" y="116"/>
                    <a:pt x="17" y="170"/>
                  </a:cubicBezTo>
                  <a:cubicBezTo>
                    <a:pt x="17" y="203"/>
                    <a:pt x="33" y="236"/>
                    <a:pt x="70" y="236"/>
                  </a:cubicBezTo>
                  <a:cubicBezTo>
                    <a:pt x="87" y="252"/>
                    <a:pt x="120" y="252"/>
                    <a:pt x="157" y="252"/>
                  </a:cubicBezTo>
                  <a:cubicBezTo>
                    <a:pt x="190" y="236"/>
                    <a:pt x="206" y="203"/>
                    <a:pt x="223" y="186"/>
                  </a:cubicBezTo>
                  <a:cubicBezTo>
                    <a:pt x="239" y="149"/>
                    <a:pt x="239" y="116"/>
                    <a:pt x="223" y="83"/>
                  </a:cubicBezTo>
                  <a:cubicBezTo>
                    <a:pt x="223" y="67"/>
                    <a:pt x="206" y="46"/>
                    <a:pt x="206" y="30"/>
                  </a:cubicBezTo>
                  <a:cubicBezTo>
                    <a:pt x="190" y="13"/>
                    <a:pt x="190" y="13"/>
                    <a:pt x="173" y="13"/>
                  </a:cubicBezTo>
                  <a:cubicBezTo>
                    <a:pt x="165" y="5"/>
                    <a:pt x="152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"/>
            <p:cNvSpPr/>
            <p:nvPr/>
          </p:nvSpPr>
          <p:spPr>
            <a:xfrm>
              <a:off x="3862875" y="2834375"/>
              <a:ext cx="6025" cy="6500"/>
            </a:xfrm>
            <a:custGeom>
              <a:avLst/>
              <a:gdLst/>
              <a:ahLst/>
              <a:cxnLst/>
              <a:rect l="l" t="t" r="r" b="b"/>
              <a:pathLst>
                <a:path w="241" h="260" extrusionOk="0">
                  <a:moveTo>
                    <a:pt x="137" y="1"/>
                  </a:moveTo>
                  <a:cubicBezTo>
                    <a:pt x="121" y="1"/>
                    <a:pt x="104" y="5"/>
                    <a:pt x="87" y="13"/>
                  </a:cubicBezTo>
                  <a:cubicBezTo>
                    <a:pt x="34" y="30"/>
                    <a:pt x="1" y="116"/>
                    <a:pt x="17" y="182"/>
                  </a:cubicBezTo>
                  <a:cubicBezTo>
                    <a:pt x="17" y="203"/>
                    <a:pt x="34" y="236"/>
                    <a:pt x="71" y="252"/>
                  </a:cubicBezTo>
                  <a:cubicBezTo>
                    <a:pt x="82" y="252"/>
                    <a:pt x="100" y="260"/>
                    <a:pt x="122" y="260"/>
                  </a:cubicBezTo>
                  <a:cubicBezTo>
                    <a:pt x="133" y="260"/>
                    <a:pt x="145" y="258"/>
                    <a:pt x="158" y="252"/>
                  </a:cubicBezTo>
                  <a:cubicBezTo>
                    <a:pt x="174" y="236"/>
                    <a:pt x="207" y="219"/>
                    <a:pt x="224" y="182"/>
                  </a:cubicBezTo>
                  <a:cubicBezTo>
                    <a:pt x="240" y="149"/>
                    <a:pt x="240" y="116"/>
                    <a:pt x="224" y="79"/>
                  </a:cubicBezTo>
                  <a:cubicBezTo>
                    <a:pt x="224" y="63"/>
                    <a:pt x="207" y="46"/>
                    <a:pt x="207" y="30"/>
                  </a:cubicBezTo>
                  <a:cubicBezTo>
                    <a:pt x="191" y="30"/>
                    <a:pt x="191" y="13"/>
                    <a:pt x="174" y="13"/>
                  </a:cubicBezTo>
                  <a:cubicBezTo>
                    <a:pt x="166" y="5"/>
                    <a:pt x="152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"/>
            <p:cNvSpPr/>
            <p:nvPr/>
          </p:nvSpPr>
          <p:spPr>
            <a:xfrm>
              <a:off x="3882250" y="2686475"/>
              <a:ext cx="6025" cy="4350"/>
            </a:xfrm>
            <a:custGeom>
              <a:avLst/>
              <a:gdLst/>
              <a:ahLst/>
              <a:cxnLst/>
              <a:rect l="l" t="t" r="r" b="b"/>
              <a:pathLst>
                <a:path w="241" h="174" extrusionOk="0">
                  <a:moveTo>
                    <a:pt x="17" y="0"/>
                  </a:moveTo>
                  <a:lnTo>
                    <a:pt x="17" y="17"/>
                  </a:lnTo>
                  <a:cubicBezTo>
                    <a:pt x="1" y="54"/>
                    <a:pt x="1" y="87"/>
                    <a:pt x="17" y="120"/>
                  </a:cubicBezTo>
                  <a:cubicBezTo>
                    <a:pt x="34" y="140"/>
                    <a:pt x="67" y="157"/>
                    <a:pt x="83" y="173"/>
                  </a:cubicBezTo>
                  <a:cubicBezTo>
                    <a:pt x="121" y="173"/>
                    <a:pt x="154" y="157"/>
                    <a:pt x="170" y="140"/>
                  </a:cubicBezTo>
                  <a:cubicBezTo>
                    <a:pt x="207" y="120"/>
                    <a:pt x="224" y="87"/>
                    <a:pt x="224" y="54"/>
                  </a:cubicBezTo>
                  <a:lnTo>
                    <a:pt x="240" y="37"/>
                  </a:lnTo>
                  <a:cubicBezTo>
                    <a:pt x="154" y="17"/>
                    <a:pt x="83" y="0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"/>
            <p:cNvSpPr/>
            <p:nvPr/>
          </p:nvSpPr>
          <p:spPr>
            <a:xfrm>
              <a:off x="4223225" y="274275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37" y="0"/>
                  </a:moveTo>
                  <a:cubicBezTo>
                    <a:pt x="120" y="0"/>
                    <a:pt x="87" y="0"/>
                    <a:pt x="50" y="17"/>
                  </a:cubicBezTo>
                  <a:cubicBezTo>
                    <a:pt x="34" y="33"/>
                    <a:pt x="17" y="71"/>
                    <a:pt x="1" y="103"/>
                  </a:cubicBezTo>
                  <a:cubicBezTo>
                    <a:pt x="1" y="136"/>
                    <a:pt x="1" y="174"/>
                    <a:pt x="17" y="207"/>
                  </a:cubicBezTo>
                  <a:cubicBezTo>
                    <a:pt x="34" y="223"/>
                    <a:pt x="50" y="240"/>
                    <a:pt x="87" y="260"/>
                  </a:cubicBezTo>
                  <a:cubicBezTo>
                    <a:pt x="153" y="260"/>
                    <a:pt x="207" y="207"/>
                    <a:pt x="223" y="136"/>
                  </a:cubicBezTo>
                  <a:cubicBezTo>
                    <a:pt x="223" y="103"/>
                    <a:pt x="223" y="71"/>
                    <a:pt x="207" y="54"/>
                  </a:cubicBezTo>
                  <a:cubicBezTo>
                    <a:pt x="207" y="33"/>
                    <a:pt x="207" y="33"/>
                    <a:pt x="190" y="17"/>
                  </a:cubicBezTo>
                  <a:cubicBezTo>
                    <a:pt x="174" y="17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"/>
            <p:cNvSpPr/>
            <p:nvPr/>
          </p:nvSpPr>
          <p:spPr>
            <a:xfrm>
              <a:off x="4221475" y="2787075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32" y="0"/>
                  </a:moveTo>
                  <a:cubicBezTo>
                    <a:pt x="101" y="0"/>
                    <a:pt x="66" y="19"/>
                    <a:pt x="38" y="50"/>
                  </a:cubicBezTo>
                  <a:cubicBezTo>
                    <a:pt x="0" y="99"/>
                    <a:pt x="0" y="186"/>
                    <a:pt x="38" y="219"/>
                  </a:cubicBezTo>
                  <a:cubicBezTo>
                    <a:pt x="54" y="239"/>
                    <a:pt x="71" y="239"/>
                    <a:pt x="87" y="256"/>
                  </a:cubicBezTo>
                  <a:cubicBezTo>
                    <a:pt x="120" y="256"/>
                    <a:pt x="174" y="239"/>
                    <a:pt x="190" y="202"/>
                  </a:cubicBezTo>
                  <a:cubicBezTo>
                    <a:pt x="223" y="169"/>
                    <a:pt x="244" y="116"/>
                    <a:pt x="223" y="66"/>
                  </a:cubicBezTo>
                  <a:cubicBezTo>
                    <a:pt x="223" y="50"/>
                    <a:pt x="207" y="33"/>
                    <a:pt x="190" y="33"/>
                  </a:cubicBezTo>
                  <a:cubicBezTo>
                    <a:pt x="176" y="10"/>
                    <a:pt x="155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"/>
            <p:cNvSpPr/>
            <p:nvPr/>
          </p:nvSpPr>
          <p:spPr>
            <a:xfrm>
              <a:off x="4215900" y="2835425"/>
              <a:ext cx="6525" cy="6600"/>
            </a:xfrm>
            <a:custGeom>
              <a:avLst/>
              <a:gdLst/>
              <a:ahLst/>
              <a:cxnLst/>
              <a:rect l="l" t="t" r="r" b="b"/>
              <a:pathLst>
                <a:path w="261" h="264" extrusionOk="0">
                  <a:moveTo>
                    <a:pt x="136" y="1"/>
                  </a:moveTo>
                  <a:cubicBezTo>
                    <a:pt x="86" y="1"/>
                    <a:pt x="32" y="46"/>
                    <a:pt x="17" y="107"/>
                  </a:cubicBezTo>
                  <a:cubicBezTo>
                    <a:pt x="1" y="177"/>
                    <a:pt x="54" y="243"/>
                    <a:pt x="104" y="264"/>
                  </a:cubicBezTo>
                  <a:cubicBezTo>
                    <a:pt x="137" y="264"/>
                    <a:pt x="174" y="243"/>
                    <a:pt x="190" y="227"/>
                  </a:cubicBezTo>
                  <a:cubicBezTo>
                    <a:pt x="223" y="210"/>
                    <a:pt x="240" y="177"/>
                    <a:pt x="240" y="140"/>
                  </a:cubicBezTo>
                  <a:cubicBezTo>
                    <a:pt x="261" y="107"/>
                    <a:pt x="240" y="74"/>
                    <a:pt x="223" y="58"/>
                  </a:cubicBezTo>
                  <a:cubicBezTo>
                    <a:pt x="223" y="37"/>
                    <a:pt x="223" y="37"/>
                    <a:pt x="207" y="21"/>
                  </a:cubicBezTo>
                  <a:cubicBezTo>
                    <a:pt x="207" y="21"/>
                    <a:pt x="190" y="4"/>
                    <a:pt x="157" y="4"/>
                  </a:cubicBezTo>
                  <a:cubicBezTo>
                    <a:pt x="150" y="2"/>
                    <a:pt x="14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"/>
            <p:cNvSpPr/>
            <p:nvPr/>
          </p:nvSpPr>
          <p:spPr>
            <a:xfrm>
              <a:off x="4221050" y="2729050"/>
              <a:ext cx="2200" cy="3000"/>
            </a:xfrm>
            <a:custGeom>
              <a:avLst/>
              <a:gdLst/>
              <a:ahLst/>
              <a:cxnLst/>
              <a:rect l="l" t="t" r="r" b="b"/>
              <a:pathLst>
                <a:path w="88" h="120" extrusionOk="0">
                  <a:moveTo>
                    <a:pt x="1" y="0"/>
                  </a:moveTo>
                  <a:cubicBezTo>
                    <a:pt x="1" y="17"/>
                    <a:pt x="17" y="50"/>
                    <a:pt x="17" y="66"/>
                  </a:cubicBezTo>
                  <a:cubicBezTo>
                    <a:pt x="34" y="87"/>
                    <a:pt x="55" y="103"/>
                    <a:pt x="88" y="120"/>
                  </a:cubicBezTo>
                  <a:cubicBezTo>
                    <a:pt x="88" y="103"/>
                    <a:pt x="88" y="103"/>
                    <a:pt x="71" y="87"/>
                  </a:cubicBezTo>
                  <a:cubicBezTo>
                    <a:pt x="55" y="66"/>
                    <a:pt x="34" y="33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"/>
            <p:cNvSpPr/>
            <p:nvPr/>
          </p:nvSpPr>
          <p:spPr>
            <a:xfrm>
              <a:off x="4166525" y="2691625"/>
              <a:ext cx="3450" cy="950"/>
            </a:xfrm>
            <a:custGeom>
              <a:avLst/>
              <a:gdLst/>
              <a:ahLst/>
              <a:cxnLst/>
              <a:rect l="l" t="t" r="r" b="b"/>
              <a:pathLst>
                <a:path w="138" h="38" extrusionOk="0">
                  <a:moveTo>
                    <a:pt x="1" y="0"/>
                  </a:moveTo>
                  <a:cubicBezTo>
                    <a:pt x="17" y="17"/>
                    <a:pt x="50" y="38"/>
                    <a:pt x="71" y="38"/>
                  </a:cubicBezTo>
                  <a:cubicBezTo>
                    <a:pt x="88" y="38"/>
                    <a:pt x="121" y="38"/>
                    <a:pt x="137" y="17"/>
                  </a:cubicBezTo>
                  <a:cubicBezTo>
                    <a:pt x="104" y="17"/>
                    <a:pt x="50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"/>
            <p:cNvSpPr/>
            <p:nvPr/>
          </p:nvSpPr>
          <p:spPr>
            <a:xfrm>
              <a:off x="3916175" y="2706250"/>
              <a:ext cx="5175" cy="5600"/>
            </a:xfrm>
            <a:custGeom>
              <a:avLst/>
              <a:gdLst/>
              <a:ahLst/>
              <a:cxnLst/>
              <a:rect l="l" t="t" r="r" b="b"/>
              <a:pathLst>
                <a:path w="207" h="224" extrusionOk="0">
                  <a:moveTo>
                    <a:pt x="50" y="1"/>
                  </a:moveTo>
                  <a:cubicBezTo>
                    <a:pt x="33" y="34"/>
                    <a:pt x="17" y="50"/>
                    <a:pt x="0" y="87"/>
                  </a:cubicBezTo>
                  <a:cubicBezTo>
                    <a:pt x="0" y="120"/>
                    <a:pt x="0" y="153"/>
                    <a:pt x="17" y="174"/>
                  </a:cubicBezTo>
                  <a:cubicBezTo>
                    <a:pt x="33" y="207"/>
                    <a:pt x="50" y="224"/>
                    <a:pt x="87" y="224"/>
                  </a:cubicBezTo>
                  <a:cubicBezTo>
                    <a:pt x="120" y="224"/>
                    <a:pt x="153" y="224"/>
                    <a:pt x="169" y="207"/>
                  </a:cubicBezTo>
                  <a:cubicBezTo>
                    <a:pt x="190" y="191"/>
                    <a:pt x="190" y="191"/>
                    <a:pt x="207" y="174"/>
                  </a:cubicBezTo>
                  <a:cubicBezTo>
                    <a:pt x="153" y="120"/>
                    <a:pt x="103" y="71"/>
                    <a:pt x="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"/>
            <p:cNvSpPr/>
            <p:nvPr/>
          </p:nvSpPr>
          <p:spPr>
            <a:xfrm>
              <a:off x="3904525" y="2717500"/>
              <a:ext cx="6100" cy="6300"/>
            </a:xfrm>
            <a:custGeom>
              <a:avLst/>
              <a:gdLst/>
              <a:ahLst/>
              <a:cxnLst/>
              <a:rect l="l" t="t" r="r" b="b"/>
              <a:pathLst>
                <a:path w="244" h="252" extrusionOk="0">
                  <a:moveTo>
                    <a:pt x="137" y="0"/>
                  </a:moveTo>
                  <a:cubicBezTo>
                    <a:pt x="121" y="0"/>
                    <a:pt x="104" y="4"/>
                    <a:pt x="87" y="13"/>
                  </a:cubicBezTo>
                  <a:cubicBezTo>
                    <a:pt x="38" y="33"/>
                    <a:pt x="1" y="99"/>
                    <a:pt x="17" y="169"/>
                  </a:cubicBezTo>
                  <a:cubicBezTo>
                    <a:pt x="17" y="202"/>
                    <a:pt x="38" y="239"/>
                    <a:pt x="71" y="239"/>
                  </a:cubicBezTo>
                  <a:cubicBezTo>
                    <a:pt x="79" y="248"/>
                    <a:pt x="91" y="252"/>
                    <a:pt x="106" y="252"/>
                  </a:cubicBezTo>
                  <a:cubicBezTo>
                    <a:pt x="121" y="252"/>
                    <a:pt x="139" y="248"/>
                    <a:pt x="157" y="239"/>
                  </a:cubicBezTo>
                  <a:cubicBezTo>
                    <a:pt x="190" y="239"/>
                    <a:pt x="207" y="202"/>
                    <a:pt x="223" y="169"/>
                  </a:cubicBezTo>
                  <a:cubicBezTo>
                    <a:pt x="244" y="153"/>
                    <a:pt x="244" y="116"/>
                    <a:pt x="244" y="83"/>
                  </a:cubicBezTo>
                  <a:cubicBezTo>
                    <a:pt x="223" y="50"/>
                    <a:pt x="223" y="33"/>
                    <a:pt x="207" y="33"/>
                  </a:cubicBezTo>
                  <a:cubicBezTo>
                    <a:pt x="190" y="13"/>
                    <a:pt x="190" y="13"/>
                    <a:pt x="174" y="13"/>
                  </a:cubicBezTo>
                  <a:cubicBezTo>
                    <a:pt x="165" y="4"/>
                    <a:pt x="152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"/>
            <p:cNvSpPr/>
            <p:nvPr/>
          </p:nvSpPr>
          <p:spPr>
            <a:xfrm>
              <a:off x="3866800" y="278840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34" y="1"/>
                  </a:moveTo>
                  <a:cubicBezTo>
                    <a:pt x="119" y="1"/>
                    <a:pt x="102" y="5"/>
                    <a:pt x="83" y="13"/>
                  </a:cubicBezTo>
                  <a:cubicBezTo>
                    <a:pt x="34" y="46"/>
                    <a:pt x="1" y="116"/>
                    <a:pt x="17" y="186"/>
                  </a:cubicBezTo>
                  <a:cubicBezTo>
                    <a:pt x="17" y="219"/>
                    <a:pt x="34" y="236"/>
                    <a:pt x="67" y="252"/>
                  </a:cubicBezTo>
                  <a:cubicBezTo>
                    <a:pt x="75" y="261"/>
                    <a:pt x="88" y="265"/>
                    <a:pt x="104" y="265"/>
                  </a:cubicBezTo>
                  <a:cubicBezTo>
                    <a:pt x="119" y="265"/>
                    <a:pt x="137" y="261"/>
                    <a:pt x="153" y="252"/>
                  </a:cubicBezTo>
                  <a:cubicBezTo>
                    <a:pt x="207" y="219"/>
                    <a:pt x="240" y="149"/>
                    <a:pt x="223" y="83"/>
                  </a:cubicBezTo>
                  <a:cubicBezTo>
                    <a:pt x="223" y="63"/>
                    <a:pt x="207" y="46"/>
                    <a:pt x="207" y="30"/>
                  </a:cubicBezTo>
                  <a:cubicBezTo>
                    <a:pt x="186" y="30"/>
                    <a:pt x="186" y="13"/>
                    <a:pt x="170" y="13"/>
                  </a:cubicBezTo>
                  <a:cubicBezTo>
                    <a:pt x="161" y="5"/>
                    <a:pt x="149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"/>
            <p:cNvSpPr/>
            <p:nvPr/>
          </p:nvSpPr>
          <p:spPr>
            <a:xfrm>
              <a:off x="3911425" y="27518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20" y="0"/>
                  </a:moveTo>
                  <a:cubicBezTo>
                    <a:pt x="71" y="0"/>
                    <a:pt x="34" y="50"/>
                    <a:pt x="17" y="103"/>
                  </a:cubicBezTo>
                  <a:cubicBezTo>
                    <a:pt x="1" y="136"/>
                    <a:pt x="17" y="169"/>
                    <a:pt x="34" y="206"/>
                  </a:cubicBezTo>
                  <a:cubicBezTo>
                    <a:pt x="34" y="223"/>
                    <a:pt x="71" y="256"/>
                    <a:pt x="104" y="256"/>
                  </a:cubicBezTo>
                  <a:cubicBezTo>
                    <a:pt x="153" y="256"/>
                    <a:pt x="223" y="223"/>
                    <a:pt x="240" y="153"/>
                  </a:cubicBezTo>
                  <a:lnTo>
                    <a:pt x="240" y="120"/>
                  </a:lnTo>
                  <a:cubicBezTo>
                    <a:pt x="240" y="83"/>
                    <a:pt x="223" y="50"/>
                    <a:pt x="207" y="33"/>
                  </a:cubicBezTo>
                  <a:cubicBezTo>
                    <a:pt x="190" y="17"/>
                    <a:pt x="174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"/>
            <p:cNvSpPr/>
            <p:nvPr/>
          </p:nvSpPr>
          <p:spPr>
            <a:xfrm>
              <a:off x="4201275" y="2708825"/>
              <a:ext cx="5175" cy="5200"/>
            </a:xfrm>
            <a:custGeom>
              <a:avLst/>
              <a:gdLst/>
              <a:ahLst/>
              <a:cxnLst/>
              <a:rect l="l" t="t" r="r" b="b"/>
              <a:pathLst>
                <a:path w="207" h="208" extrusionOk="0">
                  <a:moveTo>
                    <a:pt x="37" y="1"/>
                  </a:moveTo>
                  <a:cubicBezTo>
                    <a:pt x="37" y="17"/>
                    <a:pt x="21" y="34"/>
                    <a:pt x="21" y="71"/>
                  </a:cubicBezTo>
                  <a:cubicBezTo>
                    <a:pt x="0" y="88"/>
                    <a:pt x="0" y="121"/>
                    <a:pt x="21" y="154"/>
                  </a:cubicBezTo>
                  <a:cubicBezTo>
                    <a:pt x="37" y="191"/>
                    <a:pt x="70" y="207"/>
                    <a:pt x="87" y="207"/>
                  </a:cubicBezTo>
                  <a:cubicBezTo>
                    <a:pt x="141" y="207"/>
                    <a:pt x="174" y="191"/>
                    <a:pt x="207" y="154"/>
                  </a:cubicBezTo>
                  <a:cubicBezTo>
                    <a:pt x="157" y="104"/>
                    <a:pt x="103" y="50"/>
                    <a:pt x="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6"/>
            <p:cNvSpPr/>
            <p:nvPr/>
          </p:nvSpPr>
          <p:spPr>
            <a:xfrm>
              <a:off x="4155825" y="2700700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20" y="0"/>
                  </a:moveTo>
                  <a:cubicBezTo>
                    <a:pt x="66" y="17"/>
                    <a:pt x="17" y="50"/>
                    <a:pt x="0" y="120"/>
                  </a:cubicBezTo>
                  <a:cubicBezTo>
                    <a:pt x="0" y="153"/>
                    <a:pt x="0" y="190"/>
                    <a:pt x="17" y="206"/>
                  </a:cubicBezTo>
                  <a:cubicBezTo>
                    <a:pt x="33" y="239"/>
                    <a:pt x="50" y="256"/>
                    <a:pt x="87" y="256"/>
                  </a:cubicBezTo>
                  <a:cubicBezTo>
                    <a:pt x="93" y="258"/>
                    <a:pt x="100" y="259"/>
                    <a:pt x="107" y="259"/>
                  </a:cubicBezTo>
                  <a:cubicBezTo>
                    <a:pt x="154" y="259"/>
                    <a:pt x="208" y="214"/>
                    <a:pt x="223" y="153"/>
                  </a:cubicBezTo>
                  <a:lnTo>
                    <a:pt x="223" y="120"/>
                  </a:lnTo>
                  <a:cubicBezTo>
                    <a:pt x="223" y="87"/>
                    <a:pt x="206" y="50"/>
                    <a:pt x="190" y="33"/>
                  </a:cubicBezTo>
                  <a:cubicBezTo>
                    <a:pt x="169" y="17"/>
                    <a:pt x="153" y="17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6"/>
            <p:cNvSpPr/>
            <p:nvPr/>
          </p:nvSpPr>
          <p:spPr>
            <a:xfrm>
              <a:off x="4127475" y="2695550"/>
              <a:ext cx="5600" cy="4650"/>
            </a:xfrm>
            <a:custGeom>
              <a:avLst/>
              <a:gdLst/>
              <a:ahLst/>
              <a:cxnLst/>
              <a:rect l="l" t="t" r="r" b="b"/>
              <a:pathLst>
                <a:path w="224" h="186" extrusionOk="0">
                  <a:moveTo>
                    <a:pt x="207" y="0"/>
                  </a:moveTo>
                  <a:lnTo>
                    <a:pt x="207" y="0"/>
                  </a:lnTo>
                  <a:cubicBezTo>
                    <a:pt x="136" y="33"/>
                    <a:pt x="66" y="50"/>
                    <a:pt x="0" y="87"/>
                  </a:cubicBezTo>
                  <a:cubicBezTo>
                    <a:pt x="0" y="103"/>
                    <a:pt x="0" y="136"/>
                    <a:pt x="17" y="153"/>
                  </a:cubicBezTo>
                  <a:cubicBezTo>
                    <a:pt x="38" y="175"/>
                    <a:pt x="63" y="186"/>
                    <a:pt x="88" y="186"/>
                  </a:cubicBezTo>
                  <a:cubicBezTo>
                    <a:pt x="123" y="186"/>
                    <a:pt x="159" y="167"/>
                    <a:pt x="190" y="136"/>
                  </a:cubicBezTo>
                  <a:cubicBezTo>
                    <a:pt x="223" y="103"/>
                    <a:pt x="223" y="50"/>
                    <a:pt x="2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6"/>
            <p:cNvSpPr/>
            <p:nvPr/>
          </p:nvSpPr>
          <p:spPr>
            <a:xfrm>
              <a:off x="3907100" y="273377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57" y="1"/>
                  </a:moveTo>
                  <a:cubicBezTo>
                    <a:pt x="87" y="1"/>
                    <a:pt x="38" y="34"/>
                    <a:pt x="17" y="104"/>
                  </a:cubicBezTo>
                  <a:cubicBezTo>
                    <a:pt x="1" y="137"/>
                    <a:pt x="17" y="170"/>
                    <a:pt x="17" y="207"/>
                  </a:cubicBezTo>
                  <a:cubicBezTo>
                    <a:pt x="38" y="240"/>
                    <a:pt x="71" y="256"/>
                    <a:pt x="87" y="256"/>
                  </a:cubicBezTo>
                  <a:cubicBezTo>
                    <a:pt x="96" y="259"/>
                    <a:pt x="105" y="260"/>
                    <a:pt x="114" y="260"/>
                  </a:cubicBezTo>
                  <a:cubicBezTo>
                    <a:pt x="173" y="260"/>
                    <a:pt x="223" y="214"/>
                    <a:pt x="223" y="153"/>
                  </a:cubicBezTo>
                  <a:cubicBezTo>
                    <a:pt x="244" y="120"/>
                    <a:pt x="244" y="83"/>
                    <a:pt x="223" y="50"/>
                  </a:cubicBezTo>
                  <a:cubicBezTo>
                    <a:pt x="207" y="50"/>
                    <a:pt x="207" y="34"/>
                    <a:pt x="207" y="34"/>
                  </a:cubicBezTo>
                  <a:cubicBezTo>
                    <a:pt x="190" y="17"/>
                    <a:pt x="174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6"/>
            <p:cNvSpPr/>
            <p:nvPr/>
          </p:nvSpPr>
          <p:spPr>
            <a:xfrm>
              <a:off x="3877525" y="2727800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39" y="1"/>
                  </a:moveTo>
                  <a:cubicBezTo>
                    <a:pt x="124" y="1"/>
                    <a:pt x="112" y="5"/>
                    <a:pt x="103" y="13"/>
                  </a:cubicBezTo>
                  <a:cubicBezTo>
                    <a:pt x="33" y="50"/>
                    <a:pt x="0" y="116"/>
                    <a:pt x="17" y="186"/>
                  </a:cubicBezTo>
                  <a:cubicBezTo>
                    <a:pt x="33" y="219"/>
                    <a:pt x="50" y="240"/>
                    <a:pt x="66" y="256"/>
                  </a:cubicBezTo>
                  <a:cubicBezTo>
                    <a:pt x="85" y="264"/>
                    <a:pt x="98" y="269"/>
                    <a:pt x="111" y="269"/>
                  </a:cubicBezTo>
                  <a:cubicBezTo>
                    <a:pt x="124" y="269"/>
                    <a:pt x="136" y="264"/>
                    <a:pt x="153" y="256"/>
                  </a:cubicBezTo>
                  <a:cubicBezTo>
                    <a:pt x="190" y="240"/>
                    <a:pt x="206" y="219"/>
                    <a:pt x="223" y="186"/>
                  </a:cubicBezTo>
                  <a:cubicBezTo>
                    <a:pt x="239" y="153"/>
                    <a:pt x="239" y="116"/>
                    <a:pt x="239" y="83"/>
                  </a:cubicBezTo>
                  <a:cubicBezTo>
                    <a:pt x="223" y="67"/>
                    <a:pt x="223" y="50"/>
                    <a:pt x="206" y="34"/>
                  </a:cubicBezTo>
                  <a:lnTo>
                    <a:pt x="190" y="13"/>
                  </a:lnTo>
                  <a:cubicBezTo>
                    <a:pt x="171" y="5"/>
                    <a:pt x="154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6"/>
            <p:cNvSpPr/>
            <p:nvPr/>
          </p:nvSpPr>
          <p:spPr>
            <a:xfrm>
              <a:off x="3900300" y="27019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7" y="1"/>
                  </a:moveTo>
                  <a:cubicBezTo>
                    <a:pt x="83" y="1"/>
                    <a:pt x="17" y="54"/>
                    <a:pt x="0" y="120"/>
                  </a:cubicBezTo>
                  <a:cubicBezTo>
                    <a:pt x="0" y="157"/>
                    <a:pt x="0" y="190"/>
                    <a:pt x="17" y="207"/>
                  </a:cubicBezTo>
                  <a:cubicBezTo>
                    <a:pt x="33" y="244"/>
                    <a:pt x="50" y="260"/>
                    <a:pt x="83" y="260"/>
                  </a:cubicBezTo>
                  <a:cubicBezTo>
                    <a:pt x="90" y="263"/>
                    <a:pt x="97" y="264"/>
                    <a:pt x="104" y="264"/>
                  </a:cubicBezTo>
                  <a:cubicBezTo>
                    <a:pt x="153" y="264"/>
                    <a:pt x="209" y="215"/>
                    <a:pt x="223" y="157"/>
                  </a:cubicBezTo>
                  <a:cubicBezTo>
                    <a:pt x="240" y="104"/>
                    <a:pt x="223" y="71"/>
                    <a:pt x="186" y="38"/>
                  </a:cubicBezTo>
                  <a:cubicBezTo>
                    <a:pt x="170" y="17"/>
                    <a:pt x="153" y="17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6"/>
            <p:cNvSpPr/>
            <p:nvPr/>
          </p:nvSpPr>
          <p:spPr>
            <a:xfrm>
              <a:off x="3870625" y="27567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0"/>
                  </a:moveTo>
                  <a:cubicBezTo>
                    <a:pt x="101" y="0"/>
                    <a:pt x="64" y="17"/>
                    <a:pt x="33" y="58"/>
                  </a:cubicBezTo>
                  <a:cubicBezTo>
                    <a:pt x="0" y="111"/>
                    <a:pt x="0" y="194"/>
                    <a:pt x="33" y="231"/>
                  </a:cubicBezTo>
                  <a:cubicBezTo>
                    <a:pt x="56" y="252"/>
                    <a:pt x="81" y="261"/>
                    <a:pt x="106" y="261"/>
                  </a:cubicBezTo>
                  <a:cubicBezTo>
                    <a:pt x="142" y="261"/>
                    <a:pt x="177" y="243"/>
                    <a:pt x="206" y="215"/>
                  </a:cubicBezTo>
                  <a:cubicBezTo>
                    <a:pt x="239" y="161"/>
                    <a:pt x="239" y="74"/>
                    <a:pt x="206" y="25"/>
                  </a:cubicBezTo>
                  <a:cubicBezTo>
                    <a:pt x="185" y="9"/>
                    <a:pt x="161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6"/>
            <p:cNvSpPr/>
            <p:nvPr/>
          </p:nvSpPr>
          <p:spPr>
            <a:xfrm>
              <a:off x="3875775" y="27110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3" y="1"/>
                  </a:moveTo>
                  <a:cubicBezTo>
                    <a:pt x="101" y="1"/>
                    <a:pt x="64" y="18"/>
                    <a:pt x="33" y="47"/>
                  </a:cubicBezTo>
                  <a:cubicBezTo>
                    <a:pt x="17" y="64"/>
                    <a:pt x="17" y="84"/>
                    <a:pt x="0" y="101"/>
                  </a:cubicBezTo>
                  <a:cubicBezTo>
                    <a:pt x="0" y="150"/>
                    <a:pt x="0" y="204"/>
                    <a:pt x="33" y="237"/>
                  </a:cubicBezTo>
                  <a:cubicBezTo>
                    <a:pt x="59" y="248"/>
                    <a:pt x="92" y="260"/>
                    <a:pt x="122" y="260"/>
                  </a:cubicBezTo>
                  <a:cubicBezTo>
                    <a:pt x="134" y="260"/>
                    <a:pt x="146" y="258"/>
                    <a:pt x="157" y="253"/>
                  </a:cubicBezTo>
                  <a:cubicBezTo>
                    <a:pt x="173" y="237"/>
                    <a:pt x="190" y="220"/>
                    <a:pt x="190" y="204"/>
                  </a:cubicBezTo>
                  <a:cubicBezTo>
                    <a:pt x="239" y="150"/>
                    <a:pt x="239" y="84"/>
                    <a:pt x="190" y="31"/>
                  </a:cubicBezTo>
                  <a:cubicBezTo>
                    <a:pt x="176" y="10"/>
                    <a:pt x="156" y="1"/>
                    <a:pt x="1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6"/>
            <p:cNvSpPr/>
            <p:nvPr/>
          </p:nvSpPr>
          <p:spPr>
            <a:xfrm>
              <a:off x="3896800" y="2746775"/>
              <a:ext cx="6525" cy="6625"/>
            </a:xfrm>
            <a:custGeom>
              <a:avLst/>
              <a:gdLst/>
              <a:ahLst/>
              <a:cxnLst/>
              <a:rect l="l" t="t" r="r" b="b"/>
              <a:pathLst>
                <a:path w="261" h="265" extrusionOk="0">
                  <a:moveTo>
                    <a:pt x="140" y="0"/>
                  </a:moveTo>
                  <a:cubicBezTo>
                    <a:pt x="125" y="0"/>
                    <a:pt x="112" y="4"/>
                    <a:pt x="103" y="13"/>
                  </a:cubicBezTo>
                  <a:cubicBezTo>
                    <a:pt x="37" y="29"/>
                    <a:pt x="0" y="116"/>
                    <a:pt x="17" y="182"/>
                  </a:cubicBezTo>
                  <a:cubicBezTo>
                    <a:pt x="17" y="202"/>
                    <a:pt x="54" y="235"/>
                    <a:pt x="70" y="252"/>
                  </a:cubicBezTo>
                  <a:cubicBezTo>
                    <a:pt x="87" y="260"/>
                    <a:pt x="99" y="264"/>
                    <a:pt x="112" y="264"/>
                  </a:cubicBezTo>
                  <a:cubicBezTo>
                    <a:pt x="125" y="264"/>
                    <a:pt x="138" y="260"/>
                    <a:pt x="157" y="252"/>
                  </a:cubicBezTo>
                  <a:cubicBezTo>
                    <a:pt x="223" y="219"/>
                    <a:pt x="260" y="149"/>
                    <a:pt x="244" y="79"/>
                  </a:cubicBezTo>
                  <a:cubicBezTo>
                    <a:pt x="223" y="62"/>
                    <a:pt x="223" y="46"/>
                    <a:pt x="206" y="29"/>
                  </a:cubicBezTo>
                  <a:lnTo>
                    <a:pt x="190" y="13"/>
                  </a:lnTo>
                  <a:cubicBezTo>
                    <a:pt x="173" y="4"/>
                    <a:pt x="156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6"/>
            <p:cNvSpPr/>
            <p:nvPr/>
          </p:nvSpPr>
          <p:spPr>
            <a:xfrm>
              <a:off x="3883075" y="2744750"/>
              <a:ext cx="6025" cy="6325"/>
            </a:xfrm>
            <a:custGeom>
              <a:avLst/>
              <a:gdLst/>
              <a:ahLst/>
              <a:cxnLst/>
              <a:rect l="l" t="t" r="r" b="b"/>
              <a:pathLst>
                <a:path w="241" h="253" extrusionOk="0">
                  <a:moveTo>
                    <a:pt x="127" y="1"/>
                  </a:moveTo>
                  <a:cubicBezTo>
                    <a:pt x="97" y="1"/>
                    <a:pt x="63" y="13"/>
                    <a:pt x="34" y="40"/>
                  </a:cubicBezTo>
                  <a:cubicBezTo>
                    <a:pt x="1" y="110"/>
                    <a:pt x="1" y="180"/>
                    <a:pt x="34" y="230"/>
                  </a:cubicBezTo>
                  <a:cubicBezTo>
                    <a:pt x="58" y="244"/>
                    <a:pt x="85" y="253"/>
                    <a:pt x="111" y="253"/>
                  </a:cubicBezTo>
                  <a:cubicBezTo>
                    <a:pt x="144" y="253"/>
                    <a:pt x="178" y="240"/>
                    <a:pt x="207" y="213"/>
                  </a:cubicBezTo>
                  <a:cubicBezTo>
                    <a:pt x="240" y="143"/>
                    <a:pt x="240" y="77"/>
                    <a:pt x="191" y="23"/>
                  </a:cubicBezTo>
                  <a:cubicBezTo>
                    <a:pt x="174" y="9"/>
                    <a:pt x="151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6"/>
            <p:cNvSpPr/>
            <p:nvPr/>
          </p:nvSpPr>
          <p:spPr>
            <a:xfrm>
              <a:off x="3883500" y="26992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8" y="1"/>
                  </a:moveTo>
                  <a:cubicBezTo>
                    <a:pt x="103" y="1"/>
                    <a:pt x="65" y="18"/>
                    <a:pt x="33" y="59"/>
                  </a:cubicBezTo>
                  <a:cubicBezTo>
                    <a:pt x="0" y="109"/>
                    <a:pt x="0" y="179"/>
                    <a:pt x="33" y="228"/>
                  </a:cubicBezTo>
                  <a:cubicBezTo>
                    <a:pt x="54" y="249"/>
                    <a:pt x="71" y="249"/>
                    <a:pt x="87" y="249"/>
                  </a:cubicBezTo>
                  <a:cubicBezTo>
                    <a:pt x="96" y="253"/>
                    <a:pt x="106" y="255"/>
                    <a:pt x="117" y="255"/>
                  </a:cubicBezTo>
                  <a:cubicBezTo>
                    <a:pt x="147" y="255"/>
                    <a:pt x="182" y="239"/>
                    <a:pt x="207" y="212"/>
                  </a:cubicBezTo>
                  <a:cubicBezTo>
                    <a:pt x="240" y="162"/>
                    <a:pt x="240" y="109"/>
                    <a:pt x="223" y="76"/>
                  </a:cubicBezTo>
                  <a:cubicBezTo>
                    <a:pt x="223" y="59"/>
                    <a:pt x="207" y="43"/>
                    <a:pt x="207" y="22"/>
                  </a:cubicBezTo>
                  <a:cubicBezTo>
                    <a:pt x="186" y="9"/>
                    <a:pt x="163" y="1"/>
                    <a:pt x="1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6"/>
            <p:cNvSpPr/>
            <p:nvPr/>
          </p:nvSpPr>
          <p:spPr>
            <a:xfrm>
              <a:off x="3862875" y="2725000"/>
              <a:ext cx="6025" cy="6400"/>
            </a:xfrm>
            <a:custGeom>
              <a:avLst/>
              <a:gdLst/>
              <a:ahLst/>
              <a:cxnLst/>
              <a:rect l="l" t="t" r="r" b="b"/>
              <a:pathLst>
                <a:path w="241" h="256" extrusionOk="0">
                  <a:moveTo>
                    <a:pt x="140" y="1"/>
                  </a:moveTo>
                  <a:cubicBezTo>
                    <a:pt x="107" y="1"/>
                    <a:pt x="74" y="17"/>
                    <a:pt x="54" y="59"/>
                  </a:cubicBezTo>
                  <a:cubicBezTo>
                    <a:pt x="1" y="108"/>
                    <a:pt x="1" y="179"/>
                    <a:pt x="54" y="228"/>
                  </a:cubicBezTo>
                  <a:cubicBezTo>
                    <a:pt x="71" y="249"/>
                    <a:pt x="71" y="249"/>
                    <a:pt x="87" y="249"/>
                  </a:cubicBezTo>
                  <a:cubicBezTo>
                    <a:pt x="100" y="253"/>
                    <a:pt x="113" y="255"/>
                    <a:pt x="124" y="255"/>
                  </a:cubicBezTo>
                  <a:cubicBezTo>
                    <a:pt x="156" y="255"/>
                    <a:pt x="183" y="239"/>
                    <a:pt x="207" y="212"/>
                  </a:cubicBezTo>
                  <a:cubicBezTo>
                    <a:pt x="240" y="179"/>
                    <a:pt x="240" y="125"/>
                    <a:pt x="240" y="75"/>
                  </a:cubicBezTo>
                  <a:cubicBezTo>
                    <a:pt x="224" y="59"/>
                    <a:pt x="224" y="43"/>
                    <a:pt x="207" y="22"/>
                  </a:cubicBezTo>
                  <a:cubicBezTo>
                    <a:pt x="187" y="8"/>
                    <a:pt x="163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6"/>
            <p:cNvSpPr/>
            <p:nvPr/>
          </p:nvSpPr>
          <p:spPr>
            <a:xfrm>
              <a:off x="4245075" y="2837750"/>
              <a:ext cx="6525" cy="6550"/>
            </a:xfrm>
            <a:custGeom>
              <a:avLst/>
              <a:gdLst/>
              <a:ahLst/>
              <a:cxnLst/>
              <a:rect l="l" t="t" r="r" b="b"/>
              <a:pathLst>
                <a:path w="261" h="262" extrusionOk="0">
                  <a:moveTo>
                    <a:pt x="150" y="1"/>
                  </a:moveTo>
                  <a:cubicBezTo>
                    <a:pt x="119" y="1"/>
                    <a:pt x="83" y="18"/>
                    <a:pt x="54" y="47"/>
                  </a:cubicBezTo>
                  <a:cubicBezTo>
                    <a:pt x="1" y="101"/>
                    <a:pt x="1" y="187"/>
                    <a:pt x="54" y="237"/>
                  </a:cubicBezTo>
                  <a:cubicBezTo>
                    <a:pt x="75" y="252"/>
                    <a:pt x="100" y="261"/>
                    <a:pt x="123" y="261"/>
                  </a:cubicBezTo>
                  <a:cubicBezTo>
                    <a:pt x="156" y="261"/>
                    <a:pt x="188" y="244"/>
                    <a:pt x="207" y="204"/>
                  </a:cubicBezTo>
                  <a:cubicBezTo>
                    <a:pt x="260" y="150"/>
                    <a:pt x="260" y="68"/>
                    <a:pt x="207" y="31"/>
                  </a:cubicBezTo>
                  <a:cubicBezTo>
                    <a:pt x="193" y="10"/>
                    <a:pt x="173" y="1"/>
                    <a:pt x="1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6"/>
            <p:cNvSpPr/>
            <p:nvPr/>
          </p:nvSpPr>
          <p:spPr>
            <a:xfrm>
              <a:off x="4249000" y="2791525"/>
              <a:ext cx="6000" cy="6300"/>
            </a:xfrm>
            <a:custGeom>
              <a:avLst/>
              <a:gdLst/>
              <a:ahLst/>
              <a:cxnLst/>
              <a:rect l="l" t="t" r="r" b="b"/>
              <a:pathLst>
                <a:path w="240" h="252" extrusionOk="0">
                  <a:moveTo>
                    <a:pt x="116" y="0"/>
                  </a:moveTo>
                  <a:cubicBezTo>
                    <a:pt x="100" y="0"/>
                    <a:pt x="81" y="8"/>
                    <a:pt x="70" y="8"/>
                  </a:cubicBezTo>
                  <a:cubicBezTo>
                    <a:pt x="33" y="24"/>
                    <a:pt x="17" y="61"/>
                    <a:pt x="0" y="111"/>
                  </a:cubicBezTo>
                  <a:cubicBezTo>
                    <a:pt x="0" y="144"/>
                    <a:pt x="0" y="181"/>
                    <a:pt x="17" y="197"/>
                  </a:cubicBezTo>
                  <a:cubicBezTo>
                    <a:pt x="33" y="230"/>
                    <a:pt x="50" y="247"/>
                    <a:pt x="87" y="247"/>
                  </a:cubicBezTo>
                  <a:cubicBezTo>
                    <a:pt x="94" y="250"/>
                    <a:pt x="102" y="251"/>
                    <a:pt x="110" y="251"/>
                  </a:cubicBezTo>
                  <a:cubicBezTo>
                    <a:pt x="156" y="251"/>
                    <a:pt x="209" y="206"/>
                    <a:pt x="223" y="164"/>
                  </a:cubicBezTo>
                  <a:lnTo>
                    <a:pt x="223" y="144"/>
                  </a:lnTo>
                  <a:cubicBezTo>
                    <a:pt x="239" y="94"/>
                    <a:pt x="223" y="61"/>
                    <a:pt x="190" y="24"/>
                  </a:cubicBezTo>
                  <a:cubicBezTo>
                    <a:pt x="173" y="8"/>
                    <a:pt x="153" y="8"/>
                    <a:pt x="136" y="8"/>
                  </a:cubicBezTo>
                  <a:cubicBezTo>
                    <a:pt x="131" y="2"/>
                    <a:pt x="124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6"/>
            <p:cNvSpPr/>
            <p:nvPr/>
          </p:nvSpPr>
          <p:spPr>
            <a:xfrm>
              <a:off x="4248175" y="27766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6" y="1"/>
                  </a:moveTo>
                  <a:cubicBezTo>
                    <a:pt x="120" y="1"/>
                    <a:pt x="83" y="17"/>
                    <a:pt x="50" y="38"/>
                  </a:cubicBezTo>
                  <a:cubicBezTo>
                    <a:pt x="33" y="54"/>
                    <a:pt x="17" y="87"/>
                    <a:pt x="0" y="120"/>
                  </a:cubicBezTo>
                  <a:cubicBezTo>
                    <a:pt x="0" y="158"/>
                    <a:pt x="0" y="191"/>
                    <a:pt x="17" y="207"/>
                  </a:cubicBezTo>
                  <a:cubicBezTo>
                    <a:pt x="33" y="244"/>
                    <a:pt x="50" y="261"/>
                    <a:pt x="83" y="261"/>
                  </a:cubicBezTo>
                  <a:cubicBezTo>
                    <a:pt x="91" y="263"/>
                    <a:pt x="100" y="264"/>
                    <a:pt x="108" y="264"/>
                  </a:cubicBezTo>
                  <a:cubicBezTo>
                    <a:pt x="166" y="264"/>
                    <a:pt x="208" y="215"/>
                    <a:pt x="223" y="158"/>
                  </a:cubicBezTo>
                  <a:cubicBezTo>
                    <a:pt x="239" y="120"/>
                    <a:pt x="223" y="87"/>
                    <a:pt x="206" y="54"/>
                  </a:cubicBezTo>
                  <a:cubicBezTo>
                    <a:pt x="206" y="54"/>
                    <a:pt x="206" y="38"/>
                    <a:pt x="186" y="38"/>
                  </a:cubicBezTo>
                  <a:cubicBezTo>
                    <a:pt x="186" y="17"/>
                    <a:pt x="169" y="17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6"/>
            <p:cNvSpPr/>
            <p:nvPr/>
          </p:nvSpPr>
          <p:spPr>
            <a:xfrm>
              <a:off x="4241675" y="276120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4" y="0"/>
                  </a:moveTo>
                  <a:cubicBezTo>
                    <a:pt x="87" y="17"/>
                    <a:pt x="71" y="38"/>
                    <a:pt x="54" y="54"/>
                  </a:cubicBezTo>
                  <a:cubicBezTo>
                    <a:pt x="1" y="103"/>
                    <a:pt x="1" y="190"/>
                    <a:pt x="54" y="223"/>
                  </a:cubicBezTo>
                  <a:cubicBezTo>
                    <a:pt x="54" y="244"/>
                    <a:pt x="71" y="244"/>
                    <a:pt x="87" y="260"/>
                  </a:cubicBezTo>
                  <a:cubicBezTo>
                    <a:pt x="137" y="260"/>
                    <a:pt x="174" y="244"/>
                    <a:pt x="207" y="207"/>
                  </a:cubicBezTo>
                  <a:cubicBezTo>
                    <a:pt x="207" y="207"/>
                    <a:pt x="207" y="190"/>
                    <a:pt x="223" y="190"/>
                  </a:cubicBezTo>
                  <a:cubicBezTo>
                    <a:pt x="174" y="141"/>
                    <a:pt x="137" y="71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6"/>
            <p:cNvSpPr/>
            <p:nvPr/>
          </p:nvSpPr>
          <p:spPr>
            <a:xfrm>
              <a:off x="4235700" y="2789950"/>
              <a:ext cx="6425" cy="6425"/>
            </a:xfrm>
            <a:custGeom>
              <a:avLst/>
              <a:gdLst/>
              <a:ahLst/>
              <a:cxnLst/>
              <a:rect l="l" t="t" r="r" b="b"/>
              <a:pathLst>
                <a:path w="257" h="257" extrusionOk="0">
                  <a:moveTo>
                    <a:pt x="103" y="1"/>
                  </a:moveTo>
                  <a:cubicBezTo>
                    <a:pt x="50" y="38"/>
                    <a:pt x="0" y="104"/>
                    <a:pt x="17" y="174"/>
                  </a:cubicBezTo>
                  <a:cubicBezTo>
                    <a:pt x="33" y="207"/>
                    <a:pt x="50" y="227"/>
                    <a:pt x="87" y="244"/>
                  </a:cubicBezTo>
                  <a:cubicBezTo>
                    <a:pt x="95" y="252"/>
                    <a:pt x="108" y="256"/>
                    <a:pt x="122" y="256"/>
                  </a:cubicBezTo>
                  <a:cubicBezTo>
                    <a:pt x="136" y="256"/>
                    <a:pt x="153" y="252"/>
                    <a:pt x="169" y="244"/>
                  </a:cubicBezTo>
                  <a:cubicBezTo>
                    <a:pt x="190" y="227"/>
                    <a:pt x="223" y="207"/>
                    <a:pt x="240" y="174"/>
                  </a:cubicBezTo>
                  <a:cubicBezTo>
                    <a:pt x="240" y="141"/>
                    <a:pt x="256" y="104"/>
                    <a:pt x="240" y="87"/>
                  </a:cubicBezTo>
                  <a:cubicBezTo>
                    <a:pt x="240" y="54"/>
                    <a:pt x="223" y="38"/>
                    <a:pt x="207" y="21"/>
                  </a:cubicBezTo>
                  <a:lnTo>
                    <a:pt x="19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6"/>
            <p:cNvSpPr/>
            <p:nvPr/>
          </p:nvSpPr>
          <p:spPr>
            <a:xfrm>
              <a:off x="4243850" y="2822125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16" y="1"/>
                  </a:moveTo>
                  <a:cubicBezTo>
                    <a:pt x="69" y="1"/>
                    <a:pt x="14" y="46"/>
                    <a:pt x="0" y="107"/>
                  </a:cubicBezTo>
                  <a:cubicBezTo>
                    <a:pt x="0" y="140"/>
                    <a:pt x="0" y="177"/>
                    <a:pt x="17" y="210"/>
                  </a:cubicBezTo>
                  <a:cubicBezTo>
                    <a:pt x="33" y="227"/>
                    <a:pt x="50" y="260"/>
                    <a:pt x="87" y="260"/>
                  </a:cubicBezTo>
                  <a:cubicBezTo>
                    <a:pt x="136" y="260"/>
                    <a:pt x="206" y="227"/>
                    <a:pt x="223" y="157"/>
                  </a:cubicBezTo>
                  <a:cubicBezTo>
                    <a:pt x="223" y="124"/>
                    <a:pt x="223" y="91"/>
                    <a:pt x="206" y="54"/>
                  </a:cubicBezTo>
                  <a:cubicBezTo>
                    <a:pt x="206" y="37"/>
                    <a:pt x="190" y="37"/>
                    <a:pt x="190" y="37"/>
                  </a:cubicBezTo>
                  <a:cubicBezTo>
                    <a:pt x="173" y="21"/>
                    <a:pt x="153" y="4"/>
                    <a:pt x="136" y="4"/>
                  </a:cubicBezTo>
                  <a:cubicBezTo>
                    <a:pt x="130" y="2"/>
                    <a:pt x="123" y="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6"/>
            <p:cNvSpPr/>
            <p:nvPr/>
          </p:nvSpPr>
          <p:spPr>
            <a:xfrm>
              <a:off x="4241275" y="280662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36" y="1"/>
                  </a:moveTo>
                  <a:cubicBezTo>
                    <a:pt x="103" y="1"/>
                    <a:pt x="71" y="17"/>
                    <a:pt x="50" y="55"/>
                  </a:cubicBezTo>
                  <a:cubicBezTo>
                    <a:pt x="0" y="109"/>
                    <a:pt x="0" y="195"/>
                    <a:pt x="50" y="228"/>
                  </a:cubicBezTo>
                  <a:cubicBezTo>
                    <a:pt x="65" y="251"/>
                    <a:pt x="85" y="260"/>
                    <a:pt x="107" y="260"/>
                  </a:cubicBezTo>
                  <a:cubicBezTo>
                    <a:pt x="139" y="260"/>
                    <a:pt x="175" y="241"/>
                    <a:pt x="206" y="212"/>
                  </a:cubicBezTo>
                  <a:cubicBezTo>
                    <a:pt x="239" y="158"/>
                    <a:pt x="239" y="76"/>
                    <a:pt x="206" y="22"/>
                  </a:cubicBezTo>
                  <a:cubicBezTo>
                    <a:pt x="184" y="9"/>
                    <a:pt x="160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6"/>
            <p:cNvSpPr/>
            <p:nvPr/>
          </p:nvSpPr>
          <p:spPr>
            <a:xfrm>
              <a:off x="4227550" y="2850550"/>
              <a:ext cx="1675" cy="25"/>
            </a:xfrm>
            <a:custGeom>
              <a:avLst/>
              <a:gdLst/>
              <a:ahLst/>
              <a:cxnLst/>
              <a:rect l="l" t="t" r="r" b="b"/>
              <a:pathLst>
                <a:path w="67" h="1" extrusionOk="0">
                  <a:moveTo>
                    <a:pt x="1" y="1"/>
                  </a:moveTo>
                  <a:lnTo>
                    <a:pt x="6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6"/>
            <p:cNvSpPr/>
            <p:nvPr/>
          </p:nvSpPr>
          <p:spPr>
            <a:xfrm>
              <a:off x="3866800" y="2686475"/>
              <a:ext cx="2100" cy="650"/>
            </a:xfrm>
            <a:custGeom>
              <a:avLst/>
              <a:gdLst/>
              <a:ahLst/>
              <a:cxnLst/>
              <a:rect l="l" t="t" r="r" b="b"/>
              <a:pathLst>
                <a:path w="84" h="26" extrusionOk="0">
                  <a:moveTo>
                    <a:pt x="83" y="0"/>
                  </a:moveTo>
                  <a:cubicBezTo>
                    <a:pt x="50" y="0"/>
                    <a:pt x="34" y="17"/>
                    <a:pt x="1" y="17"/>
                  </a:cubicBezTo>
                  <a:lnTo>
                    <a:pt x="17" y="17"/>
                  </a:lnTo>
                  <a:cubicBezTo>
                    <a:pt x="22" y="23"/>
                    <a:pt x="28" y="25"/>
                    <a:pt x="35" y="25"/>
                  </a:cubicBezTo>
                  <a:cubicBezTo>
                    <a:pt x="52" y="25"/>
                    <a:pt x="71" y="12"/>
                    <a:pt x="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6"/>
            <p:cNvSpPr/>
            <p:nvPr/>
          </p:nvSpPr>
          <p:spPr>
            <a:xfrm>
              <a:off x="3840100" y="2692025"/>
              <a:ext cx="6100" cy="4675"/>
            </a:xfrm>
            <a:custGeom>
              <a:avLst/>
              <a:gdLst/>
              <a:ahLst/>
              <a:cxnLst/>
              <a:rect l="l" t="t" r="r" b="b"/>
              <a:pathLst>
                <a:path w="244" h="187" extrusionOk="0">
                  <a:moveTo>
                    <a:pt x="207" y="1"/>
                  </a:moveTo>
                  <a:cubicBezTo>
                    <a:pt x="120" y="38"/>
                    <a:pt x="54" y="71"/>
                    <a:pt x="1" y="88"/>
                  </a:cubicBezTo>
                  <a:lnTo>
                    <a:pt x="1" y="104"/>
                  </a:lnTo>
                  <a:cubicBezTo>
                    <a:pt x="1" y="141"/>
                    <a:pt x="17" y="158"/>
                    <a:pt x="54" y="174"/>
                  </a:cubicBezTo>
                  <a:cubicBezTo>
                    <a:pt x="71" y="182"/>
                    <a:pt x="83" y="186"/>
                    <a:pt x="96" y="186"/>
                  </a:cubicBezTo>
                  <a:cubicBezTo>
                    <a:pt x="109" y="186"/>
                    <a:pt x="122" y="182"/>
                    <a:pt x="141" y="174"/>
                  </a:cubicBezTo>
                  <a:cubicBezTo>
                    <a:pt x="190" y="158"/>
                    <a:pt x="244" y="88"/>
                    <a:pt x="223" y="22"/>
                  </a:cubicBezTo>
                  <a:lnTo>
                    <a:pt x="20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6"/>
            <p:cNvSpPr/>
            <p:nvPr/>
          </p:nvSpPr>
          <p:spPr>
            <a:xfrm>
              <a:off x="4230950" y="28354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7" y="1"/>
                  </a:moveTo>
                  <a:cubicBezTo>
                    <a:pt x="70" y="1"/>
                    <a:pt x="17" y="46"/>
                    <a:pt x="17" y="107"/>
                  </a:cubicBezTo>
                  <a:cubicBezTo>
                    <a:pt x="1" y="140"/>
                    <a:pt x="1" y="177"/>
                    <a:pt x="17" y="210"/>
                  </a:cubicBezTo>
                  <a:cubicBezTo>
                    <a:pt x="34" y="227"/>
                    <a:pt x="71" y="243"/>
                    <a:pt x="87" y="264"/>
                  </a:cubicBezTo>
                  <a:cubicBezTo>
                    <a:pt x="153" y="264"/>
                    <a:pt x="207" y="210"/>
                    <a:pt x="223" y="140"/>
                  </a:cubicBezTo>
                  <a:cubicBezTo>
                    <a:pt x="240" y="107"/>
                    <a:pt x="240" y="74"/>
                    <a:pt x="223" y="58"/>
                  </a:cubicBezTo>
                  <a:cubicBezTo>
                    <a:pt x="207" y="37"/>
                    <a:pt x="207" y="37"/>
                    <a:pt x="207" y="21"/>
                  </a:cubicBezTo>
                  <a:cubicBezTo>
                    <a:pt x="190" y="21"/>
                    <a:pt x="174" y="4"/>
                    <a:pt x="153" y="4"/>
                  </a:cubicBezTo>
                  <a:cubicBezTo>
                    <a:pt x="145" y="2"/>
                    <a:pt x="136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6"/>
            <p:cNvSpPr/>
            <p:nvPr/>
          </p:nvSpPr>
          <p:spPr>
            <a:xfrm>
              <a:off x="4270025" y="2814900"/>
              <a:ext cx="2600" cy="5175"/>
            </a:xfrm>
            <a:custGeom>
              <a:avLst/>
              <a:gdLst/>
              <a:ahLst/>
              <a:cxnLst/>
              <a:rect l="l" t="t" r="r" b="b"/>
              <a:pathLst>
                <a:path w="104" h="207" extrusionOk="0">
                  <a:moveTo>
                    <a:pt x="33" y="0"/>
                  </a:moveTo>
                  <a:cubicBezTo>
                    <a:pt x="17" y="17"/>
                    <a:pt x="17" y="33"/>
                    <a:pt x="0" y="71"/>
                  </a:cubicBezTo>
                  <a:cubicBezTo>
                    <a:pt x="0" y="104"/>
                    <a:pt x="0" y="137"/>
                    <a:pt x="17" y="157"/>
                  </a:cubicBezTo>
                  <a:cubicBezTo>
                    <a:pt x="33" y="190"/>
                    <a:pt x="54" y="207"/>
                    <a:pt x="87" y="207"/>
                  </a:cubicBezTo>
                  <a:lnTo>
                    <a:pt x="103" y="207"/>
                  </a:lnTo>
                  <a:cubicBezTo>
                    <a:pt x="70" y="137"/>
                    <a:pt x="54" y="71"/>
                    <a:pt x="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6"/>
            <p:cNvSpPr/>
            <p:nvPr/>
          </p:nvSpPr>
          <p:spPr>
            <a:xfrm>
              <a:off x="4116750" y="27224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7" y="0"/>
                  </a:moveTo>
                  <a:cubicBezTo>
                    <a:pt x="67" y="0"/>
                    <a:pt x="15" y="49"/>
                    <a:pt x="1" y="106"/>
                  </a:cubicBezTo>
                  <a:cubicBezTo>
                    <a:pt x="1" y="144"/>
                    <a:pt x="1" y="176"/>
                    <a:pt x="17" y="209"/>
                  </a:cubicBezTo>
                  <a:cubicBezTo>
                    <a:pt x="34" y="226"/>
                    <a:pt x="67" y="247"/>
                    <a:pt x="83" y="263"/>
                  </a:cubicBezTo>
                  <a:cubicBezTo>
                    <a:pt x="153" y="263"/>
                    <a:pt x="207" y="209"/>
                    <a:pt x="223" y="144"/>
                  </a:cubicBezTo>
                  <a:cubicBezTo>
                    <a:pt x="240" y="106"/>
                    <a:pt x="223" y="73"/>
                    <a:pt x="223" y="57"/>
                  </a:cubicBezTo>
                  <a:lnTo>
                    <a:pt x="186" y="20"/>
                  </a:lnTo>
                  <a:cubicBezTo>
                    <a:pt x="186" y="20"/>
                    <a:pt x="170" y="3"/>
                    <a:pt x="153" y="3"/>
                  </a:cubicBezTo>
                  <a:cubicBezTo>
                    <a:pt x="144" y="1"/>
                    <a:pt x="136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6"/>
            <p:cNvSpPr/>
            <p:nvPr/>
          </p:nvSpPr>
          <p:spPr>
            <a:xfrm>
              <a:off x="4254975" y="2808725"/>
              <a:ext cx="6525" cy="6500"/>
            </a:xfrm>
            <a:custGeom>
              <a:avLst/>
              <a:gdLst/>
              <a:ahLst/>
              <a:cxnLst/>
              <a:rect l="l" t="t" r="r" b="b"/>
              <a:pathLst>
                <a:path w="261" h="260" extrusionOk="0">
                  <a:moveTo>
                    <a:pt x="135" y="1"/>
                  </a:moveTo>
                  <a:cubicBezTo>
                    <a:pt x="126" y="1"/>
                    <a:pt x="116" y="3"/>
                    <a:pt x="103" y="8"/>
                  </a:cubicBezTo>
                  <a:cubicBezTo>
                    <a:pt x="38" y="41"/>
                    <a:pt x="0" y="111"/>
                    <a:pt x="17" y="177"/>
                  </a:cubicBezTo>
                  <a:cubicBezTo>
                    <a:pt x="38" y="214"/>
                    <a:pt x="54" y="231"/>
                    <a:pt x="70" y="247"/>
                  </a:cubicBezTo>
                  <a:cubicBezTo>
                    <a:pt x="87" y="256"/>
                    <a:pt x="105" y="260"/>
                    <a:pt x="120" y="260"/>
                  </a:cubicBezTo>
                  <a:cubicBezTo>
                    <a:pt x="135" y="260"/>
                    <a:pt x="149" y="256"/>
                    <a:pt x="157" y="247"/>
                  </a:cubicBezTo>
                  <a:cubicBezTo>
                    <a:pt x="223" y="231"/>
                    <a:pt x="260" y="144"/>
                    <a:pt x="244" y="74"/>
                  </a:cubicBezTo>
                  <a:cubicBezTo>
                    <a:pt x="244" y="58"/>
                    <a:pt x="223" y="41"/>
                    <a:pt x="207" y="25"/>
                  </a:cubicBezTo>
                  <a:cubicBezTo>
                    <a:pt x="207" y="25"/>
                    <a:pt x="190" y="25"/>
                    <a:pt x="190" y="8"/>
                  </a:cubicBezTo>
                  <a:cubicBezTo>
                    <a:pt x="168" y="8"/>
                    <a:pt x="153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6"/>
            <p:cNvSpPr/>
            <p:nvPr/>
          </p:nvSpPr>
          <p:spPr>
            <a:xfrm>
              <a:off x="4264875" y="284325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57" y="0"/>
                  </a:moveTo>
                  <a:cubicBezTo>
                    <a:pt x="87" y="0"/>
                    <a:pt x="33" y="33"/>
                    <a:pt x="17" y="120"/>
                  </a:cubicBezTo>
                  <a:cubicBezTo>
                    <a:pt x="0" y="136"/>
                    <a:pt x="17" y="173"/>
                    <a:pt x="17" y="206"/>
                  </a:cubicBezTo>
                  <a:cubicBezTo>
                    <a:pt x="33" y="239"/>
                    <a:pt x="70" y="260"/>
                    <a:pt x="103" y="260"/>
                  </a:cubicBezTo>
                  <a:cubicBezTo>
                    <a:pt x="110" y="262"/>
                    <a:pt x="117" y="263"/>
                    <a:pt x="124" y="263"/>
                  </a:cubicBezTo>
                  <a:cubicBezTo>
                    <a:pt x="172" y="263"/>
                    <a:pt x="225" y="215"/>
                    <a:pt x="239" y="157"/>
                  </a:cubicBezTo>
                  <a:cubicBezTo>
                    <a:pt x="239" y="120"/>
                    <a:pt x="239" y="87"/>
                    <a:pt x="223" y="54"/>
                  </a:cubicBezTo>
                  <a:lnTo>
                    <a:pt x="206" y="33"/>
                  </a:lnTo>
                  <a:cubicBezTo>
                    <a:pt x="190" y="17"/>
                    <a:pt x="173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6"/>
            <p:cNvSpPr/>
            <p:nvPr/>
          </p:nvSpPr>
          <p:spPr>
            <a:xfrm>
              <a:off x="3842275" y="28156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2" y="0"/>
                  </a:moveTo>
                  <a:cubicBezTo>
                    <a:pt x="74" y="0"/>
                    <a:pt x="31" y="49"/>
                    <a:pt x="17" y="107"/>
                  </a:cubicBezTo>
                  <a:cubicBezTo>
                    <a:pt x="0" y="144"/>
                    <a:pt x="0" y="177"/>
                    <a:pt x="17" y="210"/>
                  </a:cubicBezTo>
                  <a:cubicBezTo>
                    <a:pt x="33" y="230"/>
                    <a:pt x="70" y="247"/>
                    <a:pt x="87" y="263"/>
                  </a:cubicBezTo>
                  <a:cubicBezTo>
                    <a:pt x="157" y="263"/>
                    <a:pt x="206" y="210"/>
                    <a:pt x="223" y="144"/>
                  </a:cubicBezTo>
                  <a:cubicBezTo>
                    <a:pt x="239" y="107"/>
                    <a:pt x="239" y="90"/>
                    <a:pt x="223" y="57"/>
                  </a:cubicBezTo>
                  <a:cubicBezTo>
                    <a:pt x="206" y="41"/>
                    <a:pt x="206" y="41"/>
                    <a:pt x="206" y="24"/>
                  </a:cubicBezTo>
                  <a:cubicBezTo>
                    <a:pt x="190" y="24"/>
                    <a:pt x="173" y="3"/>
                    <a:pt x="157" y="3"/>
                  </a:cubicBezTo>
                  <a:cubicBezTo>
                    <a:pt x="148" y="1"/>
                    <a:pt x="140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6"/>
            <p:cNvSpPr/>
            <p:nvPr/>
          </p:nvSpPr>
          <p:spPr>
            <a:xfrm>
              <a:off x="3856900" y="2757725"/>
              <a:ext cx="6000" cy="6150"/>
            </a:xfrm>
            <a:custGeom>
              <a:avLst/>
              <a:gdLst/>
              <a:ahLst/>
              <a:cxnLst/>
              <a:rect l="l" t="t" r="r" b="b"/>
              <a:pathLst>
                <a:path w="240" h="246" extrusionOk="0">
                  <a:moveTo>
                    <a:pt x="116" y="0"/>
                  </a:moveTo>
                  <a:cubicBezTo>
                    <a:pt x="70" y="0"/>
                    <a:pt x="15" y="46"/>
                    <a:pt x="1" y="106"/>
                  </a:cubicBezTo>
                  <a:cubicBezTo>
                    <a:pt x="1" y="139"/>
                    <a:pt x="1" y="177"/>
                    <a:pt x="17" y="193"/>
                  </a:cubicBezTo>
                  <a:cubicBezTo>
                    <a:pt x="34" y="226"/>
                    <a:pt x="50" y="242"/>
                    <a:pt x="87" y="242"/>
                  </a:cubicBezTo>
                  <a:cubicBezTo>
                    <a:pt x="96" y="245"/>
                    <a:pt x="104" y="246"/>
                    <a:pt x="113" y="246"/>
                  </a:cubicBezTo>
                  <a:cubicBezTo>
                    <a:pt x="167" y="246"/>
                    <a:pt x="209" y="200"/>
                    <a:pt x="223" y="139"/>
                  </a:cubicBezTo>
                  <a:cubicBezTo>
                    <a:pt x="240" y="106"/>
                    <a:pt x="223" y="73"/>
                    <a:pt x="223" y="53"/>
                  </a:cubicBezTo>
                  <a:cubicBezTo>
                    <a:pt x="207" y="36"/>
                    <a:pt x="207" y="36"/>
                    <a:pt x="190" y="20"/>
                  </a:cubicBezTo>
                  <a:cubicBezTo>
                    <a:pt x="190" y="3"/>
                    <a:pt x="170" y="3"/>
                    <a:pt x="137" y="3"/>
                  </a:cubicBezTo>
                  <a:cubicBezTo>
                    <a:pt x="130" y="1"/>
                    <a:pt x="124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6"/>
            <p:cNvSpPr/>
            <p:nvPr/>
          </p:nvSpPr>
          <p:spPr>
            <a:xfrm>
              <a:off x="3846600" y="28337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20" y="1"/>
                  </a:moveTo>
                  <a:cubicBezTo>
                    <a:pt x="66" y="1"/>
                    <a:pt x="33" y="55"/>
                    <a:pt x="17" y="104"/>
                  </a:cubicBezTo>
                  <a:cubicBezTo>
                    <a:pt x="0" y="141"/>
                    <a:pt x="17" y="174"/>
                    <a:pt x="17" y="207"/>
                  </a:cubicBezTo>
                  <a:cubicBezTo>
                    <a:pt x="33" y="228"/>
                    <a:pt x="66" y="244"/>
                    <a:pt x="104" y="261"/>
                  </a:cubicBezTo>
                  <a:cubicBezTo>
                    <a:pt x="153" y="261"/>
                    <a:pt x="223" y="207"/>
                    <a:pt x="240" y="141"/>
                  </a:cubicBezTo>
                  <a:lnTo>
                    <a:pt x="240" y="104"/>
                  </a:lnTo>
                  <a:cubicBezTo>
                    <a:pt x="240" y="71"/>
                    <a:pt x="223" y="55"/>
                    <a:pt x="207" y="22"/>
                  </a:cubicBezTo>
                  <a:cubicBezTo>
                    <a:pt x="190" y="22"/>
                    <a:pt x="170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6"/>
            <p:cNvSpPr/>
            <p:nvPr/>
          </p:nvSpPr>
          <p:spPr>
            <a:xfrm>
              <a:off x="3838450" y="2783975"/>
              <a:ext cx="2600" cy="6525"/>
            </a:xfrm>
            <a:custGeom>
              <a:avLst/>
              <a:gdLst/>
              <a:ahLst/>
              <a:cxnLst/>
              <a:rect l="l" t="t" r="r" b="b"/>
              <a:pathLst>
                <a:path w="104" h="261" extrusionOk="0">
                  <a:moveTo>
                    <a:pt x="1" y="1"/>
                  </a:moveTo>
                  <a:lnTo>
                    <a:pt x="1" y="260"/>
                  </a:lnTo>
                  <a:cubicBezTo>
                    <a:pt x="50" y="240"/>
                    <a:pt x="83" y="207"/>
                    <a:pt x="104" y="157"/>
                  </a:cubicBezTo>
                  <a:cubicBezTo>
                    <a:pt x="104" y="104"/>
                    <a:pt x="104" y="54"/>
                    <a:pt x="67" y="34"/>
                  </a:cubicBezTo>
                  <a:cubicBezTo>
                    <a:pt x="50" y="17"/>
                    <a:pt x="34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6"/>
            <p:cNvSpPr/>
            <p:nvPr/>
          </p:nvSpPr>
          <p:spPr>
            <a:xfrm>
              <a:off x="3839700" y="2799450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87" y="0"/>
                  </a:moveTo>
                  <a:cubicBezTo>
                    <a:pt x="33" y="33"/>
                    <a:pt x="0" y="103"/>
                    <a:pt x="17" y="173"/>
                  </a:cubicBezTo>
                  <a:cubicBezTo>
                    <a:pt x="17" y="206"/>
                    <a:pt x="33" y="223"/>
                    <a:pt x="70" y="239"/>
                  </a:cubicBezTo>
                  <a:cubicBezTo>
                    <a:pt x="79" y="249"/>
                    <a:pt x="91" y="255"/>
                    <a:pt x="106" y="255"/>
                  </a:cubicBezTo>
                  <a:cubicBezTo>
                    <a:pt x="121" y="255"/>
                    <a:pt x="138" y="249"/>
                    <a:pt x="157" y="239"/>
                  </a:cubicBezTo>
                  <a:cubicBezTo>
                    <a:pt x="190" y="223"/>
                    <a:pt x="206" y="206"/>
                    <a:pt x="223" y="173"/>
                  </a:cubicBezTo>
                  <a:cubicBezTo>
                    <a:pt x="239" y="136"/>
                    <a:pt x="239" y="103"/>
                    <a:pt x="223" y="87"/>
                  </a:cubicBezTo>
                  <a:cubicBezTo>
                    <a:pt x="223" y="54"/>
                    <a:pt x="223" y="33"/>
                    <a:pt x="206" y="17"/>
                  </a:cubicBezTo>
                  <a:cubicBezTo>
                    <a:pt x="190" y="17"/>
                    <a:pt x="190" y="17"/>
                    <a:pt x="1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6"/>
            <p:cNvSpPr/>
            <p:nvPr/>
          </p:nvSpPr>
          <p:spPr>
            <a:xfrm>
              <a:off x="3849600" y="2725050"/>
              <a:ext cx="6000" cy="6250"/>
            </a:xfrm>
            <a:custGeom>
              <a:avLst/>
              <a:gdLst/>
              <a:ahLst/>
              <a:cxnLst/>
              <a:rect l="l" t="t" r="r" b="b"/>
              <a:pathLst>
                <a:path w="240" h="250" extrusionOk="0">
                  <a:moveTo>
                    <a:pt x="117" y="0"/>
                  </a:moveTo>
                  <a:cubicBezTo>
                    <a:pt x="70" y="0"/>
                    <a:pt x="14" y="49"/>
                    <a:pt x="0" y="106"/>
                  </a:cubicBezTo>
                  <a:cubicBezTo>
                    <a:pt x="0" y="144"/>
                    <a:pt x="0" y="177"/>
                    <a:pt x="17" y="193"/>
                  </a:cubicBezTo>
                  <a:cubicBezTo>
                    <a:pt x="33" y="226"/>
                    <a:pt x="50" y="247"/>
                    <a:pt x="87" y="247"/>
                  </a:cubicBezTo>
                  <a:cubicBezTo>
                    <a:pt x="95" y="249"/>
                    <a:pt x="103" y="250"/>
                    <a:pt x="111" y="250"/>
                  </a:cubicBezTo>
                  <a:cubicBezTo>
                    <a:pt x="165" y="250"/>
                    <a:pt x="208" y="201"/>
                    <a:pt x="223" y="144"/>
                  </a:cubicBezTo>
                  <a:cubicBezTo>
                    <a:pt x="239" y="106"/>
                    <a:pt x="223" y="73"/>
                    <a:pt x="206" y="41"/>
                  </a:cubicBezTo>
                  <a:cubicBezTo>
                    <a:pt x="206" y="41"/>
                    <a:pt x="206" y="20"/>
                    <a:pt x="190" y="20"/>
                  </a:cubicBezTo>
                  <a:cubicBezTo>
                    <a:pt x="190" y="3"/>
                    <a:pt x="173" y="3"/>
                    <a:pt x="136" y="3"/>
                  </a:cubicBezTo>
                  <a:cubicBezTo>
                    <a:pt x="130" y="1"/>
                    <a:pt x="124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6"/>
            <p:cNvSpPr/>
            <p:nvPr/>
          </p:nvSpPr>
          <p:spPr>
            <a:xfrm>
              <a:off x="3855150" y="274072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44" y="1"/>
                  </a:moveTo>
                  <a:cubicBezTo>
                    <a:pt x="131" y="1"/>
                    <a:pt x="117" y="5"/>
                    <a:pt x="104" y="11"/>
                  </a:cubicBezTo>
                  <a:cubicBezTo>
                    <a:pt x="71" y="11"/>
                    <a:pt x="54" y="32"/>
                    <a:pt x="34" y="48"/>
                  </a:cubicBezTo>
                  <a:cubicBezTo>
                    <a:pt x="17" y="65"/>
                    <a:pt x="1" y="98"/>
                    <a:pt x="1" y="135"/>
                  </a:cubicBezTo>
                  <a:cubicBezTo>
                    <a:pt x="1" y="168"/>
                    <a:pt x="17" y="201"/>
                    <a:pt x="34" y="238"/>
                  </a:cubicBezTo>
                  <a:cubicBezTo>
                    <a:pt x="55" y="252"/>
                    <a:pt x="80" y="259"/>
                    <a:pt x="104" y="259"/>
                  </a:cubicBezTo>
                  <a:cubicBezTo>
                    <a:pt x="138" y="259"/>
                    <a:pt x="171" y="243"/>
                    <a:pt x="190" y="201"/>
                  </a:cubicBezTo>
                  <a:cubicBezTo>
                    <a:pt x="240" y="152"/>
                    <a:pt x="240" y="65"/>
                    <a:pt x="190" y="32"/>
                  </a:cubicBezTo>
                  <a:cubicBezTo>
                    <a:pt x="180" y="10"/>
                    <a:pt x="163" y="1"/>
                    <a:pt x="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6"/>
            <p:cNvSpPr/>
            <p:nvPr/>
          </p:nvSpPr>
          <p:spPr>
            <a:xfrm>
              <a:off x="3854325" y="2695550"/>
              <a:ext cx="6000" cy="6075"/>
            </a:xfrm>
            <a:custGeom>
              <a:avLst/>
              <a:gdLst/>
              <a:ahLst/>
              <a:cxnLst/>
              <a:rect l="l" t="t" r="r" b="b"/>
              <a:pathLst>
                <a:path w="240" h="243" extrusionOk="0">
                  <a:moveTo>
                    <a:pt x="120" y="0"/>
                  </a:moveTo>
                  <a:cubicBezTo>
                    <a:pt x="67" y="0"/>
                    <a:pt x="34" y="33"/>
                    <a:pt x="17" y="103"/>
                  </a:cubicBezTo>
                  <a:cubicBezTo>
                    <a:pt x="1" y="136"/>
                    <a:pt x="17" y="169"/>
                    <a:pt x="34" y="190"/>
                  </a:cubicBezTo>
                  <a:cubicBezTo>
                    <a:pt x="34" y="223"/>
                    <a:pt x="67" y="239"/>
                    <a:pt x="104" y="239"/>
                  </a:cubicBezTo>
                  <a:cubicBezTo>
                    <a:pt x="110" y="241"/>
                    <a:pt x="117" y="242"/>
                    <a:pt x="124" y="242"/>
                  </a:cubicBezTo>
                  <a:cubicBezTo>
                    <a:pt x="171" y="242"/>
                    <a:pt x="225" y="197"/>
                    <a:pt x="240" y="136"/>
                  </a:cubicBezTo>
                  <a:lnTo>
                    <a:pt x="240" y="103"/>
                  </a:lnTo>
                  <a:cubicBezTo>
                    <a:pt x="240" y="66"/>
                    <a:pt x="223" y="33"/>
                    <a:pt x="207" y="17"/>
                  </a:cubicBezTo>
                  <a:cubicBezTo>
                    <a:pt x="190" y="0"/>
                    <a:pt x="170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6"/>
            <p:cNvSpPr/>
            <p:nvPr/>
          </p:nvSpPr>
          <p:spPr>
            <a:xfrm>
              <a:off x="3853925" y="2848800"/>
              <a:ext cx="4650" cy="1775"/>
            </a:xfrm>
            <a:custGeom>
              <a:avLst/>
              <a:gdLst/>
              <a:ahLst/>
              <a:cxnLst/>
              <a:rect l="l" t="t" r="r" b="b"/>
              <a:pathLst>
                <a:path w="186" h="71" extrusionOk="0">
                  <a:moveTo>
                    <a:pt x="120" y="1"/>
                  </a:moveTo>
                  <a:cubicBezTo>
                    <a:pt x="83" y="1"/>
                    <a:pt x="50" y="1"/>
                    <a:pt x="33" y="17"/>
                  </a:cubicBezTo>
                  <a:cubicBezTo>
                    <a:pt x="17" y="38"/>
                    <a:pt x="0" y="54"/>
                    <a:pt x="0" y="71"/>
                  </a:cubicBezTo>
                  <a:lnTo>
                    <a:pt x="186" y="71"/>
                  </a:lnTo>
                  <a:lnTo>
                    <a:pt x="186" y="54"/>
                  </a:lnTo>
                  <a:cubicBezTo>
                    <a:pt x="186" y="38"/>
                    <a:pt x="169" y="38"/>
                    <a:pt x="169" y="17"/>
                  </a:cubicBezTo>
                  <a:cubicBezTo>
                    <a:pt x="153" y="17"/>
                    <a:pt x="136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6"/>
            <p:cNvSpPr/>
            <p:nvPr/>
          </p:nvSpPr>
          <p:spPr>
            <a:xfrm>
              <a:off x="4210350" y="2849225"/>
              <a:ext cx="4750" cy="1350"/>
            </a:xfrm>
            <a:custGeom>
              <a:avLst/>
              <a:gdLst/>
              <a:ahLst/>
              <a:cxnLst/>
              <a:rect l="l" t="t" r="r" b="b"/>
              <a:pathLst>
                <a:path w="190" h="54" extrusionOk="0">
                  <a:moveTo>
                    <a:pt x="120" y="0"/>
                  </a:moveTo>
                  <a:cubicBezTo>
                    <a:pt x="70" y="0"/>
                    <a:pt x="33" y="21"/>
                    <a:pt x="0" y="54"/>
                  </a:cubicBezTo>
                  <a:lnTo>
                    <a:pt x="190" y="54"/>
                  </a:lnTo>
                  <a:cubicBezTo>
                    <a:pt x="173" y="54"/>
                    <a:pt x="173" y="37"/>
                    <a:pt x="173" y="37"/>
                  </a:cubicBezTo>
                  <a:cubicBezTo>
                    <a:pt x="153" y="21"/>
                    <a:pt x="136" y="21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6"/>
            <p:cNvSpPr/>
            <p:nvPr/>
          </p:nvSpPr>
          <p:spPr>
            <a:xfrm>
              <a:off x="4226625" y="2802300"/>
              <a:ext cx="6100" cy="6550"/>
            </a:xfrm>
            <a:custGeom>
              <a:avLst/>
              <a:gdLst/>
              <a:ahLst/>
              <a:cxnLst/>
              <a:rect l="l" t="t" r="r" b="b"/>
              <a:pathLst>
                <a:path w="244" h="262" extrusionOk="0">
                  <a:moveTo>
                    <a:pt x="139" y="1"/>
                  </a:moveTo>
                  <a:cubicBezTo>
                    <a:pt x="104" y="1"/>
                    <a:pt x="67" y="18"/>
                    <a:pt x="38" y="59"/>
                  </a:cubicBezTo>
                  <a:cubicBezTo>
                    <a:pt x="1" y="109"/>
                    <a:pt x="1" y="179"/>
                    <a:pt x="38" y="228"/>
                  </a:cubicBezTo>
                  <a:cubicBezTo>
                    <a:pt x="59" y="251"/>
                    <a:pt x="83" y="261"/>
                    <a:pt x="109" y="261"/>
                  </a:cubicBezTo>
                  <a:cubicBezTo>
                    <a:pt x="143" y="261"/>
                    <a:pt x="178" y="243"/>
                    <a:pt x="207" y="212"/>
                  </a:cubicBezTo>
                  <a:cubicBezTo>
                    <a:pt x="244" y="162"/>
                    <a:pt x="244" y="76"/>
                    <a:pt x="207" y="22"/>
                  </a:cubicBezTo>
                  <a:cubicBezTo>
                    <a:pt x="187" y="9"/>
                    <a:pt x="163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6"/>
            <p:cNvSpPr/>
            <p:nvPr/>
          </p:nvSpPr>
          <p:spPr>
            <a:xfrm>
              <a:off x="4228800" y="2818850"/>
              <a:ext cx="6500" cy="6300"/>
            </a:xfrm>
            <a:custGeom>
              <a:avLst/>
              <a:gdLst/>
              <a:ahLst/>
              <a:cxnLst/>
              <a:rect l="l" t="t" r="r" b="b"/>
              <a:pathLst>
                <a:path w="260" h="252" extrusionOk="0">
                  <a:moveTo>
                    <a:pt x="138" y="0"/>
                  </a:moveTo>
                  <a:cubicBezTo>
                    <a:pt x="105" y="0"/>
                    <a:pt x="73" y="20"/>
                    <a:pt x="54" y="49"/>
                  </a:cubicBezTo>
                  <a:cubicBezTo>
                    <a:pt x="0" y="102"/>
                    <a:pt x="0" y="185"/>
                    <a:pt x="54" y="222"/>
                  </a:cubicBezTo>
                  <a:cubicBezTo>
                    <a:pt x="68" y="242"/>
                    <a:pt x="91" y="252"/>
                    <a:pt x="116" y="252"/>
                  </a:cubicBezTo>
                  <a:cubicBezTo>
                    <a:pt x="150" y="252"/>
                    <a:pt x="187" y="234"/>
                    <a:pt x="206" y="205"/>
                  </a:cubicBezTo>
                  <a:cubicBezTo>
                    <a:pt x="260" y="152"/>
                    <a:pt x="260" y="65"/>
                    <a:pt x="206" y="32"/>
                  </a:cubicBezTo>
                  <a:cubicBezTo>
                    <a:pt x="186" y="10"/>
                    <a:pt x="162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6"/>
            <p:cNvSpPr/>
            <p:nvPr/>
          </p:nvSpPr>
          <p:spPr>
            <a:xfrm>
              <a:off x="3838450" y="2848400"/>
              <a:ext cx="1675" cy="2175"/>
            </a:xfrm>
            <a:custGeom>
              <a:avLst/>
              <a:gdLst/>
              <a:ahLst/>
              <a:cxnLst/>
              <a:rect l="l" t="t" r="r" b="b"/>
              <a:pathLst>
                <a:path w="67" h="87" extrusionOk="0">
                  <a:moveTo>
                    <a:pt x="1" y="0"/>
                  </a:moveTo>
                  <a:lnTo>
                    <a:pt x="1" y="87"/>
                  </a:lnTo>
                  <a:lnTo>
                    <a:pt x="67" y="87"/>
                  </a:lnTo>
                  <a:cubicBezTo>
                    <a:pt x="67" y="70"/>
                    <a:pt x="50" y="33"/>
                    <a:pt x="34" y="17"/>
                  </a:cubicBezTo>
                  <a:cubicBezTo>
                    <a:pt x="34" y="17"/>
                    <a:pt x="17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6"/>
            <p:cNvSpPr/>
            <p:nvPr/>
          </p:nvSpPr>
          <p:spPr>
            <a:xfrm>
              <a:off x="3842675" y="2753475"/>
              <a:ext cx="6125" cy="6500"/>
            </a:xfrm>
            <a:custGeom>
              <a:avLst/>
              <a:gdLst/>
              <a:ahLst/>
              <a:cxnLst/>
              <a:rect l="l" t="t" r="r" b="b"/>
              <a:pathLst>
                <a:path w="245" h="260" extrusionOk="0">
                  <a:moveTo>
                    <a:pt x="141" y="0"/>
                  </a:moveTo>
                  <a:cubicBezTo>
                    <a:pt x="87" y="0"/>
                    <a:pt x="17" y="54"/>
                    <a:pt x="1" y="120"/>
                  </a:cubicBezTo>
                  <a:cubicBezTo>
                    <a:pt x="1" y="157"/>
                    <a:pt x="1" y="190"/>
                    <a:pt x="17" y="223"/>
                  </a:cubicBezTo>
                  <a:cubicBezTo>
                    <a:pt x="38" y="243"/>
                    <a:pt x="71" y="260"/>
                    <a:pt x="87" y="260"/>
                  </a:cubicBezTo>
                  <a:cubicBezTo>
                    <a:pt x="120" y="260"/>
                    <a:pt x="157" y="260"/>
                    <a:pt x="174" y="243"/>
                  </a:cubicBezTo>
                  <a:cubicBezTo>
                    <a:pt x="207" y="223"/>
                    <a:pt x="223" y="190"/>
                    <a:pt x="223" y="157"/>
                  </a:cubicBezTo>
                  <a:cubicBezTo>
                    <a:pt x="244" y="120"/>
                    <a:pt x="223" y="87"/>
                    <a:pt x="207" y="54"/>
                  </a:cubicBezTo>
                  <a:cubicBezTo>
                    <a:pt x="207" y="54"/>
                    <a:pt x="207" y="37"/>
                    <a:pt x="190" y="37"/>
                  </a:cubicBezTo>
                  <a:cubicBezTo>
                    <a:pt x="190" y="37"/>
                    <a:pt x="190" y="17"/>
                    <a:pt x="174" y="17"/>
                  </a:cubicBezTo>
                  <a:cubicBezTo>
                    <a:pt x="174" y="17"/>
                    <a:pt x="157" y="17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6"/>
            <p:cNvSpPr/>
            <p:nvPr/>
          </p:nvSpPr>
          <p:spPr>
            <a:xfrm>
              <a:off x="3843600" y="2771100"/>
              <a:ext cx="6025" cy="6375"/>
            </a:xfrm>
            <a:custGeom>
              <a:avLst/>
              <a:gdLst/>
              <a:ahLst/>
              <a:cxnLst/>
              <a:rect l="l" t="t" r="r" b="b"/>
              <a:pathLst>
                <a:path w="241" h="255" extrusionOk="0">
                  <a:moveTo>
                    <a:pt x="83" y="0"/>
                  </a:moveTo>
                  <a:cubicBezTo>
                    <a:pt x="50" y="17"/>
                    <a:pt x="34" y="54"/>
                    <a:pt x="17" y="70"/>
                  </a:cubicBezTo>
                  <a:cubicBezTo>
                    <a:pt x="1" y="103"/>
                    <a:pt x="1" y="136"/>
                    <a:pt x="1" y="173"/>
                  </a:cubicBezTo>
                  <a:cubicBezTo>
                    <a:pt x="17" y="206"/>
                    <a:pt x="34" y="223"/>
                    <a:pt x="50" y="239"/>
                  </a:cubicBezTo>
                  <a:cubicBezTo>
                    <a:pt x="67" y="250"/>
                    <a:pt x="84" y="255"/>
                    <a:pt x="100" y="255"/>
                  </a:cubicBezTo>
                  <a:cubicBezTo>
                    <a:pt x="115" y="255"/>
                    <a:pt x="129" y="250"/>
                    <a:pt x="137" y="239"/>
                  </a:cubicBezTo>
                  <a:cubicBezTo>
                    <a:pt x="207" y="223"/>
                    <a:pt x="240" y="136"/>
                    <a:pt x="224" y="87"/>
                  </a:cubicBezTo>
                  <a:cubicBezTo>
                    <a:pt x="224" y="54"/>
                    <a:pt x="207" y="33"/>
                    <a:pt x="186" y="17"/>
                  </a:cubicBezTo>
                  <a:cubicBezTo>
                    <a:pt x="186" y="17"/>
                    <a:pt x="170" y="17"/>
                    <a:pt x="1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6"/>
            <p:cNvSpPr/>
            <p:nvPr/>
          </p:nvSpPr>
          <p:spPr>
            <a:xfrm>
              <a:off x="3842275" y="27097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2" y="0"/>
                  </a:moveTo>
                  <a:cubicBezTo>
                    <a:pt x="100" y="0"/>
                    <a:pt x="64" y="19"/>
                    <a:pt x="33" y="50"/>
                  </a:cubicBezTo>
                  <a:cubicBezTo>
                    <a:pt x="0" y="99"/>
                    <a:pt x="0" y="186"/>
                    <a:pt x="33" y="239"/>
                  </a:cubicBezTo>
                  <a:cubicBezTo>
                    <a:pt x="55" y="253"/>
                    <a:pt x="80" y="261"/>
                    <a:pt x="104" y="261"/>
                  </a:cubicBezTo>
                  <a:cubicBezTo>
                    <a:pt x="141" y="261"/>
                    <a:pt x="177" y="244"/>
                    <a:pt x="206" y="202"/>
                  </a:cubicBezTo>
                  <a:cubicBezTo>
                    <a:pt x="239" y="153"/>
                    <a:pt x="239" y="83"/>
                    <a:pt x="190" y="33"/>
                  </a:cubicBezTo>
                  <a:cubicBezTo>
                    <a:pt x="176" y="10"/>
                    <a:pt x="155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6"/>
            <p:cNvSpPr/>
            <p:nvPr/>
          </p:nvSpPr>
          <p:spPr>
            <a:xfrm>
              <a:off x="4257550" y="2828300"/>
              <a:ext cx="6100" cy="6300"/>
            </a:xfrm>
            <a:custGeom>
              <a:avLst/>
              <a:gdLst/>
              <a:ahLst/>
              <a:cxnLst/>
              <a:rect l="l" t="t" r="r" b="b"/>
              <a:pathLst>
                <a:path w="244" h="252" extrusionOk="0">
                  <a:moveTo>
                    <a:pt x="137" y="1"/>
                  </a:moveTo>
                  <a:cubicBezTo>
                    <a:pt x="104" y="1"/>
                    <a:pt x="73" y="19"/>
                    <a:pt x="54" y="50"/>
                  </a:cubicBezTo>
                  <a:cubicBezTo>
                    <a:pt x="0" y="99"/>
                    <a:pt x="0" y="186"/>
                    <a:pt x="54" y="219"/>
                  </a:cubicBezTo>
                  <a:cubicBezTo>
                    <a:pt x="68" y="242"/>
                    <a:pt x="89" y="252"/>
                    <a:pt x="112" y="252"/>
                  </a:cubicBezTo>
                  <a:cubicBezTo>
                    <a:pt x="143" y="252"/>
                    <a:pt x="178" y="233"/>
                    <a:pt x="207" y="202"/>
                  </a:cubicBezTo>
                  <a:cubicBezTo>
                    <a:pt x="244" y="153"/>
                    <a:pt x="244" y="66"/>
                    <a:pt x="207" y="33"/>
                  </a:cubicBezTo>
                  <a:cubicBezTo>
                    <a:pt x="186" y="11"/>
                    <a:pt x="161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6"/>
            <p:cNvSpPr/>
            <p:nvPr/>
          </p:nvSpPr>
          <p:spPr>
            <a:xfrm>
              <a:off x="3979675" y="27479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70" y="17"/>
                    <a:pt x="37" y="71"/>
                    <a:pt x="21" y="120"/>
                  </a:cubicBezTo>
                  <a:cubicBezTo>
                    <a:pt x="0" y="190"/>
                    <a:pt x="37" y="240"/>
                    <a:pt x="103" y="260"/>
                  </a:cubicBezTo>
                  <a:cubicBezTo>
                    <a:pt x="140" y="260"/>
                    <a:pt x="157" y="260"/>
                    <a:pt x="190" y="240"/>
                  </a:cubicBezTo>
                  <a:cubicBezTo>
                    <a:pt x="206" y="207"/>
                    <a:pt x="227" y="190"/>
                    <a:pt x="243" y="157"/>
                  </a:cubicBezTo>
                  <a:cubicBezTo>
                    <a:pt x="243" y="120"/>
                    <a:pt x="243" y="87"/>
                    <a:pt x="227" y="54"/>
                  </a:cubicBezTo>
                  <a:cubicBezTo>
                    <a:pt x="227" y="54"/>
                    <a:pt x="227" y="34"/>
                    <a:pt x="206" y="34"/>
                  </a:cubicBezTo>
                  <a:cubicBezTo>
                    <a:pt x="206" y="34"/>
                    <a:pt x="206" y="17"/>
                    <a:pt x="190" y="17"/>
                  </a:cubicBezTo>
                  <a:cubicBezTo>
                    <a:pt x="173" y="17"/>
                    <a:pt x="140" y="17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6"/>
            <p:cNvSpPr/>
            <p:nvPr/>
          </p:nvSpPr>
          <p:spPr>
            <a:xfrm>
              <a:off x="3944100" y="2832200"/>
              <a:ext cx="6425" cy="6500"/>
            </a:xfrm>
            <a:custGeom>
              <a:avLst/>
              <a:gdLst/>
              <a:ahLst/>
              <a:cxnLst/>
              <a:rect l="l" t="t" r="r" b="b"/>
              <a:pathLst>
                <a:path w="257" h="260" extrusionOk="0">
                  <a:moveTo>
                    <a:pt x="135" y="0"/>
                  </a:moveTo>
                  <a:cubicBezTo>
                    <a:pt x="101" y="0"/>
                    <a:pt x="69" y="18"/>
                    <a:pt x="50" y="46"/>
                  </a:cubicBezTo>
                  <a:cubicBezTo>
                    <a:pt x="1" y="100"/>
                    <a:pt x="1" y="187"/>
                    <a:pt x="50" y="236"/>
                  </a:cubicBezTo>
                  <a:cubicBezTo>
                    <a:pt x="65" y="251"/>
                    <a:pt x="91" y="259"/>
                    <a:pt x="118" y="259"/>
                  </a:cubicBezTo>
                  <a:cubicBezTo>
                    <a:pt x="151" y="259"/>
                    <a:pt x="186" y="247"/>
                    <a:pt x="207" y="220"/>
                  </a:cubicBezTo>
                  <a:cubicBezTo>
                    <a:pt x="256" y="150"/>
                    <a:pt x="256" y="84"/>
                    <a:pt x="207" y="30"/>
                  </a:cubicBezTo>
                  <a:cubicBezTo>
                    <a:pt x="184" y="9"/>
                    <a:pt x="159" y="0"/>
                    <a:pt x="1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6"/>
            <p:cNvSpPr/>
            <p:nvPr/>
          </p:nvSpPr>
          <p:spPr>
            <a:xfrm>
              <a:off x="3940200" y="2801275"/>
              <a:ext cx="6000" cy="6250"/>
            </a:xfrm>
            <a:custGeom>
              <a:avLst/>
              <a:gdLst/>
              <a:ahLst/>
              <a:cxnLst/>
              <a:rect l="l" t="t" r="r" b="b"/>
              <a:pathLst>
                <a:path w="240" h="250" extrusionOk="0">
                  <a:moveTo>
                    <a:pt x="133" y="0"/>
                  </a:moveTo>
                  <a:cubicBezTo>
                    <a:pt x="101" y="0"/>
                    <a:pt x="64" y="18"/>
                    <a:pt x="33" y="47"/>
                  </a:cubicBezTo>
                  <a:cubicBezTo>
                    <a:pt x="0" y="100"/>
                    <a:pt x="0" y="187"/>
                    <a:pt x="33" y="220"/>
                  </a:cubicBezTo>
                  <a:cubicBezTo>
                    <a:pt x="55" y="240"/>
                    <a:pt x="81" y="250"/>
                    <a:pt x="106" y="250"/>
                  </a:cubicBezTo>
                  <a:cubicBezTo>
                    <a:pt x="142" y="250"/>
                    <a:pt x="177" y="232"/>
                    <a:pt x="206" y="203"/>
                  </a:cubicBezTo>
                  <a:cubicBezTo>
                    <a:pt x="239" y="150"/>
                    <a:pt x="239" y="63"/>
                    <a:pt x="190" y="30"/>
                  </a:cubicBezTo>
                  <a:cubicBezTo>
                    <a:pt x="176" y="9"/>
                    <a:pt x="156" y="0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6"/>
            <p:cNvSpPr/>
            <p:nvPr/>
          </p:nvSpPr>
          <p:spPr>
            <a:xfrm>
              <a:off x="3940600" y="2755725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38" y="0"/>
                  </a:moveTo>
                  <a:cubicBezTo>
                    <a:pt x="103" y="0"/>
                    <a:pt x="67" y="19"/>
                    <a:pt x="38" y="50"/>
                  </a:cubicBezTo>
                  <a:cubicBezTo>
                    <a:pt x="1" y="100"/>
                    <a:pt x="1" y="186"/>
                    <a:pt x="38" y="219"/>
                  </a:cubicBezTo>
                  <a:cubicBezTo>
                    <a:pt x="54" y="236"/>
                    <a:pt x="71" y="257"/>
                    <a:pt x="87" y="257"/>
                  </a:cubicBezTo>
                  <a:cubicBezTo>
                    <a:pt x="120" y="257"/>
                    <a:pt x="174" y="257"/>
                    <a:pt x="207" y="203"/>
                  </a:cubicBezTo>
                  <a:cubicBezTo>
                    <a:pt x="244" y="170"/>
                    <a:pt x="244" y="116"/>
                    <a:pt x="223" y="67"/>
                  </a:cubicBezTo>
                  <a:cubicBezTo>
                    <a:pt x="223" y="50"/>
                    <a:pt x="207" y="30"/>
                    <a:pt x="207" y="30"/>
                  </a:cubicBezTo>
                  <a:cubicBezTo>
                    <a:pt x="186" y="9"/>
                    <a:pt x="162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6"/>
            <p:cNvSpPr/>
            <p:nvPr/>
          </p:nvSpPr>
          <p:spPr>
            <a:xfrm>
              <a:off x="3925150" y="2796950"/>
              <a:ext cx="6500" cy="6325"/>
            </a:xfrm>
            <a:custGeom>
              <a:avLst/>
              <a:gdLst/>
              <a:ahLst/>
              <a:cxnLst/>
              <a:rect l="l" t="t" r="r" b="b"/>
              <a:pathLst>
                <a:path w="260" h="253" extrusionOk="0">
                  <a:moveTo>
                    <a:pt x="151" y="0"/>
                  </a:moveTo>
                  <a:cubicBezTo>
                    <a:pt x="119" y="0"/>
                    <a:pt x="83" y="19"/>
                    <a:pt x="54" y="51"/>
                  </a:cubicBezTo>
                  <a:cubicBezTo>
                    <a:pt x="0" y="100"/>
                    <a:pt x="0" y="187"/>
                    <a:pt x="54" y="220"/>
                  </a:cubicBezTo>
                  <a:cubicBezTo>
                    <a:pt x="75" y="242"/>
                    <a:pt x="99" y="252"/>
                    <a:pt x="124" y="252"/>
                  </a:cubicBezTo>
                  <a:cubicBezTo>
                    <a:pt x="156" y="252"/>
                    <a:pt x="187" y="234"/>
                    <a:pt x="206" y="203"/>
                  </a:cubicBezTo>
                  <a:cubicBezTo>
                    <a:pt x="260" y="154"/>
                    <a:pt x="260" y="67"/>
                    <a:pt x="206" y="30"/>
                  </a:cubicBezTo>
                  <a:cubicBezTo>
                    <a:pt x="193" y="10"/>
                    <a:pt x="173" y="0"/>
                    <a:pt x="1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6"/>
            <p:cNvSpPr/>
            <p:nvPr/>
          </p:nvSpPr>
          <p:spPr>
            <a:xfrm>
              <a:off x="3921750" y="27371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53" y="1"/>
                  </a:moveTo>
                  <a:cubicBezTo>
                    <a:pt x="120" y="1"/>
                    <a:pt x="87" y="1"/>
                    <a:pt x="70" y="17"/>
                  </a:cubicBezTo>
                  <a:cubicBezTo>
                    <a:pt x="33" y="50"/>
                    <a:pt x="17" y="71"/>
                    <a:pt x="17" y="104"/>
                  </a:cubicBezTo>
                  <a:cubicBezTo>
                    <a:pt x="0" y="137"/>
                    <a:pt x="17" y="174"/>
                    <a:pt x="33" y="207"/>
                  </a:cubicBezTo>
                  <a:cubicBezTo>
                    <a:pt x="50" y="223"/>
                    <a:pt x="70" y="240"/>
                    <a:pt x="103" y="256"/>
                  </a:cubicBezTo>
                  <a:cubicBezTo>
                    <a:pt x="153" y="256"/>
                    <a:pt x="223" y="223"/>
                    <a:pt x="239" y="137"/>
                  </a:cubicBezTo>
                  <a:cubicBezTo>
                    <a:pt x="239" y="120"/>
                    <a:pt x="239" y="87"/>
                    <a:pt x="223" y="50"/>
                  </a:cubicBezTo>
                  <a:cubicBezTo>
                    <a:pt x="223" y="34"/>
                    <a:pt x="206" y="34"/>
                    <a:pt x="206" y="34"/>
                  </a:cubicBezTo>
                  <a:cubicBezTo>
                    <a:pt x="190" y="17"/>
                    <a:pt x="173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6"/>
            <p:cNvSpPr/>
            <p:nvPr/>
          </p:nvSpPr>
          <p:spPr>
            <a:xfrm>
              <a:off x="3919975" y="2781475"/>
              <a:ext cx="6125" cy="6450"/>
            </a:xfrm>
            <a:custGeom>
              <a:avLst/>
              <a:gdLst/>
              <a:ahLst/>
              <a:cxnLst/>
              <a:rect l="l" t="t" r="r" b="b"/>
              <a:pathLst>
                <a:path w="245" h="258" extrusionOk="0">
                  <a:moveTo>
                    <a:pt x="139" y="1"/>
                  </a:moveTo>
                  <a:cubicBezTo>
                    <a:pt x="106" y="1"/>
                    <a:pt x="74" y="20"/>
                    <a:pt x="55" y="51"/>
                  </a:cubicBezTo>
                  <a:cubicBezTo>
                    <a:pt x="1" y="101"/>
                    <a:pt x="1" y="187"/>
                    <a:pt x="55" y="220"/>
                  </a:cubicBezTo>
                  <a:cubicBezTo>
                    <a:pt x="71" y="237"/>
                    <a:pt x="71" y="257"/>
                    <a:pt x="88" y="257"/>
                  </a:cubicBezTo>
                  <a:cubicBezTo>
                    <a:pt x="141" y="257"/>
                    <a:pt x="174" y="257"/>
                    <a:pt x="207" y="204"/>
                  </a:cubicBezTo>
                  <a:cubicBezTo>
                    <a:pt x="244" y="171"/>
                    <a:pt x="244" y="117"/>
                    <a:pt x="244" y="68"/>
                  </a:cubicBezTo>
                  <a:cubicBezTo>
                    <a:pt x="224" y="51"/>
                    <a:pt x="224" y="51"/>
                    <a:pt x="207" y="30"/>
                  </a:cubicBezTo>
                  <a:cubicBezTo>
                    <a:pt x="187" y="10"/>
                    <a:pt x="163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6"/>
            <p:cNvSpPr/>
            <p:nvPr/>
          </p:nvSpPr>
          <p:spPr>
            <a:xfrm>
              <a:off x="3914825" y="2829875"/>
              <a:ext cx="6125" cy="6475"/>
            </a:xfrm>
            <a:custGeom>
              <a:avLst/>
              <a:gdLst/>
              <a:ahLst/>
              <a:cxnLst/>
              <a:rect l="l" t="t" r="r" b="b"/>
              <a:pathLst>
                <a:path w="245" h="259" extrusionOk="0">
                  <a:moveTo>
                    <a:pt x="136" y="0"/>
                  </a:moveTo>
                  <a:cubicBezTo>
                    <a:pt x="87" y="0"/>
                    <a:pt x="35" y="46"/>
                    <a:pt x="17" y="106"/>
                  </a:cubicBezTo>
                  <a:cubicBezTo>
                    <a:pt x="1" y="177"/>
                    <a:pt x="38" y="243"/>
                    <a:pt x="104" y="259"/>
                  </a:cubicBezTo>
                  <a:cubicBezTo>
                    <a:pt x="120" y="259"/>
                    <a:pt x="157" y="259"/>
                    <a:pt x="190" y="226"/>
                  </a:cubicBezTo>
                  <a:cubicBezTo>
                    <a:pt x="207" y="210"/>
                    <a:pt x="223" y="193"/>
                    <a:pt x="244" y="156"/>
                  </a:cubicBezTo>
                  <a:cubicBezTo>
                    <a:pt x="244" y="123"/>
                    <a:pt x="244" y="90"/>
                    <a:pt x="223" y="53"/>
                  </a:cubicBezTo>
                  <a:cubicBezTo>
                    <a:pt x="223" y="36"/>
                    <a:pt x="207" y="36"/>
                    <a:pt x="207" y="36"/>
                  </a:cubicBezTo>
                  <a:cubicBezTo>
                    <a:pt x="190" y="20"/>
                    <a:pt x="174" y="3"/>
                    <a:pt x="157" y="3"/>
                  </a:cubicBezTo>
                  <a:cubicBezTo>
                    <a:pt x="150" y="1"/>
                    <a:pt x="14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6"/>
            <p:cNvSpPr/>
            <p:nvPr/>
          </p:nvSpPr>
          <p:spPr>
            <a:xfrm>
              <a:off x="3942350" y="281665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53" y="1"/>
                  </a:moveTo>
                  <a:cubicBezTo>
                    <a:pt x="87" y="1"/>
                    <a:pt x="34" y="34"/>
                    <a:pt x="17" y="120"/>
                  </a:cubicBezTo>
                  <a:cubicBezTo>
                    <a:pt x="1" y="137"/>
                    <a:pt x="1" y="170"/>
                    <a:pt x="17" y="207"/>
                  </a:cubicBezTo>
                  <a:cubicBezTo>
                    <a:pt x="34" y="240"/>
                    <a:pt x="71" y="256"/>
                    <a:pt x="87" y="256"/>
                  </a:cubicBezTo>
                  <a:cubicBezTo>
                    <a:pt x="96" y="258"/>
                    <a:pt x="104" y="259"/>
                    <a:pt x="112" y="259"/>
                  </a:cubicBezTo>
                  <a:cubicBezTo>
                    <a:pt x="167" y="259"/>
                    <a:pt x="209" y="214"/>
                    <a:pt x="223" y="153"/>
                  </a:cubicBezTo>
                  <a:cubicBezTo>
                    <a:pt x="240" y="120"/>
                    <a:pt x="240" y="87"/>
                    <a:pt x="223" y="50"/>
                  </a:cubicBezTo>
                  <a:cubicBezTo>
                    <a:pt x="207" y="50"/>
                    <a:pt x="207" y="34"/>
                    <a:pt x="207" y="34"/>
                  </a:cubicBezTo>
                  <a:cubicBezTo>
                    <a:pt x="190" y="17"/>
                    <a:pt x="174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6"/>
            <p:cNvSpPr/>
            <p:nvPr/>
          </p:nvSpPr>
          <p:spPr>
            <a:xfrm>
              <a:off x="3927725" y="281325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35" y="1"/>
                  </a:moveTo>
                  <a:cubicBezTo>
                    <a:pt x="101" y="1"/>
                    <a:pt x="66" y="19"/>
                    <a:pt x="37" y="50"/>
                  </a:cubicBezTo>
                  <a:cubicBezTo>
                    <a:pt x="0" y="99"/>
                    <a:pt x="0" y="186"/>
                    <a:pt x="37" y="240"/>
                  </a:cubicBezTo>
                  <a:cubicBezTo>
                    <a:pt x="57" y="253"/>
                    <a:pt x="81" y="261"/>
                    <a:pt x="105" y="261"/>
                  </a:cubicBezTo>
                  <a:cubicBezTo>
                    <a:pt x="140" y="261"/>
                    <a:pt x="177" y="244"/>
                    <a:pt x="206" y="203"/>
                  </a:cubicBezTo>
                  <a:cubicBezTo>
                    <a:pt x="243" y="153"/>
                    <a:pt x="243" y="83"/>
                    <a:pt x="206" y="33"/>
                  </a:cubicBezTo>
                  <a:cubicBezTo>
                    <a:pt x="185" y="11"/>
                    <a:pt x="161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6"/>
            <p:cNvSpPr/>
            <p:nvPr/>
          </p:nvSpPr>
          <p:spPr>
            <a:xfrm>
              <a:off x="3927725" y="2752325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36" y="1"/>
                  </a:moveTo>
                  <a:cubicBezTo>
                    <a:pt x="121" y="1"/>
                    <a:pt x="103" y="5"/>
                    <a:pt x="87" y="13"/>
                  </a:cubicBezTo>
                  <a:cubicBezTo>
                    <a:pt x="37" y="46"/>
                    <a:pt x="0" y="116"/>
                    <a:pt x="17" y="186"/>
                  </a:cubicBezTo>
                  <a:cubicBezTo>
                    <a:pt x="17" y="219"/>
                    <a:pt x="37" y="236"/>
                    <a:pt x="70" y="252"/>
                  </a:cubicBezTo>
                  <a:cubicBezTo>
                    <a:pt x="79" y="261"/>
                    <a:pt x="91" y="265"/>
                    <a:pt x="106" y="265"/>
                  </a:cubicBezTo>
                  <a:cubicBezTo>
                    <a:pt x="121" y="265"/>
                    <a:pt x="138" y="261"/>
                    <a:pt x="157" y="252"/>
                  </a:cubicBezTo>
                  <a:cubicBezTo>
                    <a:pt x="190" y="236"/>
                    <a:pt x="206" y="219"/>
                    <a:pt x="223" y="186"/>
                  </a:cubicBezTo>
                  <a:cubicBezTo>
                    <a:pt x="243" y="149"/>
                    <a:pt x="243" y="116"/>
                    <a:pt x="223" y="83"/>
                  </a:cubicBezTo>
                  <a:cubicBezTo>
                    <a:pt x="223" y="63"/>
                    <a:pt x="223" y="46"/>
                    <a:pt x="206" y="30"/>
                  </a:cubicBezTo>
                  <a:cubicBezTo>
                    <a:pt x="190" y="30"/>
                    <a:pt x="190" y="30"/>
                    <a:pt x="173" y="13"/>
                  </a:cubicBezTo>
                  <a:cubicBezTo>
                    <a:pt x="165" y="5"/>
                    <a:pt x="152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6"/>
            <p:cNvSpPr/>
            <p:nvPr/>
          </p:nvSpPr>
          <p:spPr>
            <a:xfrm>
              <a:off x="3929875" y="2829875"/>
              <a:ext cx="5600" cy="6475"/>
            </a:xfrm>
            <a:custGeom>
              <a:avLst/>
              <a:gdLst/>
              <a:ahLst/>
              <a:cxnLst/>
              <a:rect l="l" t="t" r="r" b="b"/>
              <a:pathLst>
                <a:path w="224" h="259" extrusionOk="0">
                  <a:moveTo>
                    <a:pt x="117" y="0"/>
                  </a:moveTo>
                  <a:cubicBezTo>
                    <a:pt x="70" y="0"/>
                    <a:pt x="15" y="46"/>
                    <a:pt x="1" y="106"/>
                  </a:cubicBezTo>
                  <a:cubicBezTo>
                    <a:pt x="1" y="139"/>
                    <a:pt x="1" y="177"/>
                    <a:pt x="17" y="210"/>
                  </a:cubicBezTo>
                  <a:cubicBezTo>
                    <a:pt x="34" y="226"/>
                    <a:pt x="54" y="243"/>
                    <a:pt x="87" y="259"/>
                  </a:cubicBezTo>
                  <a:cubicBezTo>
                    <a:pt x="137" y="259"/>
                    <a:pt x="207" y="226"/>
                    <a:pt x="223" y="139"/>
                  </a:cubicBezTo>
                  <a:cubicBezTo>
                    <a:pt x="223" y="123"/>
                    <a:pt x="223" y="90"/>
                    <a:pt x="207" y="53"/>
                  </a:cubicBezTo>
                  <a:cubicBezTo>
                    <a:pt x="207" y="36"/>
                    <a:pt x="207" y="36"/>
                    <a:pt x="190" y="36"/>
                  </a:cubicBezTo>
                  <a:cubicBezTo>
                    <a:pt x="174" y="20"/>
                    <a:pt x="157" y="3"/>
                    <a:pt x="137" y="3"/>
                  </a:cubicBezTo>
                  <a:cubicBezTo>
                    <a:pt x="130" y="1"/>
                    <a:pt x="124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6"/>
            <p:cNvSpPr/>
            <p:nvPr/>
          </p:nvSpPr>
          <p:spPr>
            <a:xfrm>
              <a:off x="3932875" y="276755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34" y="1"/>
                  </a:moveTo>
                  <a:cubicBezTo>
                    <a:pt x="102" y="1"/>
                    <a:pt x="66" y="17"/>
                    <a:pt x="37" y="56"/>
                  </a:cubicBezTo>
                  <a:cubicBezTo>
                    <a:pt x="17" y="72"/>
                    <a:pt x="17" y="93"/>
                    <a:pt x="17" y="109"/>
                  </a:cubicBezTo>
                  <a:cubicBezTo>
                    <a:pt x="0" y="142"/>
                    <a:pt x="0" y="196"/>
                    <a:pt x="37" y="229"/>
                  </a:cubicBezTo>
                  <a:cubicBezTo>
                    <a:pt x="57" y="248"/>
                    <a:pt x="82" y="256"/>
                    <a:pt x="107" y="256"/>
                  </a:cubicBezTo>
                  <a:cubicBezTo>
                    <a:pt x="124" y="256"/>
                    <a:pt x="142" y="252"/>
                    <a:pt x="157" y="245"/>
                  </a:cubicBezTo>
                  <a:cubicBezTo>
                    <a:pt x="173" y="245"/>
                    <a:pt x="190" y="229"/>
                    <a:pt x="190" y="212"/>
                  </a:cubicBezTo>
                  <a:cubicBezTo>
                    <a:pt x="244" y="159"/>
                    <a:pt x="244" y="72"/>
                    <a:pt x="190" y="23"/>
                  </a:cubicBezTo>
                  <a:cubicBezTo>
                    <a:pt x="176" y="9"/>
                    <a:pt x="156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6"/>
            <p:cNvSpPr/>
            <p:nvPr/>
          </p:nvSpPr>
          <p:spPr>
            <a:xfrm>
              <a:off x="3947100" y="2771325"/>
              <a:ext cx="5575" cy="6350"/>
            </a:xfrm>
            <a:custGeom>
              <a:avLst/>
              <a:gdLst/>
              <a:ahLst/>
              <a:cxnLst/>
              <a:rect l="l" t="t" r="r" b="b"/>
              <a:pathLst>
                <a:path w="223" h="254" extrusionOk="0">
                  <a:moveTo>
                    <a:pt x="111" y="1"/>
                  </a:moveTo>
                  <a:cubicBezTo>
                    <a:pt x="92" y="1"/>
                    <a:pt x="76" y="13"/>
                    <a:pt x="50" y="24"/>
                  </a:cubicBezTo>
                  <a:cubicBezTo>
                    <a:pt x="33" y="45"/>
                    <a:pt x="17" y="78"/>
                    <a:pt x="0" y="111"/>
                  </a:cubicBezTo>
                  <a:cubicBezTo>
                    <a:pt x="0" y="148"/>
                    <a:pt x="0" y="181"/>
                    <a:pt x="17" y="197"/>
                  </a:cubicBezTo>
                  <a:cubicBezTo>
                    <a:pt x="33" y="230"/>
                    <a:pt x="50" y="251"/>
                    <a:pt x="87" y="251"/>
                  </a:cubicBezTo>
                  <a:cubicBezTo>
                    <a:pt x="93" y="253"/>
                    <a:pt x="99" y="254"/>
                    <a:pt x="106" y="254"/>
                  </a:cubicBezTo>
                  <a:cubicBezTo>
                    <a:pt x="153" y="254"/>
                    <a:pt x="208" y="206"/>
                    <a:pt x="223" y="148"/>
                  </a:cubicBezTo>
                  <a:cubicBezTo>
                    <a:pt x="223" y="111"/>
                    <a:pt x="223" y="78"/>
                    <a:pt x="206" y="45"/>
                  </a:cubicBezTo>
                  <a:lnTo>
                    <a:pt x="190" y="24"/>
                  </a:lnTo>
                  <a:cubicBezTo>
                    <a:pt x="169" y="8"/>
                    <a:pt x="153" y="8"/>
                    <a:pt x="136" y="8"/>
                  </a:cubicBezTo>
                  <a:cubicBezTo>
                    <a:pt x="127" y="3"/>
                    <a:pt x="118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6"/>
            <p:cNvSpPr/>
            <p:nvPr/>
          </p:nvSpPr>
          <p:spPr>
            <a:xfrm>
              <a:off x="3939375" y="27405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3" y="1"/>
                  </a:moveTo>
                  <a:cubicBezTo>
                    <a:pt x="87" y="1"/>
                    <a:pt x="33" y="54"/>
                    <a:pt x="17" y="120"/>
                  </a:cubicBezTo>
                  <a:cubicBezTo>
                    <a:pt x="0" y="158"/>
                    <a:pt x="0" y="190"/>
                    <a:pt x="17" y="207"/>
                  </a:cubicBezTo>
                  <a:cubicBezTo>
                    <a:pt x="33" y="244"/>
                    <a:pt x="66" y="261"/>
                    <a:pt x="87" y="261"/>
                  </a:cubicBezTo>
                  <a:cubicBezTo>
                    <a:pt x="120" y="261"/>
                    <a:pt x="153" y="261"/>
                    <a:pt x="169" y="244"/>
                  </a:cubicBezTo>
                  <a:cubicBezTo>
                    <a:pt x="206" y="207"/>
                    <a:pt x="223" y="190"/>
                    <a:pt x="223" y="158"/>
                  </a:cubicBezTo>
                  <a:cubicBezTo>
                    <a:pt x="239" y="120"/>
                    <a:pt x="239" y="87"/>
                    <a:pt x="223" y="54"/>
                  </a:cubicBezTo>
                  <a:cubicBezTo>
                    <a:pt x="206" y="54"/>
                    <a:pt x="206" y="38"/>
                    <a:pt x="206" y="38"/>
                  </a:cubicBezTo>
                  <a:cubicBezTo>
                    <a:pt x="190" y="17"/>
                    <a:pt x="16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6"/>
            <p:cNvSpPr/>
            <p:nvPr/>
          </p:nvSpPr>
          <p:spPr>
            <a:xfrm>
              <a:off x="3934625" y="2784500"/>
              <a:ext cx="6000" cy="6300"/>
            </a:xfrm>
            <a:custGeom>
              <a:avLst/>
              <a:gdLst/>
              <a:ahLst/>
              <a:cxnLst/>
              <a:rect l="l" t="t" r="r" b="b"/>
              <a:pathLst>
                <a:path w="240" h="252" extrusionOk="0">
                  <a:moveTo>
                    <a:pt x="139" y="0"/>
                  </a:moveTo>
                  <a:cubicBezTo>
                    <a:pt x="124" y="0"/>
                    <a:pt x="112" y="4"/>
                    <a:pt x="103" y="13"/>
                  </a:cubicBezTo>
                  <a:cubicBezTo>
                    <a:pt x="33" y="33"/>
                    <a:pt x="0" y="99"/>
                    <a:pt x="17" y="169"/>
                  </a:cubicBezTo>
                  <a:cubicBezTo>
                    <a:pt x="33" y="202"/>
                    <a:pt x="50" y="239"/>
                    <a:pt x="71" y="239"/>
                  </a:cubicBezTo>
                  <a:cubicBezTo>
                    <a:pt x="87" y="248"/>
                    <a:pt x="103" y="252"/>
                    <a:pt x="118" y="252"/>
                  </a:cubicBezTo>
                  <a:cubicBezTo>
                    <a:pt x="132" y="252"/>
                    <a:pt x="145" y="248"/>
                    <a:pt x="153" y="239"/>
                  </a:cubicBezTo>
                  <a:cubicBezTo>
                    <a:pt x="190" y="239"/>
                    <a:pt x="207" y="202"/>
                    <a:pt x="223" y="169"/>
                  </a:cubicBezTo>
                  <a:cubicBezTo>
                    <a:pt x="240" y="153"/>
                    <a:pt x="240" y="116"/>
                    <a:pt x="240" y="83"/>
                  </a:cubicBezTo>
                  <a:cubicBezTo>
                    <a:pt x="223" y="66"/>
                    <a:pt x="223" y="33"/>
                    <a:pt x="207" y="33"/>
                  </a:cubicBezTo>
                  <a:cubicBezTo>
                    <a:pt x="207" y="13"/>
                    <a:pt x="190" y="13"/>
                    <a:pt x="190" y="13"/>
                  </a:cubicBezTo>
                  <a:cubicBezTo>
                    <a:pt x="172" y="4"/>
                    <a:pt x="154" y="0"/>
                    <a:pt x="1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6"/>
            <p:cNvSpPr/>
            <p:nvPr/>
          </p:nvSpPr>
          <p:spPr>
            <a:xfrm>
              <a:off x="4040275" y="2741925"/>
              <a:ext cx="5600" cy="6000"/>
            </a:xfrm>
            <a:custGeom>
              <a:avLst/>
              <a:gdLst/>
              <a:ahLst/>
              <a:cxnLst/>
              <a:rect l="l" t="t" r="r" b="b"/>
              <a:pathLst>
                <a:path w="224" h="240" extrusionOk="0">
                  <a:moveTo>
                    <a:pt x="190" y="0"/>
                  </a:moveTo>
                  <a:cubicBezTo>
                    <a:pt x="174" y="0"/>
                    <a:pt x="153" y="17"/>
                    <a:pt x="136" y="17"/>
                  </a:cubicBezTo>
                  <a:cubicBezTo>
                    <a:pt x="87" y="33"/>
                    <a:pt x="50" y="50"/>
                    <a:pt x="17" y="50"/>
                  </a:cubicBezTo>
                  <a:cubicBezTo>
                    <a:pt x="0" y="66"/>
                    <a:pt x="0" y="66"/>
                    <a:pt x="0" y="87"/>
                  </a:cubicBezTo>
                  <a:cubicBezTo>
                    <a:pt x="0" y="120"/>
                    <a:pt x="0" y="153"/>
                    <a:pt x="17" y="190"/>
                  </a:cubicBezTo>
                  <a:cubicBezTo>
                    <a:pt x="33" y="207"/>
                    <a:pt x="50" y="223"/>
                    <a:pt x="87" y="240"/>
                  </a:cubicBezTo>
                  <a:cubicBezTo>
                    <a:pt x="136" y="240"/>
                    <a:pt x="207" y="190"/>
                    <a:pt x="223" y="120"/>
                  </a:cubicBezTo>
                  <a:cubicBezTo>
                    <a:pt x="223" y="87"/>
                    <a:pt x="223" y="50"/>
                    <a:pt x="207" y="33"/>
                  </a:cubicBezTo>
                  <a:cubicBezTo>
                    <a:pt x="207" y="17"/>
                    <a:pt x="207" y="17"/>
                    <a:pt x="1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6"/>
            <p:cNvSpPr/>
            <p:nvPr/>
          </p:nvSpPr>
          <p:spPr>
            <a:xfrm>
              <a:off x="4201775" y="2833050"/>
              <a:ext cx="6025" cy="6400"/>
            </a:xfrm>
            <a:custGeom>
              <a:avLst/>
              <a:gdLst/>
              <a:ahLst/>
              <a:cxnLst/>
              <a:rect l="l" t="t" r="r" b="b"/>
              <a:pathLst>
                <a:path w="241" h="256" extrusionOk="0">
                  <a:moveTo>
                    <a:pt x="134" y="0"/>
                  </a:moveTo>
                  <a:cubicBezTo>
                    <a:pt x="120" y="0"/>
                    <a:pt x="102" y="4"/>
                    <a:pt x="83" y="12"/>
                  </a:cubicBezTo>
                  <a:cubicBezTo>
                    <a:pt x="67" y="12"/>
                    <a:pt x="34" y="50"/>
                    <a:pt x="17" y="83"/>
                  </a:cubicBezTo>
                  <a:cubicBezTo>
                    <a:pt x="17" y="99"/>
                    <a:pt x="1" y="132"/>
                    <a:pt x="17" y="169"/>
                  </a:cubicBezTo>
                  <a:cubicBezTo>
                    <a:pt x="17" y="202"/>
                    <a:pt x="34" y="235"/>
                    <a:pt x="67" y="235"/>
                  </a:cubicBezTo>
                  <a:cubicBezTo>
                    <a:pt x="83" y="256"/>
                    <a:pt x="121" y="256"/>
                    <a:pt x="154" y="256"/>
                  </a:cubicBezTo>
                  <a:cubicBezTo>
                    <a:pt x="207" y="219"/>
                    <a:pt x="240" y="153"/>
                    <a:pt x="224" y="83"/>
                  </a:cubicBezTo>
                  <a:cubicBezTo>
                    <a:pt x="224" y="66"/>
                    <a:pt x="224" y="50"/>
                    <a:pt x="207" y="29"/>
                  </a:cubicBezTo>
                  <a:cubicBezTo>
                    <a:pt x="187" y="12"/>
                    <a:pt x="187" y="12"/>
                    <a:pt x="170" y="12"/>
                  </a:cubicBezTo>
                  <a:cubicBezTo>
                    <a:pt x="162" y="4"/>
                    <a:pt x="149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6"/>
            <p:cNvSpPr/>
            <p:nvPr/>
          </p:nvSpPr>
          <p:spPr>
            <a:xfrm>
              <a:off x="4104700" y="2827875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32" y="0"/>
                  </a:moveTo>
                  <a:cubicBezTo>
                    <a:pt x="100" y="0"/>
                    <a:pt x="65" y="19"/>
                    <a:pt x="33" y="50"/>
                  </a:cubicBezTo>
                  <a:cubicBezTo>
                    <a:pt x="0" y="100"/>
                    <a:pt x="0" y="186"/>
                    <a:pt x="33" y="219"/>
                  </a:cubicBezTo>
                  <a:cubicBezTo>
                    <a:pt x="56" y="242"/>
                    <a:pt x="81" y="252"/>
                    <a:pt x="106" y="252"/>
                  </a:cubicBezTo>
                  <a:cubicBezTo>
                    <a:pt x="141" y="252"/>
                    <a:pt x="176" y="234"/>
                    <a:pt x="206" y="203"/>
                  </a:cubicBezTo>
                  <a:cubicBezTo>
                    <a:pt x="239" y="153"/>
                    <a:pt x="239" y="67"/>
                    <a:pt x="190" y="30"/>
                  </a:cubicBezTo>
                  <a:cubicBezTo>
                    <a:pt x="175" y="9"/>
                    <a:pt x="154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6"/>
            <p:cNvSpPr/>
            <p:nvPr/>
          </p:nvSpPr>
          <p:spPr>
            <a:xfrm>
              <a:off x="4099125" y="2812400"/>
              <a:ext cx="6425" cy="6600"/>
            </a:xfrm>
            <a:custGeom>
              <a:avLst/>
              <a:gdLst/>
              <a:ahLst/>
              <a:cxnLst/>
              <a:rect l="l" t="t" r="r" b="b"/>
              <a:pathLst>
                <a:path w="257" h="264" extrusionOk="0">
                  <a:moveTo>
                    <a:pt x="144" y="1"/>
                  </a:moveTo>
                  <a:cubicBezTo>
                    <a:pt x="109" y="1"/>
                    <a:pt x="72" y="19"/>
                    <a:pt x="50" y="51"/>
                  </a:cubicBezTo>
                  <a:cubicBezTo>
                    <a:pt x="1" y="100"/>
                    <a:pt x="1" y="187"/>
                    <a:pt x="50" y="237"/>
                  </a:cubicBezTo>
                  <a:cubicBezTo>
                    <a:pt x="67" y="237"/>
                    <a:pt x="87" y="257"/>
                    <a:pt x="104" y="257"/>
                  </a:cubicBezTo>
                  <a:cubicBezTo>
                    <a:pt x="112" y="261"/>
                    <a:pt x="121" y="263"/>
                    <a:pt x="131" y="263"/>
                  </a:cubicBezTo>
                  <a:cubicBezTo>
                    <a:pt x="161" y="263"/>
                    <a:pt x="194" y="244"/>
                    <a:pt x="207" y="204"/>
                  </a:cubicBezTo>
                  <a:cubicBezTo>
                    <a:pt x="240" y="171"/>
                    <a:pt x="256" y="117"/>
                    <a:pt x="240" y="84"/>
                  </a:cubicBezTo>
                  <a:cubicBezTo>
                    <a:pt x="223" y="67"/>
                    <a:pt x="223" y="51"/>
                    <a:pt x="207" y="30"/>
                  </a:cubicBezTo>
                  <a:cubicBezTo>
                    <a:pt x="191" y="10"/>
                    <a:pt x="168" y="1"/>
                    <a:pt x="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6"/>
            <p:cNvSpPr/>
            <p:nvPr/>
          </p:nvSpPr>
          <p:spPr>
            <a:xfrm>
              <a:off x="4114600" y="2705925"/>
              <a:ext cx="6400" cy="6400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135" y="1"/>
                  </a:moveTo>
                  <a:cubicBezTo>
                    <a:pt x="102" y="1"/>
                    <a:pt x="71" y="18"/>
                    <a:pt x="49" y="47"/>
                  </a:cubicBezTo>
                  <a:cubicBezTo>
                    <a:pt x="0" y="100"/>
                    <a:pt x="0" y="187"/>
                    <a:pt x="49" y="220"/>
                  </a:cubicBezTo>
                  <a:cubicBezTo>
                    <a:pt x="67" y="243"/>
                    <a:pt x="94" y="255"/>
                    <a:pt x="121" y="255"/>
                  </a:cubicBezTo>
                  <a:cubicBezTo>
                    <a:pt x="153" y="255"/>
                    <a:pt x="186" y="239"/>
                    <a:pt x="206" y="204"/>
                  </a:cubicBezTo>
                  <a:cubicBezTo>
                    <a:pt x="256" y="150"/>
                    <a:pt x="256" y="63"/>
                    <a:pt x="206" y="30"/>
                  </a:cubicBezTo>
                  <a:cubicBezTo>
                    <a:pt x="184" y="10"/>
                    <a:pt x="159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6"/>
            <p:cNvSpPr/>
            <p:nvPr/>
          </p:nvSpPr>
          <p:spPr>
            <a:xfrm>
              <a:off x="4101700" y="27224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4" y="0"/>
                  </a:moveTo>
                  <a:cubicBezTo>
                    <a:pt x="87" y="0"/>
                    <a:pt x="32" y="49"/>
                    <a:pt x="17" y="106"/>
                  </a:cubicBezTo>
                  <a:cubicBezTo>
                    <a:pt x="1" y="176"/>
                    <a:pt x="34" y="247"/>
                    <a:pt x="104" y="263"/>
                  </a:cubicBezTo>
                  <a:cubicBezTo>
                    <a:pt x="137" y="263"/>
                    <a:pt x="153" y="247"/>
                    <a:pt x="190" y="226"/>
                  </a:cubicBezTo>
                  <a:cubicBezTo>
                    <a:pt x="223" y="209"/>
                    <a:pt x="240" y="176"/>
                    <a:pt x="240" y="144"/>
                  </a:cubicBezTo>
                  <a:cubicBezTo>
                    <a:pt x="240" y="106"/>
                    <a:pt x="240" y="73"/>
                    <a:pt x="223" y="57"/>
                  </a:cubicBezTo>
                  <a:cubicBezTo>
                    <a:pt x="223" y="40"/>
                    <a:pt x="223" y="40"/>
                    <a:pt x="207" y="20"/>
                  </a:cubicBezTo>
                  <a:cubicBezTo>
                    <a:pt x="190" y="20"/>
                    <a:pt x="170" y="3"/>
                    <a:pt x="153" y="3"/>
                  </a:cubicBezTo>
                  <a:cubicBezTo>
                    <a:pt x="147" y="1"/>
                    <a:pt x="141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6"/>
            <p:cNvSpPr/>
            <p:nvPr/>
          </p:nvSpPr>
          <p:spPr>
            <a:xfrm>
              <a:off x="4110675" y="2737600"/>
              <a:ext cx="6525" cy="6375"/>
            </a:xfrm>
            <a:custGeom>
              <a:avLst/>
              <a:gdLst/>
              <a:ahLst/>
              <a:cxnLst/>
              <a:rect l="l" t="t" r="r" b="b"/>
              <a:pathLst>
                <a:path w="261" h="255" extrusionOk="0">
                  <a:moveTo>
                    <a:pt x="103" y="0"/>
                  </a:moveTo>
                  <a:cubicBezTo>
                    <a:pt x="37" y="33"/>
                    <a:pt x="0" y="103"/>
                    <a:pt x="17" y="173"/>
                  </a:cubicBezTo>
                  <a:cubicBezTo>
                    <a:pt x="17" y="206"/>
                    <a:pt x="37" y="223"/>
                    <a:pt x="70" y="239"/>
                  </a:cubicBezTo>
                  <a:cubicBezTo>
                    <a:pt x="87" y="250"/>
                    <a:pt x="99" y="255"/>
                    <a:pt x="112" y="255"/>
                  </a:cubicBezTo>
                  <a:cubicBezTo>
                    <a:pt x="125" y="255"/>
                    <a:pt x="138" y="250"/>
                    <a:pt x="157" y="239"/>
                  </a:cubicBezTo>
                  <a:cubicBezTo>
                    <a:pt x="223" y="223"/>
                    <a:pt x="260" y="136"/>
                    <a:pt x="244" y="87"/>
                  </a:cubicBezTo>
                  <a:cubicBezTo>
                    <a:pt x="223" y="54"/>
                    <a:pt x="223" y="33"/>
                    <a:pt x="206" y="33"/>
                  </a:cubicBezTo>
                  <a:lnTo>
                    <a:pt x="190" y="17"/>
                  </a:lnTo>
                  <a:cubicBezTo>
                    <a:pt x="157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6"/>
            <p:cNvSpPr/>
            <p:nvPr/>
          </p:nvSpPr>
          <p:spPr>
            <a:xfrm>
              <a:off x="4106850" y="2783575"/>
              <a:ext cx="6000" cy="6300"/>
            </a:xfrm>
            <a:custGeom>
              <a:avLst/>
              <a:gdLst/>
              <a:ahLst/>
              <a:cxnLst/>
              <a:rect l="l" t="t" r="r" b="b"/>
              <a:pathLst>
                <a:path w="240" h="252" extrusionOk="0">
                  <a:moveTo>
                    <a:pt x="104" y="0"/>
                  </a:moveTo>
                  <a:cubicBezTo>
                    <a:pt x="34" y="33"/>
                    <a:pt x="1" y="103"/>
                    <a:pt x="17" y="173"/>
                  </a:cubicBezTo>
                  <a:cubicBezTo>
                    <a:pt x="17" y="206"/>
                    <a:pt x="50" y="223"/>
                    <a:pt x="67" y="239"/>
                  </a:cubicBezTo>
                  <a:cubicBezTo>
                    <a:pt x="85" y="247"/>
                    <a:pt x="99" y="252"/>
                    <a:pt x="112" y="252"/>
                  </a:cubicBezTo>
                  <a:cubicBezTo>
                    <a:pt x="124" y="252"/>
                    <a:pt x="137" y="247"/>
                    <a:pt x="153" y="239"/>
                  </a:cubicBezTo>
                  <a:cubicBezTo>
                    <a:pt x="190" y="223"/>
                    <a:pt x="207" y="206"/>
                    <a:pt x="223" y="173"/>
                  </a:cubicBezTo>
                  <a:cubicBezTo>
                    <a:pt x="240" y="136"/>
                    <a:pt x="240" y="103"/>
                    <a:pt x="240" y="70"/>
                  </a:cubicBezTo>
                  <a:cubicBezTo>
                    <a:pt x="223" y="50"/>
                    <a:pt x="223" y="33"/>
                    <a:pt x="207" y="17"/>
                  </a:cubicBezTo>
                  <a:cubicBezTo>
                    <a:pt x="207" y="17"/>
                    <a:pt x="190" y="17"/>
                    <a:pt x="1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6"/>
            <p:cNvSpPr/>
            <p:nvPr/>
          </p:nvSpPr>
          <p:spPr>
            <a:xfrm>
              <a:off x="4063050" y="2730700"/>
              <a:ext cx="5600" cy="6100"/>
            </a:xfrm>
            <a:custGeom>
              <a:avLst/>
              <a:gdLst/>
              <a:ahLst/>
              <a:cxnLst/>
              <a:rect l="l" t="t" r="r" b="b"/>
              <a:pathLst>
                <a:path w="224" h="244" extrusionOk="0">
                  <a:moveTo>
                    <a:pt x="190" y="0"/>
                  </a:moveTo>
                  <a:cubicBezTo>
                    <a:pt x="120" y="54"/>
                    <a:pt x="50" y="87"/>
                    <a:pt x="1" y="124"/>
                  </a:cubicBezTo>
                  <a:cubicBezTo>
                    <a:pt x="1" y="157"/>
                    <a:pt x="1" y="190"/>
                    <a:pt x="34" y="206"/>
                  </a:cubicBezTo>
                  <a:cubicBezTo>
                    <a:pt x="34" y="227"/>
                    <a:pt x="50" y="227"/>
                    <a:pt x="67" y="243"/>
                  </a:cubicBezTo>
                  <a:cubicBezTo>
                    <a:pt x="104" y="243"/>
                    <a:pt x="153" y="227"/>
                    <a:pt x="190" y="190"/>
                  </a:cubicBezTo>
                  <a:cubicBezTo>
                    <a:pt x="223" y="157"/>
                    <a:pt x="223" y="103"/>
                    <a:pt x="207" y="54"/>
                  </a:cubicBezTo>
                  <a:cubicBezTo>
                    <a:pt x="207" y="37"/>
                    <a:pt x="207" y="21"/>
                    <a:pt x="1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6"/>
            <p:cNvSpPr/>
            <p:nvPr/>
          </p:nvSpPr>
          <p:spPr>
            <a:xfrm>
              <a:off x="4119750" y="278665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37" y="0"/>
                  </a:moveTo>
                  <a:cubicBezTo>
                    <a:pt x="103" y="0"/>
                    <a:pt x="71" y="19"/>
                    <a:pt x="50" y="50"/>
                  </a:cubicBezTo>
                  <a:cubicBezTo>
                    <a:pt x="0" y="100"/>
                    <a:pt x="0" y="186"/>
                    <a:pt x="50" y="236"/>
                  </a:cubicBezTo>
                  <a:cubicBezTo>
                    <a:pt x="50" y="236"/>
                    <a:pt x="66" y="256"/>
                    <a:pt x="87" y="256"/>
                  </a:cubicBezTo>
                  <a:cubicBezTo>
                    <a:pt x="95" y="260"/>
                    <a:pt x="104" y="263"/>
                    <a:pt x="114" y="263"/>
                  </a:cubicBezTo>
                  <a:cubicBezTo>
                    <a:pt x="143" y="263"/>
                    <a:pt x="178" y="243"/>
                    <a:pt x="206" y="203"/>
                  </a:cubicBezTo>
                  <a:cubicBezTo>
                    <a:pt x="239" y="170"/>
                    <a:pt x="239" y="116"/>
                    <a:pt x="223" y="83"/>
                  </a:cubicBezTo>
                  <a:cubicBezTo>
                    <a:pt x="223" y="67"/>
                    <a:pt x="223" y="50"/>
                    <a:pt x="206" y="30"/>
                  </a:cubicBezTo>
                  <a:cubicBezTo>
                    <a:pt x="184" y="9"/>
                    <a:pt x="160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6"/>
            <p:cNvSpPr/>
            <p:nvPr/>
          </p:nvSpPr>
          <p:spPr>
            <a:xfrm>
              <a:off x="4101300" y="2707500"/>
              <a:ext cx="5575" cy="5700"/>
            </a:xfrm>
            <a:custGeom>
              <a:avLst/>
              <a:gdLst/>
              <a:ahLst/>
              <a:cxnLst/>
              <a:rect l="l" t="t" r="r" b="b"/>
              <a:pathLst>
                <a:path w="223" h="228" extrusionOk="0">
                  <a:moveTo>
                    <a:pt x="186" y="0"/>
                  </a:moveTo>
                  <a:cubicBezTo>
                    <a:pt x="120" y="37"/>
                    <a:pt x="50" y="70"/>
                    <a:pt x="0" y="103"/>
                  </a:cubicBezTo>
                  <a:lnTo>
                    <a:pt x="0" y="174"/>
                  </a:lnTo>
                  <a:cubicBezTo>
                    <a:pt x="17" y="190"/>
                    <a:pt x="50" y="207"/>
                    <a:pt x="66" y="227"/>
                  </a:cubicBezTo>
                  <a:cubicBezTo>
                    <a:pt x="136" y="227"/>
                    <a:pt x="206" y="190"/>
                    <a:pt x="223" y="103"/>
                  </a:cubicBezTo>
                  <a:cubicBezTo>
                    <a:pt x="223" y="87"/>
                    <a:pt x="223" y="54"/>
                    <a:pt x="206" y="21"/>
                  </a:cubicBezTo>
                  <a:lnTo>
                    <a:pt x="1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6"/>
            <p:cNvSpPr/>
            <p:nvPr/>
          </p:nvSpPr>
          <p:spPr>
            <a:xfrm>
              <a:off x="4099125" y="275090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37" y="0"/>
                  </a:moveTo>
                  <a:cubicBezTo>
                    <a:pt x="87" y="0"/>
                    <a:pt x="17" y="37"/>
                    <a:pt x="1" y="120"/>
                  </a:cubicBezTo>
                  <a:cubicBezTo>
                    <a:pt x="1" y="157"/>
                    <a:pt x="1" y="173"/>
                    <a:pt x="17" y="206"/>
                  </a:cubicBezTo>
                  <a:cubicBezTo>
                    <a:pt x="34" y="243"/>
                    <a:pt x="50" y="260"/>
                    <a:pt x="87" y="260"/>
                  </a:cubicBezTo>
                  <a:cubicBezTo>
                    <a:pt x="120" y="260"/>
                    <a:pt x="153" y="260"/>
                    <a:pt x="170" y="243"/>
                  </a:cubicBezTo>
                  <a:cubicBezTo>
                    <a:pt x="207" y="206"/>
                    <a:pt x="223" y="190"/>
                    <a:pt x="223" y="157"/>
                  </a:cubicBezTo>
                  <a:cubicBezTo>
                    <a:pt x="223" y="120"/>
                    <a:pt x="223" y="87"/>
                    <a:pt x="207" y="54"/>
                  </a:cubicBezTo>
                  <a:cubicBezTo>
                    <a:pt x="207" y="54"/>
                    <a:pt x="207" y="37"/>
                    <a:pt x="190" y="37"/>
                  </a:cubicBezTo>
                  <a:cubicBezTo>
                    <a:pt x="170" y="17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6"/>
            <p:cNvSpPr/>
            <p:nvPr/>
          </p:nvSpPr>
          <p:spPr>
            <a:xfrm>
              <a:off x="3937200" y="2846575"/>
              <a:ext cx="6000" cy="4000"/>
            </a:xfrm>
            <a:custGeom>
              <a:avLst/>
              <a:gdLst/>
              <a:ahLst/>
              <a:cxnLst/>
              <a:rect l="l" t="t" r="r" b="b"/>
              <a:pathLst>
                <a:path w="240" h="160" extrusionOk="0">
                  <a:moveTo>
                    <a:pt x="117" y="0"/>
                  </a:moveTo>
                  <a:cubicBezTo>
                    <a:pt x="71" y="0"/>
                    <a:pt x="15" y="49"/>
                    <a:pt x="0" y="106"/>
                  </a:cubicBezTo>
                  <a:lnTo>
                    <a:pt x="0" y="160"/>
                  </a:lnTo>
                  <a:lnTo>
                    <a:pt x="223" y="160"/>
                  </a:lnTo>
                  <a:cubicBezTo>
                    <a:pt x="240" y="127"/>
                    <a:pt x="223" y="90"/>
                    <a:pt x="223" y="57"/>
                  </a:cubicBezTo>
                  <a:cubicBezTo>
                    <a:pt x="207" y="40"/>
                    <a:pt x="207" y="40"/>
                    <a:pt x="190" y="40"/>
                  </a:cubicBezTo>
                  <a:cubicBezTo>
                    <a:pt x="190" y="24"/>
                    <a:pt x="174" y="3"/>
                    <a:pt x="137" y="3"/>
                  </a:cubicBezTo>
                  <a:cubicBezTo>
                    <a:pt x="130" y="1"/>
                    <a:pt x="124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6"/>
            <p:cNvSpPr/>
            <p:nvPr/>
          </p:nvSpPr>
          <p:spPr>
            <a:xfrm>
              <a:off x="4097375" y="2797675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37" y="1"/>
                  </a:moveTo>
                  <a:cubicBezTo>
                    <a:pt x="104" y="1"/>
                    <a:pt x="87" y="1"/>
                    <a:pt x="54" y="38"/>
                  </a:cubicBezTo>
                  <a:cubicBezTo>
                    <a:pt x="33" y="55"/>
                    <a:pt x="17" y="88"/>
                    <a:pt x="0" y="125"/>
                  </a:cubicBezTo>
                  <a:cubicBezTo>
                    <a:pt x="0" y="141"/>
                    <a:pt x="0" y="174"/>
                    <a:pt x="17" y="207"/>
                  </a:cubicBezTo>
                  <a:cubicBezTo>
                    <a:pt x="33" y="244"/>
                    <a:pt x="54" y="261"/>
                    <a:pt x="87" y="261"/>
                  </a:cubicBezTo>
                  <a:cubicBezTo>
                    <a:pt x="94" y="263"/>
                    <a:pt x="100" y="264"/>
                    <a:pt x="107" y="264"/>
                  </a:cubicBezTo>
                  <a:cubicBezTo>
                    <a:pt x="154" y="264"/>
                    <a:pt x="209" y="219"/>
                    <a:pt x="223" y="158"/>
                  </a:cubicBezTo>
                  <a:cubicBezTo>
                    <a:pt x="223" y="125"/>
                    <a:pt x="223" y="88"/>
                    <a:pt x="207" y="55"/>
                  </a:cubicBezTo>
                  <a:cubicBezTo>
                    <a:pt x="207" y="55"/>
                    <a:pt x="207" y="38"/>
                    <a:pt x="190" y="38"/>
                  </a:cubicBezTo>
                  <a:cubicBezTo>
                    <a:pt x="174" y="22"/>
                    <a:pt x="157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6"/>
            <p:cNvSpPr/>
            <p:nvPr/>
          </p:nvSpPr>
          <p:spPr>
            <a:xfrm>
              <a:off x="4106850" y="2844350"/>
              <a:ext cx="6425" cy="6225"/>
            </a:xfrm>
            <a:custGeom>
              <a:avLst/>
              <a:gdLst/>
              <a:ahLst/>
              <a:cxnLst/>
              <a:rect l="l" t="t" r="r" b="b"/>
              <a:pathLst>
                <a:path w="257" h="249" extrusionOk="0">
                  <a:moveTo>
                    <a:pt x="130" y="0"/>
                  </a:moveTo>
                  <a:cubicBezTo>
                    <a:pt x="99" y="0"/>
                    <a:pt x="71" y="14"/>
                    <a:pt x="50" y="43"/>
                  </a:cubicBezTo>
                  <a:cubicBezTo>
                    <a:pt x="1" y="92"/>
                    <a:pt x="1" y="179"/>
                    <a:pt x="50" y="232"/>
                  </a:cubicBezTo>
                  <a:cubicBezTo>
                    <a:pt x="50" y="249"/>
                    <a:pt x="67" y="249"/>
                    <a:pt x="87" y="249"/>
                  </a:cubicBezTo>
                  <a:lnTo>
                    <a:pt x="137" y="249"/>
                  </a:lnTo>
                  <a:cubicBezTo>
                    <a:pt x="153" y="249"/>
                    <a:pt x="190" y="232"/>
                    <a:pt x="207" y="216"/>
                  </a:cubicBezTo>
                  <a:cubicBezTo>
                    <a:pt x="256" y="146"/>
                    <a:pt x="256" y="76"/>
                    <a:pt x="207" y="26"/>
                  </a:cubicBezTo>
                  <a:cubicBezTo>
                    <a:pt x="183" y="9"/>
                    <a:pt x="156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6"/>
            <p:cNvSpPr/>
            <p:nvPr/>
          </p:nvSpPr>
          <p:spPr>
            <a:xfrm>
              <a:off x="4119325" y="2832200"/>
              <a:ext cx="6000" cy="6250"/>
            </a:xfrm>
            <a:custGeom>
              <a:avLst/>
              <a:gdLst/>
              <a:ahLst/>
              <a:cxnLst/>
              <a:rect l="l" t="t" r="r" b="b"/>
              <a:pathLst>
                <a:path w="240" h="250" extrusionOk="0">
                  <a:moveTo>
                    <a:pt x="134" y="0"/>
                  </a:moveTo>
                  <a:cubicBezTo>
                    <a:pt x="98" y="0"/>
                    <a:pt x="62" y="18"/>
                    <a:pt x="34" y="46"/>
                  </a:cubicBezTo>
                  <a:cubicBezTo>
                    <a:pt x="1" y="100"/>
                    <a:pt x="1" y="187"/>
                    <a:pt x="34" y="220"/>
                  </a:cubicBezTo>
                  <a:cubicBezTo>
                    <a:pt x="54" y="240"/>
                    <a:pt x="79" y="249"/>
                    <a:pt x="104" y="249"/>
                  </a:cubicBezTo>
                  <a:cubicBezTo>
                    <a:pt x="139" y="249"/>
                    <a:pt x="176" y="232"/>
                    <a:pt x="207" y="203"/>
                  </a:cubicBezTo>
                  <a:cubicBezTo>
                    <a:pt x="240" y="150"/>
                    <a:pt x="240" y="63"/>
                    <a:pt x="207" y="30"/>
                  </a:cubicBezTo>
                  <a:cubicBezTo>
                    <a:pt x="184" y="9"/>
                    <a:pt x="159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6"/>
            <p:cNvSpPr/>
            <p:nvPr/>
          </p:nvSpPr>
          <p:spPr>
            <a:xfrm>
              <a:off x="4101300" y="276810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36" y="1"/>
                  </a:moveTo>
                  <a:cubicBezTo>
                    <a:pt x="103" y="1"/>
                    <a:pt x="83" y="1"/>
                    <a:pt x="50" y="34"/>
                  </a:cubicBezTo>
                  <a:cubicBezTo>
                    <a:pt x="33" y="50"/>
                    <a:pt x="17" y="71"/>
                    <a:pt x="0" y="104"/>
                  </a:cubicBezTo>
                  <a:cubicBezTo>
                    <a:pt x="0" y="137"/>
                    <a:pt x="0" y="174"/>
                    <a:pt x="17" y="207"/>
                  </a:cubicBezTo>
                  <a:cubicBezTo>
                    <a:pt x="33" y="240"/>
                    <a:pt x="50" y="256"/>
                    <a:pt x="83" y="256"/>
                  </a:cubicBezTo>
                  <a:cubicBezTo>
                    <a:pt x="91" y="259"/>
                    <a:pt x="99" y="261"/>
                    <a:pt x="107" y="261"/>
                  </a:cubicBezTo>
                  <a:cubicBezTo>
                    <a:pt x="156" y="261"/>
                    <a:pt x="209" y="213"/>
                    <a:pt x="223" y="153"/>
                  </a:cubicBezTo>
                  <a:cubicBezTo>
                    <a:pt x="223" y="120"/>
                    <a:pt x="223" y="87"/>
                    <a:pt x="206" y="50"/>
                  </a:cubicBezTo>
                  <a:cubicBezTo>
                    <a:pt x="206" y="50"/>
                    <a:pt x="206" y="34"/>
                    <a:pt x="186" y="34"/>
                  </a:cubicBezTo>
                  <a:cubicBezTo>
                    <a:pt x="169" y="17"/>
                    <a:pt x="15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6"/>
            <p:cNvSpPr/>
            <p:nvPr/>
          </p:nvSpPr>
          <p:spPr>
            <a:xfrm>
              <a:off x="3906700" y="27813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16" y="0"/>
                  </a:moveTo>
                  <a:cubicBezTo>
                    <a:pt x="69" y="0"/>
                    <a:pt x="14" y="46"/>
                    <a:pt x="0" y="107"/>
                  </a:cubicBezTo>
                  <a:cubicBezTo>
                    <a:pt x="0" y="140"/>
                    <a:pt x="0" y="177"/>
                    <a:pt x="17" y="210"/>
                  </a:cubicBezTo>
                  <a:cubicBezTo>
                    <a:pt x="33" y="226"/>
                    <a:pt x="54" y="243"/>
                    <a:pt x="87" y="263"/>
                  </a:cubicBezTo>
                  <a:cubicBezTo>
                    <a:pt x="157" y="263"/>
                    <a:pt x="206" y="226"/>
                    <a:pt x="223" y="140"/>
                  </a:cubicBezTo>
                  <a:cubicBezTo>
                    <a:pt x="239" y="107"/>
                    <a:pt x="223" y="90"/>
                    <a:pt x="206" y="57"/>
                  </a:cubicBezTo>
                  <a:cubicBezTo>
                    <a:pt x="206" y="36"/>
                    <a:pt x="206" y="36"/>
                    <a:pt x="190" y="36"/>
                  </a:cubicBezTo>
                  <a:cubicBezTo>
                    <a:pt x="190" y="20"/>
                    <a:pt x="173" y="4"/>
                    <a:pt x="136" y="4"/>
                  </a:cubicBezTo>
                  <a:cubicBezTo>
                    <a:pt x="130" y="1"/>
                    <a:pt x="123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6"/>
            <p:cNvSpPr/>
            <p:nvPr/>
          </p:nvSpPr>
          <p:spPr>
            <a:xfrm>
              <a:off x="3908450" y="2844000"/>
              <a:ext cx="6000" cy="6350"/>
            </a:xfrm>
            <a:custGeom>
              <a:avLst/>
              <a:gdLst/>
              <a:ahLst/>
              <a:cxnLst/>
              <a:rect l="l" t="t" r="r" b="b"/>
              <a:pathLst>
                <a:path w="240" h="254" extrusionOk="0">
                  <a:moveTo>
                    <a:pt x="117" y="0"/>
                  </a:moveTo>
                  <a:cubicBezTo>
                    <a:pt x="70" y="0"/>
                    <a:pt x="15" y="49"/>
                    <a:pt x="0" y="106"/>
                  </a:cubicBezTo>
                  <a:cubicBezTo>
                    <a:pt x="0" y="143"/>
                    <a:pt x="0" y="176"/>
                    <a:pt x="17" y="193"/>
                  </a:cubicBezTo>
                  <a:cubicBezTo>
                    <a:pt x="33" y="230"/>
                    <a:pt x="50" y="246"/>
                    <a:pt x="87" y="246"/>
                  </a:cubicBezTo>
                  <a:cubicBezTo>
                    <a:pt x="96" y="251"/>
                    <a:pt x="106" y="253"/>
                    <a:pt x="115" y="253"/>
                  </a:cubicBezTo>
                  <a:cubicBezTo>
                    <a:pt x="138" y="253"/>
                    <a:pt x="158" y="242"/>
                    <a:pt x="169" y="230"/>
                  </a:cubicBezTo>
                  <a:cubicBezTo>
                    <a:pt x="206" y="209"/>
                    <a:pt x="223" y="176"/>
                    <a:pt x="223" y="143"/>
                  </a:cubicBezTo>
                  <a:cubicBezTo>
                    <a:pt x="239" y="106"/>
                    <a:pt x="223" y="73"/>
                    <a:pt x="206" y="57"/>
                  </a:cubicBezTo>
                  <a:cubicBezTo>
                    <a:pt x="206" y="40"/>
                    <a:pt x="206" y="40"/>
                    <a:pt x="190" y="24"/>
                  </a:cubicBezTo>
                  <a:cubicBezTo>
                    <a:pt x="190" y="3"/>
                    <a:pt x="153" y="3"/>
                    <a:pt x="136" y="3"/>
                  </a:cubicBezTo>
                  <a:cubicBezTo>
                    <a:pt x="130" y="1"/>
                    <a:pt x="124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6"/>
            <p:cNvSpPr/>
            <p:nvPr/>
          </p:nvSpPr>
          <p:spPr>
            <a:xfrm>
              <a:off x="3923900" y="2845100"/>
              <a:ext cx="6000" cy="5475"/>
            </a:xfrm>
            <a:custGeom>
              <a:avLst/>
              <a:gdLst/>
              <a:ahLst/>
              <a:cxnLst/>
              <a:rect l="l" t="t" r="r" b="b"/>
              <a:pathLst>
                <a:path w="240" h="219" extrusionOk="0">
                  <a:moveTo>
                    <a:pt x="135" y="0"/>
                  </a:moveTo>
                  <a:cubicBezTo>
                    <a:pt x="120" y="0"/>
                    <a:pt x="104" y="5"/>
                    <a:pt x="87" y="13"/>
                  </a:cubicBezTo>
                  <a:cubicBezTo>
                    <a:pt x="34" y="29"/>
                    <a:pt x="1" y="99"/>
                    <a:pt x="17" y="165"/>
                  </a:cubicBezTo>
                  <a:cubicBezTo>
                    <a:pt x="17" y="186"/>
                    <a:pt x="34" y="202"/>
                    <a:pt x="34" y="219"/>
                  </a:cubicBezTo>
                  <a:lnTo>
                    <a:pt x="190" y="219"/>
                  </a:lnTo>
                  <a:cubicBezTo>
                    <a:pt x="223" y="186"/>
                    <a:pt x="240" y="132"/>
                    <a:pt x="223" y="83"/>
                  </a:cubicBezTo>
                  <a:cubicBezTo>
                    <a:pt x="223" y="46"/>
                    <a:pt x="207" y="29"/>
                    <a:pt x="207" y="29"/>
                  </a:cubicBezTo>
                  <a:cubicBezTo>
                    <a:pt x="190" y="13"/>
                    <a:pt x="190" y="13"/>
                    <a:pt x="170" y="13"/>
                  </a:cubicBezTo>
                  <a:cubicBezTo>
                    <a:pt x="161" y="5"/>
                    <a:pt x="149" y="0"/>
                    <a:pt x="1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6"/>
            <p:cNvSpPr/>
            <p:nvPr/>
          </p:nvSpPr>
          <p:spPr>
            <a:xfrm>
              <a:off x="3947500" y="27861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53" y="0"/>
                  </a:moveTo>
                  <a:cubicBezTo>
                    <a:pt x="120" y="0"/>
                    <a:pt x="104" y="0"/>
                    <a:pt x="87" y="17"/>
                  </a:cubicBezTo>
                  <a:cubicBezTo>
                    <a:pt x="50" y="33"/>
                    <a:pt x="17" y="70"/>
                    <a:pt x="17" y="103"/>
                  </a:cubicBezTo>
                  <a:cubicBezTo>
                    <a:pt x="1" y="136"/>
                    <a:pt x="17" y="173"/>
                    <a:pt x="34" y="206"/>
                  </a:cubicBezTo>
                  <a:cubicBezTo>
                    <a:pt x="34" y="223"/>
                    <a:pt x="71" y="239"/>
                    <a:pt x="104" y="256"/>
                  </a:cubicBezTo>
                  <a:cubicBezTo>
                    <a:pt x="153" y="256"/>
                    <a:pt x="207" y="223"/>
                    <a:pt x="223" y="153"/>
                  </a:cubicBezTo>
                  <a:cubicBezTo>
                    <a:pt x="223" y="153"/>
                    <a:pt x="240" y="153"/>
                    <a:pt x="240" y="136"/>
                  </a:cubicBezTo>
                  <a:cubicBezTo>
                    <a:pt x="240" y="103"/>
                    <a:pt x="223" y="50"/>
                    <a:pt x="207" y="17"/>
                  </a:cubicBezTo>
                  <a:cubicBezTo>
                    <a:pt x="190" y="17"/>
                    <a:pt x="174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6"/>
            <p:cNvSpPr/>
            <p:nvPr/>
          </p:nvSpPr>
          <p:spPr>
            <a:xfrm>
              <a:off x="3952650" y="2848400"/>
              <a:ext cx="5200" cy="2175"/>
            </a:xfrm>
            <a:custGeom>
              <a:avLst/>
              <a:gdLst/>
              <a:ahLst/>
              <a:cxnLst/>
              <a:rect l="l" t="t" r="r" b="b"/>
              <a:pathLst>
                <a:path w="208" h="87" extrusionOk="0">
                  <a:moveTo>
                    <a:pt x="71" y="0"/>
                  </a:moveTo>
                  <a:cubicBezTo>
                    <a:pt x="34" y="17"/>
                    <a:pt x="17" y="54"/>
                    <a:pt x="1" y="87"/>
                  </a:cubicBezTo>
                  <a:lnTo>
                    <a:pt x="207" y="87"/>
                  </a:lnTo>
                  <a:cubicBezTo>
                    <a:pt x="207" y="54"/>
                    <a:pt x="207" y="33"/>
                    <a:pt x="191" y="17"/>
                  </a:cubicBezTo>
                  <a:cubicBezTo>
                    <a:pt x="174" y="17"/>
                    <a:pt x="174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6"/>
            <p:cNvSpPr/>
            <p:nvPr/>
          </p:nvSpPr>
          <p:spPr>
            <a:xfrm>
              <a:off x="3912250" y="2797100"/>
              <a:ext cx="6125" cy="6575"/>
            </a:xfrm>
            <a:custGeom>
              <a:avLst/>
              <a:gdLst/>
              <a:ahLst/>
              <a:cxnLst/>
              <a:rect l="l" t="t" r="r" b="b"/>
              <a:pathLst>
                <a:path w="245" h="263" extrusionOk="0">
                  <a:moveTo>
                    <a:pt x="135" y="1"/>
                  </a:moveTo>
                  <a:cubicBezTo>
                    <a:pt x="125" y="1"/>
                    <a:pt x="115" y="3"/>
                    <a:pt x="104" y="7"/>
                  </a:cubicBezTo>
                  <a:cubicBezTo>
                    <a:pt x="71" y="7"/>
                    <a:pt x="54" y="24"/>
                    <a:pt x="38" y="61"/>
                  </a:cubicBezTo>
                  <a:cubicBezTo>
                    <a:pt x="17" y="78"/>
                    <a:pt x="1" y="111"/>
                    <a:pt x="1" y="127"/>
                  </a:cubicBezTo>
                  <a:cubicBezTo>
                    <a:pt x="1" y="164"/>
                    <a:pt x="17" y="214"/>
                    <a:pt x="38" y="230"/>
                  </a:cubicBezTo>
                  <a:cubicBezTo>
                    <a:pt x="59" y="253"/>
                    <a:pt x="84" y="263"/>
                    <a:pt x="108" y="263"/>
                  </a:cubicBezTo>
                  <a:cubicBezTo>
                    <a:pt x="140" y="263"/>
                    <a:pt x="171" y="244"/>
                    <a:pt x="190" y="214"/>
                  </a:cubicBezTo>
                  <a:cubicBezTo>
                    <a:pt x="244" y="164"/>
                    <a:pt x="244" y="78"/>
                    <a:pt x="190" y="24"/>
                  </a:cubicBezTo>
                  <a:cubicBezTo>
                    <a:pt x="179" y="12"/>
                    <a:pt x="159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6"/>
            <p:cNvSpPr/>
            <p:nvPr/>
          </p:nvSpPr>
          <p:spPr>
            <a:xfrm>
              <a:off x="3914000" y="28140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53" y="0"/>
                  </a:moveTo>
                  <a:cubicBezTo>
                    <a:pt x="87" y="0"/>
                    <a:pt x="17" y="33"/>
                    <a:pt x="17" y="104"/>
                  </a:cubicBezTo>
                  <a:cubicBezTo>
                    <a:pt x="1" y="137"/>
                    <a:pt x="1" y="170"/>
                    <a:pt x="17" y="207"/>
                  </a:cubicBezTo>
                  <a:cubicBezTo>
                    <a:pt x="34" y="240"/>
                    <a:pt x="71" y="256"/>
                    <a:pt x="87" y="256"/>
                  </a:cubicBezTo>
                  <a:cubicBezTo>
                    <a:pt x="153" y="256"/>
                    <a:pt x="207" y="223"/>
                    <a:pt x="223" y="153"/>
                  </a:cubicBezTo>
                  <a:cubicBezTo>
                    <a:pt x="240" y="120"/>
                    <a:pt x="223" y="87"/>
                    <a:pt x="223" y="50"/>
                  </a:cubicBezTo>
                  <a:cubicBezTo>
                    <a:pt x="207" y="50"/>
                    <a:pt x="207" y="33"/>
                    <a:pt x="207" y="33"/>
                  </a:cubicBezTo>
                  <a:cubicBezTo>
                    <a:pt x="190" y="17"/>
                    <a:pt x="174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6"/>
            <p:cNvSpPr/>
            <p:nvPr/>
          </p:nvSpPr>
          <p:spPr>
            <a:xfrm>
              <a:off x="3919975" y="2719975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41" y="0"/>
                  </a:moveTo>
                  <a:cubicBezTo>
                    <a:pt x="88" y="0"/>
                    <a:pt x="17" y="37"/>
                    <a:pt x="1" y="103"/>
                  </a:cubicBezTo>
                  <a:cubicBezTo>
                    <a:pt x="1" y="140"/>
                    <a:pt x="1" y="173"/>
                    <a:pt x="17" y="206"/>
                  </a:cubicBezTo>
                  <a:cubicBezTo>
                    <a:pt x="38" y="244"/>
                    <a:pt x="55" y="260"/>
                    <a:pt x="88" y="260"/>
                  </a:cubicBezTo>
                  <a:cubicBezTo>
                    <a:pt x="121" y="260"/>
                    <a:pt x="141" y="260"/>
                    <a:pt x="174" y="244"/>
                  </a:cubicBezTo>
                  <a:cubicBezTo>
                    <a:pt x="191" y="206"/>
                    <a:pt x="207" y="190"/>
                    <a:pt x="224" y="157"/>
                  </a:cubicBezTo>
                  <a:cubicBezTo>
                    <a:pt x="224" y="120"/>
                    <a:pt x="224" y="87"/>
                    <a:pt x="207" y="54"/>
                  </a:cubicBezTo>
                  <a:cubicBezTo>
                    <a:pt x="207" y="54"/>
                    <a:pt x="207" y="37"/>
                    <a:pt x="191" y="37"/>
                  </a:cubicBezTo>
                  <a:cubicBezTo>
                    <a:pt x="174" y="17"/>
                    <a:pt x="158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6"/>
            <p:cNvSpPr/>
            <p:nvPr/>
          </p:nvSpPr>
          <p:spPr>
            <a:xfrm>
              <a:off x="4021825" y="2846575"/>
              <a:ext cx="5600" cy="4000"/>
            </a:xfrm>
            <a:custGeom>
              <a:avLst/>
              <a:gdLst/>
              <a:ahLst/>
              <a:cxnLst/>
              <a:rect l="l" t="t" r="r" b="b"/>
              <a:pathLst>
                <a:path w="224" h="160" extrusionOk="0">
                  <a:moveTo>
                    <a:pt x="111" y="0"/>
                  </a:moveTo>
                  <a:cubicBezTo>
                    <a:pt x="55" y="0"/>
                    <a:pt x="15" y="49"/>
                    <a:pt x="0" y="106"/>
                  </a:cubicBezTo>
                  <a:lnTo>
                    <a:pt x="0" y="160"/>
                  </a:lnTo>
                  <a:lnTo>
                    <a:pt x="223" y="160"/>
                  </a:lnTo>
                  <a:cubicBezTo>
                    <a:pt x="223" y="127"/>
                    <a:pt x="223" y="90"/>
                    <a:pt x="207" y="57"/>
                  </a:cubicBezTo>
                  <a:cubicBezTo>
                    <a:pt x="207" y="40"/>
                    <a:pt x="190" y="40"/>
                    <a:pt x="190" y="40"/>
                  </a:cubicBezTo>
                  <a:cubicBezTo>
                    <a:pt x="169" y="24"/>
                    <a:pt x="153" y="3"/>
                    <a:pt x="136" y="3"/>
                  </a:cubicBezTo>
                  <a:cubicBezTo>
                    <a:pt x="128" y="1"/>
                    <a:pt x="119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6"/>
            <p:cNvSpPr/>
            <p:nvPr/>
          </p:nvSpPr>
          <p:spPr>
            <a:xfrm>
              <a:off x="4200850" y="2815650"/>
              <a:ext cx="6125" cy="6350"/>
            </a:xfrm>
            <a:custGeom>
              <a:avLst/>
              <a:gdLst/>
              <a:ahLst/>
              <a:cxnLst/>
              <a:rect l="l" t="t" r="r" b="b"/>
              <a:pathLst>
                <a:path w="245" h="254" extrusionOk="0">
                  <a:moveTo>
                    <a:pt x="132" y="0"/>
                  </a:moveTo>
                  <a:cubicBezTo>
                    <a:pt x="76" y="0"/>
                    <a:pt x="35" y="49"/>
                    <a:pt x="17" y="107"/>
                  </a:cubicBezTo>
                  <a:cubicBezTo>
                    <a:pt x="1" y="144"/>
                    <a:pt x="17" y="177"/>
                    <a:pt x="38" y="210"/>
                  </a:cubicBezTo>
                  <a:cubicBezTo>
                    <a:pt x="54" y="230"/>
                    <a:pt x="71" y="247"/>
                    <a:pt x="87" y="247"/>
                  </a:cubicBezTo>
                  <a:cubicBezTo>
                    <a:pt x="97" y="252"/>
                    <a:pt x="107" y="254"/>
                    <a:pt x="117" y="254"/>
                  </a:cubicBezTo>
                  <a:cubicBezTo>
                    <a:pt x="140" y="254"/>
                    <a:pt x="162" y="242"/>
                    <a:pt x="174" y="230"/>
                  </a:cubicBezTo>
                  <a:cubicBezTo>
                    <a:pt x="207" y="210"/>
                    <a:pt x="224" y="177"/>
                    <a:pt x="224" y="144"/>
                  </a:cubicBezTo>
                  <a:cubicBezTo>
                    <a:pt x="244" y="107"/>
                    <a:pt x="244" y="74"/>
                    <a:pt x="224" y="57"/>
                  </a:cubicBezTo>
                  <a:cubicBezTo>
                    <a:pt x="207" y="41"/>
                    <a:pt x="207" y="41"/>
                    <a:pt x="207" y="24"/>
                  </a:cubicBezTo>
                  <a:lnTo>
                    <a:pt x="191" y="24"/>
                  </a:lnTo>
                  <a:cubicBezTo>
                    <a:pt x="174" y="3"/>
                    <a:pt x="174" y="3"/>
                    <a:pt x="158" y="3"/>
                  </a:cubicBezTo>
                  <a:cubicBezTo>
                    <a:pt x="149" y="1"/>
                    <a:pt x="140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6"/>
            <p:cNvSpPr/>
            <p:nvPr/>
          </p:nvSpPr>
          <p:spPr>
            <a:xfrm>
              <a:off x="4191900" y="2735025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36" y="0"/>
                  </a:moveTo>
                  <a:cubicBezTo>
                    <a:pt x="120" y="0"/>
                    <a:pt x="87" y="0"/>
                    <a:pt x="66" y="17"/>
                  </a:cubicBezTo>
                  <a:cubicBezTo>
                    <a:pt x="33" y="33"/>
                    <a:pt x="17" y="70"/>
                    <a:pt x="0" y="103"/>
                  </a:cubicBezTo>
                  <a:cubicBezTo>
                    <a:pt x="0" y="136"/>
                    <a:pt x="0" y="173"/>
                    <a:pt x="17" y="206"/>
                  </a:cubicBezTo>
                  <a:cubicBezTo>
                    <a:pt x="33" y="239"/>
                    <a:pt x="50" y="260"/>
                    <a:pt x="87" y="260"/>
                  </a:cubicBezTo>
                  <a:cubicBezTo>
                    <a:pt x="136" y="260"/>
                    <a:pt x="190" y="223"/>
                    <a:pt x="223" y="157"/>
                  </a:cubicBezTo>
                  <a:cubicBezTo>
                    <a:pt x="223" y="103"/>
                    <a:pt x="223" y="54"/>
                    <a:pt x="190" y="33"/>
                  </a:cubicBezTo>
                  <a:cubicBezTo>
                    <a:pt x="169" y="17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6"/>
            <p:cNvSpPr/>
            <p:nvPr/>
          </p:nvSpPr>
          <p:spPr>
            <a:xfrm>
              <a:off x="4196125" y="2797375"/>
              <a:ext cx="6500" cy="6525"/>
            </a:xfrm>
            <a:custGeom>
              <a:avLst/>
              <a:gdLst/>
              <a:ahLst/>
              <a:cxnLst/>
              <a:rect l="l" t="t" r="r" b="b"/>
              <a:pathLst>
                <a:path w="260" h="261" extrusionOk="0">
                  <a:moveTo>
                    <a:pt x="142" y="1"/>
                  </a:moveTo>
                  <a:cubicBezTo>
                    <a:pt x="127" y="1"/>
                    <a:pt x="114" y="5"/>
                    <a:pt x="103" y="13"/>
                  </a:cubicBezTo>
                  <a:cubicBezTo>
                    <a:pt x="37" y="34"/>
                    <a:pt x="0" y="116"/>
                    <a:pt x="21" y="170"/>
                  </a:cubicBezTo>
                  <a:cubicBezTo>
                    <a:pt x="35" y="228"/>
                    <a:pt x="82" y="260"/>
                    <a:pt x="129" y="260"/>
                  </a:cubicBezTo>
                  <a:cubicBezTo>
                    <a:pt x="138" y="260"/>
                    <a:pt x="148" y="259"/>
                    <a:pt x="157" y="256"/>
                  </a:cubicBezTo>
                  <a:cubicBezTo>
                    <a:pt x="227" y="219"/>
                    <a:pt x="260" y="153"/>
                    <a:pt x="243" y="83"/>
                  </a:cubicBezTo>
                  <a:cubicBezTo>
                    <a:pt x="227" y="67"/>
                    <a:pt x="227" y="50"/>
                    <a:pt x="206" y="34"/>
                  </a:cubicBezTo>
                  <a:cubicBezTo>
                    <a:pt x="206" y="13"/>
                    <a:pt x="190" y="13"/>
                    <a:pt x="190" y="13"/>
                  </a:cubicBezTo>
                  <a:cubicBezTo>
                    <a:pt x="173" y="5"/>
                    <a:pt x="157" y="1"/>
                    <a:pt x="1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6"/>
            <p:cNvSpPr/>
            <p:nvPr/>
          </p:nvSpPr>
          <p:spPr>
            <a:xfrm>
              <a:off x="4188400" y="2828725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32" y="0"/>
                  </a:moveTo>
                  <a:cubicBezTo>
                    <a:pt x="101" y="0"/>
                    <a:pt x="66" y="19"/>
                    <a:pt x="37" y="49"/>
                  </a:cubicBezTo>
                  <a:cubicBezTo>
                    <a:pt x="0" y="99"/>
                    <a:pt x="0" y="185"/>
                    <a:pt x="37" y="223"/>
                  </a:cubicBezTo>
                  <a:cubicBezTo>
                    <a:pt x="54" y="239"/>
                    <a:pt x="70" y="256"/>
                    <a:pt x="87" y="256"/>
                  </a:cubicBezTo>
                  <a:cubicBezTo>
                    <a:pt x="124" y="256"/>
                    <a:pt x="173" y="239"/>
                    <a:pt x="190" y="202"/>
                  </a:cubicBezTo>
                  <a:cubicBezTo>
                    <a:pt x="227" y="169"/>
                    <a:pt x="243" y="119"/>
                    <a:pt x="227" y="66"/>
                  </a:cubicBezTo>
                  <a:cubicBezTo>
                    <a:pt x="227" y="49"/>
                    <a:pt x="206" y="33"/>
                    <a:pt x="190" y="33"/>
                  </a:cubicBezTo>
                  <a:cubicBezTo>
                    <a:pt x="176" y="10"/>
                    <a:pt x="155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6"/>
            <p:cNvSpPr/>
            <p:nvPr/>
          </p:nvSpPr>
          <p:spPr>
            <a:xfrm>
              <a:off x="4093050" y="2845000"/>
              <a:ext cx="6100" cy="5575"/>
            </a:xfrm>
            <a:custGeom>
              <a:avLst/>
              <a:gdLst/>
              <a:ahLst/>
              <a:cxnLst/>
              <a:rect l="l" t="t" r="r" b="b"/>
              <a:pathLst>
                <a:path w="244" h="223" extrusionOk="0">
                  <a:moveTo>
                    <a:pt x="157" y="0"/>
                  </a:moveTo>
                  <a:cubicBezTo>
                    <a:pt x="87" y="0"/>
                    <a:pt x="37" y="33"/>
                    <a:pt x="21" y="120"/>
                  </a:cubicBezTo>
                  <a:cubicBezTo>
                    <a:pt x="0" y="136"/>
                    <a:pt x="21" y="169"/>
                    <a:pt x="21" y="206"/>
                  </a:cubicBezTo>
                  <a:cubicBezTo>
                    <a:pt x="37" y="206"/>
                    <a:pt x="37" y="223"/>
                    <a:pt x="37" y="223"/>
                  </a:cubicBezTo>
                  <a:lnTo>
                    <a:pt x="190" y="223"/>
                  </a:lnTo>
                  <a:cubicBezTo>
                    <a:pt x="206" y="206"/>
                    <a:pt x="227" y="190"/>
                    <a:pt x="227" y="153"/>
                  </a:cubicBezTo>
                  <a:cubicBezTo>
                    <a:pt x="244" y="120"/>
                    <a:pt x="244" y="87"/>
                    <a:pt x="227" y="50"/>
                  </a:cubicBezTo>
                  <a:cubicBezTo>
                    <a:pt x="206" y="50"/>
                    <a:pt x="206" y="33"/>
                    <a:pt x="206" y="33"/>
                  </a:cubicBezTo>
                  <a:cubicBezTo>
                    <a:pt x="190" y="17"/>
                    <a:pt x="173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6"/>
            <p:cNvSpPr/>
            <p:nvPr/>
          </p:nvSpPr>
          <p:spPr>
            <a:xfrm>
              <a:off x="4121900" y="2847575"/>
              <a:ext cx="5600" cy="3000"/>
            </a:xfrm>
            <a:custGeom>
              <a:avLst/>
              <a:gdLst/>
              <a:ahLst/>
              <a:cxnLst/>
              <a:rect l="l" t="t" r="r" b="b"/>
              <a:pathLst>
                <a:path w="224" h="120" extrusionOk="0">
                  <a:moveTo>
                    <a:pt x="137" y="0"/>
                  </a:moveTo>
                  <a:cubicBezTo>
                    <a:pt x="67" y="0"/>
                    <a:pt x="17" y="50"/>
                    <a:pt x="1" y="120"/>
                  </a:cubicBezTo>
                  <a:lnTo>
                    <a:pt x="223" y="120"/>
                  </a:lnTo>
                  <a:cubicBezTo>
                    <a:pt x="223" y="103"/>
                    <a:pt x="223" y="66"/>
                    <a:pt x="207" y="50"/>
                  </a:cubicBezTo>
                  <a:lnTo>
                    <a:pt x="186" y="33"/>
                  </a:lnTo>
                  <a:cubicBezTo>
                    <a:pt x="170" y="17"/>
                    <a:pt x="153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6"/>
            <p:cNvSpPr/>
            <p:nvPr/>
          </p:nvSpPr>
          <p:spPr>
            <a:xfrm>
              <a:off x="3918350" y="2766775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36" y="0"/>
                  </a:moveTo>
                  <a:cubicBezTo>
                    <a:pt x="103" y="0"/>
                    <a:pt x="82" y="0"/>
                    <a:pt x="49" y="21"/>
                  </a:cubicBezTo>
                  <a:cubicBezTo>
                    <a:pt x="16" y="54"/>
                    <a:pt x="0" y="70"/>
                    <a:pt x="0" y="103"/>
                  </a:cubicBezTo>
                  <a:cubicBezTo>
                    <a:pt x="0" y="140"/>
                    <a:pt x="0" y="173"/>
                    <a:pt x="16" y="206"/>
                  </a:cubicBezTo>
                  <a:cubicBezTo>
                    <a:pt x="33" y="243"/>
                    <a:pt x="49" y="260"/>
                    <a:pt x="82" y="260"/>
                  </a:cubicBezTo>
                  <a:cubicBezTo>
                    <a:pt x="136" y="260"/>
                    <a:pt x="206" y="227"/>
                    <a:pt x="223" y="157"/>
                  </a:cubicBezTo>
                  <a:cubicBezTo>
                    <a:pt x="223" y="124"/>
                    <a:pt x="223" y="87"/>
                    <a:pt x="206" y="54"/>
                  </a:cubicBezTo>
                  <a:lnTo>
                    <a:pt x="186" y="37"/>
                  </a:lnTo>
                  <a:cubicBezTo>
                    <a:pt x="169" y="21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6"/>
            <p:cNvSpPr/>
            <p:nvPr/>
          </p:nvSpPr>
          <p:spPr>
            <a:xfrm>
              <a:off x="3961625" y="2773775"/>
              <a:ext cx="6100" cy="6725"/>
            </a:xfrm>
            <a:custGeom>
              <a:avLst/>
              <a:gdLst/>
              <a:ahLst/>
              <a:cxnLst/>
              <a:rect l="l" t="t" r="r" b="b"/>
              <a:pathLst>
                <a:path w="244" h="269" extrusionOk="0">
                  <a:moveTo>
                    <a:pt x="138" y="0"/>
                  </a:moveTo>
                  <a:cubicBezTo>
                    <a:pt x="123" y="0"/>
                    <a:pt x="106" y="5"/>
                    <a:pt x="87" y="13"/>
                  </a:cubicBezTo>
                  <a:cubicBezTo>
                    <a:pt x="38" y="29"/>
                    <a:pt x="1" y="116"/>
                    <a:pt x="21" y="186"/>
                  </a:cubicBezTo>
                  <a:cubicBezTo>
                    <a:pt x="21" y="202"/>
                    <a:pt x="38" y="235"/>
                    <a:pt x="71" y="256"/>
                  </a:cubicBezTo>
                  <a:cubicBezTo>
                    <a:pt x="87" y="264"/>
                    <a:pt x="101" y="268"/>
                    <a:pt x="114" y="268"/>
                  </a:cubicBezTo>
                  <a:cubicBezTo>
                    <a:pt x="127" y="268"/>
                    <a:pt x="141" y="264"/>
                    <a:pt x="157" y="256"/>
                  </a:cubicBezTo>
                  <a:cubicBezTo>
                    <a:pt x="190" y="235"/>
                    <a:pt x="207" y="219"/>
                    <a:pt x="227" y="186"/>
                  </a:cubicBezTo>
                  <a:cubicBezTo>
                    <a:pt x="244" y="153"/>
                    <a:pt x="244" y="116"/>
                    <a:pt x="244" y="83"/>
                  </a:cubicBezTo>
                  <a:cubicBezTo>
                    <a:pt x="227" y="66"/>
                    <a:pt x="227" y="50"/>
                    <a:pt x="207" y="29"/>
                  </a:cubicBezTo>
                  <a:cubicBezTo>
                    <a:pt x="190" y="29"/>
                    <a:pt x="190" y="13"/>
                    <a:pt x="174" y="13"/>
                  </a:cubicBezTo>
                  <a:cubicBezTo>
                    <a:pt x="166" y="5"/>
                    <a:pt x="153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6"/>
            <p:cNvSpPr/>
            <p:nvPr/>
          </p:nvSpPr>
          <p:spPr>
            <a:xfrm>
              <a:off x="3964200" y="2790350"/>
              <a:ext cx="6100" cy="6200"/>
            </a:xfrm>
            <a:custGeom>
              <a:avLst/>
              <a:gdLst/>
              <a:ahLst/>
              <a:cxnLst/>
              <a:rect l="l" t="t" r="r" b="b"/>
              <a:pathLst>
                <a:path w="244" h="248" extrusionOk="0">
                  <a:moveTo>
                    <a:pt x="128" y="1"/>
                  </a:moveTo>
                  <a:cubicBezTo>
                    <a:pt x="73" y="1"/>
                    <a:pt x="35" y="49"/>
                    <a:pt x="21" y="108"/>
                  </a:cubicBezTo>
                  <a:cubicBezTo>
                    <a:pt x="1" y="141"/>
                    <a:pt x="21" y="174"/>
                    <a:pt x="21" y="191"/>
                  </a:cubicBezTo>
                  <a:cubicBezTo>
                    <a:pt x="38" y="228"/>
                    <a:pt x="71" y="244"/>
                    <a:pt x="87" y="244"/>
                  </a:cubicBezTo>
                  <a:cubicBezTo>
                    <a:pt x="96" y="247"/>
                    <a:pt x="106" y="248"/>
                    <a:pt x="115" y="248"/>
                  </a:cubicBezTo>
                  <a:cubicBezTo>
                    <a:pt x="175" y="248"/>
                    <a:pt x="227" y="202"/>
                    <a:pt x="227" y="141"/>
                  </a:cubicBezTo>
                  <a:cubicBezTo>
                    <a:pt x="244" y="108"/>
                    <a:pt x="244" y="71"/>
                    <a:pt x="227" y="55"/>
                  </a:cubicBezTo>
                  <a:cubicBezTo>
                    <a:pt x="207" y="38"/>
                    <a:pt x="207" y="38"/>
                    <a:pt x="207" y="22"/>
                  </a:cubicBezTo>
                  <a:cubicBezTo>
                    <a:pt x="190" y="5"/>
                    <a:pt x="174" y="5"/>
                    <a:pt x="157" y="5"/>
                  </a:cubicBezTo>
                  <a:cubicBezTo>
                    <a:pt x="147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6"/>
            <p:cNvSpPr/>
            <p:nvPr/>
          </p:nvSpPr>
          <p:spPr>
            <a:xfrm>
              <a:off x="3965550" y="2745425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35" y="1"/>
                  </a:moveTo>
                  <a:cubicBezTo>
                    <a:pt x="120" y="1"/>
                    <a:pt x="103" y="5"/>
                    <a:pt x="87" y="13"/>
                  </a:cubicBezTo>
                  <a:cubicBezTo>
                    <a:pt x="50" y="29"/>
                    <a:pt x="33" y="50"/>
                    <a:pt x="17" y="83"/>
                  </a:cubicBezTo>
                  <a:cubicBezTo>
                    <a:pt x="0" y="116"/>
                    <a:pt x="0" y="153"/>
                    <a:pt x="17" y="186"/>
                  </a:cubicBezTo>
                  <a:cubicBezTo>
                    <a:pt x="17" y="219"/>
                    <a:pt x="33" y="236"/>
                    <a:pt x="70" y="256"/>
                  </a:cubicBezTo>
                  <a:cubicBezTo>
                    <a:pt x="79" y="264"/>
                    <a:pt x="91" y="269"/>
                    <a:pt x="105" y="269"/>
                  </a:cubicBezTo>
                  <a:cubicBezTo>
                    <a:pt x="120" y="269"/>
                    <a:pt x="136" y="264"/>
                    <a:pt x="153" y="256"/>
                  </a:cubicBezTo>
                  <a:cubicBezTo>
                    <a:pt x="206" y="219"/>
                    <a:pt x="239" y="153"/>
                    <a:pt x="223" y="83"/>
                  </a:cubicBezTo>
                  <a:cubicBezTo>
                    <a:pt x="223" y="67"/>
                    <a:pt x="206" y="50"/>
                    <a:pt x="206" y="29"/>
                  </a:cubicBezTo>
                  <a:cubicBezTo>
                    <a:pt x="190" y="29"/>
                    <a:pt x="190" y="13"/>
                    <a:pt x="173" y="13"/>
                  </a:cubicBezTo>
                  <a:cubicBezTo>
                    <a:pt x="163" y="5"/>
                    <a:pt x="150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6"/>
            <p:cNvSpPr/>
            <p:nvPr/>
          </p:nvSpPr>
          <p:spPr>
            <a:xfrm>
              <a:off x="3956475" y="28227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38" y="0"/>
                  </a:moveTo>
                  <a:cubicBezTo>
                    <a:pt x="103" y="0"/>
                    <a:pt x="67" y="19"/>
                    <a:pt x="38" y="50"/>
                  </a:cubicBezTo>
                  <a:cubicBezTo>
                    <a:pt x="0" y="100"/>
                    <a:pt x="0" y="186"/>
                    <a:pt x="38" y="236"/>
                  </a:cubicBezTo>
                  <a:cubicBezTo>
                    <a:pt x="58" y="251"/>
                    <a:pt x="83" y="260"/>
                    <a:pt x="108" y="260"/>
                  </a:cubicBezTo>
                  <a:cubicBezTo>
                    <a:pt x="142" y="260"/>
                    <a:pt x="178" y="243"/>
                    <a:pt x="207" y="203"/>
                  </a:cubicBezTo>
                  <a:cubicBezTo>
                    <a:pt x="244" y="153"/>
                    <a:pt x="244" y="67"/>
                    <a:pt x="207" y="30"/>
                  </a:cubicBezTo>
                  <a:cubicBezTo>
                    <a:pt x="186" y="9"/>
                    <a:pt x="162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6"/>
            <p:cNvSpPr/>
            <p:nvPr/>
          </p:nvSpPr>
          <p:spPr>
            <a:xfrm>
              <a:off x="3953900" y="2803350"/>
              <a:ext cx="6525" cy="6325"/>
            </a:xfrm>
            <a:custGeom>
              <a:avLst/>
              <a:gdLst/>
              <a:ahLst/>
              <a:cxnLst/>
              <a:rect l="l" t="t" r="r" b="b"/>
              <a:pathLst>
                <a:path w="261" h="253" extrusionOk="0">
                  <a:moveTo>
                    <a:pt x="103" y="1"/>
                  </a:moveTo>
                  <a:cubicBezTo>
                    <a:pt x="38" y="34"/>
                    <a:pt x="0" y="104"/>
                    <a:pt x="21" y="170"/>
                  </a:cubicBezTo>
                  <a:cubicBezTo>
                    <a:pt x="21" y="207"/>
                    <a:pt x="54" y="223"/>
                    <a:pt x="70" y="240"/>
                  </a:cubicBezTo>
                  <a:cubicBezTo>
                    <a:pt x="87" y="248"/>
                    <a:pt x="100" y="252"/>
                    <a:pt x="114" y="252"/>
                  </a:cubicBezTo>
                  <a:cubicBezTo>
                    <a:pt x="127" y="252"/>
                    <a:pt x="141" y="248"/>
                    <a:pt x="157" y="240"/>
                  </a:cubicBezTo>
                  <a:cubicBezTo>
                    <a:pt x="227" y="223"/>
                    <a:pt x="260" y="137"/>
                    <a:pt x="244" y="83"/>
                  </a:cubicBezTo>
                  <a:cubicBezTo>
                    <a:pt x="227" y="50"/>
                    <a:pt x="227" y="34"/>
                    <a:pt x="207" y="34"/>
                  </a:cubicBezTo>
                  <a:cubicBezTo>
                    <a:pt x="207" y="17"/>
                    <a:pt x="190" y="17"/>
                    <a:pt x="190" y="17"/>
                  </a:cubicBezTo>
                  <a:cubicBezTo>
                    <a:pt x="157" y="1"/>
                    <a:pt x="12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6"/>
            <p:cNvSpPr/>
            <p:nvPr/>
          </p:nvSpPr>
          <p:spPr>
            <a:xfrm>
              <a:off x="3951825" y="2741275"/>
              <a:ext cx="6025" cy="6400"/>
            </a:xfrm>
            <a:custGeom>
              <a:avLst/>
              <a:gdLst/>
              <a:ahLst/>
              <a:cxnLst/>
              <a:rect l="l" t="t" r="r" b="b"/>
              <a:pathLst>
                <a:path w="241" h="256" extrusionOk="0">
                  <a:moveTo>
                    <a:pt x="136" y="0"/>
                  </a:moveTo>
                  <a:cubicBezTo>
                    <a:pt x="102" y="0"/>
                    <a:pt x="68" y="14"/>
                    <a:pt x="50" y="43"/>
                  </a:cubicBezTo>
                  <a:cubicBezTo>
                    <a:pt x="1" y="113"/>
                    <a:pt x="1" y="179"/>
                    <a:pt x="50" y="233"/>
                  </a:cubicBezTo>
                  <a:cubicBezTo>
                    <a:pt x="67" y="249"/>
                    <a:pt x="83" y="249"/>
                    <a:pt x="104" y="249"/>
                  </a:cubicBezTo>
                  <a:cubicBezTo>
                    <a:pt x="113" y="253"/>
                    <a:pt x="122" y="256"/>
                    <a:pt x="131" y="256"/>
                  </a:cubicBezTo>
                  <a:cubicBezTo>
                    <a:pt x="155" y="256"/>
                    <a:pt x="180" y="240"/>
                    <a:pt x="207" y="216"/>
                  </a:cubicBezTo>
                  <a:cubicBezTo>
                    <a:pt x="240" y="162"/>
                    <a:pt x="240" y="113"/>
                    <a:pt x="240" y="76"/>
                  </a:cubicBezTo>
                  <a:cubicBezTo>
                    <a:pt x="224" y="59"/>
                    <a:pt x="224" y="43"/>
                    <a:pt x="207" y="26"/>
                  </a:cubicBezTo>
                  <a:cubicBezTo>
                    <a:pt x="190" y="10"/>
                    <a:pt x="16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6"/>
            <p:cNvSpPr/>
            <p:nvPr/>
          </p:nvSpPr>
          <p:spPr>
            <a:xfrm>
              <a:off x="3957400" y="27585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17" y="0"/>
                  </a:moveTo>
                  <a:cubicBezTo>
                    <a:pt x="71" y="0"/>
                    <a:pt x="15" y="49"/>
                    <a:pt x="1" y="106"/>
                  </a:cubicBezTo>
                  <a:cubicBezTo>
                    <a:pt x="1" y="144"/>
                    <a:pt x="1" y="177"/>
                    <a:pt x="17" y="209"/>
                  </a:cubicBezTo>
                  <a:cubicBezTo>
                    <a:pt x="34" y="226"/>
                    <a:pt x="50" y="247"/>
                    <a:pt x="87" y="263"/>
                  </a:cubicBezTo>
                  <a:cubicBezTo>
                    <a:pt x="153" y="263"/>
                    <a:pt x="207" y="209"/>
                    <a:pt x="223" y="144"/>
                  </a:cubicBezTo>
                  <a:cubicBezTo>
                    <a:pt x="240" y="106"/>
                    <a:pt x="223" y="57"/>
                    <a:pt x="190" y="20"/>
                  </a:cubicBezTo>
                  <a:cubicBezTo>
                    <a:pt x="170" y="20"/>
                    <a:pt x="153" y="3"/>
                    <a:pt x="137" y="3"/>
                  </a:cubicBezTo>
                  <a:cubicBezTo>
                    <a:pt x="131" y="1"/>
                    <a:pt x="124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6"/>
            <p:cNvSpPr/>
            <p:nvPr/>
          </p:nvSpPr>
          <p:spPr>
            <a:xfrm>
              <a:off x="3973275" y="27620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14" y="0"/>
                  </a:moveTo>
                  <a:cubicBezTo>
                    <a:pt x="68" y="0"/>
                    <a:pt x="15" y="48"/>
                    <a:pt x="1" y="108"/>
                  </a:cubicBezTo>
                  <a:cubicBezTo>
                    <a:pt x="1" y="141"/>
                    <a:pt x="1" y="174"/>
                    <a:pt x="17" y="211"/>
                  </a:cubicBezTo>
                  <a:cubicBezTo>
                    <a:pt x="33" y="227"/>
                    <a:pt x="50" y="244"/>
                    <a:pt x="87" y="260"/>
                  </a:cubicBezTo>
                  <a:cubicBezTo>
                    <a:pt x="120" y="260"/>
                    <a:pt x="153" y="244"/>
                    <a:pt x="174" y="227"/>
                  </a:cubicBezTo>
                  <a:cubicBezTo>
                    <a:pt x="207" y="211"/>
                    <a:pt x="223" y="174"/>
                    <a:pt x="223" y="141"/>
                  </a:cubicBezTo>
                  <a:cubicBezTo>
                    <a:pt x="240" y="108"/>
                    <a:pt x="223" y="70"/>
                    <a:pt x="207" y="54"/>
                  </a:cubicBezTo>
                  <a:cubicBezTo>
                    <a:pt x="207" y="38"/>
                    <a:pt x="207" y="38"/>
                    <a:pt x="190" y="21"/>
                  </a:cubicBezTo>
                  <a:cubicBezTo>
                    <a:pt x="190" y="21"/>
                    <a:pt x="174" y="5"/>
                    <a:pt x="137" y="5"/>
                  </a:cubicBezTo>
                  <a:cubicBezTo>
                    <a:pt x="129" y="1"/>
                    <a:pt x="122" y="0"/>
                    <a:pt x="1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6"/>
            <p:cNvSpPr/>
            <p:nvPr/>
          </p:nvSpPr>
          <p:spPr>
            <a:xfrm>
              <a:off x="3977100" y="2837925"/>
              <a:ext cx="6100" cy="6375"/>
            </a:xfrm>
            <a:custGeom>
              <a:avLst/>
              <a:gdLst/>
              <a:ahLst/>
              <a:cxnLst/>
              <a:rect l="l" t="t" r="r" b="b"/>
              <a:pathLst>
                <a:path w="244" h="255" extrusionOk="0">
                  <a:moveTo>
                    <a:pt x="132" y="1"/>
                  </a:moveTo>
                  <a:cubicBezTo>
                    <a:pt x="101" y="1"/>
                    <a:pt x="72" y="13"/>
                    <a:pt x="54" y="40"/>
                  </a:cubicBezTo>
                  <a:cubicBezTo>
                    <a:pt x="0" y="110"/>
                    <a:pt x="0" y="180"/>
                    <a:pt x="54" y="230"/>
                  </a:cubicBezTo>
                  <a:cubicBezTo>
                    <a:pt x="70" y="246"/>
                    <a:pt x="70" y="246"/>
                    <a:pt x="87" y="246"/>
                  </a:cubicBezTo>
                  <a:cubicBezTo>
                    <a:pt x="101" y="252"/>
                    <a:pt x="115" y="254"/>
                    <a:pt x="127" y="254"/>
                  </a:cubicBezTo>
                  <a:cubicBezTo>
                    <a:pt x="158" y="254"/>
                    <a:pt x="182" y="237"/>
                    <a:pt x="206" y="213"/>
                  </a:cubicBezTo>
                  <a:cubicBezTo>
                    <a:pt x="243" y="164"/>
                    <a:pt x="243" y="110"/>
                    <a:pt x="243" y="77"/>
                  </a:cubicBezTo>
                  <a:cubicBezTo>
                    <a:pt x="227" y="61"/>
                    <a:pt x="227" y="40"/>
                    <a:pt x="206" y="24"/>
                  </a:cubicBezTo>
                  <a:cubicBezTo>
                    <a:pt x="184" y="9"/>
                    <a:pt x="158" y="1"/>
                    <a:pt x="1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6"/>
            <p:cNvSpPr/>
            <p:nvPr/>
          </p:nvSpPr>
          <p:spPr>
            <a:xfrm>
              <a:off x="3979250" y="279345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41" y="1"/>
                  </a:moveTo>
                  <a:cubicBezTo>
                    <a:pt x="104" y="1"/>
                    <a:pt x="87" y="17"/>
                    <a:pt x="54" y="34"/>
                  </a:cubicBezTo>
                  <a:cubicBezTo>
                    <a:pt x="38" y="50"/>
                    <a:pt x="1" y="87"/>
                    <a:pt x="1" y="120"/>
                  </a:cubicBezTo>
                  <a:cubicBezTo>
                    <a:pt x="1" y="153"/>
                    <a:pt x="1" y="191"/>
                    <a:pt x="17" y="207"/>
                  </a:cubicBezTo>
                  <a:cubicBezTo>
                    <a:pt x="38" y="240"/>
                    <a:pt x="54" y="257"/>
                    <a:pt x="87" y="257"/>
                  </a:cubicBezTo>
                  <a:cubicBezTo>
                    <a:pt x="94" y="259"/>
                    <a:pt x="101" y="260"/>
                    <a:pt x="109" y="260"/>
                  </a:cubicBezTo>
                  <a:cubicBezTo>
                    <a:pt x="157" y="260"/>
                    <a:pt x="209" y="214"/>
                    <a:pt x="223" y="153"/>
                  </a:cubicBezTo>
                  <a:cubicBezTo>
                    <a:pt x="223" y="120"/>
                    <a:pt x="223" y="87"/>
                    <a:pt x="207" y="50"/>
                  </a:cubicBezTo>
                  <a:lnTo>
                    <a:pt x="190" y="34"/>
                  </a:lnTo>
                  <a:cubicBezTo>
                    <a:pt x="174" y="17"/>
                    <a:pt x="157" y="17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6"/>
            <p:cNvSpPr/>
            <p:nvPr/>
          </p:nvSpPr>
          <p:spPr>
            <a:xfrm>
              <a:off x="3975450" y="2823275"/>
              <a:ext cx="5575" cy="6350"/>
            </a:xfrm>
            <a:custGeom>
              <a:avLst/>
              <a:gdLst/>
              <a:ahLst/>
              <a:cxnLst/>
              <a:rect l="l" t="t" r="r" b="b"/>
              <a:pathLst>
                <a:path w="223" h="254" extrusionOk="0">
                  <a:moveTo>
                    <a:pt x="111" y="1"/>
                  </a:moveTo>
                  <a:cubicBezTo>
                    <a:pt x="92" y="1"/>
                    <a:pt x="76" y="14"/>
                    <a:pt x="50" y="28"/>
                  </a:cubicBezTo>
                  <a:cubicBezTo>
                    <a:pt x="33" y="45"/>
                    <a:pt x="0" y="78"/>
                    <a:pt x="0" y="111"/>
                  </a:cubicBezTo>
                  <a:cubicBezTo>
                    <a:pt x="0" y="148"/>
                    <a:pt x="0" y="181"/>
                    <a:pt x="17" y="197"/>
                  </a:cubicBezTo>
                  <a:cubicBezTo>
                    <a:pt x="33" y="234"/>
                    <a:pt x="50" y="251"/>
                    <a:pt x="87" y="251"/>
                  </a:cubicBezTo>
                  <a:cubicBezTo>
                    <a:pt x="93" y="253"/>
                    <a:pt x="99" y="254"/>
                    <a:pt x="106" y="254"/>
                  </a:cubicBezTo>
                  <a:cubicBezTo>
                    <a:pt x="153" y="254"/>
                    <a:pt x="208" y="206"/>
                    <a:pt x="223" y="148"/>
                  </a:cubicBezTo>
                  <a:cubicBezTo>
                    <a:pt x="223" y="111"/>
                    <a:pt x="223" y="78"/>
                    <a:pt x="206" y="61"/>
                  </a:cubicBezTo>
                  <a:cubicBezTo>
                    <a:pt x="206" y="45"/>
                    <a:pt x="190" y="45"/>
                    <a:pt x="190" y="28"/>
                  </a:cubicBezTo>
                  <a:cubicBezTo>
                    <a:pt x="169" y="8"/>
                    <a:pt x="153" y="8"/>
                    <a:pt x="136" y="8"/>
                  </a:cubicBezTo>
                  <a:cubicBezTo>
                    <a:pt x="127" y="3"/>
                    <a:pt x="119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6"/>
            <p:cNvSpPr/>
            <p:nvPr/>
          </p:nvSpPr>
          <p:spPr>
            <a:xfrm>
              <a:off x="3935850" y="2726875"/>
              <a:ext cx="5700" cy="5700"/>
            </a:xfrm>
            <a:custGeom>
              <a:avLst/>
              <a:gdLst/>
              <a:ahLst/>
              <a:cxnLst/>
              <a:rect l="l" t="t" r="r" b="b"/>
              <a:pathLst>
                <a:path w="228" h="228" extrusionOk="0">
                  <a:moveTo>
                    <a:pt x="54" y="0"/>
                  </a:moveTo>
                  <a:cubicBezTo>
                    <a:pt x="38" y="17"/>
                    <a:pt x="38" y="33"/>
                    <a:pt x="22" y="50"/>
                  </a:cubicBezTo>
                  <a:cubicBezTo>
                    <a:pt x="1" y="87"/>
                    <a:pt x="1" y="120"/>
                    <a:pt x="1" y="137"/>
                  </a:cubicBezTo>
                  <a:cubicBezTo>
                    <a:pt x="18" y="195"/>
                    <a:pt x="66" y="227"/>
                    <a:pt x="113" y="227"/>
                  </a:cubicBezTo>
                  <a:cubicBezTo>
                    <a:pt x="122" y="227"/>
                    <a:pt x="132" y="226"/>
                    <a:pt x="141" y="223"/>
                  </a:cubicBezTo>
                  <a:cubicBezTo>
                    <a:pt x="174" y="207"/>
                    <a:pt x="207" y="174"/>
                    <a:pt x="228" y="137"/>
                  </a:cubicBezTo>
                  <a:cubicBezTo>
                    <a:pt x="158" y="87"/>
                    <a:pt x="104" y="50"/>
                    <a:pt x="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6"/>
            <p:cNvSpPr/>
            <p:nvPr/>
          </p:nvSpPr>
          <p:spPr>
            <a:xfrm>
              <a:off x="3968525" y="28080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0" y="0"/>
                  </a:moveTo>
                  <a:cubicBezTo>
                    <a:pt x="71" y="21"/>
                    <a:pt x="34" y="54"/>
                    <a:pt x="17" y="124"/>
                  </a:cubicBezTo>
                  <a:cubicBezTo>
                    <a:pt x="1" y="157"/>
                    <a:pt x="17" y="190"/>
                    <a:pt x="34" y="206"/>
                  </a:cubicBezTo>
                  <a:cubicBezTo>
                    <a:pt x="54" y="243"/>
                    <a:pt x="71" y="260"/>
                    <a:pt x="104" y="260"/>
                  </a:cubicBezTo>
                  <a:cubicBezTo>
                    <a:pt x="111" y="262"/>
                    <a:pt x="118" y="263"/>
                    <a:pt x="125" y="263"/>
                  </a:cubicBezTo>
                  <a:cubicBezTo>
                    <a:pt x="174" y="263"/>
                    <a:pt x="226" y="218"/>
                    <a:pt x="240" y="157"/>
                  </a:cubicBezTo>
                  <a:lnTo>
                    <a:pt x="240" y="124"/>
                  </a:lnTo>
                  <a:cubicBezTo>
                    <a:pt x="240" y="87"/>
                    <a:pt x="223" y="54"/>
                    <a:pt x="207" y="37"/>
                  </a:cubicBezTo>
                  <a:cubicBezTo>
                    <a:pt x="191" y="21"/>
                    <a:pt x="174" y="21"/>
                    <a:pt x="158" y="21"/>
                  </a:cubicBezTo>
                  <a:cubicBezTo>
                    <a:pt x="137" y="0"/>
                    <a:pt x="13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6"/>
            <p:cNvSpPr/>
            <p:nvPr/>
          </p:nvSpPr>
          <p:spPr>
            <a:xfrm>
              <a:off x="3963800" y="28376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0" y="1"/>
                  </a:moveTo>
                  <a:cubicBezTo>
                    <a:pt x="87" y="1"/>
                    <a:pt x="17" y="50"/>
                    <a:pt x="0" y="120"/>
                  </a:cubicBezTo>
                  <a:cubicBezTo>
                    <a:pt x="0" y="153"/>
                    <a:pt x="0" y="190"/>
                    <a:pt x="17" y="207"/>
                  </a:cubicBezTo>
                  <a:cubicBezTo>
                    <a:pt x="37" y="240"/>
                    <a:pt x="54" y="256"/>
                    <a:pt x="87" y="256"/>
                  </a:cubicBezTo>
                  <a:cubicBezTo>
                    <a:pt x="97" y="259"/>
                    <a:pt x="107" y="261"/>
                    <a:pt x="116" y="261"/>
                  </a:cubicBezTo>
                  <a:cubicBezTo>
                    <a:pt x="171" y="261"/>
                    <a:pt x="209" y="213"/>
                    <a:pt x="223" y="153"/>
                  </a:cubicBezTo>
                  <a:cubicBezTo>
                    <a:pt x="243" y="120"/>
                    <a:pt x="223" y="87"/>
                    <a:pt x="206" y="50"/>
                  </a:cubicBezTo>
                  <a:cubicBezTo>
                    <a:pt x="206" y="50"/>
                    <a:pt x="206" y="34"/>
                    <a:pt x="190" y="34"/>
                  </a:cubicBezTo>
                  <a:cubicBezTo>
                    <a:pt x="190" y="17"/>
                    <a:pt x="173" y="17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6"/>
            <p:cNvSpPr/>
            <p:nvPr/>
          </p:nvSpPr>
          <p:spPr>
            <a:xfrm>
              <a:off x="3977100" y="2776575"/>
              <a:ext cx="5675" cy="6350"/>
            </a:xfrm>
            <a:custGeom>
              <a:avLst/>
              <a:gdLst/>
              <a:ahLst/>
              <a:cxnLst/>
              <a:rect l="l" t="t" r="r" b="b"/>
              <a:pathLst>
                <a:path w="227" h="254" extrusionOk="0">
                  <a:moveTo>
                    <a:pt x="120" y="1"/>
                  </a:moveTo>
                  <a:cubicBezTo>
                    <a:pt x="71" y="1"/>
                    <a:pt x="18" y="49"/>
                    <a:pt x="0" y="107"/>
                  </a:cubicBezTo>
                  <a:cubicBezTo>
                    <a:pt x="0" y="144"/>
                    <a:pt x="0" y="177"/>
                    <a:pt x="21" y="194"/>
                  </a:cubicBezTo>
                  <a:cubicBezTo>
                    <a:pt x="37" y="226"/>
                    <a:pt x="54" y="247"/>
                    <a:pt x="87" y="247"/>
                  </a:cubicBezTo>
                  <a:cubicBezTo>
                    <a:pt x="97" y="252"/>
                    <a:pt x="106" y="254"/>
                    <a:pt x="114" y="254"/>
                  </a:cubicBezTo>
                  <a:cubicBezTo>
                    <a:pt x="135" y="254"/>
                    <a:pt x="150" y="241"/>
                    <a:pt x="173" y="226"/>
                  </a:cubicBezTo>
                  <a:cubicBezTo>
                    <a:pt x="190" y="210"/>
                    <a:pt x="206" y="177"/>
                    <a:pt x="227" y="144"/>
                  </a:cubicBezTo>
                  <a:cubicBezTo>
                    <a:pt x="227" y="107"/>
                    <a:pt x="227" y="74"/>
                    <a:pt x="206" y="57"/>
                  </a:cubicBezTo>
                  <a:cubicBezTo>
                    <a:pt x="206" y="41"/>
                    <a:pt x="206" y="41"/>
                    <a:pt x="190" y="20"/>
                  </a:cubicBezTo>
                  <a:cubicBezTo>
                    <a:pt x="173" y="4"/>
                    <a:pt x="157" y="4"/>
                    <a:pt x="140" y="4"/>
                  </a:cubicBezTo>
                  <a:cubicBezTo>
                    <a:pt x="134" y="2"/>
                    <a:pt x="12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12" name="Google Shape;1912;p6"/>
          <p:cNvSpPr/>
          <p:nvPr/>
        </p:nvSpPr>
        <p:spPr>
          <a:xfrm>
            <a:off x="-162112" y="2976300"/>
            <a:ext cx="9468233" cy="3428995"/>
          </a:xfrm>
          <a:custGeom>
            <a:avLst/>
            <a:gdLst/>
            <a:ahLst/>
            <a:cxnLst/>
            <a:rect l="l" t="t" r="r" b="b"/>
            <a:pathLst>
              <a:path w="17647" h="6391" extrusionOk="0">
                <a:moveTo>
                  <a:pt x="1" y="0"/>
                </a:moveTo>
                <a:lnTo>
                  <a:pt x="1" y="6391"/>
                </a:lnTo>
                <a:lnTo>
                  <a:pt x="17647" y="6391"/>
                </a:lnTo>
                <a:lnTo>
                  <a:pt x="17647" y="1736"/>
                </a:lnTo>
                <a:cubicBezTo>
                  <a:pt x="17647" y="1630"/>
                  <a:pt x="17502" y="1590"/>
                  <a:pt x="17283" y="1590"/>
                </a:cubicBezTo>
                <a:cubicBezTo>
                  <a:pt x="16649" y="1590"/>
                  <a:pt x="15392" y="1927"/>
                  <a:pt x="15239" y="1979"/>
                </a:cubicBezTo>
                <a:cubicBezTo>
                  <a:pt x="14192" y="2408"/>
                  <a:pt x="13367" y="3093"/>
                  <a:pt x="12473" y="3678"/>
                </a:cubicBezTo>
                <a:cubicBezTo>
                  <a:pt x="11402" y="4369"/>
                  <a:pt x="10189" y="4829"/>
                  <a:pt x="8848" y="4829"/>
                </a:cubicBezTo>
                <a:cubicBezTo>
                  <a:pt x="8557" y="4829"/>
                  <a:pt x="8261" y="4808"/>
                  <a:pt x="7958" y="4762"/>
                </a:cubicBezTo>
                <a:cubicBezTo>
                  <a:pt x="6515" y="4556"/>
                  <a:pt x="5414" y="3798"/>
                  <a:pt x="4433" y="2973"/>
                </a:cubicBezTo>
                <a:cubicBezTo>
                  <a:pt x="3266" y="2012"/>
                  <a:pt x="2203" y="965"/>
                  <a:pt x="743" y="277"/>
                </a:cubicBezTo>
                <a:cubicBezTo>
                  <a:pt x="673" y="244"/>
                  <a:pt x="22" y="54"/>
                  <a:pt x="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2" name="Google Shape;3802;p10"/>
          <p:cNvSpPr/>
          <p:nvPr/>
        </p:nvSpPr>
        <p:spPr>
          <a:xfrm>
            <a:off x="-48150" y="-13823"/>
            <a:ext cx="1460209" cy="1315033"/>
          </a:xfrm>
          <a:custGeom>
            <a:avLst/>
            <a:gdLst/>
            <a:ahLst/>
            <a:cxnLst/>
            <a:rect l="l" t="t" r="r" b="b"/>
            <a:pathLst>
              <a:path w="8279" h="7456" extrusionOk="0">
                <a:moveTo>
                  <a:pt x="0" y="1"/>
                </a:moveTo>
                <a:lnTo>
                  <a:pt x="0" y="7455"/>
                </a:lnTo>
                <a:cubicBezTo>
                  <a:pt x="186" y="6235"/>
                  <a:pt x="652" y="5117"/>
                  <a:pt x="1443" y="4379"/>
                </a:cubicBezTo>
                <a:cubicBezTo>
                  <a:pt x="1850" y="3996"/>
                  <a:pt x="2252" y="3845"/>
                  <a:pt x="2651" y="3845"/>
                </a:cubicBezTo>
                <a:cubicBezTo>
                  <a:pt x="3415" y="3845"/>
                  <a:pt x="4166" y="4394"/>
                  <a:pt x="4910" y="4911"/>
                </a:cubicBezTo>
                <a:cubicBezTo>
                  <a:pt x="5426" y="5274"/>
                  <a:pt x="6011" y="5600"/>
                  <a:pt x="6597" y="5703"/>
                </a:cubicBezTo>
                <a:cubicBezTo>
                  <a:pt x="6686" y="5720"/>
                  <a:pt x="6778" y="5729"/>
                  <a:pt x="6871" y="5729"/>
                </a:cubicBezTo>
                <a:cubicBezTo>
                  <a:pt x="7335" y="5729"/>
                  <a:pt x="7820" y="5505"/>
                  <a:pt x="8019" y="4948"/>
                </a:cubicBezTo>
                <a:cubicBezTo>
                  <a:pt x="8279" y="4190"/>
                  <a:pt x="7937" y="3365"/>
                  <a:pt x="7660" y="2730"/>
                </a:cubicBezTo>
                <a:cubicBezTo>
                  <a:pt x="7590" y="2578"/>
                  <a:pt x="6560" y="87"/>
                  <a:pt x="674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03" name="Google Shape;3803;p10"/>
          <p:cNvGrpSpPr/>
          <p:nvPr/>
        </p:nvGrpSpPr>
        <p:grpSpPr>
          <a:xfrm>
            <a:off x="12" y="-60036"/>
            <a:ext cx="901674" cy="1575190"/>
            <a:chOff x="5052950" y="2452900"/>
            <a:chExt cx="213900" cy="373675"/>
          </a:xfrm>
        </p:grpSpPr>
        <p:sp>
          <p:nvSpPr>
            <p:cNvPr id="3804" name="Google Shape;3804;p10"/>
            <p:cNvSpPr/>
            <p:nvPr/>
          </p:nvSpPr>
          <p:spPr>
            <a:xfrm>
              <a:off x="5133675" y="2625975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03" y="0"/>
                  </a:moveTo>
                  <a:cubicBezTo>
                    <a:pt x="70" y="17"/>
                    <a:pt x="54" y="33"/>
                    <a:pt x="3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17" y="190"/>
                    <a:pt x="37" y="223"/>
                    <a:pt x="54" y="239"/>
                  </a:cubicBezTo>
                  <a:cubicBezTo>
                    <a:pt x="65" y="251"/>
                    <a:pt x="85" y="263"/>
                    <a:pt x="109" y="263"/>
                  </a:cubicBezTo>
                  <a:cubicBezTo>
                    <a:pt x="119" y="263"/>
                    <a:pt x="129" y="261"/>
                    <a:pt x="140" y="256"/>
                  </a:cubicBezTo>
                  <a:cubicBezTo>
                    <a:pt x="190" y="256"/>
                    <a:pt x="243" y="190"/>
                    <a:pt x="223" y="120"/>
                  </a:cubicBezTo>
                  <a:cubicBezTo>
                    <a:pt x="223" y="87"/>
                    <a:pt x="206" y="50"/>
                    <a:pt x="190" y="33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40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5" name="Google Shape;3805;p10"/>
            <p:cNvSpPr/>
            <p:nvPr/>
          </p:nvSpPr>
          <p:spPr>
            <a:xfrm>
              <a:off x="5133675" y="250135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54" y="21"/>
                    <a:pt x="0" y="71"/>
                    <a:pt x="17" y="157"/>
                  </a:cubicBezTo>
                  <a:cubicBezTo>
                    <a:pt x="17" y="190"/>
                    <a:pt x="37" y="207"/>
                    <a:pt x="54" y="244"/>
                  </a:cubicBezTo>
                  <a:cubicBezTo>
                    <a:pt x="87" y="260"/>
                    <a:pt x="120" y="260"/>
                    <a:pt x="140" y="260"/>
                  </a:cubicBezTo>
                  <a:cubicBezTo>
                    <a:pt x="206" y="244"/>
                    <a:pt x="243" y="174"/>
                    <a:pt x="243" y="104"/>
                  </a:cubicBezTo>
                  <a:cubicBezTo>
                    <a:pt x="223" y="71"/>
                    <a:pt x="206" y="21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6" name="Google Shape;3806;p10"/>
            <p:cNvSpPr/>
            <p:nvPr/>
          </p:nvSpPr>
          <p:spPr>
            <a:xfrm>
              <a:off x="5132025" y="2593950"/>
              <a:ext cx="6400" cy="6675"/>
            </a:xfrm>
            <a:custGeom>
              <a:avLst/>
              <a:gdLst/>
              <a:ahLst/>
              <a:cxnLst/>
              <a:rect l="l" t="t" r="r" b="b"/>
              <a:pathLst>
                <a:path w="256" h="267" extrusionOk="0">
                  <a:moveTo>
                    <a:pt x="118" y="0"/>
                  </a:moveTo>
                  <a:cubicBezTo>
                    <a:pt x="100" y="0"/>
                    <a:pt x="78" y="13"/>
                    <a:pt x="66" y="28"/>
                  </a:cubicBezTo>
                  <a:cubicBezTo>
                    <a:pt x="17" y="77"/>
                    <a:pt x="0" y="164"/>
                    <a:pt x="50" y="213"/>
                  </a:cubicBezTo>
                  <a:cubicBezTo>
                    <a:pt x="66" y="234"/>
                    <a:pt x="83" y="250"/>
                    <a:pt x="120" y="267"/>
                  </a:cubicBezTo>
                  <a:cubicBezTo>
                    <a:pt x="153" y="267"/>
                    <a:pt x="169" y="250"/>
                    <a:pt x="206" y="234"/>
                  </a:cubicBezTo>
                  <a:cubicBezTo>
                    <a:pt x="239" y="180"/>
                    <a:pt x="256" y="110"/>
                    <a:pt x="223" y="44"/>
                  </a:cubicBezTo>
                  <a:cubicBezTo>
                    <a:pt x="206" y="28"/>
                    <a:pt x="186" y="7"/>
                    <a:pt x="169" y="7"/>
                  </a:cubicBezTo>
                  <a:lnTo>
                    <a:pt x="136" y="7"/>
                  </a:lnTo>
                  <a:cubicBezTo>
                    <a:pt x="132" y="2"/>
                    <a:pt x="125" y="0"/>
                    <a:pt x="1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7" name="Google Shape;3807;p10"/>
            <p:cNvSpPr/>
            <p:nvPr/>
          </p:nvSpPr>
          <p:spPr>
            <a:xfrm>
              <a:off x="5134075" y="2530625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4" y="1"/>
                  </a:moveTo>
                  <a:cubicBezTo>
                    <a:pt x="87" y="1"/>
                    <a:pt x="71" y="17"/>
                    <a:pt x="54" y="33"/>
                  </a:cubicBezTo>
                  <a:cubicBezTo>
                    <a:pt x="21" y="50"/>
                    <a:pt x="1" y="104"/>
                    <a:pt x="21" y="137"/>
                  </a:cubicBezTo>
                  <a:cubicBezTo>
                    <a:pt x="21" y="170"/>
                    <a:pt x="38" y="207"/>
                    <a:pt x="54" y="223"/>
                  </a:cubicBezTo>
                  <a:cubicBezTo>
                    <a:pt x="87" y="256"/>
                    <a:pt x="104" y="256"/>
                    <a:pt x="141" y="256"/>
                  </a:cubicBezTo>
                  <a:cubicBezTo>
                    <a:pt x="190" y="240"/>
                    <a:pt x="244" y="190"/>
                    <a:pt x="244" y="120"/>
                  </a:cubicBezTo>
                  <a:lnTo>
                    <a:pt x="244" y="104"/>
                  </a:lnTo>
                  <a:cubicBezTo>
                    <a:pt x="227" y="50"/>
                    <a:pt x="20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3808;p10"/>
            <p:cNvSpPr/>
            <p:nvPr/>
          </p:nvSpPr>
          <p:spPr>
            <a:xfrm>
              <a:off x="5132425" y="25472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26" y="0"/>
                  </a:moveTo>
                  <a:cubicBezTo>
                    <a:pt x="81" y="0"/>
                    <a:pt x="31" y="33"/>
                    <a:pt x="17" y="91"/>
                  </a:cubicBezTo>
                  <a:cubicBezTo>
                    <a:pt x="1" y="145"/>
                    <a:pt x="17" y="227"/>
                    <a:pt x="87" y="248"/>
                  </a:cubicBezTo>
                  <a:cubicBezTo>
                    <a:pt x="100" y="256"/>
                    <a:pt x="115" y="261"/>
                    <a:pt x="130" y="261"/>
                  </a:cubicBezTo>
                  <a:cubicBezTo>
                    <a:pt x="170" y="261"/>
                    <a:pt x="211" y="229"/>
                    <a:pt x="223" y="178"/>
                  </a:cubicBezTo>
                  <a:cubicBezTo>
                    <a:pt x="240" y="107"/>
                    <a:pt x="223" y="42"/>
                    <a:pt x="153" y="4"/>
                  </a:cubicBezTo>
                  <a:cubicBezTo>
                    <a:pt x="145" y="2"/>
                    <a:pt x="136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3809;p10"/>
            <p:cNvSpPr/>
            <p:nvPr/>
          </p:nvSpPr>
          <p:spPr>
            <a:xfrm>
              <a:off x="5125925" y="2610500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87" y="1"/>
                  </a:moveTo>
                  <a:cubicBezTo>
                    <a:pt x="38" y="17"/>
                    <a:pt x="1" y="87"/>
                    <a:pt x="1" y="153"/>
                  </a:cubicBezTo>
                  <a:cubicBezTo>
                    <a:pt x="1" y="190"/>
                    <a:pt x="17" y="223"/>
                    <a:pt x="55" y="240"/>
                  </a:cubicBezTo>
                  <a:cubicBezTo>
                    <a:pt x="66" y="252"/>
                    <a:pt x="86" y="263"/>
                    <a:pt x="103" y="263"/>
                  </a:cubicBezTo>
                  <a:cubicBezTo>
                    <a:pt x="109" y="263"/>
                    <a:pt x="116" y="261"/>
                    <a:pt x="120" y="256"/>
                  </a:cubicBezTo>
                  <a:cubicBezTo>
                    <a:pt x="158" y="256"/>
                    <a:pt x="191" y="240"/>
                    <a:pt x="207" y="207"/>
                  </a:cubicBezTo>
                  <a:cubicBezTo>
                    <a:pt x="224" y="190"/>
                    <a:pt x="224" y="153"/>
                    <a:pt x="224" y="120"/>
                  </a:cubicBezTo>
                  <a:cubicBezTo>
                    <a:pt x="224" y="87"/>
                    <a:pt x="207" y="50"/>
                    <a:pt x="174" y="34"/>
                  </a:cubicBezTo>
                  <a:cubicBezTo>
                    <a:pt x="174" y="17"/>
                    <a:pt x="158" y="17"/>
                    <a:pt x="158" y="17"/>
                  </a:cubicBezTo>
                  <a:cubicBezTo>
                    <a:pt x="141" y="1"/>
                    <a:pt x="120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810;p10"/>
            <p:cNvSpPr/>
            <p:nvPr/>
          </p:nvSpPr>
          <p:spPr>
            <a:xfrm>
              <a:off x="5128925" y="264307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04" y="1"/>
                  </a:moveTo>
                  <a:cubicBezTo>
                    <a:pt x="87" y="21"/>
                    <a:pt x="87" y="21"/>
                    <a:pt x="71" y="21"/>
                  </a:cubicBezTo>
                  <a:cubicBezTo>
                    <a:pt x="38" y="38"/>
                    <a:pt x="0" y="104"/>
                    <a:pt x="0" y="157"/>
                  </a:cubicBezTo>
                  <a:cubicBezTo>
                    <a:pt x="21" y="190"/>
                    <a:pt x="38" y="227"/>
                    <a:pt x="54" y="244"/>
                  </a:cubicBezTo>
                  <a:cubicBezTo>
                    <a:pt x="66" y="255"/>
                    <a:pt x="86" y="267"/>
                    <a:pt x="109" y="267"/>
                  </a:cubicBezTo>
                  <a:cubicBezTo>
                    <a:pt x="119" y="267"/>
                    <a:pt x="130" y="265"/>
                    <a:pt x="141" y="260"/>
                  </a:cubicBezTo>
                  <a:cubicBezTo>
                    <a:pt x="190" y="260"/>
                    <a:pt x="244" y="190"/>
                    <a:pt x="227" y="124"/>
                  </a:cubicBezTo>
                  <a:lnTo>
                    <a:pt x="227" y="87"/>
                  </a:lnTo>
                  <a:cubicBezTo>
                    <a:pt x="207" y="54"/>
                    <a:pt x="190" y="38"/>
                    <a:pt x="157" y="21"/>
                  </a:cubicBezTo>
                  <a:cubicBezTo>
                    <a:pt x="141" y="1"/>
                    <a:pt x="124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3811;p10"/>
            <p:cNvSpPr/>
            <p:nvPr/>
          </p:nvSpPr>
          <p:spPr>
            <a:xfrm>
              <a:off x="5132425" y="25778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50" y="17"/>
                    <a:pt x="1" y="87"/>
                    <a:pt x="17" y="157"/>
                  </a:cubicBezTo>
                  <a:cubicBezTo>
                    <a:pt x="17" y="190"/>
                    <a:pt x="34" y="207"/>
                    <a:pt x="50" y="240"/>
                  </a:cubicBezTo>
                  <a:cubicBezTo>
                    <a:pt x="87" y="261"/>
                    <a:pt x="120" y="261"/>
                    <a:pt x="137" y="261"/>
                  </a:cubicBezTo>
                  <a:cubicBezTo>
                    <a:pt x="207" y="240"/>
                    <a:pt x="240" y="174"/>
                    <a:pt x="240" y="104"/>
                  </a:cubicBezTo>
                  <a:cubicBezTo>
                    <a:pt x="223" y="71"/>
                    <a:pt x="207" y="54"/>
                    <a:pt x="190" y="17"/>
                  </a:cubicBezTo>
                  <a:cubicBezTo>
                    <a:pt x="190" y="17"/>
                    <a:pt x="170" y="17"/>
                    <a:pt x="1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3812;p10"/>
            <p:cNvSpPr/>
            <p:nvPr/>
          </p:nvSpPr>
          <p:spPr>
            <a:xfrm>
              <a:off x="5130275" y="2470125"/>
              <a:ext cx="6000" cy="6825"/>
            </a:xfrm>
            <a:custGeom>
              <a:avLst/>
              <a:gdLst/>
              <a:ahLst/>
              <a:cxnLst/>
              <a:rect l="l" t="t" r="r" b="b"/>
              <a:pathLst>
                <a:path w="240" h="273" extrusionOk="0">
                  <a:moveTo>
                    <a:pt x="126" y="0"/>
                  </a:moveTo>
                  <a:cubicBezTo>
                    <a:pt x="120" y="0"/>
                    <a:pt x="111" y="4"/>
                    <a:pt x="103" y="13"/>
                  </a:cubicBezTo>
                  <a:cubicBezTo>
                    <a:pt x="50" y="13"/>
                    <a:pt x="0" y="83"/>
                    <a:pt x="17" y="153"/>
                  </a:cubicBezTo>
                  <a:cubicBezTo>
                    <a:pt x="17" y="186"/>
                    <a:pt x="33" y="219"/>
                    <a:pt x="70" y="239"/>
                  </a:cubicBezTo>
                  <a:cubicBezTo>
                    <a:pt x="87" y="256"/>
                    <a:pt x="103" y="272"/>
                    <a:pt x="136" y="272"/>
                  </a:cubicBezTo>
                  <a:cubicBezTo>
                    <a:pt x="173" y="256"/>
                    <a:pt x="190" y="239"/>
                    <a:pt x="206" y="202"/>
                  </a:cubicBezTo>
                  <a:cubicBezTo>
                    <a:pt x="223" y="186"/>
                    <a:pt x="239" y="153"/>
                    <a:pt x="223" y="116"/>
                  </a:cubicBezTo>
                  <a:cubicBezTo>
                    <a:pt x="223" y="83"/>
                    <a:pt x="206" y="50"/>
                    <a:pt x="190" y="33"/>
                  </a:cubicBezTo>
                  <a:cubicBezTo>
                    <a:pt x="173" y="13"/>
                    <a:pt x="173" y="13"/>
                    <a:pt x="153" y="13"/>
                  </a:cubicBezTo>
                  <a:lnTo>
                    <a:pt x="136" y="13"/>
                  </a:lnTo>
                  <a:cubicBezTo>
                    <a:pt x="136" y="4"/>
                    <a:pt x="132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3813;p10"/>
            <p:cNvSpPr/>
            <p:nvPr/>
          </p:nvSpPr>
          <p:spPr>
            <a:xfrm>
              <a:off x="5116975" y="2504300"/>
              <a:ext cx="6400" cy="6550"/>
            </a:xfrm>
            <a:custGeom>
              <a:avLst/>
              <a:gdLst/>
              <a:ahLst/>
              <a:cxnLst/>
              <a:rect l="l" t="t" r="r" b="b"/>
              <a:pathLst>
                <a:path w="256" h="262" extrusionOk="0">
                  <a:moveTo>
                    <a:pt x="140" y="1"/>
                  </a:moveTo>
                  <a:cubicBezTo>
                    <a:pt x="95" y="1"/>
                    <a:pt x="47" y="35"/>
                    <a:pt x="33" y="89"/>
                  </a:cubicBezTo>
                  <a:cubicBezTo>
                    <a:pt x="0" y="159"/>
                    <a:pt x="33" y="229"/>
                    <a:pt x="87" y="262"/>
                  </a:cubicBezTo>
                  <a:lnTo>
                    <a:pt x="136" y="262"/>
                  </a:lnTo>
                  <a:cubicBezTo>
                    <a:pt x="190" y="262"/>
                    <a:pt x="223" y="229"/>
                    <a:pt x="239" y="175"/>
                  </a:cubicBezTo>
                  <a:cubicBezTo>
                    <a:pt x="256" y="126"/>
                    <a:pt x="239" y="72"/>
                    <a:pt x="206" y="39"/>
                  </a:cubicBezTo>
                  <a:cubicBezTo>
                    <a:pt x="206" y="39"/>
                    <a:pt x="190" y="23"/>
                    <a:pt x="169" y="6"/>
                  </a:cubicBezTo>
                  <a:cubicBezTo>
                    <a:pt x="160" y="2"/>
                    <a:pt x="150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3814;p10"/>
            <p:cNvSpPr/>
            <p:nvPr/>
          </p:nvSpPr>
          <p:spPr>
            <a:xfrm>
              <a:off x="5106650" y="2535675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42" y="0"/>
                  </a:moveTo>
                  <a:cubicBezTo>
                    <a:pt x="97" y="0"/>
                    <a:pt x="47" y="30"/>
                    <a:pt x="34" y="71"/>
                  </a:cubicBezTo>
                  <a:cubicBezTo>
                    <a:pt x="1" y="141"/>
                    <a:pt x="34" y="227"/>
                    <a:pt x="88" y="244"/>
                  </a:cubicBezTo>
                  <a:cubicBezTo>
                    <a:pt x="104" y="260"/>
                    <a:pt x="120" y="260"/>
                    <a:pt x="137" y="260"/>
                  </a:cubicBezTo>
                  <a:cubicBezTo>
                    <a:pt x="191" y="244"/>
                    <a:pt x="224" y="227"/>
                    <a:pt x="240" y="174"/>
                  </a:cubicBezTo>
                  <a:cubicBezTo>
                    <a:pt x="257" y="124"/>
                    <a:pt x="240" y="71"/>
                    <a:pt x="207" y="38"/>
                  </a:cubicBezTo>
                  <a:cubicBezTo>
                    <a:pt x="207" y="21"/>
                    <a:pt x="191" y="21"/>
                    <a:pt x="170" y="5"/>
                  </a:cubicBezTo>
                  <a:cubicBezTo>
                    <a:pt x="161" y="2"/>
                    <a:pt x="152" y="0"/>
                    <a:pt x="1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10"/>
            <p:cNvSpPr/>
            <p:nvPr/>
          </p:nvSpPr>
          <p:spPr>
            <a:xfrm>
              <a:off x="5110875" y="2490625"/>
              <a:ext cx="5700" cy="6700"/>
            </a:xfrm>
            <a:custGeom>
              <a:avLst/>
              <a:gdLst/>
              <a:ahLst/>
              <a:cxnLst/>
              <a:rect l="l" t="t" r="r" b="b"/>
              <a:pathLst>
                <a:path w="228" h="268" extrusionOk="0">
                  <a:moveTo>
                    <a:pt x="104" y="1"/>
                  </a:moveTo>
                  <a:cubicBezTo>
                    <a:pt x="38" y="17"/>
                    <a:pt x="1" y="87"/>
                    <a:pt x="1" y="157"/>
                  </a:cubicBezTo>
                  <a:cubicBezTo>
                    <a:pt x="22" y="190"/>
                    <a:pt x="38" y="223"/>
                    <a:pt x="55" y="244"/>
                  </a:cubicBezTo>
                  <a:cubicBezTo>
                    <a:pt x="66" y="256"/>
                    <a:pt x="86" y="267"/>
                    <a:pt x="110" y="267"/>
                  </a:cubicBezTo>
                  <a:cubicBezTo>
                    <a:pt x="120" y="267"/>
                    <a:pt x="130" y="265"/>
                    <a:pt x="141" y="261"/>
                  </a:cubicBezTo>
                  <a:cubicBezTo>
                    <a:pt x="174" y="261"/>
                    <a:pt x="191" y="244"/>
                    <a:pt x="207" y="207"/>
                  </a:cubicBezTo>
                  <a:cubicBezTo>
                    <a:pt x="228" y="190"/>
                    <a:pt x="228" y="157"/>
                    <a:pt x="228" y="120"/>
                  </a:cubicBezTo>
                  <a:cubicBezTo>
                    <a:pt x="228" y="87"/>
                    <a:pt x="207" y="54"/>
                    <a:pt x="191" y="38"/>
                  </a:cubicBezTo>
                  <a:cubicBezTo>
                    <a:pt x="174" y="17"/>
                    <a:pt x="174" y="17"/>
                    <a:pt x="158" y="17"/>
                  </a:cubicBezTo>
                  <a:cubicBezTo>
                    <a:pt x="141" y="1"/>
                    <a:pt x="125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3816;p10"/>
            <p:cNvSpPr/>
            <p:nvPr/>
          </p:nvSpPr>
          <p:spPr>
            <a:xfrm>
              <a:off x="5099750" y="267710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4" y="0"/>
                  </a:moveTo>
                  <a:cubicBezTo>
                    <a:pt x="54" y="17"/>
                    <a:pt x="1" y="83"/>
                    <a:pt x="17" y="153"/>
                  </a:cubicBezTo>
                  <a:cubicBezTo>
                    <a:pt x="17" y="186"/>
                    <a:pt x="34" y="223"/>
                    <a:pt x="54" y="239"/>
                  </a:cubicBezTo>
                  <a:cubicBezTo>
                    <a:pt x="87" y="256"/>
                    <a:pt x="104" y="256"/>
                    <a:pt x="137" y="256"/>
                  </a:cubicBezTo>
                  <a:cubicBezTo>
                    <a:pt x="207" y="239"/>
                    <a:pt x="240" y="186"/>
                    <a:pt x="223" y="103"/>
                  </a:cubicBezTo>
                  <a:cubicBezTo>
                    <a:pt x="223" y="66"/>
                    <a:pt x="207" y="50"/>
                    <a:pt x="190" y="17"/>
                  </a:cubicBezTo>
                  <a:lnTo>
                    <a:pt x="157" y="17"/>
                  </a:ln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7" name="Google Shape;3817;p10"/>
            <p:cNvSpPr/>
            <p:nvPr/>
          </p:nvSpPr>
          <p:spPr>
            <a:xfrm>
              <a:off x="5122950" y="2486900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12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0" y="150"/>
                    <a:pt x="17" y="220"/>
                    <a:pt x="87" y="253"/>
                  </a:cubicBezTo>
                  <a:lnTo>
                    <a:pt x="136" y="253"/>
                  </a:lnTo>
                  <a:cubicBezTo>
                    <a:pt x="174" y="253"/>
                    <a:pt x="206" y="220"/>
                    <a:pt x="223" y="187"/>
                  </a:cubicBezTo>
                  <a:cubicBezTo>
                    <a:pt x="239" y="133"/>
                    <a:pt x="223" y="84"/>
                    <a:pt x="206" y="47"/>
                  </a:cubicBezTo>
                  <a:cubicBezTo>
                    <a:pt x="190" y="30"/>
                    <a:pt x="174" y="14"/>
                    <a:pt x="157" y="14"/>
                  </a:cubicBezTo>
                  <a:cubicBezTo>
                    <a:pt x="143" y="5"/>
                    <a:pt x="127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8" name="Google Shape;3818;p10"/>
            <p:cNvSpPr/>
            <p:nvPr/>
          </p:nvSpPr>
          <p:spPr>
            <a:xfrm>
              <a:off x="5099350" y="2693200"/>
              <a:ext cx="6400" cy="6600"/>
            </a:xfrm>
            <a:custGeom>
              <a:avLst/>
              <a:gdLst/>
              <a:ahLst/>
              <a:cxnLst/>
              <a:rect l="l" t="t" r="r" b="b"/>
              <a:pathLst>
                <a:path w="256" h="264" extrusionOk="0">
                  <a:moveTo>
                    <a:pt x="111" y="1"/>
                  </a:moveTo>
                  <a:cubicBezTo>
                    <a:pt x="92" y="1"/>
                    <a:pt x="76" y="12"/>
                    <a:pt x="50" y="24"/>
                  </a:cubicBezTo>
                  <a:cubicBezTo>
                    <a:pt x="17" y="78"/>
                    <a:pt x="0" y="160"/>
                    <a:pt x="33" y="214"/>
                  </a:cubicBezTo>
                  <a:cubicBezTo>
                    <a:pt x="50" y="247"/>
                    <a:pt x="87" y="263"/>
                    <a:pt x="120" y="263"/>
                  </a:cubicBezTo>
                  <a:cubicBezTo>
                    <a:pt x="136" y="263"/>
                    <a:pt x="173" y="247"/>
                    <a:pt x="190" y="230"/>
                  </a:cubicBezTo>
                  <a:cubicBezTo>
                    <a:pt x="239" y="181"/>
                    <a:pt x="256" y="111"/>
                    <a:pt x="206" y="41"/>
                  </a:cubicBezTo>
                  <a:cubicBezTo>
                    <a:pt x="206" y="24"/>
                    <a:pt x="190" y="24"/>
                    <a:pt x="173" y="8"/>
                  </a:cubicBezTo>
                  <a:lnTo>
                    <a:pt x="136" y="8"/>
                  </a:lnTo>
                  <a:cubicBezTo>
                    <a:pt x="127" y="3"/>
                    <a:pt x="118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3819;p10"/>
            <p:cNvSpPr/>
            <p:nvPr/>
          </p:nvSpPr>
          <p:spPr>
            <a:xfrm>
              <a:off x="5124700" y="2562875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27" y="0"/>
                  </a:moveTo>
                  <a:cubicBezTo>
                    <a:pt x="87" y="0"/>
                    <a:pt x="46" y="32"/>
                    <a:pt x="33" y="83"/>
                  </a:cubicBezTo>
                  <a:cubicBezTo>
                    <a:pt x="0" y="154"/>
                    <a:pt x="33" y="219"/>
                    <a:pt x="87" y="257"/>
                  </a:cubicBezTo>
                  <a:cubicBezTo>
                    <a:pt x="99" y="259"/>
                    <a:pt x="110" y="261"/>
                    <a:pt x="121" y="261"/>
                  </a:cubicBezTo>
                  <a:cubicBezTo>
                    <a:pt x="171" y="261"/>
                    <a:pt x="212" y="231"/>
                    <a:pt x="240" y="186"/>
                  </a:cubicBezTo>
                  <a:cubicBezTo>
                    <a:pt x="256" y="116"/>
                    <a:pt x="223" y="34"/>
                    <a:pt x="169" y="13"/>
                  </a:cubicBezTo>
                  <a:cubicBezTo>
                    <a:pt x="156" y="5"/>
                    <a:pt x="142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3820;p10"/>
            <p:cNvSpPr/>
            <p:nvPr/>
          </p:nvSpPr>
          <p:spPr>
            <a:xfrm>
              <a:off x="5121700" y="25332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7" y="1"/>
                  </a:moveTo>
                  <a:cubicBezTo>
                    <a:pt x="104" y="1"/>
                    <a:pt x="67" y="17"/>
                    <a:pt x="50" y="34"/>
                  </a:cubicBezTo>
                  <a:cubicBezTo>
                    <a:pt x="1" y="87"/>
                    <a:pt x="1" y="153"/>
                    <a:pt x="34" y="223"/>
                  </a:cubicBezTo>
                  <a:cubicBezTo>
                    <a:pt x="50" y="240"/>
                    <a:pt x="83" y="256"/>
                    <a:pt x="104" y="256"/>
                  </a:cubicBezTo>
                  <a:cubicBezTo>
                    <a:pt x="114" y="261"/>
                    <a:pt x="123" y="263"/>
                    <a:pt x="133" y="263"/>
                  </a:cubicBezTo>
                  <a:cubicBezTo>
                    <a:pt x="155" y="263"/>
                    <a:pt x="175" y="251"/>
                    <a:pt x="186" y="240"/>
                  </a:cubicBezTo>
                  <a:cubicBezTo>
                    <a:pt x="207" y="223"/>
                    <a:pt x="224" y="190"/>
                    <a:pt x="224" y="153"/>
                  </a:cubicBezTo>
                  <a:cubicBezTo>
                    <a:pt x="240" y="120"/>
                    <a:pt x="224" y="87"/>
                    <a:pt x="207" y="50"/>
                  </a:cubicBezTo>
                  <a:cubicBezTo>
                    <a:pt x="186" y="34"/>
                    <a:pt x="170" y="17"/>
                    <a:pt x="153" y="17"/>
                  </a:cubicBezTo>
                  <a:lnTo>
                    <a:pt x="1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1" name="Google Shape;3821;p10"/>
            <p:cNvSpPr/>
            <p:nvPr/>
          </p:nvSpPr>
          <p:spPr>
            <a:xfrm>
              <a:off x="5128500" y="2516825"/>
              <a:ext cx="6125" cy="6500"/>
            </a:xfrm>
            <a:custGeom>
              <a:avLst/>
              <a:gdLst/>
              <a:ahLst/>
              <a:cxnLst/>
              <a:rect l="l" t="t" r="r" b="b"/>
              <a:pathLst>
                <a:path w="245" h="260" extrusionOk="0">
                  <a:moveTo>
                    <a:pt x="104" y="0"/>
                  </a:moveTo>
                  <a:cubicBezTo>
                    <a:pt x="71" y="0"/>
                    <a:pt x="55" y="21"/>
                    <a:pt x="38" y="54"/>
                  </a:cubicBezTo>
                  <a:cubicBezTo>
                    <a:pt x="17" y="87"/>
                    <a:pt x="1" y="124"/>
                    <a:pt x="1" y="157"/>
                  </a:cubicBezTo>
                  <a:cubicBezTo>
                    <a:pt x="17" y="190"/>
                    <a:pt x="38" y="227"/>
                    <a:pt x="55" y="243"/>
                  </a:cubicBezTo>
                  <a:cubicBezTo>
                    <a:pt x="71" y="260"/>
                    <a:pt x="104" y="260"/>
                    <a:pt x="141" y="260"/>
                  </a:cubicBezTo>
                  <a:cubicBezTo>
                    <a:pt x="191" y="243"/>
                    <a:pt x="244" y="190"/>
                    <a:pt x="224" y="103"/>
                  </a:cubicBezTo>
                  <a:cubicBezTo>
                    <a:pt x="224" y="70"/>
                    <a:pt x="207" y="54"/>
                    <a:pt x="191" y="21"/>
                  </a:cubicBezTo>
                  <a:lnTo>
                    <a:pt x="158" y="21"/>
                  </a:lnTo>
                  <a:cubicBezTo>
                    <a:pt x="141" y="0"/>
                    <a:pt x="121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2" name="Google Shape;3822;p10"/>
            <p:cNvSpPr/>
            <p:nvPr/>
          </p:nvSpPr>
          <p:spPr>
            <a:xfrm>
              <a:off x="5143150" y="25142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104" y="1"/>
                    <a:pt x="87" y="1"/>
                    <a:pt x="50" y="22"/>
                  </a:cubicBezTo>
                  <a:cubicBezTo>
                    <a:pt x="17" y="71"/>
                    <a:pt x="0" y="158"/>
                    <a:pt x="33" y="207"/>
                  </a:cubicBezTo>
                  <a:cubicBezTo>
                    <a:pt x="50" y="244"/>
                    <a:pt x="87" y="261"/>
                    <a:pt x="120" y="261"/>
                  </a:cubicBezTo>
                  <a:cubicBezTo>
                    <a:pt x="136" y="261"/>
                    <a:pt x="174" y="244"/>
                    <a:pt x="190" y="228"/>
                  </a:cubicBezTo>
                  <a:cubicBezTo>
                    <a:pt x="223" y="207"/>
                    <a:pt x="240" y="174"/>
                    <a:pt x="240" y="141"/>
                  </a:cubicBezTo>
                  <a:cubicBezTo>
                    <a:pt x="240" y="104"/>
                    <a:pt x="240" y="71"/>
                    <a:pt x="207" y="55"/>
                  </a:cubicBezTo>
                  <a:cubicBezTo>
                    <a:pt x="207" y="22"/>
                    <a:pt x="190" y="22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3" name="Google Shape;3823;p10"/>
            <p:cNvSpPr/>
            <p:nvPr/>
          </p:nvSpPr>
          <p:spPr>
            <a:xfrm>
              <a:off x="5139750" y="25611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50" y="17"/>
                    <a:pt x="0" y="83"/>
                    <a:pt x="17" y="153"/>
                  </a:cubicBezTo>
                  <a:cubicBezTo>
                    <a:pt x="17" y="186"/>
                    <a:pt x="33" y="207"/>
                    <a:pt x="66" y="240"/>
                  </a:cubicBezTo>
                  <a:cubicBezTo>
                    <a:pt x="83" y="256"/>
                    <a:pt x="120" y="256"/>
                    <a:pt x="136" y="256"/>
                  </a:cubicBezTo>
                  <a:cubicBezTo>
                    <a:pt x="207" y="240"/>
                    <a:pt x="240" y="170"/>
                    <a:pt x="240" y="104"/>
                  </a:cubicBezTo>
                  <a:cubicBezTo>
                    <a:pt x="223" y="67"/>
                    <a:pt x="207" y="50"/>
                    <a:pt x="186" y="17"/>
                  </a:cubicBezTo>
                  <a:cubicBezTo>
                    <a:pt x="186" y="17"/>
                    <a:pt x="169" y="17"/>
                    <a:pt x="1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4" name="Google Shape;3824;p10"/>
            <p:cNvSpPr/>
            <p:nvPr/>
          </p:nvSpPr>
          <p:spPr>
            <a:xfrm>
              <a:off x="5081300" y="261745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10" y="1"/>
                  </a:moveTo>
                  <a:cubicBezTo>
                    <a:pt x="70" y="1"/>
                    <a:pt x="29" y="33"/>
                    <a:pt x="17" y="81"/>
                  </a:cubicBezTo>
                  <a:cubicBezTo>
                    <a:pt x="1" y="98"/>
                    <a:pt x="1" y="119"/>
                    <a:pt x="1" y="152"/>
                  </a:cubicBezTo>
                  <a:cubicBezTo>
                    <a:pt x="17" y="185"/>
                    <a:pt x="34" y="238"/>
                    <a:pt x="87" y="255"/>
                  </a:cubicBezTo>
                  <a:cubicBezTo>
                    <a:pt x="96" y="259"/>
                    <a:pt x="105" y="261"/>
                    <a:pt x="114" y="261"/>
                  </a:cubicBezTo>
                  <a:cubicBezTo>
                    <a:pt x="138" y="261"/>
                    <a:pt x="163" y="246"/>
                    <a:pt x="190" y="222"/>
                  </a:cubicBezTo>
                  <a:cubicBezTo>
                    <a:pt x="207" y="222"/>
                    <a:pt x="207" y="201"/>
                    <a:pt x="223" y="185"/>
                  </a:cubicBezTo>
                  <a:cubicBezTo>
                    <a:pt x="240" y="119"/>
                    <a:pt x="207" y="32"/>
                    <a:pt x="153" y="15"/>
                  </a:cubicBezTo>
                  <a:cubicBezTo>
                    <a:pt x="140" y="5"/>
                    <a:pt x="125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825;p10"/>
            <p:cNvSpPr/>
            <p:nvPr/>
          </p:nvSpPr>
          <p:spPr>
            <a:xfrm>
              <a:off x="5166350" y="2483825"/>
              <a:ext cx="2175" cy="1275"/>
            </a:xfrm>
            <a:custGeom>
              <a:avLst/>
              <a:gdLst/>
              <a:ahLst/>
              <a:cxnLst/>
              <a:rect l="l" t="t" r="r" b="b"/>
              <a:pathLst>
                <a:path w="87" h="51" extrusionOk="0">
                  <a:moveTo>
                    <a:pt x="0" y="1"/>
                  </a:moveTo>
                  <a:cubicBezTo>
                    <a:pt x="0" y="17"/>
                    <a:pt x="0" y="17"/>
                    <a:pt x="17" y="17"/>
                  </a:cubicBezTo>
                  <a:cubicBezTo>
                    <a:pt x="33" y="34"/>
                    <a:pt x="50" y="50"/>
                    <a:pt x="87" y="50"/>
                  </a:cubicBezTo>
                  <a:cubicBezTo>
                    <a:pt x="50" y="34"/>
                    <a:pt x="17" y="1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10"/>
            <p:cNvSpPr/>
            <p:nvPr/>
          </p:nvSpPr>
          <p:spPr>
            <a:xfrm>
              <a:off x="5118625" y="2627900"/>
              <a:ext cx="6100" cy="6650"/>
            </a:xfrm>
            <a:custGeom>
              <a:avLst/>
              <a:gdLst/>
              <a:ahLst/>
              <a:cxnLst/>
              <a:rect l="l" t="t" r="r" b="b"/>
              <a:pathLst>
                <a:path w="244" h="266" extrusionOk="0">
                  <a:moveTo>
                    <a:pt x="123" y="1"/>
                  </a:moveTo>
                  <a:cubicBezTo>
                    <a:pt x="117" y="1"/>
                    <a:pt x="110" y="3"/>
                    <a:pt x="103" y="10"/>
                  </a:cubicBezTo>
                  <a:cubicBezTo>
                    <a:pt x="37" y="10"/>
                    <a:pt x="0" y="76"/>
                    <a:pt x="0" y="146"/>
                  </a:cubicBezTo>
                  <a:cubicBezTo>
                    <a:pt x="21" y="179"/>
                    <a:pt x="37" y="216"/>
                    <a:pt x="54" y="232"/>
                  </a:cubicBezTo>
                  <a:cubicBezTo>
                    <a:pt x="70" y="249"/>
                    <a:pt x="103" y="265"/>
                    <a:pt x="140" y="265"/>
                  </a:cubicBezTo>
                  <a:cubicBezTo>
                    <a:pt x="190" y="249"/>
                    <a:pt x="243" y="179"/>
                    <a:pt x="227" y="113"/>
                  </a:cubicBezTo>
                  <a:cubicBezTo>
                    <a:pt x="227" y="76"/>
                    <a:pt x="206" y="43"/>
                    <a:pt x="190" y="26"/>
                  </a:cubicBezTo>
                  <a:cubicBezTo>
                    <a:pt x="173" y="26"/>
                    <a:pt x="173" y="10"/>
                    <a:pt x="157" y="10"/>
                  </a:cubicBezTo>
                  <a:cubicBezTo>
                    <a:pt x="146" y="10"/>
                    <a:pt x="135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7" name="Google Shape;3827;p10"/>
            <p:cNvSpPr/>
            <p:nvPr/>
          </p:nvSpPr>
          <p:spPr>
            <a:xfrm>
              <a:off x="5223025" y="25322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4" y="0"/>
                  </a:moveTo>
                  <a:cubicBezTo>
                    <a:pt x="50" y="21"/>
                    <a:pt x="1" y="87"/>
                    <a:pt x="17" y="157"/>
                  </a:cubicBezTo>
                  <a:cubicBezTo>
                    <a:pt x="17" y="190"/>
                    <a:pt x="34" y="227"/>
                    <a:pt x="50" y="244"/>
                  </a:cubicBezTo>
                  <a:cubicBezTo>
                    <a:pt x="76" y="255"/>
                    <a:pt x="92" y="267"/>
                    <a:pt x="111" y="267"/>
                  </a:cubicBezTo>
                  <a:cubicBezTo>
                    <a:pt x="119" y="267"/>
                    <a:pt x="127" y="265"/>
                    <a:pt x="137" y="260"/>
                  </a:cubicBezTo>
                  <a:cubicBezTo>
                    <a:pt x="174" y="260"/>
                    <a:pt x="190" y="244"/>
                    <a:pt x="207" y="207"/>
                  </a:cubicBezTo>
                  <a:cubicBezTo>
                    <a:pt x="223" y="190"/>
                    <a:pt x="240" y="157"/>
                    <a:pt x="223" y="124"/>
                  </a:cubicBezTo>
                  <a:cubicBezTo>
                    <a:pt x="223" y="87"/>
                    <a:pt x="207" y="54"/>
                    <a:pt x="190" y="38"/>
                  </a:cubicBezTo>
                  <a:cubicBezTo>
                    <a:pt x="174" y="21"/>
                    <a:pt x="174" y="21"/>
                    <a:pt x="153" y="21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8" name="Google Shape;3828;p10"/>
            <p:cNvSpPr/>
            <p:nvPr/>
          </p:nvSpPr>
          <p:spPr>
            <a:xfrm>
              <a:off x="5122950" y="270367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3" y="1"/>
                  </a:moveTo>
                  <a:cubicBezTo>
                    <a:pt x="70" y="17"/>
                    <a:pt x="33" y="34"/>
                    <a:pt x="1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17" y="190"/>
                    <a:pt x="17" y="223"/>
                    <a:pt x="54" y="240"/>
                  </a:cubicBezTo>
                  <a:cubicBezTo>
                    <a:pt x="66" y="252"/>
                    <a:pt x="85" y="265"/>
                    <a:pt x="107" y="265"/>
                  </a:cubicBezTo>
                  <a:cubicBezTo>
                    <a:pt x="117" y="265"/>
                    <a:pt x="127" y="263"/>
                    <a:pt x="136" y="256"/>
                  </a:cubicBezTo>
                  <a:cubicBezTo>
                    <a:pt x="190" y="256"/>
                    <a:pt x="239" y="190"/>
                    <a:pt x="223" y="120"/>
                  </a:cubicBezTo>
                  <a:cubicBezTo>
                    <a:pt x="223" y="87"/>
                    <a:pt x="206" y="50"/>
                    <a:pt x="174" y="34"/>
                  </a:cubicBezTo>
                  <a:cubicBezTo>
                    <a:pt x="174" y="17"/>
                    <a:pt x="157" y="17"/>
                    <a:pt x="157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9" name="Google Shape;3829;p10"/>
            <p:cNvSpPr/>
            <p:nvPr/>
          </p:nvSpPr>
          <p:spPr>
            <a:xfrm>
              <a:off x="5231575" y="254475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4" y="0"/>
                  </a:moveTo>
                  <a:cubicBezTo>
                    <a:pt x="38" y="17"/>
                    <a:pt x="1" y="87"/>
                    <a:pt x="1" y="157"/>
                  </a:cubicBezTo>
                  <a:cubicBezTo>
                    <a:pt x="17" y="190"/>
                    <a:pt x="38" y="206"/>
                    <a:pt x="54" y="244"/>
                  </a:cubicBezTo>
                  <a:cubicBezTo>
                    <a:pt x="71" y="260"/>
                    <a:pt x="104" y="260"/>
                    <a:pt x="141" y="260"/>
                  </a:cubicBezTo>
                  <a:cubicBezTo>
                    <a:pt x="174" y="260"/>
                    <a:pt x="191" y="244"/>
                    <a:pt x="207" y="206"/>
                  </a:cubicBezTo>
                  <a:cubicBezTo>
                    <a:pt x="224" y="174"/>
                    <a:pt x="224" y="141"/>
                    <a:pt x="224" y="103"/>
                  </a:cubicBezTo>
                  <a:cubicBezTo>
                    <a:pt x="224" y="70"/>
                    <a:pt x="207" y="54"/>
                    <a:pt x="191" y="17"/>
                  </a:cubicBezTo>
                  <a:cubicBezTo>
                    <a:pt x="174" y="17"/>
                    <a:pt x="174" y="17"/>
                    <a:pt x="1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0" name="Google Shape;3830;p10"/>
            <p:cNvSpPr/>
            <p:nvPr/>
          </p:nvSpPr>
          <p:spPr>
            <a:xfrm>
              <a:off x="5224275" y="256195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3" y="1"/>
                  </a:moveTo>
                  <a:cubicBezTo>
                    <a:pt x="54" y="17"/>
                    <a:pt x="0" y="87"/>
                    <a:pt x="21" y="153"/>
                  </a:cubicBezTo>
                  <a:cubicBezTo>
                    <a:pt x="21" y="191"/>
                    <a:pt x="37" y="223"/>
                    <a:pt x="54" y="240"/>
                  </a:cubicBezTo>
                  <a:cubicBezTo>
                    <a:pt x="87" y="256"/>
                    <a:pt x="124" y="256"/>
                    <a:pt x="140" y="256"/>
                  </a:cubicBezTo>
                  <a:cubicBezTo>
                    <a:pt x="206" y="256"/>
                    <a:pt x="243" y="191"/>
                    <a:pt x="243" y="104"/>
                  </a:cubicBezTo>
                  <a:cubicBezTo>
                    <a:pt x="227" y="87"/>
                    <a:pt x="206" y="50"/>
                    <a:pt x="190" y="34"/>
                  </a:cubicBezTo>
                  <a:cubicBezTo>
                    <a:pt x="190" y="17"/>
                    <a:pt x="173" y="17"/>
                    <a:pt x="173" y="17"/>
                  </a:cubicBezTo>
                  <a:cubicBezTo>
                    <a:pt x="157" y="1"/>
                    <a:pt x="12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3831;p10"/>
            <p:cNvSpPr/>
            <p:nvPr/>
          </p:nvSpPr>
          <p:spPr>
            <a:xfrm>
              <a:off x="5110475" y="2613500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41" y="0"/>
                  </a:moveTo>
                  <a:cubicBezTo>
                    <a:pt x="104" y="0"/>
                    <a:pt x="87" y="0"/>
                    <a:pt x="54" y="33"/>
                  </a:cubicBezTo>
                  <a:cubicBezTo>
                    <a:pt x="0" y="70"/>
                    <a:pt x="0" y="153"/>
                    <a:pt x="38" y="206"/>
                  </a:cubicBezTo>
                  <a:cubicBezTo>
                    <a:pt x="54" y="239"/>
                    <a:pt x="87" y="256"/>
                    <a:pt x="120" y="256"/>
                  </a:cubicBezTo>
                  <a:cubicBezTo>
                    <a:pt x="141" y="256"/>
                    <a:pt x="174" y="256"/>
                    <a:pt x="190" y="223"/>
                  </a:cubicBezTo>
                  <a:cubicBezTo>
                    <a:pt x="223" y="206"/>
                    <a:pt x="223" y="173"/>
                    <a:pt x="244" y="136"/>
                  </a:cubicBezTo>
                  <a:cubicBezTo>
                    <a:pt x="244" y="103"/>
                    <a:pt x="223" y="70"/>
                    <a:pt x="207" y="50"/>
                  </a:cubicBezTo>
                  <a:cubicBezTo>
                    <a:pt x="207" y="33"/>
                    <a:pt x="190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2" name="Google Shape;3832;p10"/>
            <p:cNvSpPr/>
            <p:nvPr/>
          </p:nvSpPr>
          <p:spPr>
            <a:xfrm>
              <a:off x="5112225" y="25683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0"/>
                  </a:moveTo>
                  <a:cubicBezTo>
                    <a:pt x="50" y="21"/>
                    <a:pt x="1" y="71"/>
                    <a:pt x="17" y="157"/>
                  </a:cubicBezTo>
                  <a:cubicBezTo>
                    <a:pt x="17" y="190"/>
                    <a:pt x="34" y="207"/>
                    <a:pt x="50" y="244"/>
                  </a:cubicBezTo>
                  <a:cubicBezTo>
                    <a:pt x="87" y="260"/>
                    <a:pt x="104" y="260"/>
                    <a:pt x="137" y="260"/>
                  </a:cubicBezTo>
                  <a:cubicBezTo>
                    <a:pt x="207" y="244"/>
                    <a:pt x="240" y="174"/>
                    <a:pt x="223" y="104"/>
                  </a:cubicBezTo>
                  <a:cubicBezTo>
                    <a:pt x="223" y="71"/>
                    <a:pt x="207" y="54"/>
                    <a:pt x="190" y="21"/>
                  </a:cubicBezTo>
                  <a:cubicBezTo>
                    <a:pt x="174" y="21"/>
                    <a:pt x="174" y="21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3" name="Google Shape;3833;p10"/>
            <p:cNvSpPr/>
            <p:nvPr/>
          </p:nvSpPr>
          <p:spPr>
            <a:xfrm>
              <a:off x="5113475" y="264360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40" y="0"/>
                  </a:moveTo>
                  <a:cubicBezTo>
                    <a:pt x="103" y="0"/>
                    <a:pt x="70" y="17"/>
                    <a:pt x="54" y="33"/>
                  </a:cubicBezTo>
                  <a:cubicBezTo>
                    <a:pt x="0" y="83"/>
                    <a:pt x="0" y="153"/>
                    <a:pt x="37" y="223"/>
                  </a:cubicBezTo>
                  <a:cubicBezTo>
                    <a:pt x="54" y="239"/>
                    <a:pt x="87" y="256"/>
                    <a:pt x="103" y="256"/>
                  </a:cubicBezTo>
                  <a:cubicBezTo>
                    <a:pt x="114" y="261"/>
                    <a:pt x="124" y="263"/>
                    <a:pt x="134" y="263"/>
                  </a:cubicBezTo>
                  <a:cubicBezTo>
                    <a:pt x="158" y="263"/>
                    <a:pt x="178" y="251"/>
                    <a:pt x="190" y="239"/>
                  </a:cubicBezTo>
                  <a:cubicBezTo>
                    <a:pt x="243" y="186"/>
                    <a:pt x="243" y="103"/>
                    <a:pt x="206" y="50"/>
                  </a:cubicBezTo>
                  <a:cubicBezTo>
                    <a:pt x="190" y="33"/>
                    <a:pt x="173" y="17"/>
                    <a:pt x="157" y="17"/>
                  </a:cubicBezTo>
                  <a:lnTo>
                    <a:pt x="1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4" name="Google Shape;3834;p10"/>
            <p:cNvSpPr/>
            <p:nvPr/>
          </p:nvSpPr>
          <p:spPr>
            <a:xfrm>
              <a:off x="5122525" y="266102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8" y="0"/>
                  </a:moveTo>
                  <a:cubicBezTo>
                    <a:pt x="83" y="0"/>
                    <a:pt x="31" y="35"/>
                    <a:pt x="17" y="91"/>
                  </a:cubicBezTo>
                  <a:cubicBezTo>
                    <a:pt x="1" y="161"/>
                    <a:pt x="17" y="231"/>
                    <a:pt x="71" y="264"/>
                  </a:cubicBezTo>
                  <a:cubicBezTo>
                    <a:pt x="82" y="267"/>
                    <a:pt x="94" y="268"/>
                    <a:pt x="105" y="268"/>
                  </a:cubicBezTo>
                  <a:cubicBezTo>
                    <a:pt x="159" y="268"/>
                    <a:pt x="210" y="235"/>
                    <a:pt x="223" y="177"/>
                  </a:cubicBezTo>
                  <a:cubicBezTo>
                    <a:pt x="240" y="107"/>
                    <a:pt x="207" y="41"/>
                    <a:pt x="153" y="4"/>
                  </a:cubicBezTo>
                  <a:cubicBezTo>
                    <a:pt x="146" y="1"/>
                    <a:pt x="137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3835;p10"/>
            <p:cNvSpPr/>
            <p:nvPr/>
          </p:nvSpPr>
          <p:spPr>
            <a:xfrm>
              <a:off x="5114400" y="25182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94" y="0"/>
                  </a:moveTo>
                  <a:cubicBezTo>
                    <a:pt x="53" y="0"/>
                    <a:pt x="12" y="32"/>
                    <a:pt x="0" y="83"/>
                  </a:cubicBezTo>
                  <a:lnTo>
                    <a:pt x="0" y="133"/>
                  </a:lnTo>
                  <a:cubicBezTo>
                    <a:pt x="0" y="186"/>
                    <a:pt x="17" y="236"/>
                    <a:pt x="66" y="252"/>
                  </a:cubicBezTo>
                  <a:cubicBezTo>
                    <a:pt x="76" y="258"/>
                    <a:pt x="88" y="261"/>
                    <a:pt x="99" y="261"/>
                  </a:cubicBezTo>
                  <a:cubicBezTo>
                    <a:pt x="128" y="261"/>
                    <a:pt x="157" y="243"/>
                    <a:pt x="169" y="219"/>
                  </a:cubicBezTo>
                  <a:cubicBezTo>
                    <a:pt x="190" y="219"/>
                    <a:pt x="206" y="203"/>
                    <a:pt x="206" y="170"/>
                  </a:cubicBezTo>
                  <a:cubicBezTo>
                    <a:pt x="223" y="116"/>
                    <a:pt x="206" y="30"/>
                    <a:pt x="136" y="13"/>
                  </a:cubicBezTo>
                  <a:cubicBezTo>
                    <a:pt x="123" y="4"/>
                    <a:pt x="108" y="0"/>
                    <a:pt x="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3836;p10"/>
            <p:cNvSpPr/>
            <p:nvPr/>
          </p:nvSpPr>
          <p:spPr>
            <a:xfrm>
              <a:off x="5116975" y="2548100"/>
              <a:ext cx="6400" cy="6675"/>
            </a:xfrm>
            <a:custGeom>
              <a:avLst/>
              <a:gdLst/>
              <a:ahLst/>
              <a:cxnLst/>
              <a:rect l="l" t="t" r="r" b="b"/>
              <a:pathLst>
                <a:path w="256" h="267" extrusionOk="0">
                  <a:moveTo>
                    <a:pt x="134" y="1"/>
                  </a:moveTo>
                  <a:cubicBezTo>
                    <a:pt x="84" y="1"/>
                    <a:pt x="44" y="35"/>
                    <a:pt x="17" y="89"/>
                  </a:cubicBezTo>
                  <a:cubicBezTo>
                    <a:pt x="0" y="159"/>
                    <a:pt x="33" y="229"/>
                    <a:pt x="87" y="262"/>
                  </a:cubicBezTo>
                  <a:cubicBezTo>
                    <a:pt x="95" y="265"/>
                    <a:pt x="104" y="266"/>
                    <a:pt x="114" y="266"/>
                  </a:cubicBezTo>
                  <a:cubicBezTo>
                    <a:pt x="159" y="266"/>
                    <a:pt x="209" y="234"/>
                    <a:pt x="223" y="176"/>
                  </a:cubicBezTo>
                  <a:cubicBezTo>
                    <a:pt x="256" y="110"/>
                    <a:pt x="223" y="40"/>
                    <a:pt x="169" y="7"/>
                  </a:cubicBezTo>
                  <a:cubicBezTo>
                    <a:pt x="157" y="3"/>
                    <a:pt x="145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7" name="Google Shape;3837;p10"/>
            <p:cNvSpPr/>
            <p:nvPr/>
          </p:nvSpPr>
          <p:spPr>
            <a:xfrm>
              <a:off x="5118625" y="25829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54" y="1"/>
                    <a:pt x="0" y="71"/>
                    <a:pt x="21" y="137"/>
                  </a:cubicBezTo>
                  <a:cubicBezTo>
                    <a:pt x="21" y="224"/>
                    <a:pt x="87" y="261"/>
                    <a:pt x="140" y="261"/>
                  </a:cubicBezTo>
                  <a:cubicBezTo>
                    <a:pt x="173" y="240"/>
                    <a:pt x="190" y="224"/>
                    <a:pt x="206" y="207"/>
                  </a:cubicBezTo>
                  <a:cubicBezTo>
                    <a:pt x="227" y="174"/>
                    <a:pt x="243" y="137"/>
                    <a:pt x="243" y="104"/>
                  </a:cubicBezTo>
                  <a:cubicBezTo>
                    <a:pt x="227" y="71"/>
                    <a:pt x="206" y="34"/>
                    <a:pt x="190" y="17"/>
                  </a:cubicBezTo>
                  <a:cubicBezTo>
                    <a:pt x="190" y="17"/>
                    <a:pt x="173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8" name="Google Shape;3838;p10"/>
            <p:cNvSpPr/>
            <p:nvPr/>
          </p:nvSpPr>
          <p:spPr>
            <a:xfrm>
              <a:off x="5117375" y="259845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4" y="0"/>
                  </a:moveTo>
                  <a:cubicBezTo>
                    <a:pt x="34" y="0"/>
                    <a:pt x="1" y="70"/>
                    <a:pt x="1" y="136"/>
                  </a:cubicBezTo>
                  <a:cubicBezTo>
                    <a:pt x="17" y="174"/>
                    <a:pt x="17" y="207"/>
                    <a:pt x="50" y="223"/>
                  </a:cubicBezTo>
                  <a:cubicBezTo>
                    <a:pt x="71" y="260"/>
                    <a:pt x="104" y="260"/>
                    <a:pt x="137" y="260"/>
                  </a:cubicBezTo>
                  <a:cubicBezTo>
                    <a:pt x="153" y="239"/>
                    <a:pt x="190" y="223"/>
                    <a:pt x="207" y="207"/>
                  </a:cubicBezTo>
                  <a:cubicBezTo>
                    <a:pt x="223" y="174"/>
                    <a:pt x="223" y="136"/>
                    <a:pt x="223" y="103"/>
                  </a:cubicBezTo>
                  <a:cubicBezTo>
                    <a:pt x="223" y="70"/>
                    <a:pt x="207" y="33"/>
                    <a:pt x="174" y="17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3839;p10"/>
            <p:cNvSpPr/>
            <p:nvPr/>
          </p:nvSpPr>
          <p:spPr>
            <a:xfrm>
              <a:off x="5093375" y="24932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3" y="1"/>
                  </a:moveTo>
                  <a:cubicBezTo>
                    <a:pt x="66" y="17"/>
                    <a:pt x="50" y="38"/>
                    <a:pt x="33" y="54"/>
                  </a:cubicBezTo>
                  <a:cubicBezTo>
                    <a:pt x="17" y="87"/>
                    <a:pt x="0" y="120"/>
                    <a:pt x="0" y="158"/>
                  </a:cubicBezTo>
                  <a:cubicBezTo>
                    <a:pt x="17" y="191"/>
                    <a:pt x="33" y="224"/>
                    <a:pt x="50" y="244"/>
                  </a:cubicBezTo>
                  <a:cubicBezTo>
                    <a:pt x="61" y="256"/>
                    <a:pt x="83" y="267"/>
                    <a:pt x="107" y="267"/>
                  </a:cubicBezTo>
                  <a:cubicBezTo>
                    <a:pt x="116" y="267"/>
                    <a:pt x="126" y="265"/>
                    <a:pt x="136" y="261"/>
                  </a:cubicBezTo>
                  <a:cubicBezTo>
                    <a:pt x="186" y="261"/>
                    <a:pt x="239" y="191"/>
                    <a:pt x="223" y="120"/>
                  </a:cubicBezTo>
                  <a:cubicBezTo>
                    <a:pt x="223" y="87"/>
                    <a:pt x="206" y="54"/>
                    <a:pt x="186" y="38"/>
                  </a:cubicBezTo>
                  <a:cubicBezTo>
                    <a:pt x="169" y="17"/>
                    <a:pt x="169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3840;p10"/>
            <p:cNvSpPr/>
            <p:nvPr/>
          </p:nvSpPr>
          <p:spPr>
            <a:xfrm>
              <a:off x="5078325" y="24953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33" y="17"/>
                    <a:pt x="0" y="71"/>
                    <a:pt x="17" y="157"/>
                  </a:cubicBezTo>
                  <a:cubicBezTo>
                    <a:pt x="17" y="190"/>
                    <a:pt x="33" y="207"/>
                    <a:pt x="50" y="240"/>
                  </a:cubicBezTo>
                  <a:cubicBezTo>
                    <a:pt x="66" y="260"/>
                    <a:pt x="103" y="260"/>
                    <a:pt x="136" y="260"/>
                  </a:cubicBezTo>
                  <a:cubicBezTo>
                    <a:pt x="190" y="240"/>
                    <a:pt x="239" y="174"/>
                    <a:pt x="223" y="104"/>
                  </a:cubicBezTo>
                  <a:cubicBezTo>
                    <a:pt x="223" y="71"/>
                    <a:pt x="206" y="33"/>
                    <a:pt x="190" y="17"/>
                  </a:cubicBezTo>
                  <a:cubicBezTo>
                    <a:pt x="169" y="17"/>
                    <a:pt x="169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1" name="Google Shape;3841;p10"/>
            <p:cNvSpPr/>
            <p:nvPr/>
          </p:nvSpPr>
          <p:spPr>
            <a:xfrm>
              <a:off x="5085625" y="247815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4" y="1"/>
                  </a:moveTo>
                  <a:cubicBezTo>
                    <a:pt x="34" y="1"/>
                    <a:pt x="1" y="71"/>
                    <a:pt x="1" y="141"/>
                  </a:cubicBezTo>
                  <a:cubicBezTo>
                    <a:pt x="1" y="174"/>
                    <a:pt x="17" y="207"/>
                    <a:pt x="50" y="228"/>
                  </a:cubicBezTo>
                  <a:cubicBezTo>
                    <a:pt x="67" y="261"/>
                    <a:pt x="104" y="261"/>
                    <a:pt x="120" y="261"/>
                  </a:cubicBezTo>
                  <a:cubicBezTo>
                    <a:pt x="153" y="244"/>
                    <a:pt x="186" y="228"/>
                    <a:pt x="207" y="207"/>
                  </a:cubicBezTo>
                  <a:cubicBezTo>
                    <a:pt x="223" y="174"/>
                    <a:pt x="223" y="141"/>
                    <a:pt x="223" y="104"/>
                  </a:cubicBezTo>
                  <a:cubicBezTo>
                    <a:pt x="223" y="71"/>
                    <a:pt x="207" y="38"/>
                    <a:pt x="170" y="22"/>
                  </a:cubicBezTo>
                  <a:lnTo>
                    <a:pt x="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2" name="Google Shape;3842;p10"/>
            <p:cNvSpPr/>
            <p:nvPr/>
          </p:nvSpPr>
          <p:spPr>
            <a:xfrm>
              <a:off x="5088625" y="25106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1"/>
                  </a:moveTo>
                  <a:cubicBezTo>
                    <a:pt x="114" y="1"/>
                    <a:pt x="109" y="2"/>
                    <a:pt x="103" y="8"/>
                  </a:cubicBezTo>
                  <a:lnTo>
                    <a:pt x="66" y="8"/>
                  </a:lnTo>
                  <a:cubicBezTo>
                    <a:pt x="33" y="41"/>
                    <a:pt x="0" y="94"/>
                    <a:pt x="17" y="144"/>
                  </a:cubicBezTo>
                  <a:cubicBezTo>
                    <a:pt x="17" y="181"/>
                    <a:pt x="33" y="214"/>
                    <a:pt x="50" y="231"/>
                  </a:cubicBezTo>
                  <a:cubicBezTo>
                    <a:pt x="66" y="268"/>
                    <a:pt x="103" y="268"/>
                    <a:pt x="136" y="268"/>
                  </a:cubicBezTo>
                  <a:cubicBezTo>
                    <a:pt x="190" y="247"/>
                    <a:pt x="240" y="181"/>
                    <a:pt x="223" y="111"/>
                  </a:cubicBezTo>
                  <a:lnTo>
                    <a:pt x="223" y="78"/>
                  </a:lnTo>
                  <a:cubicBezTo>
                    <a:pt x="207" y="41"/>
                    <a:pt x="190" y="24"/>
                    <a:pt x="153" y="8"/>
                  </a:cubicBezTo>
                  <a:cubicBezTo>
                    <a:pt x="142" y="8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3" name="Google Shape;3843;p10"/>
            <p:cNvSpPr/>
            <p:nvPr/>
          </p:nvSpPr>
          <p:spPr>
            <a:xfrm>
              <a:off x="5064100" y="2452900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20" y="1"/>
                  </a:moveTo>
                  <a:cubicBezTo>
                    <a:pt x="103" y="1"/>
                    <a:pt x="70" y="17"/>
                    <a:pt x="54" y="34"/>
                  </a:cubicBezTo>
                  <a:cubicBezTo>
                    <a:pt x="17" y="50"/>
                    <a:pt x="0" y="83"/>
                    <a:pt x="0" y="120"/>
                  </a:cubicBezTo>
                  <a:cubicBezTo>
                    <a:pt x="0" y="153"/>
                    <a:pt x="17" y="186"/>
                    <a:pt x="37" y="223"/>
                  </a:cubicBezTo>
                  <a:cubicBezTo>
                    <a:pt x="54" y="240"/>
                    <a:pt x="70" y="256"/>
                    <a:pt x="103" y="256"/>
                  </a:cubicBezTo>
                  <a:cubicBezTo>
                    <a:pt x="114" y="261"/>
                    <a:pt x="123" y="263"/>
                    <a:pt x="131" y="263"/>
                  </a:cubicBezTo>
                  <a:cubicBezTo>
                    <a:pt x="151" y="263"/>
                    <a:pt x="167" y="252"/>
                    <a:pt x="190" y="240"/>
                  </a:cubicBezTo>
                  <a:cubicBezTo>
                    <a:pt x="223" y="186"/>
                    <a:pt x="243" y="104"/>
                    <a:pt x="206" y="50"/>
                  </a:cubicBezTo>
                  <a:cubicBezTo>
                    <a:pt x="190" y="34"/>
                    <a:pt x="173" y="17"/>
                    <a:pt x="157" y="17"/>
                  </a:cubicBezTo>
                  <a:cubicBezTo>
                    <a:pt x="157" y="1"/>
                    <a:pt x="140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3844;p10"/>
            <p:cNvSpPr/>
            <p:nvPr/>
          </p:nvSpPr>
          <p:spPr>
            <a:xfrm>
              <a:off x="5082125" y="2528550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13" y="1"/>
                  </a:moveTo>
                  <a:cubicBezTo>
                    <a:pt x="72" y="1"/>
                    <a:pt x="32" y="32"/>
                    <a:pt x="17" y="84"/>
                  </a:cubicBezTo>
                  <a:cubicBezTo>
                    <a:pt x="1" y="149"/>
                    <a:pt x="17" y="220"/>
                    <a:pt x="87" y="253"/>
                  </a:cubicBezTo>
                  <a:cubicBezTo>
                    <a:pt x="97" y="256"/>
                    <a:pt x="108" y="258"/>
                    <a:pt x="118" y="258"/>
                  </a:cubicBezTo>
                  <a:cubicBezTo>
                    <a:pt x="164" y="258"/>
                    <a:pt x="210" y="224"/>
                    <a:pt x="223" y="170"/>
                  </a:cubicBezTo>
                  <a:cubicBezTo>
                    <a:pt x="244" y="116"/>
                    <a:pt x="207" y="30"/>
                    <a:pt x="157" y="13"/>
                  </a:cubicBezTo>
                  <a:cubicBezTo>
                    <a:pt x="143" y="5"/>
                    <a:pt x="128" y="1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3845;p10"/>
            <p:cNvSpPr/>
            <p:nvPr/>
          </p:nvSpPr>
          <p:spPr>
            <a:xfrm>
              <a:off x="5097600" y="2569700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103" y="0"/>
                  </a:moveTo>
                  <a:cubicBezTo>
                    <a:pt x="37" y="0"/>
                    <a:pt x="0" y="70"/>
                    <a:pt x="0" y="136"/>
                  </a:cubicBezTo>
                  <a:cubicBezTo>
                    <a:pt x="17" y="190"/>
                    <a:pt x="37" y="223"/>
                    <a:pt x="70" y="239"/>
                  </a:cubicBezTo>
                  <a:cubicBezTo>
                    <a:pt x="87" y="239"/>
                    <a:pt x="103" y="256"/>
                    <a:pt x="140" y="256"/>
                  </a:cubicBezTo>
                  <a:cubicBezTo>
                    <a:pt x="157" y="239"/>
                    <a:pt x="190" y="223"/>
                    <a:pt x="206" y="206"/>
                  </a:cubicBezTo>
                  <a:cubicBezTo>
                    <a:pt x="223" y="173"/>
                    <a:pt x="223" y="136"/>
                    <a:pt x="223" y="103"/>
                  </a:cubicBezTo>
                  <a:cubicBezTo>
                    <a:pt x="223" y="70"/>
                    <a:pt x="206" y="33"/>
                    <a:pt x="190" y="17"/>
                  </a:cubicBezTo>
                  <a:cubicBezTo>
                    <a:pt x="173" y="17"/>
                    <a:pt x="173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6" name="Google Shape;3846;p10"/>
            <p:cNvSpPr/>
            <p:nvPr/>
          </p:nvSpPr>
          <p:spPr>
            <a:xfrm>
              <a:off x="5219125" y="2577825"/>
              <a:ext cx="6500" cy="6525"/>
            </a:xfrm>
            <a:custGeom>
              <a:avLst/>
              <a:gdLst/>
              <a:ahLst/>
              <a:cxnLst/>
              <a:rect l="l" t="t" r="r" b="b"/>
              <a:pathLst>
                <a:path w="260" h="261" extrusionOk="0">
                  <a:moveTo>
                    <a:pt x="140" y="1"/>
                  </a:moveTo>
                  <a:cubicBezTo>
                    <a:pt x="103" y="1"/>
                    <a:pt x="87" y="1"/>
                    <a:pt x="54" y="17"/>
                  </a:cubicBezTo>
                  <a:cubicBezTo>
                    <a:pt x="21" y="71"/>
                    <a:pt x="0" y="157"/>
                    <a:pt x="37" y="207"/>
                  </a:cubicBezTo>
                  <a:cubicBezTo>
                    <a:pt x="54" y="240"/>
                    <a:pt x="87" y="261"/>
                    <a:pt x="124" y="261"/>
                  </a:cubicBezTo>
                  <a:cubicBezTo>
                    <a:pt x="140" y="261"/>
                    <a:pt x="173" y="261"/>
                    <a:pt x="190" y="223"/>
                  </a:cubicBezTo>
                  <a:cubicBezTo>
                    <a:pt x="243" y="190"/>
                    <a:pt x="260" y="104"/>
                    <a:pt x="206" y="54"/>
                  </a:cubicBezTo>
                  <a:cubicBezTo>
                    <a:pt x="206" y="34"/>
                    <a:pt x="190" y="17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7" name="Google Shape;3847;p10"/>
            <p:cNvSpPr/>
            <p:nvPr/>
          </p:nvSpPr>
          <p:spPr>
            <a:xfrm>
              <a:off x="5091600" y="2461475"/>
              <a:ext cx="6425" cy="6400"/>
            </a:xfrm>
            <a:custGeom>
              <a:avLst/>
              <a:gdLst/>
              <a:ahLst/>
              <a:cxnLst/>
              <a:rect l="l" t="t" r="r" b="b"/>
              <a:pathLst>
                <a:path w="257" h="256" extrusionOk="0">
                  <a:moveTo>
                    <a:pt x="137" y="0"/>
                  </a:moveTo>
                  <a:cubicBezTo>
                    <a:pt x="121" y="0"/>
                    <a:pt x="88" y="0"/>
                    <a:pt x="71" y="17"/>
                  </a:cubicBezTo>
                  <a:cubicBezTo>
                    <a:pt x="17" y="70"/>
                    <a:pt x="1" y="153"/>
                    <a:pt x="50" y="206"/>
                  </a:cubicBezTo>
                  <a:cubicBezTo>
                    <a:pt x="71" y="239"/>
                    <a:pt x="88" y="256"/>
                    <a:pt x="121" y="256"/>
                  </a:cubicBezTo>
                  <a:cubicBezTo>
                    <a:pt x="154" y="256"/>
                    <a:pt x="174" y="239"/>
                    <a:pt x="207" y="223"/>
                  </a:cubicBezTo>
                  <a:cubicBezTo>
                    <a:pt x="240" y="190"/>
                    <a:pt x="257" y="103"/>
                    <a:pt x="224" y="50"/>
                  </a:cubicBezTo>
                  <a:cubicBezTo>
                    <a:pt x="207" y="33"/>
                    <a:pt x="191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8" name="Google Shape;3848;p10"/>
            <p:cNvSpPr/>
            <p:nvPr/>
          </p:nvSpPr>
          <p:spPr>
            <a:xfrm>
              <a:off x="5094200" y="25400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3" y="1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17" y="190"/>
                    <a:pt x="33" y="227"/>
                    <a:pt x="50" y="244"/>
                  </a:cubicBezTo>
                  <a:cubicBezTo>
                    <a:pt x="64" y="256"/>
                    <a:pt x="85" y="267"/>
                    <a:pt x="107" y="267"/>
                  </a:cubicBezTo>
                  <a:cubicBezTo>
                    <a:pt x="117" y="267"/>
                    <a:pt x="126" y="265"/>
                    <a:pt x="136" y="260"/>
                  </a:cubicBezTo>
                  <a:cubicBezTo>
                    <a:pt x="190" y="260"/>
                    <a:pt x="239" y="190"/>
                    <a:pt x="223" y="124"/>
                  </a:cubicBezTo>
                  <a:cubicBezTo>
                    <a:pt x="223" y="87"/>
                    <a:pt x="206" y="54"/>
                    <a:pt x="190" y="38"/>
                  </a:cubicBezTo>
                  <a:cubicBezTo>
                    <a:pt x="173" y="21"/>
                    <a:pt x="173" y="21"/>
                    <a:pt x="153" y="21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9" name="Google Shape;3849;p10"/>
            <p:cNvSpPr/>
            <p:nvPr/>
          </p:nvSpPr>
          <p:spPr>
            <a:xfrm>
              <a:off x="5082550" y="257092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03" y="1"/>
                  </a:moveTo>
                  <a:cubicBezTo>
                    <a:pt x="70" y="21"/>
                    <a:pt x="37" y="38"/>
                    <a:pt x="21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21" y="190"/>
                    <a:pt x="21" y="227"/>
                    <a:pt x="54" y="244"/>
                  </a:cubicBezTo>
                  <a:cubicBezTo>
                    <a:pt x="65" y="255"/>
                    <a:pt x="85" y="267"/>
                    <a:pt x="109" y="267"/>
                  </a:cubicBezTo>
                  <a:cubicBezTo>
                    <a:pt x="119" y="267"/>
                    <a:pt x="129" y="265"/>
                    <a:pt x="140" y="260"/>
                  </a:cubicBezTo>
                  <a:cubicBezTo>
                    <a:pt x="190" y="260"/>
                    <a:pt x="243" y="190"/>
                    <a:pt x="227" y="124"/>
                  </a:cubicBezTo>
                  <a:cubicBezTo>
                    <a:pt x="227" y="87"/>
                    <a:pt x="206" y="54"/>
                    <a:pt x="173" y="38"/>
                  </a:cubicBezTo>
                  <a:cubicBezTo>
                    <a:pt x="173" y="21"/>
                    <a:pt x="173" y="21"/>
                    <a:pt x="157" y="21"/>
                  </a:cubicBezTo>
                  <a:cubicBezTo>
                    <a:pt x="140" y="1"/>
                    <a:pt x="12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0" name="Google Shape;3850;p10"/>
            <p:cNvSpPr/>
            <p:nvPr/>
          </p:nvSpPr>
          <p:spPr>
            <a:xfrm>
              <a:off x="5072225" y="2557625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04" y="1"/>
                  </a:moveTo>
                  <a:cubicBezTo>
                    <a:pt x="38" y="17"/>
                    <a:pt x="1" y="87"/>
                    <a:pt x="1" y="157"/>
                  </a:cubicBezTo>
                  <a:cubicBezTo>
                    <a:pt x="21" y="190"/>
                    <a:pt x="38" y="223"/>
                    <a:pt x="54" y="244"/>
                  </a:cubicBezTo>
                  <a:cubicBezTo>
                    <a:pt x="71" y="260"/>
                    <a:pt x="104" y="260"/>
                    <a:pt x="141" y="260"/>
                  </a:cubicBezTo>
                  <a:cubicBezTo>
                    <a:pt x="191" y="244"/>
                    <a:pt x="244" y="190"/>
                    <a:pt x="228" y="104"/>
                  </a:cubicBezTo>
                  <a:cubicBezTo>
                    <a:pt x="228" y="71"/>
                    <a:pt x="207" y="54"/>
                    <a:pt x="191" y="17"/>
                  </a:cubicBezTo>
                  <a:lnTo>
                    <a:pt x="158" y="17"/>
                  </a:lnTo>
                  <a:cubicBezTo>
                    <a:pt x="141" y="1"/>
                    <a:pt x="125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1" name="Google Shape;3851;p10"/>
            <p:cNvSpPr/>
            <p:nvPr/>
          </p:nvSpPr>
          <p:spPr>
            <a:xfrm>
              <a:off x="5073575" y="2541650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45" y="1"/>
                  </a:moveTo>
                  <a:cubicBezTo>
                    <a:pt x="98" y="1"/>
                    <a:pt x="47" y="33"/>
                    <a:pt x="33" y="91"/>
                  </a:cubicBezTo>
                  <a:cubicBezTo>
                    <a:pt x="0" y="161"/>
                    <a:pt x="33" y="227"/>
                    <a:pt x="87" y="244"/>
                  </a:cubicBezTo>
                  <a:cubicBezTo>
                    <a:pt x="105" y="254"/>
                    <a:pt x="122" y="259"/>
                    <a:pt x="138" y="259"/>
                  </a:cubicBezTo>
                  <a:cubicBezTo>
                    <a:pt x="181" y="259"/>
                    <a:pt x="216" y="226"/>
                    <a:pt x="240" y="178"/>
                  </a:cubicBezTo>
                  <a:cubicBezTo>
                    <a:pt x="256" y="108"/>
                    <a:pt x="223" y="38"/>
                    <a:pt x="174" y="5"/>
                  </a:cubicBezTo>
                  <a:cubicBezTo>
                    <a:pt x="165" y="2"/>
                    <a:pt x="155" y="1"/>
                    <a:pt x="1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2" name="Google Shape;3852;p10"/>
            <p:cNvSpPr/>
            <p:nvPr/>
          </p:nvSpPr>
          <p:spPr>
            <a:xfrm>
              <a:off x="5071400" y="2604950"/>
              <a:ext cx="5600" cy="6575"/>
            </a:xfrm>
            <a:custGeom>
              <a:avLst/>
              <a:gdLst/>
              <a:ahLst/>
              <a:cxnLst/>
              <a:rect l="l" t="t" r="r" b="b"/>
              <a:pathLst>
                <a:path w="224" h="263" extrusionOk="0">
                  <a:moveTo>
                    <a:pt x="120" y="0"/>
                  </a:moveTo>
                  <a:cubicBezTo>
                    <a:pt x="104" y="0"/>
                    <a:pt x="71" y="17"/>
                    <a:pt x="54" y="33"/>
                  </a:cubicBezTo>
                  <a:cubicBezTo>
                    <a:pt x="1" y="83"/>
                    <a:pt x="1" y="153"/>
                    <a:pt x="34" y="223"/>
                  </a:cubicBezTo>
                  <a:cubicBezTo>
                    <a:pt x="54" y="239"/>
                    <a:pt x="71" y="256"/>
                    <a:pt x="104" y="256"/>
                  </a:cubicBezTo>
                  <a:cubicBezTo>
                    <a:pt x="114" y="261"/>
                    <a:pt x="122" y="263"/>
                    <a:pt x="130" y="263"/>
                  </a:cubicBezTo>
                  <a:cubicBezTo>
                    <a:pt x="150" y="263"/>
                    <a:pt x="167" y="251"/>
                    <a:pt x="191" y="239"/>
                  </a:cubicBezTo>
                  <a:cubicBezTo>
                    <a:pt x="207" y="206"/>
                    <a:pt x="224" y="186"/>
                    <a:pt x="224" y="153"/>
                  </a:cubicBezTo>
                  <a:cubicBezTo>
                    <a:pt x="224" y="120"/>
                    <a:pt x="224" y="83"/>
                    <a:pt x="207" y="50"/>
                  </a:cubicBezTo>
                  <a:cubicBezTo>
                    <a:pt x="191" y="33"/>
                    <a:pt x="174" y="17"/>
                    <a:pt x="158" y="17"/>
                  </a:cubicBezTo>
                  <a:cubicBezTo>
                    <a:pt x="158" y="17"/>
                    <a:pt x="13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3" name="Google Shape;3853;p10"/>
            <p:cNvSpPr/>
            <p:nvPr/>
          </p:nvSpPr>
          <p:spPr>
            <a:xfrm>
              <a:off x="5078325" y="2589900"/>
              <a:ext cx="5575" cy="6575"/>
            </a:xfrm>
            <a:custGeom>
              <a:avLst/>
              <a:gdLst/>
              <a:ahLst/>
              <a:cxnLst/>
              <a:rect l="l" t="t" r="r" b="b"/>
              <a:pathLst>
                <a:path w="223" h="263" extrusionOk="0">
                  <a:moveTo>
                    <a:pt x="103" y="0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17" y="190"/>
                    <a:pt x="17" y="223"/>
                    <a:pt x="50" y="239"/>
                  </a:cubicBezTo>
                  <a:cubicBezTo>
                    <a:pt x="61" y="251"/>
                    <a:pt x="83" y="263"/>
                    <a:pt x="107" y="263"/>
                  </a:cubicBezTo>
                  <a:cubicBezTo>
                    <a:pt x="117" y="263"/>
                    <a:pt x="127" y="261"/>
                    <a:pt x="136" y="256"/>
                  </a:cubicBezTo>
                  <a:cubicBezTo>
                    <a:pt x="153" y="256"/>
                    <a:pt x="190" y="239"/>
                    <a:pt x="206" y="206"/>
                  </a:cubicBezTo>
                  <a:cubicBezTo>
                    <a:pt x="223" y="190"/>
                    <a:pt x="223" y="153"/>
                    <a:pt x="223" y="120"/>
                  </a:cubicBezTo>
                  <a:cubicBezTo>
                    <a:pt x="223" y="87"/>
                    <a:pt x="206" y="50"/>
                    <a:pt x="169" y="33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4" name="Google Shape;3854;p10"/>
            <p:cNvSpPr/>
            <p:nvPr/>
          </p:nvSpPr>
          <p:spPr>
            <a:xfrm>
              <a:off x="5070175" y="2577425"/>
              <a:ext cx="5600" cy="6650"/>
            </a:xfrm>
            <a:custGeom>
              <a:avLst/>
              <a:gdLst/>
              <a:ahLst/>
              <a:cxnLst/>
              <a:rect l="l" t="t" r="r" b="b"/>
              <a:pathLst>
                <a:path w="224" h="266" extrusionOk="0">
                  <a:moveTo>
                    <a:pt x="120" y="0"/>
                  </a:moveTo>
                  <a:cubicBezTo>
                    <a:pt x="83" y="0"/>
                    <a:pt x="50" y="17"/>
                    <a:pt x="33" y="33"/>
                  </a:cubicBezTo>
                  <a:cubicBezTo>
                    <a:pt x="17" y="50"/>
                    <a:pt x="0" y="87"/>
                    <a:pt x="0" y="120"/>
                  </a:cubicBezTo>
                  <a:cubicBezTo>
                    <a:pt x="0" y="153"/>
                    <a:pt x="0" y="190"/>
                    <a:pt x="17" y="223"/>
                  </a:cubicBezTo>
                  <a:cubicBezTo>
                    <a:pt x="35" y="252"/>
                    <a:pt x="64" y="265"/>
                    <a:pt x="95" y="265"/>
                  </a:cubicBezTo>
                  <a:cubicBezTo>
                    <a:pt x="120" y="265"/>
                    <a:pt x="147" y="256"/>
                    <a:pt x="169" y="239"/>
                  </a:cubicBezTo>
                  <a:cubicBezTo>
                    <a:pt x="223" y="190"/>
                    <a:pt x="223" y="103"/>
                    <a:pt x="186" y="50"/>
                  </a:cubicBezTo>
                  <a:cubicBezTo>
                    <a:pt x="169" y="33"/>
                    <a:pt x="153" y="17"/>
                    <a:pt x="136" y="17"/>
                  </a:cubicBezTo>
                  <a:cubicBezTo>
                    <a:pt x="136" y="0"/>
                    <a:pt x="120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5" name="Google Shape;3855;p10"/>
            <p:cNvSpPr/>
            <p:nvPr/>
          </p:nvSpPr>
          <p:spPr>
            <a:xfrm>
              <a:off x="5073150" y="2511075"/>
              <a:ext cx="6025" cy="6700"/>
            </a:xfrm>
            <a:custGeom>
              <a:avLst/>
              <a:gdLst/>
              <a:ahLst/>
              <a:cxnLst/>
              <a:rect l="l" t="t" r="r" b="b"/>
              <a:pathLst>
                <a:path w="241" h="268" extrusionOk="0">
                  <a:moveTo>
                    <a:pt x="108" y="1"/>
                  </a:moveTo>
                  <a:cubicBezTo>
                    <a:pt x="84" y="1"/>
                    <a:pt x="62" y="12"/>
                    <a:pt x="50" y="24"/>
                  </a:cubicBezTo>
                  <a:cubicBezTo>
                    <a:pt x="1" y="77"/>
                    <a:pt x="1" y="164"/>
                    <a:pt x="34" y="214"/>
                  </a:cubicBezTo>
                  <a:cubicBezTo>
                    <a:pt x="50" y="230"/>
                    <a:pt x="88" y="251"/>
                    <a:pt x="104" y="267"/>
                  </a:cubicBezTo>
                  <a:cubicBezTo>
                    <a:pt x="137" y="267"/>
                    <a:pt x="170" y="251"/>
                    <a:pt x="191" y="230"/>
                  </a:cubicBezTo>
                  <a:cubicBezTo>
                    <a:pt x="240" y="181"/>
                    <a:pt x="240" y="110"/>
                    <a:pt x="207" y="45"/>
                  </a:cubicBezTo>
                  <a:cubicBezTo>
                    <a:pt x="191" y="24"/>
                    <a:pt x="170" y="7"/>
                    <a:pt x="154" y="7"/>
                  </a:cubicBezTo>
                  <a:lnTo>
                    <a:pt x="137" y="7"/>
                  </a:lnTo>
                  <a:cubicBezTo>
                    <a:pt x="127" y="3"/>
                    <a:pt x="117" y="1"/>
                    <a:pt x="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6" name="Google Shape;3856;p10"/>
            <p:cNvSpPr/>
            <p:nvPr/>
          </p:nvSpPr>
          <p:spPr>
            <a:xfrm>
              <a:off x="5076975" y="2465800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104" y="0"/>
                  </a:moveTo>
                  <a:cubicBezTo>
                    <a:pt x="38" y="17"/>
                    <a:pt x="1" y="66"/>
                    <a:pt x="1" y="153"/>
                  </a:cubicBezTo>
                  <a:cubicBezTo>
                    <a:pt x="17" y="186"/>
                    <a:pt x="17" y="206"/>
                    <a:pt x="54" y="239"/>
                  </a:cubicBezTo>
                  <a:cubicBezTo>
                    <a:pt x="71" y="256"/>
                    <a:pt x="104" y="256"/>
                    <a:pt x="141" y="256"/>
                  </a:cubicBezTo>
                  <a:cubicBezTo>
                    <a:pt x="157" y="256"/>
                    <a:pt x="190" y="239"/>
                    <a:pt x="207" y="206"/>
                  </a:cubicBezTo>
                  <a:cubicBezTo>
                    <a:pt x="223" y="169"/>
                    <a:pt x="223" y="136"/>
                    <a:pt x="223" y="103"/>
                  </a:cubicBezTo>
                  <a:cubicBezTo>
                    <a:pt x="223" y="66"/>
                    <a:pt x="207" y="50"/>
                    <a:pt x="174" y="17"/>
                  </a:cubicBez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7" name="Google Shape;3857;p10"/>
            <p:cNvSpPr/>
            <p:nvPr/>
          </p:nvSpPr>
          <p:spPr>
            <a:xfrm>
              <a:off x="5070175" y="248075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36" y="0"/>
                  </a:moveTo>
                  <a:cubicBezTo>
                    <a:pt x="103" y="0"/>
                    <a:pt x="83" y="0"/>
                    <a:pt x="50" y="37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0" y="243"/>
                    <a:pt x="83" y="260"/>
                    <a:pt x="120" y="260"/>
                  </a:cubicBezTo>
                  <a:cubicBezTo>
                    <a:pt x="136" y="260"/>
                    <a:pt x="169" y="260"/>
                    <a:pt x="186" y="243"/>
                  </a:cubicBezTo>
                  <a:cubicBezTo>
                    <a:pt x="223" y="206"/>
                    <a:pt x="223" y="173"/>
                    <a:pt x="240" y="140"/>
                  </a:cubicBezTo>
                  <a:cubicBezTo>
                    <a:pt x="240" y="103"/>
                    <a:pt x="223" y="70"/>
                    <a:pt x="207" y="54"/>
                  </a:cubicBezTo>
                  <a:cubicBezTo>
                    <a:pt x="207" y="37"/>
                    <a:pt x="186" y="21"/>
                    <a:pt x="169" y="21"/>
                  </a:cubicBezTo>
                  <a:cubicBezTo>
                    <a:pt x="153" y="0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8" name="Google Shape;3858;p10"/>
            <p:cNvSpPr/>
            <p:nvPr/>
          </p:nvSpPr>
          <p:spPr>
            <a:xfrm>
              <a:off x="5060700" y="2592700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120" y="0"/>
                  </a:moveTo>
                  <a:cubicBezTo>
                    <a:pt x="114" y="0"/>
                    <a:pt x="109" y="2"/>
                    <a:pt x="103" y="8"/>
                  </a:cubicBezTo>
                  <a:cubicBezTo>
                    <a:pt x="70" y="8"/>
                    <a:pt x="33" y="24"/>
                    <a:pt x="17" y="57"/>
                  </a:cubicBezTo>
                  <a:cubicBezTo>
                    <a:pt x="0" y="78"/>
                    <a:pt x="0" y="111"/>
                    <a:pt x="0" y="144"/>
                  </a:cubicBezTo>
                  <a:cubicBezTo>
                    <a:pt x="0" y="181"/>
                    <a:pt x="17" y="214"/>
                    <a:pt x="50" y="230"/>
                  </a:cubicBezTo>
                  <a:cubicBezTo>
                    <a:pt x="70" y="247"/>
                    <a:pt x="103" y="263"/>
                    <a:pt x="136" y="263"/>
                  </a:cubicBezTo>
                  <a:cubicBezTo>
                    <a:pt x="190" y="247"/>
                    <a:pt x="223" y="181"/>
                    <a:pt x="223" y="111"/>
                  </a:cubicBezTo>
                  <a:cubicBezTo>
                    <a:pt x="223" y="78"/>
                    <a:pt x="206" y="41"/>
                    <a:pt x="173" y="24"/>
                  </a:cubicBezTo>
                  <a:lnTo>
                    <a:pt x="153" y="8"/>
                  </a:lnTo>
                  <a:cubicBezTo>
                    <a:pt x="142" y="8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9" name="Google Shape;3859;p10"/>
            <p:cNvSpPr/>
            <p:nvPr/>
          </p:nvSpPr>
          <p:spPr>
            <a:xfrm>
              <a:off x="5058950" y="2560625"/>
              <a:ext cx="6500" cy="6500"/>
            </a:xfrm>
            <a:custGeom>
              <a:avLst/>
              <a:gdLst/>
              <a:ahLst/>
              <a:cxnLst/>
              <a:rect l="l" t="t" r="r" b="b"/>
              <a:pathLst>
                <a:path w="260" h="260" extrusionOk="0">
                  <a:moveTo>
                    <a:pt x="140" y="0"/>
                  </a:moveTo>
                  <a:cubicBezTo>
                    <a:pt x="103" y="0"/>
                    <a:pt x="87" y="0"/>
                    <a:pt x="54" y="37"/>
                  </a:cubicBezTo>
                  <a:cubicBezTo>
                    <a:pt x="17" y="70"/>
                    <a:pt x="0" y="157"/>
                    <a:pt x="37" y="206"/>
                  </a:cubicBezTo>
                  <a:cubicBezTo>
                    <a:pt x="54" y="244"/>
                    <a:pt x="87" y="260"/>
                    <a:pt x="120" y="260"/>
                  </a:cubicBezTo>
                  <a:cubicBezTo>
                    <a:pt x="140" y="260"/>
                    <a:pt x="173" y="260"/>
                    <a:pt x="190" y="227"/>
                  </a:cubicBezTo>
                  <a:cubicBezTo>
                    <a:pt x="243" y="190"/>
                    <a:pt x="260" y="103"/>
                    <a:pt x="206" y="54"/>
                  </a:cubicBezTo>
                  <a:cubicBezTo>
                    <a:pt x="206" y="37"/>
                    <a:pt x="190" y="21"/>
                    <a:pt x="1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0" name="Google Shape;3860;p10"/>
            <p:cNvSpPr/>
            <p:nvPr/>
          </p:nvSpPr>
          <p:spPr>
            <a:xfrm>
              <a:off x="5060700" y="24678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3" y="1"/>
                  </a:moveTo>
                  <a:cubicBezTo>
                    <a:pt x="50" y="21"/>
                    <a:pt x="0" y="87"/>
                    <a:pt x="17" y="157"/>
                  </a:cubicBezTo>
                  <a:cubicBezTo>
                    <a:pt x="17" y="190"/>
                    <a:pt x="33" y="227"/>
                    <a:pt x="50" y="244"/>
                  </a:cubicBezTo>
                  <a:cubicBezTo>
                    <a:pt x="76" y="256"/>
                    <a:pt x="92" y="267"/>
                    <a:pt x="111" y="267"/>
                  </a:cubicBezTo>
                  <a:cubicBezTo>
                    <a:pt x="118" y="267"/>
                    <a:pt x="127" y="265"/>
                    <a:pt x="136" y="260"/>
                  </a:cubicBezTo>
                  <a:cubicBezTo>
                    <a:pt x="206" y="260"/>
                    <a:pt x="239" y="190"/>
                    <a:pt x="223" y="124"/>
                  </a:cubicBezTo>
                  <a:cubicBezTo>
                    <a:pt x="223" y="71"/>
                    <a:pt x="190" y="38"/>
                    <a:pt x="153" y="21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1" name="Google Shape;3861;p10"/>
            <p:cNvSpPr/>
            <p:nvPr/>
          </p:nvSpPr>
          <p:spPr>
            <a:xfrm>
              <a:off x="5055525" y="2483325"/>
              <a:ext cx="5600" cy="6675"/>
            </a:xfrm>
            <a:custGeom>
              <a:avLst/>
              <a:gdLst/>
              <a:ahLst/>
              <a:cxnLst/>
              <a:rect l="l" t="t" r="r" b="b"/>
              <a:pathLst>
                <a:path w="224" h="267" extrusionOk="0">
                  <a:moveTo>
                    <a:pt x="104" y="0"/>
                  </a:moveTo>
                  <a:cubicBezTo>
                    <a:pt x="71" y="21"/>
                    <a:pt x="34" y="37"/>
                    <a:pt x="17" y="54"/>
                  </a:cubicBezTo>
                  <a:cubicBezTo>
                    <a:pt x="1" y="87"/>
                    <a:pt x="1" y="124"/>
                    <a:pt x="1" y="157"/>
                  </a:cubicBezTo>
                  <a:cubicBezTo>
                    <a:pt x="1" y="190"/>
                    <a:pt x="17" y="227"/>
                    <a:pt x="50" y="243"/>
                  </a:cubicBezTo>
                  <a:cubicBezTo>
                    <a:pt x="65" y="255"/>
                    <a:pt x="86" y="267"/>
                    <a:pt x="108" y="267"/>
                  </a:cubicBezTo>
                  <a:cubicBezTo>
                    <a:pt x="118" y="267"/>
                    <a:pt x="127" y="265"/>
                    <a:pt x="137" y="260"/>
                  </a:cubicBezTo>
                  <a:cubicBezTo>
                    <a:pt x="191" y="260"/>
                    <a:pt x="224" y="190"/>
                    <a:pt x="224" y="124"/>
                  </a:cubicBezTo>
                  <a:cubicBezTo>
                    <a:pt x="224" y="87"/>
                    <a:pt x="207" y="54"/>
                    <a:pt x="174" y="37"/>
                  </a:cubicBezTo>
                  <a:cubicBezTo>
                    <a:pt x="174" y="21"/>
                    <a:pt x="154" y="21"/>
                    <a:pt x="154" y="21"/>
                  </a:cubicBezTo>
                  <a:cubicBezTo>
                    <a:pt x="137" y="0"/>
                    <a:pt x="121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2" name="Google Shape;3862;p10"/>
            <p:cNvSpPr/>
            <p:nvPr/>
          </p:nvSpPr>
          <p:spPr>
            <a:xfrm>
              <a:off x="5059350" y="254432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04" y="1"/>
                  </a:moveTo>
                  <a:cubicBezTo>
                    <a:pt x="54" y="17"/>
                    <a:pt x="1" y="87"/>
                    <a:pt x="21" y="158"/>
                  </a:cubicBezTo>
                  <a:cubicBezTo>
                    <a:pt x="21" y="191"/>
                    <a:pt x="38" y="223"/>
                    <a:pt x="54" y="240"/>
                  </a:cubicBezTo>
                  <a:cubicBezTo>
                    <a:pt x="78" y="255"/>
                    <a:pt x="93" y="267"/>
                    <a:pt x="113" y="267"/>
                  </a:cubicBezTo>
                  <a:cubicBezTo>
                    <a:pt x="121" y="267"/>
                    <a:pt x="130" y="265"/>
                    <a:pt x="141" y="261"/>
                  </a:cubicBezTo>
                  <a:cubicBezTo>
                    <a:pt x="207" y="261"/>
                    <a:pt x="244" y="191"/>
                    <a:pt x="227" y="120"/>
                  </a:cubicBezTo>
                  <a:cubicBezTo>
                    <a:pt x="227" y="87"/>
                    <a:pt x="207" y="54"/>
                    <a:pt x="190" y="34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1"/>
                    <a:pt x="124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3" name="Google Shape;3863;p10"/>
            <p:cNvSpPr/>
            <p:nvPr/>
          </p:nvSpPr>
          <p:spPr>
            <a:xfrm>
              <a:off x="5052950" y="2670600"/>
              <a:ext cx="2600" cy="6525"/>
            </a:xfrm>
            <a:custGeom>
              <a:avLst/>
              <a:gdLst/>
              <a:ahLst/>
              <a:cxnLst/>
              <a:rect l="l" t="t" r="r" b="b"/>
              <a:pathLst>
                <a:path w="104" h="261" extrusionOk="0">
                  <a:moveTo>
                    <a:pt x="1" y="0"/>
                  </a:moveTo>
                  <a:lnTo>
                    <a:pt x="1" y="260"/>
                  </a:lnTo>
                  <a:cubicBezTo>
                    <a:pt x="71" y="240"/>
                    <a:pt x="104" y="174"/>
                    <a:pt x="104" y="103"/>
                  </a:cubicBezTo>
                  <a:cubicBezTo>
                    <a:pt x="104" y="70"/>
                    <a:pt x="87" y="33"/>
                    <a:pt x="50" y="17"/>
                  </a:cubicBezTo>
                  <a:lnTo>
                    <a:pt x="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4" name="Google Shape;3864;p10"/>
            <p:cNvSpPr/>
            <p:nvPr/>
          </p:nvSpPr>
          <p:spPr>
            <a:xfrm>
              <a:off x="5095950" y="2616075"/>
              <a:ext cx="5575" cy="6625"/>
            </a:xfrm>
            <a:custGeom>
              <a:avLst/>
              <a:gdLst/>
              <a:ahLst/>
              <a:cxnLst/>
              <a:rect l="l" t="t" r="r" b="b"/>
              <a:pathLst>
                <a:path w="223" h="265" extrusionOk="0">
                  <a:moveTo>
                    <a:pt x="103" y="0"/>
                  </a:moveTo>
                  <a:cubicBezTo>
                    <a:pt x="66" y="17"/>
                    <a:pt x="33" y="33"/>
                    <a:pt x="1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0" y="190"/>
                    <a:pt x="17" y="223"/>
                    <a:pt x="50" y="240"/>
                  </a:cubicBezTo>
                  <a:cubicBezTo>
                    <a:pt x="61" y="251"/>
                    <a:pt x="83" y="265"/>
                    <a:pt x="100" y="265"/>
                  </a:cubicBezTo>
                  <a:cubicBezTo>
                    <a:pt x="108" y="265"/>
                    <a:pt x="115" y="262"/>
                    <a:pt x="120" y="256"/>
                  </a:cubicBezTo>
                  <a:cubicBezTo>
                    <a:pt x="186" y="256"/>
                    <a:pt x="223" y="190"/>
                    <a:pt x="223" y="120"/>
                  </a:cubicBezTo>
                  <a:cubicBezTo>
                    <a:pt x="223" y="87"/>
                    <a:pt x="206" y="50"/>
                    <a:pt x="169" y="33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5" name="Google Shape;3865;p10"/>
            <p:cNvSpPr/>
            <p:nvPr/>
          </p:nvSpPr>
          <p:spPr>
            <a:xfrm>
              <a:off x="5079550" y="266760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4" y="1"/>
                  </a:moveTo>
                  <a:cubicBezTo>
                    <a:pt x="38" y="17"/>
                    <a:pt x="1" y="87"/>
                    <a:pt x="17" y="153"/>
                  </a:cubicBezTo>
                  <a:cubicBezTo>
                    <a:pt x="17" y="190"/>
                    <a:pt x="38" y="223"/>
                    <a:pt x="54" y="240"/>
                  </a:cubicBezTo>
                  <a:cubicBezTo>
                    <a:pt x="71" y="256"/>
                    <a:pt x="104" y="256"/>
                    <a:pt x="141" y="256"/>
                  </a:cubicBezTo>
                  <a:cubicBezTo>
                    <a:pt x="190" y="240"/>
                    <a:pt x="244" y="190"/>
                    <a:pt x="223" y="104"/>
                  </a:cubicBezTo>
                  <a:cubicBezTo>
                    <a:pt x="223" y="71"/>
                    <a:pt x="207" y="50"/>
                    <a:pt x="190" y="17"/>
                  </a:cubicBezTo>
                  <a:lnTo>
                    <a:pt x="157" y="17"/>
                  </a:lnTo>
                  <a:cubicBezTo>
                    <a:pt x="141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6" name="Google Shape;3866;p10"/>
            <p:cNvSpPr/>
            <p:nvPr/>
          </p:nvSpPr>
          <p:spPr>
            <a:xfrm>
              <a:off x="5066675" y="2527625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03" y="1"/>
                  </a:moveTo>
                  <a:cubicBezTo>
                    <a:pt x="54" y="17"/>
                    <a:pt x="0" y="83"/>
                    <a:pt x="17" y="153"/>
                  </a:cubicBezTo>
                  <a:cubicBezTo>
                    <a:pt x="17" y="186"/>
                    <a:pt x="37" y="224"/>
                    <a:pt x="54" y="240"/>
                  </a:cubicBezTo>
                  <a:cubicBezTo>
                    <a:pt x="77" y="252"/>
                    <a:pt x="92" y="263"/>
                    <a:pt x="112" y="263"/>
                  </a:cubicBezTo>
                  <a:cubicBezTo>
                    <a:pt x="120" y="263"/>
                    <a:pt x="130" y="261"/>
                    <a:pt x="140" y="257"/>
                  </a:cubicBezTo>
                  <a:cubicBezTo>
                    <a:pt x="206" y="257"/>
                    <a:pt x="243" y="186"/>
                    <a:pt x="243" y="121"/>
                  </a:cubicBezTo>
                  <a:cubicBezTo>
                    <a:pt x="223" y="83"/>
                    <a:pt x="206" y="50"/>
                    <a:pt x="190" y="34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40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7" name="Google Shape;3867;p10"/>
            <p:cNvSpPr/>
            <p:nvPr/>
          </p:nvSpPr>
          <p:spPr>
            <a:xfrm>
              <a:off x="5059350" y="25139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13" y="0"/>
                  </a:moveTo>
                  <a:cubicBezTo>
                    <a:pt x="72" y="0"/>
                    <a:pt x="33" y="32"/>
                    <a:pt x="21" y="83"/>
                  </a:cubicBezTo>
                  <a:cubicBezTo>
                    <a:pt x="1" y="153"/>
                    <a:pt x="21" y="219"/>
                    <a:pt x="87" y="256"/>
                  </a:cubicBezTo>
                  <a:cubicBezTo>
                    <a:pt x="96" y="259"/>
                    <a:pt x="106" y="260"/>
                    <a:pt x="115" y="260"/>
                  </a:cubicBezTo>
                  <a:cubicBezTo>
                    <a:pt x="162" y="260"/>
                    <a:pt x="210" y="228"/>
                    <a:pt x="227" y="170"/>
                  </a:cubicBezTo>
                  <a:cubicBezTo>
                    <a:pt x="244" y="116"/>
                    <a:pt x="207" y="34"/>
                    <a:pt x="157" y="13"/>
                  </a:cubicBezTo>
                  <a:cubicBezTo>
                    <a:pt x="143" y="4"/>
                    <a:pt x="128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8" name="Google Shape;3868;p10"/>
            <p:cNvSpPr/>
            <p:nvPr/>
          </p:nvSpPr>
          <p:spPr>
            <a:xfrm>
              <a:off x="5052950" y="2628125"/>
              <a:ext cx="2600" cy="6000"/>
            </a:xfrm>
            <a:custGeom>
              <a:avLst/>
              <a:gdLst/>
              <a:ahLst/>
              <a:cxnLst/>
              <a:rect l="l" t="t" r="r" b="b"/>
              <a:pathLst>
                <a:path w="104" h="240" extrusionOk="0">
                  <a:moveTo>
                    <a:pt x="1" y="1"/>
                  </a:moveTo>
                  <a:lnTo>
                    <a:pt x="1" y="240"/>
                  </a:lnTo>
                  <a:cubicBezTo>
                    <a:pt x="34" y="240"/>
                    <a:pt x="71" y="207"/>
                    <a:pt x="87" y="170"/>
                  </a:cubicBezTo>
                  <a:cubicBezTo>
                    <a:pt x="104" y="104"/>
                    <a:pt x="71" y="17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9" name="Google Shape;3869;p10"/>
            <p:cNvSpPr/>
            <p:nvPr/>
          </p:nvSpPr>
          <p:spPr>
            <a:xfrm>
              <a:off x="5055950" y="261010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71" y="0"/>
                  </a:moveTo>
                  <a:cubicBezTo>
                    <a:pt x="33" y="33"/>
                    <a:pt x="0" y="83"/>
                    <a:pt x="0" y="136"/>
                  </a:cubicBezTo>
                  <a:cubicBezTo>
                    <a:pt x="17" y="169"/>
                    <a:pt x="17" y="206"/>
                    <a:pt x="54" y="223"/>
                  </a:cubicBezTo>
                  <a:cubicBezTo>
                    <a:pt x="71" y="256"/>
                    <a:pt x="104" y="256"/>
                    <a:pt x="137" y="256"/>
                  </a:cubicBezTo>
                  <a:cubicBezTo>
                    <a:pt x="190" y="239"/>
                    <a:pt x="240" y="169"/>
                    <a:pt x="223" y="103"/>
                  </a:cubicBezTo>
                  <a:lnTo>
                    <a:pt x="223" y="66"/>
                  </a:lnTo>
                  <a:cubicBezTo>
                    <a:pt x="207" y="33"/>
                    <a:pt x="190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0" name="Google Shape;3870;p10"/>
            <p:cNvSpPr/>
            <p:nvPr/>
          </p:nvSpPr>
          <p:spPr>
            <a:xfrm>
              <a:off x="5052950" y="2577425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87" y="0"/>
                  </a:moveTo>
                  <a:cubicBezTo>
                    <a:pt x="50" y="0"/>
                    <a:pt x="17" y="33"/>
                    <a:pt x="1" y="87"/>
                  </a:cubicBezTo>
                  <a:lnTo>
                    <a:pt x="1" y="173"/>
                  </a:lnTo>
                  <a:cubicBezTo>
                    <a:pt x="17" y="190"/>
                    <a:pt x="17" y="223"/>
                    <a:pt x="34" y="223"/>
                  </a:cubicBezTo>
                  <a:cubicBezTo>
                    <a:pt x="71" y="256"/>
                    <a:pt x="104" y="256"/>
                    <a:pt x="120" y="256"/>
                  </a:cubicBezTo>
                  <a:cubicBezTo>
                    <a:pt x="153" y="256"/>
                    <a:pt x="174" y="223"/>
                    <a:pt x="191" y="206"/>
                  </a:cubicBezTo>
                  <a:cubicBezTo>
                    <a:pt x="224" y="173"/>
                    <a:pt x="224" y="136"/>
                    <a:pt x="224" y="103"/>
                  </a:cubicBezTo>
                  <a:cubicBezTo>
                    <a:pt x="207" y="70"/>
                    <a:pt x="191" y="33"/>
                    <a:pt x="174" y="17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1" name="Google Shape;3871;p10"/>
            <p:cNvSpPr/>
            <p:nvPr/>
          </p:nvSpPr>
          <p:spPr>
            <a:xfrm>
              <a:off x="5099750" y="26464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29" y="1"/>
                  </a:moveTo>
                  <a:cubicBezTo>
                    <a:pt x="81" y="1"/>
                    <a:pt x="31" y="33"/>
                    <a:pt x="17" y="91"/>
                  </a:cubicBezTo>
                  <a:cubicBezTo>
                    <a:pt x="1" y="157"/>
                    <a:pt x="17" y="227"/>
                    <a:pt x="71" y="260"/>
                  </a:cubicBezTo>
                  <a:cubicBezTo>
                    <a:pt x="82" y="263"/>
                    <a:pt x="93" y="265"/>
                    <a:pt x="105" y="265"/>
                  </a:cubicBezTo>
                  <a:cubicBezTo>
                    <a:pt x="159" y="265"/>
                    <a:pt x="210" y="232"/>
                    <a:pt x="223" y="174"/>
                  </a:cubicBezTo>
                  <a:cubicBezTo>
                    <a:pt x="240" y="108"/>
                    <a:pt x="207" y="38"/>
                    <a:pt x="157" y="5"/>
                  </a:cubicBezTo>
                  <a:cubicBezTo>
                    <a:pt x="148" y="2"/>
                    <a:pt x="139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2" name="Google Shape;3872;p10"/>
            <p:cNvSpPr/>
            <p:nvPr/>
          </p:nvSpPr>
          <p:spPr>
            <a:xfrm>
              <a:off x="5052950" y="2500525"/>
              <a:ext cx="1275" cy="5600"/>
            </a:xfrm>
            <a:custGeom>
              <a:avLst/>
              <a:gdLst/>
              <a:ahLst/>
              <a:cxnLst/>
              <a:rect l="l" t="t" r="r" b="b"/>
              <a:pathLst>
                <a:path w="51" h="224" extrusionOk="0">
                  <a:moveTo>
                    <a:pt x="1" y="1"/>
                  </a:moveTo>
                  <a:lnTo>
                    <a:pt x="1" y="223"/>
                  </a:lnTo>
                  <a:lnTo>
                    <a:pt x="17" y="207"/>
                  </a:lnTo>
                  <a:cubicBezTo>
                    <a:pt x="34" y="190"/>
                    <a:pt x="50" y="157"/>
                    <a:pt x="50" y="120"/>
                  </a:cubicBezTo>
                  <a:cubicBezTo>
                    <a:pt x="50" y="87"/>
                    <a:pt x="50" y="54"/>
                    <a:pt x="34" y="34"/>
                  </a:cubicBezTo>
                  <a:cubicBezTo>
                    <a:pt x="17" y="17"/>
                    <a:pt x="17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3" name="Google Shape;3873;p10"/>
            <p:cNvSpPr/>
            <p:nvPr/>
          </p:nvSpPr>
          <p:spPr>
            <a:xfrm>
              <a:off x="5052950" y="2717400"/>
              <a:ext cx="1775" cy="5175"/>
            </a:xfrm>
            <a:custGeom>
              <a:avLst/>
              <a:gdLst/>
              <a:ahLst/>
              <a:cxnLst/>
              <a:rect l="l" t="t" r="r" b="b"/>
              <a:pathLst>
                <a:path w="71" h="207" extrusionOk="0">
                  <a:moveTo>
                    <a:pt x="1" y="0"/>
                  </a:moveTo>
                  <a:lnTo>
                    <a:pt x="1" y="206"/>
                  </a:lnTo>
                  <a:lnTo>
                    <a:pt x="17" y="206"/>
                  </a:lnTo>
                  <a:cubicBezTo>
                    <a:pt x="34" y="190"/>
                    <a:pt x="34" y="173"/>
                    <a:pt x="50" y="157"/>
                  </a:cubicBezTo>
                  <a:cubicBezTo>
                    <a:pt x="71" y="87"/>
                    <a:pt x="50" y="37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4" name="Google Shape;3874;p10"/>
            <p:cNvSpPr/>
            <p:nvPr/>
          </p:nvSpPr>
          <p:spPr>
            <a:xfrm>
              <a:off x="5052950" y="2529550"/>
              <a:ext cx="5200" cy="6575"/>
            </a:xfrm>
            <a:custGeom>
              <a:avLst/>
              <a:gdLst/>
              <a:ahLst/>
              <a:cxnLst/>
              <a:rect l="l" t="t" r="r" b="b"/>
              <a:pathLst>
                <a:path w="208" h="263" extrusionOk="0">
                  <a:moveTo>
                    <a:pt x="91" y="0"/>
                  </a:moveTo>
                  <a:cubicBezTo>
                    <a:pt x="61" y="0"/>
                    <a:pt x="25" y="16"/>
                    <a:pt x="1" y="44"/>
                  </a:cubicBezTo>
                  <a:lnTo>
                    <a:pt x="1" y="233"/>
                  </a:lnTo>
                  <a:cubicBezTo>
                    <a:pt x="17" y="233"/>
                    <a:pt x="17" y="250"/>
                    <a:pt x="34" y="250"/>
                  </a:cubicBezTo>
                  <a:cubicBezTo>
                    <a:pt x="52" y="258"/>
                    <a:pt x="70" y="263"/>
                    <a:pt x="85" y="263"/>
                  </a:cubicBezTo>
                  <a:cubicBezTo>
                    <a:pt x="129" y="263"/>
                    <a:pt x="163" y="231"/>
                    <a:pt x="191" y="180"/>
                  </a:cubicBezTo>
                  <a:cubicBezTo>
                    <a:pt x="207" y="109"/>
                    <a:pt x="174" y="44"/>
                    <a:pt x="120" y="6"/>
                  </a:cubicBezTo>
                  <a:cubicBezTo>
                    <a:pt x="112" y="2"/>
                    <a:pt x="102" y="0"/>
                    <a:pt x="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5" name="Google Shape;3875;p10"/>
            <p:cNvSpPr/>
            <p:nvPr/>
          </p:nvSpPr>
          <p:spPr>
            <a:xfrm>
              <a:off x="5061100" y="24971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87" y="1"/>
                    <a:pt x="54" y="17"/>
                    <a:pt x="54" y="34"/>
                  </a:cubicBezTo>
                  <a:cubicBezTo>
                    <a:pt x="17" y="67"/>
                    <a:pt x="1" y="104"/>
                    <a:pt x="17" y="153"/>
                  </a:cubicBezTo>
                  <a:cubicBezTo>
                    <a:pt x="17" y="190"/>
                    <a:pt x="34" y="223"/>
                    <a:pt x="54" y="240"/>
                  </a:cubicBezTo>
                  <a:cubicBezTo>
                    <a:pt x="87" y="256"/>
                    <a:pt x="104" y="256"/>
                    <a:pt x="137" y="256"/>
                  </a:cubicBezTo>
                  <a:cubicBezTo>
                    <a:pt x="190" y="240"/>
                    <a:pt x="240" y="190"/>
                    <a:pt x="223" y="120"/>
                  </a:cubicBezTo>
                  <a:lnTo>
                    <a:pt x="223" y="104"/>
                  </a:lnTo>
                  <a:cubicBezTo>
                    <a:pt x="223" y="67"/>
                    <a:pt x="190" y="17"/>
                    <a:pt x="157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6" name="Google Shape;3876;p10"/>
            <p:cNvSpPr/>
            <p:nvPr/>
          </p:nvSpPr>
          <p:spPr>
            <a:xfrm>
              <a:off x="5137175" y="24864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6" y="1"/>
                  </a:moveTo>
                  <a:cubicBezTo>
                    <a:pt x="103" y="1"/>
                    <a:pt x="66" y="1"/>
                    <a:pt x="50" y="34"/>
                  </a:cubicBezTo>
                  <a:cubicBezTo>
                    <a:pt x="17" y="50"/>
                    <a:pt x="17" y="83"/>
                    <a:pt x="0" y="120"/>
                  </a:cubicBezTo>
                  <a:cubicBezTo>
                    <a:pt x="0" y="153"/>
                    <a:pt x="17" y="186"/>
                    <a:pt x="33" y="207"/>
                  </a:cubicBezTo>
                  <a:cubicBezTo>
                    <a:pt x="50" y="240"/>
                    <a:pt x="66" y="256"/>
                    <a:pt x="103" y="256"/>
                  </a:cubicBezTo>
                  <a:cubicBezTo>
                    <a:pt x="136" y="256"/>
                    <a:pt x="169" y="256"/>
                    <a:pt x="186" y="223"/>
                  </a:cubicBezTo>
                  <a:cubicBezTo>
                    <a:pt x="239" y="186"/>
                    <a:pt x="239" y="104"/>
                    <a:pt x="206" y="50"/>
                  </a:cubicBezTo>
                  <a:lnTo>
                    <a:pt x="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3877;p10"/>
            <p:cNvSpPr/>
            <p:nvPr/>
          </p:nvSpPr>
          <p:spPr>
            <a:xfrm>
              <a:off x="5185200" y="260167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25" y="0"/>
                  </a:moveTo>
                  <a:cubicBezTo>
                    <a:pt x="117" y="0"/>
                    <a:pt x="109" y="2"/>
                    <a:pt x="104" y="7"/>
                  </a:cubicBezTo>
                  <a:cubicBezTo>
                    <a:pt x="54" y="7"/>
                    <a:pt x="1" y="78"/>
                    <a:pt x="17" y="148"/>
                  </a:cubicBezTo>
                  <a:cubicBezTo>
                    <a:pt x="17" y="181"/>
                    <a:pt x="38" y="214"/>
                    <a:pt x="54" y="234"/>
                  </a:cubicBezTo>
                  <a:cubicBezTo>
                    <a:pt x="87" y="251"/>
                    <a:pt x="120" y="267"/>
                    <a:pt x="141" y="267"/>
                  </a:cubicBezTo>
                  <a:cubicBezTo>
                    <a:pt x="207" y="251"/>
                    <a:pt x="244" y="181"/>
                    <a:pt x="244" y="110"/>
                  </a:cubicBezTo>
                  <a:cubicBezTo>
                    <a:pt x="223" y="78"/>
                    <a:pt x="207" y="45"/>
                    <a:pt x="190" y="28"/>
                  </a:cubicBezTo>
                  <a:lnTo>
                    <a:pt x="174" y="7"/>
                  </a:lnTo>
                  <a:cubicBezTo>
                    <a:pt x="163" y="7"/>
                    <a:pt x="143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8" name="Google Shape;3878;p10"/>
            <p:cNvSpPr/>
            <p:nvPr/>
          </p:nvSpPr>
          <p:spPr>
            <a:xfrm>
              <a:off x="5228175" y="259512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11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1" y="150"/>
                    <a:pt x="34" y="236"/>
                    <a:pt x="87" y="253"/>
                  </a:cubicBezTo>
                  <a:cubicBezTo>
                    <a:pt x="101" y="263"/>
                    <a:pt x="116" y="268"/>
                    <a:pt x="131" y="268"/>
                  </a:cubicBezTo>
                  <a:cubicBezTo>
                    <a:pt x="171" y="268"/>
                    <a:pt x="211" y="235"/>
                    <a:pt x="223" y="187"/>
                  </a:cubicBezTo>
                  <a:cubicBezTo>
                    <a:pt x="240" y="117"/>
                    <a:pt x="223" y="30"/>
                    <a:pt x="153" y="14"/>
                  </a:cubicBezTo>
                  <a:cubicBezTo>
                    <a:pt x="140" y="5"/>
                    <a:pt x="126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9" name="Google Shape;3879;p10"/>
            <p:cNvSpPr/>
            <p:nvPr/>
          </p:nvSpPr>
          <p:spPr>
            <a:xfrm>
              <a:off x="5177875" y="2491975"/>
              <a:ext cx="6125" cy="6425"/>
            </a:xfrm>
            <a:custGeom>
              <a:avLst/>
              <a:gdLst/>
              <a:ahLst/>
              <a:cxnLst/>
              <a:rect l="l" t="t" r="r" b="b"/>
              <a:pathLst>
                <a:path w="245" h="257" extrusionOk="0">
                  <a:moveTo>
                    <a:pt x="104" y="0"/>
                  </a:moveTo>
                  <a:cubicBezTo>
                    <a:pt x="38" y="17"/>
                    <a:pt x="1" y="66"/>
                    <a:pt x="21" y="136"/>
                  </a:cubicBezTo>
                  <a:cubicBezTo>
                    <a:pt x="21" y="169"/>
                    <a:pt x="38" y="207"/>
                    <a:pt x="54" y="223"/>
                  </a:cubicBezTo>
                  <a:cubicBezTo>
                    <a:pt x="87" y="240"/>
                    <a:pt x="104" y="256"/>
                    <a:pt x="141" y="256"/>
                  </a:cubicBezTo>
                  <a:cubicBezTo>
                    <a:pt x="207" y="240"/>
                    <a:pt x="244" y="169"/>
                    <a:pt x="228" y="103"/>
                  </a:cubicBezTo>
                  <a:lnTo>
                    <a:pt x="228" y="66"/>
                  </a:lnTo>
                  <a:cubicBezTo>
                    <a:pt x="191" y="50"/>
                    <a:pt x="141" y="17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0" name="Google Shape;3880;p10"/>
            <p:cNvSpPr/>
            <p:nvPr/>
          </p:nvSpPr>
          <p:spPr>
            <a:xfrm>
              <a:off x="5228600" y="26379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70" y="0"/>
                    <a:pt x="54" y="21"/>
                    <a:pt x="33" y="54"/>
                  </a:cubicBezTo>
                  <a:cubicBezTo>
                    <a:pt x="17" y="71"/>
                    <a:pt x="0" y="104"/>
                    <a:pt x="17" y="141"/>
                  </a:cubicBezTo>
                  <a:cubicBezTo>
                    <a:pt x="17" y="174"/>
                    <a:pt x="33" y="207"/>
                    <a:pt x="54" y="227"/>
                  </a:cubicBezTo>
                  <a:cubicBezTo>
                    <a:pt x="87" y="260"/>
                    <a:pt x="103" y="260"/>
                    <a:pt x="136" y="260"/>
                  </a:cubicBezTo>
                  <a:cubicBezTo>
                    <a:pt x="190" y="244"/>
                    <a:pt x="239" y="174"/>
                    <a:pt x="223" y="104"/>
                  </a:cubicBezTo>
                  <a:cubicBezTo>
                    <a:pt x="223" y="71"/>
                    <a:pt x="206" y="38"/>
                    <a:pt x="190" y="21"/>
                  </a:cubicBezTo>
                  <a:cubicBezTo>
                    <a:pt x="173" y="21"/>
                    <a:pt x="173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1" name="Google Shape;3881;p10"/>
            <p:cNvSpPr/>
            <p:nvPr/>
          </p:nvSpPr>
          <p:spPr>
            <a:xfrm>
              <a:off x="5152625" y="27011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50" y="1"/>
                    <a:pt x="1" y="71"/>
                    <a:pt x="17" y="137"/>
                  </a:cubicBezTo>
                  <a:cubicBezTo>
                    <a:pt x="17" y="174"/>
                    <a:pt x="34" y="207"/>
                    <a:pt x="50" y="223"/>
                  </a:cubicBezTo>
                  <a:cubicBezTo>
                    <a:pt x="83" y="256"/>
                    <a:pt x="104" y="256"/>
                    <a:pt x="137" y="256"/>
                  </a:cubicBezTo>
                  <a:cubicBezTo>
                    <a:pt x="207" y="240"/>
                    <a:pt x="240" y="174"/>
                    <a:pt x="223" y="104"/>
                  </a:cubicBezTo>
                  <a:cubicBezTo>
                    <a:pt x="223" y="71"/>
                    <a:pt x="207" y="34"/>
                    <a:pt x="186" y="17"/>
                  </a:cubicBezTo>
                  <a:cubicBezTo>
                    <a:pt x="170" y="17"/>
                    <a:pt x="170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2" name="Google Shape;3882;p10"/>
            <p:cNvSpPr/>
            <p:nvPr/>
          </p:nvSpPr>
          <p:spPr>
            <a:xfrm>
              <a:off x="5138000" y="2701925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103" y="1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7" y="190"/>
                    <a:pt x="33" y="223"/>
                    <a:pt x="50" y="244"/>
                  </a:cubicBezTo>
                  <a:cubicBezTo>
                    <a:pt x="76" y="256"/>
                    <a:pt x="92" y="267"/>
                    <a:pt x="111" y="267"/>
                  </a:cubicBezTo>
                  <a:cubicBezTo>
                    <a:pt x="118" y="267"/>
                    <a:pt x="127" y="265"/>
                    <a:pt x="136" y="260"/>
                  </a:cubicBezTo>
                  <a:cubicBezTo>
                    <a:pt x="153" y="260"/>
                    <a:pt x="190" y="244"/>
                    <a:pt x="206" y="207"/>
                  </a:cubicBezTo>
                  <a:cubicBezTo>
                    <a:pt x="223" y="190"/>
                    <a:pt x="223" y="157"/>
                    <a:pt x="223" y="120"/>
                  </a:cubicBezTo>
                  <a:cubicBezTo>
                    <a:pt x="223" y="87"/>
                    <a:pt x="206" y="54"/>
                    <a:pt x="190" y="38"/>
                  </a:cubicBezTo>
                  <a:cubicBezTo>
                    <a:pt x="173" y="17"/>
                    <a:pt x="173" y="17"/>
                    <a:pt x="153" y="17"/>
                  </a:cubicBezTo>
                  <a:lnTo>
                    <a:pt x="136" y="17"/>
                  </a:lnTo>
                  <a:cubicBezTo>
                    <a:pt x="120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3" name="Google Shape;3883;p10"/>
            <p:cNvSpPr/>
            <p:nvPr/>
          </p:nvSpPr>
          <p:spPr>
            <a:xfrm>
              <a:off x="5107075" y="26603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3" y="0"/>
                  </a:moveTo>
                  <a:cubicBezTo>
                    <a:pt x="50" y="17"/>
                    <a:pt x="0" y="87"/>
                    <a:pt x="17" y="157"/>
                  </a:cubicBezTo>
                  <a:cubicBezTo>
                    <a:pt x="17" y="190"/>
                    <a:pt x="33" y="223"/>
                    <a:pt x="50" y="239"/>
                  </a:cubicBezTo>
                  <a:cubicBezTo>
                    <a:pt x="87" y="260"/>
                    <a:pt x="103" y="260"/>
                    <a:pt x="136" y="260"/>
                  </a:cubicBezTo>
                  <a:cubicBezTo>
                    <a:pt x="207" y="239"/>
                    <a:pt x="240" y="190"/>
                    <a:pt x="223" y="103"/>
                  </a:cubicBezTo>
                  <a:cubicBezTo>
                    <a:pt x="223" y="70"/>
                    <a:pt x="207" y="54"/>
                    <a:pt x="190" y="17"/>
                  </a:cubicBezTo>
                  <a:lnTo>
                    <a:pt x="153" y="17"/>
                  </a:ln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4" name="Google Shape;3884;p10"/>
            <p:cNvSpPr/>
            <p:nvPr/>
          </p:nvSpPr>
          <p:spPr>
            <a:xfrm>
              <a:off x="5170675" y="260277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3" y="1"/>
                  </a:moveTo>
                  <a:cubicBezTo>
                    <a:pt x="33" y="17"/>
                    <a:pt x="0" y="87"/>
                    <a:pt x="17" y="153"/>
                  </a:cubicBezTo>
                  <a:cubicBezTo>
                    <a:pt x="17" y="190"/>
                    <a:pt x="33" y="223"/>
                    <a:pt x="66" y="240"/>
                  </a:cubicBezTo>
                  <a:cubicBezTo>
                    <a:pt x="78" y="251"/>
                    <a:pt x="92" y="263"/>
                    <a:pt x="110" y="263"/>
                  </a:cubicBezTo>
                  <a:cubicBezTo>
                    <a:pt x="118" y="263"/>
                    <a:pt x="127" y="261"/>
                    <a:pt x="136" y="256"/>
                  </a:cubicBezTo>
                  <a:cubicBezTo>
                    <a:pt x="169" y="256"/>
                    <a:pt x="186" y="240"/>
                    <a:pt x="206" y="207"/>
                  </a:cubicBezTo>
                  <a:cubicBezTo>
                    <a:pt x="223" y="190"/>
                    <a:pt x="239" y="153"/>
                    <a:pt x="223" y="120"/>
                  </a:cubicBezTo>
                  <a:cubicBezTo>
                    <a:pt x="223" y="87"/>
                    <a:pt x="206" y="50"/>
                    <a:pt x="186" y="34"/>
                  </a:cubicBezTo>
                  <a:cubicBezTo>
                    <a:pt x="169" y="17"/>
                    <a:pt x="169" y="17"/>
                    <a:pt x="153" y="17"/>
                  </a:cubicBezTo>
                  <a:lnTo>
                    <a:pt x="13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5" name="Google Shape;3885;p10"/>
            <p:cNvSpPr/>
            <p:nvPr/>
          </p:nvSpPr>
          <p:spPr>
            <a:xfrm>
              <a:off x="5115225" y="24717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3" y="0"/>
                  </a:moveTo>
                  <a:cubicBezTo>
                    <a:pt x="70" y="17"/>
                    <a:pt x="54" y="33"/>
                    <a:pt x="33" y="50"/>
                  </a:cubicBezTo>
                  <a:cubicBezTo>
                    <a:pt x="17" y="87"/>
                    <a:pt x="0" y="120"/>
                    <a:pt x="17" y="153"/>
                  </a:cubicBezTo>
                  <a:cubicBezTo>
                    <a:pt x="17" y="190"/>
                    <a:pt x="33" y="223"/>
                    <a:pt x="54" y="239"/>
                  </a:cubicBezTo>
                  <a:cubicBezTo>
                    <a:pt x="65" y="251"/>
                    <a:pt x="85" y="265"/>
                    <a:pt x="107" y="265"/>
                  </a:cubicBezTo>
                  <a:cubicBezTo>
                    <a:pt x="116" y="265"/>
                    <a:pt x="126" y="262"/>
                    <a:pt x="136" y="256"/>
                  </a:cubicBezTo>
                  <a:cubicBezTo>
                    <a:pt x="190" y="256"/>
                    <a:pt x="239" y="190"/>
                    <a:pt x="223" y="120"/>
                  </a:cubicBezTo>
                  <a:cubicBezTo>
                    <a:pt x="223" y="87"/>
                    <a:pt x="206" y="50"/>
                    <a:pt x="190" y="33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6" name="Google Shape;3886;p10"/>
            <p:cNvSpPr/>
            <p:nvPr/>
          </p:nvSpPr>
          <p:spPr>
            <a:xfrm>
              <a:off x="5065025" y="26688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03" y="0"/>
                  </a:moveTo>
                  <a:cubicBezTo>
                    <a:pt x="33" y="0"/>
                    <a:pt x="0" y="70"/>
                    <a:pt x="0" y="140"/>
                  </a:cubicBezTo>
                  <a:cubicBezTo>
                    <a:pt x="17" y="190"/>
                    <a:pt x="33" y="227"/>
                    <a:pt x="50" y="244"/>
                  </a:cubicBezTo>
                  <a:cubicBezTo>
                    <a:pt x="83" y="260"/>
                    <a:pt x="103" y="260"/>
                    <a:pt x="136" y="260"/>
                  </a:cubicBezTo>
                  <a:cubicBezTo>
                    <a:pt x="153" y="244"/>
                    <a:pt x="186" y="227"/>
                    <a:pt x="206" y="206"/>
                  </a:cubicBezTo>
                  <a:cubicBezTo>
                    <a:pt x="223" y="173"/>
                    <a:pt x="223" y="140"/>
                    <a:pt x="223" y="103"/>
                  </a:cubicBezTo>
                  <a:cubicBezTo>
                    <a:pt x="223" y="70"/>
                    <a:pt x="206" y="37"/>
                    <a:pt x="169" y="21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3887;p10"/>
            <p:cNvSpPr/>
            <p:nvPr/>
          </p:nvSpPr>
          <p:spPr>
            <a:xfrm>
              <a:off x="5165000" y="249455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24" y="0"/>
                  </a:moveTo>
                  <a:cubicBezTo>
                    <a:pt x="104" y="0"/>
                    <a:pt x="71" y="17"/>
                    <a:pt x="54" y="33"/>
                  </a:cubicBezTo>
                  <a:cubicBezTo>
                    <a:pt x="0" y="87"/>
                    <a:pt x="0" y="153"/>
                    <a:pt x="38" y="223"/>
                  </a:cubicBezTo>
                  <a:cubicBezTo>
                    <a:pt x="54" y="240"/>
                    <a:pt x="71" y="256"/>
                    <a:pt x="104" y="256"/>
                  </a:cubicBezTo>
                  <a:cubicBezTo>
                    <a:pt x="114" y="261"/>
                    <a:pt x="124" y="263"/>
                    <a:pt x="132" y="263"/>
                  </a:cubicBezTo>
                  <a:cubicBezTo>
                    <a:pt x="152" y="263"/>
                    <a:pt x="167" y="251"/>
                    <a:pt x="190" y="240"/>
                  </a:cubicBezTo>
                  <a:cubicBezTo>
                    <a:pt x="244" y="190"/>
                    <a:pt x="244" y="104"/>
                    <a:pt x="207" y="50"/>
                  </a:cubicBezTo>
                  <a:cubicBezTo>
                    <a:pt x="190" y="33"/>
                    <a:pt x="174" y="17"/>
                    <a:pt x="157" y="17"/>
                  </a:cubicBezTo>
                  <a:cubicBezTo>
                    <a:pt x="157" y="17"/>
                    <a:pt x="141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8" name="Google Shape;3888;p10"/>
            <p:cNvSpPr/>
            <p:nvPr/>
          </p:nvSpPr>
          <p:spPr>
            <a:xfrm>
              <a:off x="5166350" y="25267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70" y="1"/>
                    <a:pt x="50" y="38"/>
                    <a:pt x="33" y="54"/>
                  </a:cubicBezTo>
                  <a:cubicBezTo>
                    <a:pt x="17" y="87"/>
                    <a:pt x="0" y="120"/>
                    <a:pt x="17" y="158"/>
                  </a:cubicBezTo>
                  <a:cubicBezTo>
                    <a:pt x="17" y="190"/>
                    <a:pt x="33" y="223"/>
                    <a:pt x="50" y="244"/>
                  </a:cubicBezTo>
                  <a:cubicBezTo>
                    <a:pt x="70" y="261"/>
                    <a:pt x="103" y="261"/>
                    <a:pt x="136" y="261"/>
                  </a:cubicBezTo>
                  <a:cubicBezTo>
                    <a:pt x="190" y="244"/>
                    <a:pt x="239" y="190"/>
                    <a:pt x="223" y="104"/>
                  </a:cubicBezTo>
                  <a:cubicBezTo>
                    <a:pt x="223" y="71"/>
                    <a:pt x="206" y="54"/>
                    <a:pt x="190" y="17"/>
                  </a:cubicBezTo>
                  <a:lnTo>
                    <a:pt x="153" y="17"/>
                  </a:ln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9" name="Google Shape;3889;p10"/>
            <p:cNvSpPr/>
            <p:nvPr/>
          </p:nvSpPr>
          <p:spPr>
            <a:xfrm>
              <a:off x="5161600" y="254392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4" y="0"/>
                  </a:moveTo>
                  <a:lnTo>
                    <a:pt x="87" y="17"/>
                  </a:lnTo>
                  <a:cubicBezTo>
                    <a:pt x="33" y="33"/>
                    <a:pt x="0" y="103"/>
                    <a:pt x="17" y="153"/>
                  </a:cubicBezTo>
                  <a:cubicBezTo>
                    <a:pt x="17" y="190"/>
                    <a:pt x="33" y="223"/>
                    <a:pt x="54" y="239"/>
                  </a:cubicBezTo>
                  <a:cubicBezTo>
                    <a:pt x="77" y="251"/>
                    <a:pt x="92" y="265"/>
                    <a:pt x="110" y="265"/>
                  </a:cubicBezTo>
                  <a:cubicBezTo>
                    <a:pt x="118" y="265"/>
                    <a:pt x="127" y="262"/>
                    <a:pt x="136" y="256"/>
                  </a:cubicBezTo>
                  <a:cubicBezTo>
                    <a:pt x="207" y="256"/>
                    <a:pt x="240" y="190"/>
                    <a:pt x="223" y="120"/>
                  </a:cubicBezTo>
                  <a:lnTo>
                    <a:pt x="223" y="87"/>
                  </a:lnTo>
                  <a:cubicBezTo>
                    <a:pt x="207" y="50"/>
                    <a:pt x="190" y="17"/>
                    <a:pt x="157" y="17"/>
                  </a:cubicBezTo>
                  <a:cubicBezTo>
                    <a:pt x="136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0" name="Google Shape;3890;p10"/>
            <p:cNvSpPr/>
            <p:nvPr/>
          </p:nvSpPr>
          <p:spPr>
            <a:xfrm>
              <a:off x="5158600" y="2511250"/>
              <a:ext cx="5600" cy="6675"/>
            </a:xfrm>
            <a:custGeom>
              <a:avLst/>
              <a:gdLst/>
              <a:ahLst/>
              <a:cxnLst/>
              <a:rect l="l" t="t" r="r" b="b"/>
              <a:pathLst>
                <a:path w="224" h="267" extrusionOk="0">
                  <a:moveTo>
                    <a:pt x="104" y="0"/>
                  </a:moveTo>
                  <a:cubicBezTo>
                    <a:pt x="34" y="17"/>
                    <a:pt x="1" y="87"/>
                    <a:pt x="1" y="157"/>
                  </a:cubicBezTo>
                  <a:cubicBezTo>
                    <a:pt x="17" y="190"/>
                    <a:pt x="17" y="223"/>
                    <a:pt x="50" y="244"/>
                  </a:cubicBezTo>
                  <a:cubicBezTo>
                    <a:pt x="65" y="255"/>
                    <a:pt x="86" y="267"/>
                    <a:pt x="108" y="267"/>
                  </a:cubicBezTo>
                  <a:cubicBezTo>
                    <a:pt x="118" y="267"/>
                    <a:pt x="127" y="265"/>
                    <a:pt x="137" y="260"/>
                  </a:cubicBezTo>
                  <a:cubicBezTo>
                    <a:pt x="153" y="260"/>
                    <a:pt x="191" y="244"/>
                    <a:pt x="207" y="207"/>
                  </a:cubicBezTo>
                  <a:cubicBezTo>
                    <a:pt x="224" y="190"/>
                    <a:pt x="224" y="157"/>
                    <a:pt x="224" y="120"/>
                  </a:cubicBezTo>
                  <a:cubicBezTo>
                    <a:pt x="224" y="87"/>
                    <a:pt x="207" y="54"/>
                    <a:pt x="174" y="38"/>
                  </a:cubicBezTo>
                  <a:cubicBezTo>
                    <a:pt x="174" y="17"/>
                    <a:pt x="174" y="17"/>
                    <a:pt x="153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1" name="Google Shape;3891;p10"/>
            <p:cNvSpPr/>
            <p:nvPr/>
          </p:nvSpPr>
          <p:spPr>
            <a:xfrm>
              <a:off x="5145325" y="25911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1"/>
                    <a:pt x="0" y="71"/>
                    <a:pt x="17" y="141"/>
                  </a:cubicBezTo>
                  <a:cubicBezTo>
                    <a:pt x="17" y="174"/>
                    <a:pt x="33" y="207"/>
                    <a:pt x="49" y="223"/>
                  </a:cubicBezTo>
                  <a:cubicBezTo>
                    <a:pt x="66" y="260"/>
                    <a:pt x="103" y="260"/>
                    <a:pt x="136" y="260"/>
                  </a:cubicBezTo>
                  <a:cubicBezTo>
                    <a:pt x="190" y="244"/>
                    <a:pt x="239" y="174"/>
                    <a:pt x="223" y="104"/>
                  </a:cubicBezTo>
                  <a:cubicBezTo>
                    <a:pt x="223" y="71"/>
                    <a:pt x="206" y="38"/>
                    <a:pt x="190" y="17"/>
                  </a:cubicBezTo>
                  <a:cubicBezTo>
                    <a:pt x="169" y="17"/>
                    <a:pt x="16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2" name="Google Shape;3892;p10"/>
            <p:cNvSpPr/>
            <p:nvPr/>
          </p:nvSpPr>
          <p:spPr>
            <a:xfrm>
              <a:off x="5144375" y="2638450"/>
              <a:ext cx="6125" cy="6400"/>
            </a:xfrm>
            <a:custGeom>
              <a:avLst/>
              <a:gdLst/>
              <a:ahLst/>
              <a:cxnLst/>
              <a:rect l="l" t="t" r="r" b="b"/>
              <a:pathLst>
                <a:path w="245" h="256" extrusionOk="0">
                  <a:moveTo>
                    <a:pt x="141" y="0"/>
                  </a:moveTo>
                  <a:cubicBezTo>
                    <a:pt x="104" y="0"/>
                    <a:pt x="71" y="0"/>
                    <a:pt x="55" y="33"/>
                  </a:cubicBezTo>
                  <a:cubicBezTo>
                    <a:pt x="1" y="66"/>
                    <a:pt x="1" y="153"/>
                    <a:pt x="38" y="206"/>
                  </a:cubicBezTo>
                  <a:cubicBezTo>
                    <a:pt x="55" y="239"/>
                    <a:pt x="87" y="256"/>
                    <a:pt x="104" y="256"/>
                  </a:cubicBezTo>
                  <a:cubicBezTo>
                    <a:pt x="141" y="256"/>
                    <a:pt x="174" y="256"/>
                    <a:pt x="191" y="223"/>
                  </a:cubicBezTo>
                  <a:cubicBezTo>
                    <a:pt x="207" y="206"/>
                    <a:pt x="228" y="169"/>
                    <a:pt x="228" y="136"/>
                  </a:cubicBezTo>
                  <a:cubicBezTo>
                    <a:pt x="244" y="103"/>
                    <a:pt x="228" y="66"/>
                    <a:pt x="207" y="50"/>
                  </a:cubicBezTo>
                  <a:cubicBezTo>
                    <a:pt x="191" y="33"/>
                    <a:pt x="174" y="17"/>
                    <a:pt x="1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3" name="Google Shape;3893;p10"/>
            <p:cNvSpPr/>
            <p:nvPr/>
          </p:nvSpPr>
          <p:spPr>
            <a:xfrm>
              <a:off x="5143150" y="2610925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20" y="0"/>
                  </a:moveTo>
                  <a:cubicBezTo>
                    <a:pt x="87" y="0"/>
                    <a:pt x="71" y="0"/>
                    <a:pt x="33" y="33"/>
                  </a:cubicBezTo>
                  <a:cubicBezTo>
                    <a:pt x="17" y="50"/>
                    <a:pt x="0" y="87"/>
                    <a:pt x="0" y="120"/>
                  </a:cubicBezTo>
                  <a:cubicBezTo>
                    <a:pt x="0" y="153"/>
                    <a:pt x="0" y="190"/>
                    <a:pt x="17" y="206"/>
                  </a:cubicBezTo>
                  <a:cubicBezTo>
                    <a:pt x="36" y="235"/>
                    <a:pt x="74" y="255"/>
                    <a:pt x="110" y="255"/>
                  </a:cubicBezTo>
                  <a:cubicBezTo>
                    <a:pt x="134" y="255"/>
                    <a:pt x="158" y="245"/>
                    <a:pt x="174" y="223"/>
                  </a:cubicBezTo>
                  <a:cubicBezTo>
                    <a:pt x="223" y="190"/>
                    <a:pt x="240" y="103"/>
                    <a:pt x="190" y="50"/>
                  </a:cubicBezTo>
                  <a:cubicBezTo>
                    <a:pt x="190" y="33"/>
                    <a:pt x="174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4" name="Google Shape;3894;p10"/>
            <p:cNvSpPr/>
            <p:nvPr/>
          </p:nvSpPr>
          <p:spPr>
            <a:xfrm>
              <a:off x="5167175" y="25735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37" y="21"/>
                    <a:pt x="0" y="87"/>
                    <a:pt x="17" y="157"/>
                  </a:cubicBezTo>
                  <a:cubicBezTo>
                    <a:pt x="17" y="190"/>
                    <a:pt x="37" y="207"/>
                    <a:pt x="54" y="244"/>
                  </a:cubicBezTo>
                  <a:cubicBezTo>
                    <a:pt x="87" y="260"/>
                    <a:pt x="103" y="260"/>
                    <a:pt x="140" y="260"/>
                  </a:cubicBezTo>
                  <a:cubicBezTo>
                    <a:pt x="190" y="244"/>
                    <a:pt x="243" y="174"/>
                    <a:pt x="223" y="104"/>
                  </a:cubicBezTo>
                  <a:cubicBezTo>
                    <a:pt x="223" y="71"/>
                    <a:pt x="206" y="54"/>
                    <a:pt x="190" y="21"/>
                  </a:cubicBezTo>
                  <a:cubicBezTo>
                    <a:pt x="173" y="21"/>
                    <a:pt x="173" y="2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5" name="Google Shape;3895;p10"/>
            <p:cNvSpPr/>
            <p:nvPr/>
          </p:nvSpPr>
          <p:spPr>
            <a:xfrm>
              <a:off x="5247975" y="2696375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83" y="0"/>
                  </a:moveTo>
                  <a:cubicBezTo>
                    <a:pt x="66" y="0"/>
                    <a:pt x="50" y="17"/>
                    <a:pt x="33" y="33"/>
                  </a:cubicBezTo>
                  <a:cubicBezTo>
                    <a:pt x="0" y="70"/>
                    <a:pt x="0" y="103"/>
                    <a:pt x="0" y="157"/>
                  </a:cubicBezTo>
                  <a:cubicBezTo>
                    <a:pt x="0" y="190"/>
                    <a:pt x="17" y="223"/>
                    <a:pt x="33" y="239"/>
                  </a:cubicBezTo>
                  <a:cubicBezTo>
                    <a:pt x="66" y="260"/>
                    <a:pt x="104" y="260"/>
                    <a:pt x="120" y="260"/>
                  </a:cubicBezTo>
                  <a:cubicBezTo>
                    <a:pt x="186" y="260"/>
                    <a:pt x="223" y="190"/>
                    <a:pt x="223" y="120"/>
                  </a:cubicBezTo>
                  <a:lnTo>
                    <a:pt x="223" y="103"/>
                  </a:lnTo>
                  <a:cubicBezTo>
                    <a:pt x="207" y="70"/>
                    <a:pt x="186" y="33"/>
                    <a:pt x="153" y="17"/>
                  </a:cubicBezTo>
                  <a:cubicBezTo>
                    <a:pt x="136" y="0"/>
                    <a:pt x="104" y="0"/>
                    <a:pt x="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6" name="Google Shape;3896;p10"/>
            <p:cNvSpPr/>
            <p:nvPr/>
          </p:nvSpPr>
          <p:spPr>
            <a:xfrm>
              <a:off x="5180050" y="2693800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4" y="0"/>
                  </a:moveTo>
                  <a:cubicBezTo>
                    <a:pt x="54" y="0"/>
                    <a:pt x="0" y="70"/>
                    <a:pt x="17" y="136"/>
                  </a:cubicBezTo>
                  <a:cubicBezTo>
                    <a:pt x="17" y="173"/>
                    <a:pt x="38" y="206"/>
                    <a:pt x="54" y="223"/>
                  </a:cubicBezTo>
                  <a:cubicBezTo>
                    <a:pt x="87" y="260"/>
                    <a:pt x="120" y="260"/>
                    <a:pt x="141" y="260"/>
                  </a:cubicBezTo>
                  <a:cubicBezTo>
                    <a:pt x="207" y="239"/>
                    <a:pt x="244" y="173"/>
                    <a:pt x="244" y="103"/>
                  </a:cubicBezTo>
                  <a:cubicBezTo>
                    <a:pt x="223" y="70"/>
                    <a:pt x="207" y="33"/>
                    <a:pt x="190" y="17"/>
                  </a:cubicBezTo>
                  <a:lnTo>
                    <a:pt x="1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7" name="Google Shape;3897;p10"/>
            <p:cNvSpPr/>
            <p:nvPr/>
          </p:nvSpPr>
          <p:spPr>
            <a:xfrm>
              <a:off x="5225600" y="273420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4" y="0"/>
                  </a:moveTo>
                  <a:cubicBezTo>
                    <a:pt x="50" y="17"/>
                    <a:pt x="1" y="87"/>
                    <a:pt x="17" y="153"/>
                  </a:cubicBezTo>
                  <a:cubicBezTo>
                    <a:pt x="17" y="190"/>
                    <a:pt x="34" y="223"/>
                    <a:pt x="50" y="239"/>
                  </a:cubicBezTo>
                  <a:cubicBezTo>
                    <a:pt x="76" y="251"/>
                    <a:pt x="101" y="263"/>
                    <a:pt x="118" y="263"/>
                  </a:cubicBezTo>
                  <a:cubicBezTo>
                    <a:pt x="126" y="263"/>
                    <a:pt x="132" y="261"/>
                    <a:pt x="137" y="256"/>
                  </a:cubicBezTo>
                  <a:cubicBezTo>
                    <a:pt x="207" y="256"/>
                    <a:pt x="240" y="190"/>
                    <a:pt x="240" y="120"/>
                  </a:cubicBezTo>
                  <a:cubicBezTo>
                    <a:pt x="223" y="87"/>
                    <a:pt x="207" y="50"/>
                    <a:pt x="190" y="33"/>
                  </a:cubicBezTo>
                  <a:cubicBezTo>
                    <a:pt x="190" y="17"/>
                    <a:pt x="174" y="17"/>
                    <a:pt x="174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8" name="Google Shape;3898;p10"/>
            <p:cNvSpPr/>
            <p:nvPr/>
          </p:nvSpPr>
          <p:spPr>
            <a:xfrm>
              <a:off x="5147475" y="27930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4" y="0"/>
                  </a:moveTo>
                  <a:cubicBezTo>
                    <a:pt x="50" y="17"/>
                    <a:pt x="1" y="66"/>
                    <a:pt x="17" y="153"/>
                  </a:cubicBezTo>
                  <a:cubicBezTo>
                    <a:pt x="17" y="186"/>
                    <a:pt x="34" y="207"/>
                    <a:pt x="50" y="223"/>
                  </a:cubicBezTo>
                  <a:cubicBezTo>
                    <a:pt x="83" y="256"/>
                    <a:pt x="104" y="256"/>
                    <a:pt x="137" y="256"/>
                  </a:cubicBezTo>
                  <a:cubicBezTo>
                    <a:pt x="207" y="240"/>
                    <a:pt x="240" y="169"/>
                    <a:pt x="223" y="103"/>
                  </a:cubicBezTo>
                  <a:cubicBezTo>
                    <a:pt x="223" y="66"/>
                    <a:pt x="207" y="33"/>
                    <a:pt x="186" y="17"/>
                  </a:cubicBezTo>
                  <a:cubicBezTo>
                    <a:pt x="170" y="17"/>
                    <a:pt x="17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9" name="Google Shape;3899;p10"/>
            <p:cNvSpPr/>
            <p:nvPr/>
          </p:nvSpPr>
          <p:spPr>
            <a:xfrm>
              <a:off x="5119950" y="28002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34" y="22"/>
                    <a:pt x="1" y="71"/>
                    <a:pt x="1" y="158"/>
                  </a:cubicBezTo>
                  <a:cubicBezTo>
                    <a:pt x="17" y="191"/>
                    <a:pt x="34" y="207"/>
                    <a:pt x="50" y="228"/>
                  </a:cubicBezTo>
                  <a:cubicBezTo>
                    <a:pt x="71" y="261"/>
                    <a:pt x="104" y="261"/>
                    <a:pt x="137" y="261"/>
                  </a:cubicBezTo>
                  <a:cubicBezTo>
                    <a:pt x="190" y="244"/>
                    <a:pt x="240" y="174"/>
                    <a:pt x="223" y="104"/>
                  </a:cubicBezTo>
                  <a:cubicBezTo>
                    <a:pt x="223" y="71"/>
                    <a:pt x="207" y="38"/>
                    <a:pt x="190" y="22"/>
                  </a:cubicBezTo>
                  <a:cubicBezTo>
                    <a:pt x="174" y="22"/>
                    <a:pt x="174" y="22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0" name="Google Shape;3900;p10"/>
            <p:cNvSpPr/>
            <p:nvPr/>
          </p:nvSpPr>
          <p:spPr>
            <a:xfrm>
              <a:off x="5105325" y="2801425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108" y="0"/>
                  </a:moveTo>
                  <a:cubicBezTo>
                    <a:pt x="105" y="0"/>
                    <a:pt x="103" y="2"/>
                    <a:pt x="103" y="8"/>
                  </a:cubicBezTo>
                  <a:cubicBezTo>
                    <a:pt x="37" y="8"/>
                    <a:pt x="0" y="78"/>
                    <a:pt x="0" y="144"/>
                  </a:cubicBezTo>
                  <a:cubicBezTo>
                    <a:pt x="0" y="197"/>
                    <a:pt x="37" y="214"/>
                    <a:pt x="54" y="247"/>
                  </a:cubicBezTo>
                  <a:cubicBezTo>
                    <a:pt x="87" y="247"/>
                    <a:pt x="103" y="263"/>
                    <a:pt x="141" y="263"/>
                  </a:cubicBezTo>
                  <a:cubicBezTo>
                    <a:pt x="157" y="247"/>
                    <a:pt x="190" y="230"/>
                    <a:pt x="206" y="214"/>
                  </a:cubicBezTo>
                  <a:cubicBezTo>
                    <a:pt x="223" y="181"/>
                    <a:pt x="223" y="144"/>
                    <a:pt x="223" y="111"/>
                  </a:cubicBezTo>
                  <a:cubicBezTo>
                    <a:pt x="223" y="78"/>
                    <a:pt x="206" y="41"/>
                    <a:pt x="173" y="24"/>
                  </a:cubicBezTo>
                  <a:lnTo>
                    <a:pt x="157" y="8"/>
                  </a:lnTo>
                  <a:lnTo>
                    <a:pt x="141" y="8"/>
                  </a:lnTo>
                  <a:cubicBezTo>
                    <a:pt x="127" y="8"/>
                    <a:pt x="115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1" name="Google Shape;3901;p10"/>
            <p:cNvSpPr/>
            <p:nvPr/>
          </p:nvSpPr>
          <p:spPr>
            <a:xfrm>
              <a:off x="5258700" y="2634925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87" y="1"/>
                  </a:moveTo>
                  <a:cubicBezTo>
                    <a:pt x="33" y="17"/>
                    <a:pt x="0" y="87"/>
                    <a:pt x="0" y="158"/>
                  </a:cubicBezTo>
                  <a:cubicBezTo>
                    <a:pt x="0" y="191"/>
                    <a:pt x="17" y="224"/>
                    <a:pt x="50" y="244"/>
                  </a:cubicBezTo>
                  <a:cubicBezTo>
                    <a:pt x="61" y="256"/>
                    <a:pt x="83" y="267"/>
                    <a:pt x="101" y="267"/>
                  </a:cubicBezTo>
                  <a:cubicBezTo>
                    <a:pt x="108" y="267"/>
                    <a:pt x="115" y="265"/>
                    <a:pt x="120" y="261"/>
                  </a:cubicBezTo>
                  <a:cubicBezTo>
                    <a:pt x="190" y="261"/>
                    <a:pt x="223" y="191"/>
                    <a:pt x="223" y="120"/>
                  </a:cubicBezTo>
                  <a:cubicBezTo>
                    <a:pt x="223" y="87"/>
                    <a:pt x="206" y="54"/>
                    <a:pt x="169" y="38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1"/>
                    <a:pt x="120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2" name="Google Shape;3902;p10"/>
            <p:cNvSpPr/>
            <p:nvPr/>
          </p:nvSpPr>
          <p:spPr>
            <a:xfrm>
              <a:off x="5155200" y="2561850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27" y="1"/>
                  </a:moveTo>
                  <a:cubicBezTo>
                    <a:pt x="82" y="1"/>
                    <a:pt x="31" y="33"/>
                    <a:pt x="17" y="91"/>
                  </a:cubicBezTo>
                  <a:cubicBezTo>
                    <a:pt x="1" y="157"/>
                    <a:pt x="17" y="227"/>
                    <a:pt x="83" y="244"/>
                  </a:cubicBezTo>
                  <a:cubicBezTo>
                    <a:pt x="98" y="254"/>
                    <a:pt x="114" y="259"/>
                    <a:pt x="129" y="259"/>
                  </a:cubicBezTo>
                  <a:cubicBezTo>
                    <a:pt x="171" y="259"/>
                    <a:pt x="211" y="226"/>
                    <a:pt x="223" y="178"/>
                  </a:cubicBezTo>
                  <a:cubicBezTo>
                    <a:pt x="240" y="108"/>
                    <a:pt x="223" y="38"/>
                    <a:pt x="153" y="5"/>
                  </a:cubicBezTo>
                  <a:cubicBezTo>
                    <a:pt x="145" y="2"/>
                    <a:pt x="136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3" name="Google Shape;3903;p10"/>
            <p:cNvSpPr/>
            <p:nvPr/>
          </p:nvSpPr>
          <p:spPr>
            <a:xfrm>
              <a:off x="5241900" y="2682750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30" y="1"/>
                  </a:moveTo>
                  <a:cubicBezTo>
                    <a:pt x="121" y="1"/>
                    <a:pt x="111" y="5"/>
                    <a:pt x="103" y="13"/>
                  </a:cubicBezTo>
                  <a:cubicBezTo>
                    <a:pt x="70" y="13"/>
                    <a:pt x="54" y="30"/>
                    <a:pt x="37" y="63"/>
                  </a:cubicBezTo>
                  <a:cubicBezTo>
                    <a:pt x="17" y="83"/>
                    <a:pt x="0" y="116"/>
                    <a:pt x="0" y="149"/>
                  </a:cubicBezTo>
                  <a:cubicBezTo>
                    <a:pt x="17" y="186"/>
                    <a:pt x="37" y="219"/>
                    <a:pt x="54" y="236"/>
                  </a:cubicBezTo>
                  <a:cubicBezTo>
                    <a:pt x="65" y="248"/>
                    <a:pt x="85" y="259"/>
                    <a:pt x="109" y="259"/>
                  </a:cubicBezTo>
                  <a:cubicBezTo>
                    <a:pt x="119" y="259"/>
                    <a:pt x="129" y="257"/>
                    <a:pt x="140" y="252"/>
                  </a:cubicBezTo>
                  <a:cubicBezTo>
                    <a:pt x="190" y="252"/>
                    <a:pt x="243" y="186"/>
                    <a:pt x="223" y="116"/>
                  </a:cubicBezTo>
                  <a:cubicBezTo>
                    <a:pt x="223" y="83"/>
                    <a:pt x="206" y="46"/>
                    <a:pt x="190" y="30"/>
                  </a:cubicBezTo>
                  <a:cubicBezTo>
                    <a:pt x="173" y="13"/>
                    <a:pt x="173" y="13"/>
                    <a:pt x="157" y="13"/>
                  </a:cubicBezTo>
                  <a:cubicBezTo>
                    <a:pt x="149" y="5"/>
                    <a:pt x="139" y="1"/>
                    <a:pt x="1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4" name="Google Shape;3904;p10"/>
            <p:cNvSpPr/>
            <p:nvPr/>
          </p:nvSpPr>
          <p:spPr>
            <a:xfrm>
              <a:off x="5074400" y="275955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04" y="0"/>
                  </a:moveTo>
                  <a:cubicBezTo>
                    <a:pt x="38" y="17"/>
                    <a:pt x="0" y="83"/>
                    <a:pt x="17" y="153"/>
                  </a:cubicBezTo>
                  <a:cubicBezTo>
                    <a:pt x="17" y="186"/>
                    <a:pt x="38" y="223"/>
                    <a:pt x="54" y="240"/>
                  </a:cubicBezTo>
                  <a:cubicBezTo>
                    <a:pt x="66" y="251"/>
                    <a:pt x="86" y="263"/>
                    <a:pt x="109" y="263"/>
                  </a:cubicBezTo>
                  <a:cubicBezTo>
                    <a:pt x="119" y="263"/>
                    <a:pt x="130" y="261"/>
                    <a:pt x="141" y="256"/>
                  </a:cubicBezTo>
                  <a:cubicBezTo>
                    <a:pt x="190" y="256"/>
                    <a:pt x="244" y="186"/>
                    <a:pt x="223" y="120"/>
                  </a:cubicBezTo>
                  <a:cubicBezTo>
                    <a:pt x="223" y="83"/>
                    <a:pt x="207" y="50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5" name="Google Shape;3905;p10"/>
            <p:cNvSpPr/>
            <p:nvPr/>
          </p:nvSpPr>
          <p:spPr>
            <a:xfrm>
              <a:off x="5172325" y="2726475"/>
              <a:ext cx="6500" cy="6575"/>
            </a:xfrm>
            <a:custGeom>
              <a:avLst/>
              <a:gdLst/>
              <a:ahLst/>
              <a:cxnLst/>
              <a:rect l="l" t="t" r="r" b="b"/>
              <a:pathLst>
                <a:path w="260" h="263" extrusionOk="0">
                  <a:moveTo>
                    <a:pt x="140" y="0"/>
                  </a:moveTo>
                  <a:cubicBezTo>
                    <a:pt x="120" y="0"/>
                    <a:pt x="87" y="16"/>
                    <a:pt x="54" y="33"/>
                  </a:cubicBezTo>
                  <a:cubicBezTo>
                    <a:pt x="17" y="87"/>
                    <a:pt x="0" y="153"/>
                    <a:pt x="54" y="223"/>
                  </a:cubicBezTo>
                  <a:cubicBezTo>
                    <a:pt x="70" y="239"/>
                    <a:pt x="87" y="256"/>
                    <a:pt x="120" y="256"/>
                  </a:cubicBezTo>
                  <a:cubicBezTo>
                    <a:pt x="131" y="260"/>
                    <a:pt x="140" y="262"/>
                    <a:pt x="148" y="262"/>
                  </a:cubicBezTo>
                  <a:cubicBezTo>
                    <a:pt x="168" y="262"/>
                    <a:pt x="183" y="251"/>
                    <a:pt x="206" y="239"/>
                  </a:cubicBezTo>
                  <a:cubicBezTo>
                    <a:pt x="243" y="190"/>
                    <a:pt x="260" y="103"/>
                    <a:pt x="223" y="49"/>
                  </a:cubicBezTo>
                  <a:cubicBezTo>
                    <a:pt x="206" y="33"/>
                    <a:pt x="190" y="16"/>
                    <a:pt x="173" y="16"/>
                  </a:cubicBezTo>
                  <a:cubicBezTo>
                    <a:pt x="157" y="16"/>
                    <a:pt x="157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6" name="Google Shape;3906;p10"/>
            <p:cNvSpPr/>
            <p:nvPr/>
          </p:nvSpPr>
          <p:spPr>
            <a:xfrm>
              <a:off x="5090275" y="2802850"/>
              <a:ext cx="5700" cy="6675"/>
            </a:xfrm>
            <a:custGeom>
              <a:avLst/>
              <a:gdLst/>
              <a:ahLst/>
              <a:cxnLst/>
              <a:rect l="l" t="t" r="r" b="b"/>
              <a:pathLst>
                <a:path w="228" h="267" extrusionOk="0">
                  <a:moveTo>
                    <a:pt x="87" y="0"/>
                  </a:moveTo>
                  <a:cubicBezTo>
                    <a:pt x="70" y="21"/>
                    <a:pt x="37" y="37"/>
                    <a:pt x="21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0" y="190"/>
                    <a:pt x="21" y="227"/>
                    <a:pt x="54" y="243"/>
                  </a:cubicBezTo>
                  <a:cubicBezTo>
                    <a:pt x="66" y="255"/>
                    <a:pt x="86" y="267"/>
                    <a:pt x="104" y="267"/>
                  </a:cubicBezTo>
                  <a:cubicBezTo>
                    <a:pt x="111" y="267"/>
                    <a:pt x="118" y="265"/>
                    <a:pt x="124" y="260"/>
                  </a:cubicBezTo>
                  <a:cubicBezTo>
                    <a:pt x="190" y="260"/>
                    <a:pt x="227" y="190"/>
                    <a:pt x="227" y="124"/>
                  </a:cubicBezTo>
                  <a:cubicBezTo>
                    <a:pt x="227" y="87"/>
                    <a:pt x="207" y="54"/>
                    <a:pt x="174" y="37"/>
                  </a:cubicBezTo>
                  <a:cubicBezTo>
                    <a:pt x="174" y="21"/>
                    <a:pt x="157" y="21"/>
                    <a:pt x="157" y="21"/>
                  </a:cubicBezTo>
                  <a:cubicBezTo>
                    <a:pt x="141" y="0"/>
                    <a:pt x="124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7" name="Google Shape;3907;p10"/>
            <p:cNvSpPr/>
            <p:nvPr/>
          </p:nvSpPr>
          <p:spPr>
            <a:xfrm>
              <a:off x="5172725" y="2679925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18" y="1"/>
                  </a:moveTo>
                  <a:cubicBezTo>
                    <a:pt x="75" y="1"/>
                    <a:pt x="34" y="22"/>
                    <a:pt x="21" y="73"/>
                  </a:cubicBezTo>
                  <a:cubicBezTo>
                    <a:pt x="1" y="143"/>
                    <a:pt x="21" y="229"/>
                    <a:pt x="87" y="246"/>
                  </a:cubicBezTo>
                  <a:cubicBezTo>
                    <a:pt x="102" y="255"/>
                    <a:pt x="117" y="259"/>
                    <a:pt x="132" y="259"/>
                  </a:cubicBezTo>
                  <a:cubicBezTo>
                    <a:pt x="173" y="259"/>
                    <a:pt x="212" y="227"/>
                    <a:pt x="227" y="176"/>
                  </a:cubicBezTo>
                  <a:cubicBezTo>
                    <a:pt x="244" y="110"/>
                    <a:pt x="227" y="40"/>
                    <a:pt x="157" y="7"/>
                  </a:cubicBezTo>
                  <a:cubicBezTo>
                    <a:pt x="145" y="3"/>
                    <a:pt x="131" y="1"/>
                    <a:pt x="1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8" name="Google Shape;3908;p10"/>
            <p:cNvSpPr/>
            <p:nvPr/>
          </p:nvSpPr>
          <p:spPr>
            <a:xfrm>
              <a:off x="5240250" y="260682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0"/>
                  </a:moveTo>
                  <a:cubicBezTo>
                    <a:pt x="114" y="0"/>
                    <a:pt x="109" y="2"/>
                    <a:pt x="103" y="8"/>
                  </a:cubicBezTo>
                  <a:cubicBezTo>
                    <a:pt x="50" y="8"/>
                    <a:pt x="0" y="78"/>
                    <a:pt x="17" y="148"/>
                  </a:cubicBezTo>
                  <a:cubicBezTo>
                    <a:pt x="17" y="181"/>
                    <a:pt x="33" y="214"/>
                    <a:pt x="50" y="234"/>
                  </a:cubicBezTo>
                  <a:cubicBezTo>
                    <a:pt x="83" y="251"/>
                    <a:pt x="103" y="267"/>
                    <a:pt x="136" y="267"/>
                  </a:cubicBezTo>
                  <a:cubicBezTo>
                    <a:pt x="206" y="251"/>
                    <a:pt x="239" y="181"/>
                    <a:pt x="239" y="111"/>
                  </a:cubicBezTo>
                  <a:cubicBezTo>
                    <a:pt x="223" y="78"/>
                    <a:pt x="206" y="45"/>
                    <a:pt x="186" y="28"/>
                  </a:cubicBezTo>
                  <a:cubicBezTo>
                    <a:pt x="169" y="28"/>
                    <a:pt x="169" y="8"/>
                    <a:pt x="153" y="8"/>
                  </a:cubicBezTo>
                  <a:cubicBezTo>
                    <a:pt x="142" y="8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9" name="Google Shape;3909;p10"/>
            <p:cNvSpPr/>
            <p:nvPr/>
          </p:nvSpPr>
          <p:spPr>
            <a:xfrm>
              <a:off x="5172725" y="2710600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04" y="0"/>
                  </a:moveTo>
                  <a:cubicBezTo>
                    <a:pt x="54" y="0"/>
                    <a:pt x="1" y="66"/>
                    <a:pt x="21" y="136"/>
                  </a:cubicBezTo>
                  <a:cubicBezTo>
                    <a:pt x="21" y="169"/>
                    <a:pt x="38" y="206"/>
                    <a:pt x="54" y="223"/>
                  </a:cubicBezTo>
                  <a:cubicBezTo>
                    <a:pt x="87" y="256"/>
                    <a:pt x="124" y="256"/>
                    <a:pt x="141" y="256"/>
                  </a:cubicBezTo>
                  <a:cubicBezTo>
                    <a:pt x="207" y="239"/>
                    <a:pt x="244" y="169"/>
                    <a:pt x="244" y="103"/>
                  </a:cubicBezTo>
                  <a:cubicBezTo>
                    <a:pt x="227" y="66"/>
                    <a:pt x="207" y="33"/>
                    <a:pt x="190" y="17"/>
                  </a:cubicBezTo>
                  <a:lnTo>
                    <a:pt x="1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0" name="Google Shape;3910;p10"/>
            <p:cNvSpPr/>
            <p:nvPr/>
          </p:nvSpPr>
          <p:spPr>
            <a:xfrm>
              <a:off x="5243650" y="26362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0"/>
                  </a:moveTo>
                  <a:cubicBezTo>
                    <a:pt x="50" y="17"/>
                    <a:pt x="0" y="66"/>
                    <a:pt x="17" y="153"/>
                  </a:cubicBezTo>
                  <a:cubicBezTo>
                    <a:pt x="17" y="190"/>
                    <a:pt x="33" y="223"/>
                    <a:pt x="70" y="240"/>
                  </a:cubicBezTo>
                  <a:cubicBezTo>
                    <a:pt x="87" y="256"/>
                    <a:pt x="120" y="256"/>
                    <a:pt x="136" y="256"/>
                  </a:cubicBezTo>
                  <a:cubicBezTo>
                    <a:pt x="173" y="256"/>
                    <a:pt x="190" y="240"/>
                    <a:pt x="206" y="207"/>
                  </a:cubicBezTo>
                  <a:cubicBezTo>
                    <a:pt x="223" y="170"/>
                    <a:pt x="239" y="137"/>
                    <a:pt x="223" y="104"/>
                  </a:cubicBezTo>
                  <a:cubicBezTo>
                    <a:pt x="223" y="66"/>
                    <a:pt x="206" y="50"/>
                    <a:pt x="190" y="17"/>
                  </a:cubicBezTo>
                  <a:cubicBezTo>
                    <a:pt x="173" y="17"/>
                    <a:pt x="173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1" name="Google Shape;3911;p10"/>
            <p:cNvSpPr/>
            <p:nvPr/>
          </p:nvSpPr>
          <p:spPr>
            <a:xfrm>
              <a:off x="5168925" y="264957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3" y="0"/>
                  </a:moveTo>
                  <a:cubicBezTo>
                    <a:pt x="70" y="0"/>
                    <a:pt x="33" y="17"/>
                    <a:pt x="1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17" y="190"/>
                    <a:pt x="17" y="206"/>
                    <a:pt x="50" y="223"/>
                  </a:cubicBezTo>
                  <a:cubicBezTo>
                    <a:pt x="70" y="256"/>
                    <a:pt x="103" y="256"/>
                    <a:pt x="136" y="256"/>
                  </a:cubicBezTo>
                  <a:cubicBezTo>
                    <a:pt x="190" y="239"/>
                    <a:pt x="239" y="173"/>
                    <a:pt x="223" y="103"/>
                  </a:cubicBezTo>
                  <a:cubicBezTo>
                    <a:pt x="223" y="70"/>
                    <a:pt x="206" y="33"/>
                    <a:pt x="173" y="17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2" name="Google Shape;3912;p10"/>
            <p:cNvSpPr/>
            <p:nvPr/>
          </p:nvSpPr>
          <p:spPr>
            <a:xfrm>
              <a:off x="5265075" y="2649575"/>
              <a:ext cx="1775" cy="6000"/>
            </a:xfrm>
            <a:custGeom>
              <a:avLst/>
              <a:gdLst/>
              <a:ahLst/>
              <a:cxnLst/>
              <a:rect l="l" t="t" r="r" b="b"/>
              <a:pathLst>
                <a:path w="71" h="240" extrusionOk="0">
                  <a:moveTo>
                    <a:pt x="71" y="0"/>
                  </a:moveTo>
                  <a:cubicBezTo>
                    <a:pt x="17" y="33"/>
                    <a:pt x="1" y="87"/>
                    <a:pt x="1" y="153"/>
                  </a:cubicBezTo>
                  <a:cubicBezTo>
                    <a:pt x="1" y="190"/>
                    <a:pt x="38" y="223"/>
                    <a:pt x="54" y="239"/>
                  </a:cubicBezTo>
                  <a:cubicBezTo>
                    <a:pt x="71" y="173"/>
                    <a:pt x="71" y="87"/>
                    <a:pt x="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3" name="Google Shape;3913;p10"/>
            <p:cNvSpPr/>
            <p:nvPr/>
          </p:nvSpPr>
          <p:spPr>
            <a:xfrm>
              <a:off x="5201600" y="25503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66" y="1"/>
                    <a:pt x="50" y="22"/>
                    <a:pt x="33" y="55"/>
                  </a:cubicBezTo>
                  <a:cubicBezTo>
                    <a:pt x="17" y="71"/>
                    <a:pt x="0" y="104"/>
                    <a:pt x="17" y="141"/>
                  </a:cubicBezTo>
                  <a:cubicBezTo>
                    <a:pt x="17" y="174"/>
                    <a:pt x="33" y="207"/>
                    <a:pt x="50" y="228"/>
                  </a:cubicBezTo>
                  <a:cubicBezTo>
                    <a:pt x="66" y="261"/>
                    <a:pt x="103" y="261"/>
                    <a:pt x="136" y="261"/>
                  </a:cubicBezTo>
                  <a:cubicBezTo>
                    <a:pt x="186" y="244"/>
                    <a:pt x="239" y="174"/>
                    <a:pt x="223" y="104"/>
                  </a:cubicBezTo>
                  <a:cubicBezTo>
                    <a:pt x="223" y="71"/>
                    <a:pt x="206" y="38"/>
                    <a:pt x="186" y="22"/>
                  </a:cubicBezTo>
                  <a:cubicBezTo>
                    <a:pt x="169" y="22"/>
                    <a:pt x="16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4" name="Google Shape;3914;p10"/>
            <p:cNvSpPr/>
            <p:nvPr/>
          </p:nvSpPr>
          <p:spPr>
            <a:xfrm>
              <a:off x="5187375" y="2551550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21" y="0"/>
                  </a:moveTo>
                  <a:cubicBezTo>
                    <a:pt x="64" y="0"/>
                    <a:pt x="14" y="33"/>
                    <a:pt x="0" y="91"/>
                  </a:cubicBezTo>
                  <a:lnTo>
                    <a:pt x="0" y="141"/>
                  </a:lnTo>
                  <a:cubicBezTo>
                    <a:pt x="0" y="194"/>
                    <a:pt x="33" y="227"/>
                    <a:pt x="70" y="244"/>
                  </a:cubicBezTo>
                  <a:cubicBezTo>
                    <a:pt x="84" y="251"/>
                    <a:pt x="101" y="255"/>
                    <a:pt x="118" y="255"/>
                  </a:cubicBezTo>
                  <a:cubicBezTo>
                    <a:pt x="141" y="255"/>
                    <a:pt x="164" y="247"/>
                    <a:pt x="173" y="227"/>
                  </a:cubicBezTo>
                  <a:cubicBezTo>
                    <a:pt x="190" y="211"/>
                    <a:pt x="206" y="194"/>
                    <a:pt x="206" y="178"/>
                  </a:cubicBezTo>
                  <a:cubicBezTo>
                    <a:pt x="239" y="108"/>
                    <a:pt x="206" y="38"/>
                    <a:pt x="157" y="5"/>
                  </a:cubicBezTo>
                  <a:cubicBezTo>
                    <a:pt x="145" y="2"/>
                    <a:pt x="133" y="0"/>
                    <a:pt x="1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5" name="Google Shape;3915;p10"/>
            <p:cNvSpPr/>
            <p:nvPr/>
          </p:nvSpPr>
          <p:spPr>
            <a:xfrm>
              <a:off x="5190350" y="2537750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16" y="1"/>
                  </a:moveTo>
                  <a:cubicBezTo>
                    <a:pt x="74" y="1"/>
                    <a:pt x="33" y="25"/>
                    <a:pt x="17" y="74"/>
                  </a:cubicBezTo>
                  <a:cubicBezTo>
                    <a:pt x="1" y="144"/>
                    <a:pt x="17" y="231"/>
                    <a:pt x="87" y="247"/>
                  </a:cubicBezTo>
                  <a:cubicBezTo>
                    <a:pt x="87" y="264"/>
                    <a:pt x="104" y="264"/>
                    <a:pt x="120" y="264"/>
                  </a:cubicBezTo>
                  <a:cubicBezTo>
                    <a:pt x="174" y="247"/>
                    <a:pt x="207" y="231"/>
                    <a:pt x="223" y="177"/>
                  </a:cubicBezTo>
                  <a:cubicBezTo>
                    <a:pt x="244" y="128"/>
                    <a:pt x="223" y="74"/>
                    <a:pt x="207" y="41"/>
                  </a:cubicBezTo>
                  <a:cubicBezTo>
                    <a:pt x="190" y="25"/>
                    <a:pt x="174" y="8"/>
                    <a:pt x="157" y="8"/>
                  </a:cubicBezTo>
                  <a:cubicBezTo>
                    <a:pt x="144" y="3"/>
                    <a:pt x="130" y="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6" name="Google Shape;3916;p10"/>
            <p:cNvSpPr/>
            <p:nvPr/>
          </p:nvSpPr>
          <p:spPr>
            <a:xfrm>
              <a:off x="5155625" y="26044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66" y="0"/>
                    <a:pt x="50" y="21"/>
                    <a:pt x="33" y="54"/>
                  </a:cubicBezTo>
                  <a:cubicBezTo>
                    <a:pt x="17" y="87"/>
                    <a:pt x="0" y="124"/>
                    <a:pt x="0" y="157"/>
                  </a:cubicBezTo>
                  <a:cubicBezTo>
                    <a:pt x="17" y="190"/>
                    <a:pt x="33" y="227"/>
                    <a:pt x="50" y="244"/>
                  </a:cubicBezTo>
                  <a:cubicBezTo>
                    <a:pt x="66" y="260"/>
                    <a:pt x="103" y="260"/>
                    <a:pt x="136" y="260"/>
                  </a:cubicBezTo>
                  <a:cubicBezTo>
                    <a:pt x="190" y="244"/>
                    <a:pt x="239" y="190"/>
                    <a:pt x="223" y="104"/>
                  </a:cubicBezTo>
                  <a:cubicBezTo>
                    <a:pt x="223" y="71"/>
                    <a:pt x="206" y="54"/>
                    <a:pt x="190" y="21"/>
                  </a:cubicBezTo>
                  <a:lnTo>
                    <a:pt x="153" y="21"/>
                  </a:ln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7" name="Google Shape;3917;p10"/>
            <p:cNvSpPr/>
            <p:nvPr/>
          </p:nvSpPr>
          <p:spPr>
            <a:xfrm>
              <a:off x="5190350" y="2631525"/>
              <a:ext cx="5600" cy="6650"/>
            </a:xfrm>
            <a:custGeom>
              <a:avLst/>
              <a:gdLst/>
              <a:ahLst/>
              <a:cxnLst/>
              <a:rect l="l" t="t" r="r" b="b"/>
              <a:pathLst>
                <a:path w="224" h="266" extrusionOk="0">
                  <a:moveTo>
                    <a:pt x="104" y="1"/>
                  </a:moveTo>
                  <a:cubicBezTo>
                    <a:pt x="38" y="17"/>
                    <a:pt x="1" y="87"/>
                    <a:pt x="1" y="153"/>
                  </a:cubicBezTo>
                  <a:cubicBezTo>
                    <a:pt x="17" y="190"/>
                    <a:pt x="38" y="223"/>
                    <a:pt x="54" y="240"/>
                  </a:cubicBezTo>
                  <a:cubicBezTo>
                    <a:pt x="66" y="252"/>
                    <a:pt x="86" y="265"/>
                    <a:pt x="109" y="265"/>
                  </a:cubicBezTo>
                  <a:cubicBezTo>
                    <a:pt x="119" y="265"/>
                    <a:pt x="130" y="263"/>
                    <a:pt x="141" y="256"/>
                  </a:cubicBezTo>
                  <a:cubicBezTo>
                    <a:pt x="157" y="256"/>
                    <a:pt x="190" y="240"/>
                    <a:pt x="207" y="207"/>
                  </a:cubicBezTo>
                  <a:cubicBezTo>
                    <a:pt x="223" y="190"/>
                    <a:pt x="223" y="153"/>
                    <a:pt x="223" y="120"/>
                  </a:cubicBezTo>
                  <a:cubicBezTo>
                    <a:pt x="223" y="87"/>
                    <a:pt x="207" y="50"/>
                    <a:pt x="190" y="34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8" name="Google Shape;3918;p10"/>
            <p:cNvSpPr/>
            <p:nvPr/>
          </p:nvSpPr>
          <p:spPr>
            <a:xfrm>
              <a:off x="5188200" y="2505275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03" y="0"/>
                  </a:moveTo>
                  <a:cubicBezTo>
                    <a:pt x="70" y="0"/>
                    <a:pt x="54" y="17"/>
                    <a:pt x="37" y="50"/>
                  </a:cubicBezTo>
                  <a:cubicBezTo>
                    <a:pt x="21" y="87"/>
                    <a:pt x="0" y="120"/>
                    <a:pt x="21" y="153"/>
                  </a:cubicBezTo>
                  <a:cubicBezTo>
                    <a:pt x="21" y="190"/>
                    <a:pt x="37" y="206"/>
                    <a:pt x="54" y="239"/>
                  </a:cubicBezTo>
                  <a:cubicBezTo>
                    <a:pt x="87" y="256"/>
                    <a:pt x="103" y="256"/>
                    <a:pt x="140" y="256"/>
                  </a:cubicBezTo>
                  <a:cubicBezTo>
                    <a:pt x="206" y="239"/>
                    <a:pt x="243" y="173"/>
                    <a:pt x="227" y="103"/>
                  </a:cubicBezTo>
                  <a:cubicBezTo>
                    <a:pt x="227" y="70"/>
                    <a:pt x="206" y="50"/>
                    <a:pt x="190" y="17"/>
                  </a:cubicBezTo>
                  <a:cubicBezTo>
                    <a:pt x="173" y="17"/>
                    <a:pt x="173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9" name="Google Shape;3919;p10"/>
            <p:cNvSpPr/>
            <p:nvPr/>
          </p:nvSpPr>
          <p:spPr>
            <a:xfrm>
              <a:off x="5195925" y="252022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29" y="0"/>
                  </a:moveTo>
                  <a:cubicBezTo>
                    <a:pt x="82" y="0"/>
                    <a:pt x="35" y="33"/>
                    <a:pt x="21" y="91"/>
                  </a:cubicBezTo>
                  <a:cubicBezTo>
                    <a:pt x="0" y="157"/>
                    <a:pt x="21" y="227"/>
                    <a:pt x="87" y="243"/>
                  </a:cubicBezTo>
                  <a:cubicBezTo>
                    <a:pt x="103" y="260"/>
                    <a:pt x="124" y="260"/>
                    <a:pt x="141" y="260"/>
                  </a:cubicBezTo>
                  <a:cubicBezTo>
                    <a:pt x="174" y="260"/>
                    <a:pt x="207" y="227"/>
                    <a:pt x="227" y="173"/>
                  </a:cubicBezTo>
                  <a:cubicBezTo>
                    <a:pt x="244" y="124"/>
                    <a:pt x="227" y="70"/>
                    <a:pt x="207" y="37"/>
                  </a:cubicBezTo>
                  <a:cubicBezTo>
                    <a:pt x="190" y="37"/>
                    <a:pt x="174" y="21"/>
                    <a:pt x="157" y="4"/>
                  </a:cubicBezTo>
                  <a:cubicBezTo>
                    <a:pt x="148" y="1"/>
                    <a:pt x="138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0" name="Google Shape;3920;p10"/>
            <p:cNvSpPr/>
            <p:nvPr/>
          </p:nvSpPr>
          <p:spPr>
            <a:xfrm>
              <a:off x="5205400" y="2580500"/>
              <a:ext cx="6000" cy="6750"/>
            </a:xfrm>
            <a:custGeom>
              <a:avLst/>
              <a:gdLst/>
              <a:ahLst/>
              <a:cxnLst/>
              <a:rect l="l" t="t" r="r" b="b"/>
              <a:pathLst>
                <a:path w="240" h="270" extrusionOk="0">
                  <a:moveTo>
                    <a:pt x="119" y="0"/>
                  </a:moveTo>
                  <a:cubicBezTo>
                    <a:pt x="70" y="0"/>
                    <a:pt x="29" y="32"/>
                    <a:pt x="17" y="83"/>
                  </a:cubicBezTo>
                  <a:cubicBezTo>
                    <a:pt x="1" y="154"/>
                    <a:pt x="34" y="236"/>
                    <a:pt x="87" y="257"/>
                  </a:cubicBezTo>
                  <a:cubicBezTo>
                    <a:pt x="100" y="265"/>
                    <a:pt x="115" y="269"/>
                    <a:pt x="130" y="269"/>
                  </a:cubicBezTo>
                  <a:cubicBezTo>
                    <a:pt x="170" y="269"/>
                    <a:pt x="211" y="238"/>
                    <a:pt x="223" y="187"/>
                  </a:cubicBezTo>
                  <a:cubicBezTo>
                    <a:pt x="240" y="116"/>
                    <a:pt x="223" y="30"/>
                    <a:pt x="174" y="13"/>
                  </a:cubicBezTo>
                  <a:cubicBezTo>
                    <a:pt x="155" y="5"/>
                    <a:pt x="137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1" name="Google Shape;3921;p10"/>
            <p:cNvSpPr/>
            <p:nvPr/>
          </p:nvSpPr>
          <p:spPr>
            <a:xfrm>
              <a:off x="5191700" y="26160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50" y="17"/>
                    <a:pt x="0" y="87"/>
                    <a:pt x="17" y="153"/>
                  </a:cubicBezTo>
                  <a:cubicBezTo>
                    <a:pt x="31" y="213"/>
                    <a:pt x="72" y="260"/>
                    <a:pt x="114" y="260"/>
                  </a:cubicBezTo>
                  <a:cubicBezTo>
                    <a:pt x="122" y="260"/>
                    <a:pt x="129" y="259"/>
                    <a:pt x="136" y="256"/>
                  </a:cubicBezTo>
                  <a:cubicBezTo>
                    <a:pt x="169" y="256"/>
                    <a:pt x="206" y="240"/>
                    <a:pt x="223" y="207"/>
                  </a:cubicBezTo>
                  <a:cubicBezTo>
                    <a:pt x="239" y="190"/>
                    <a:pt x="239" y="153"/>
                    <a:pt x="239" y="120"/>
                  </a:cubicBezTo>
                  <a:cubicBezTo>
                    <a:pt x="223" y="87"/>
                    <a:pt x="223" y="50"/>
                    <a:pt x="190" y="33"/>
                  </a:cubicBezTo>
                  <a:cubicBezTo>
                    <a:pt x="190" y="17"/>
                    <a:pt x="169" y="17"/>
                    <a:pt x="169" y="17"/>
                  </a:cubicBezTo>
                  <a:cubicBezTo>
                    <a:pt x="153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2" name="Google Shape;3922;p10"/>
            <p:cNvSpPr/>
            <p:nvPr/>
          </p:nvSpPr>
          <p:spPr>
            <a:xfrm>
              <a:off x="5189950" y="2581600"/>
              <a:ext cx="6500" cy="6475"/>
            </a:xfrm>
            <a:custGeom>
              <a:avLst/>
              <a:gdLst/>
              <a:ahLst/>
              <a:cxnLst/>
              <a:rect l="l" t="t" r="r" b="b"/>
              <a:pathLst>
                <a:path w="260" h="259" extrusionOk="0">
                  <a:moveTo>
                    <a:pt x="141" y="1"/>
                  </a:moveTo>
                  <a:cubicBezTo>
                    <a:pt x="96" y="1"/>
                    <a:pt x="50" y="33"/>
                    <a:pt x="33" y="72"/>
                  </a:cubicBezTo>
                  <a:cubicBezTo>
                    <a:pt x="0" y="143"/>
                    <a:pt x="33" y="229"/>
                    <a:pt x="87" y="246"/>
                  </a:cubicBezTo>
                  <a:cubicBezTo>
                    <a:pt x="105" y="254"/>
                    <a:pt x="123" y="258"/>
                    <a:pt x="138" y="258"/>
                  </a:cubicBezTo>
                  <a:cubicBezTo>
                    <a:pt x="182" y="258"/>
                    <a:pt x="215" y="227"/>
                    <a:pt x="239" y="175"/>
                  </a:cubicBezTo>
                  <a:cubicBezTo>
                    <a:pt x="260" y="110"/>
                    <a:pt x="223" y="39"/>
                    <a:pt x="173" y="6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3" name="Google Shape;3923;p10"/>
            <p:cNvSpPr/>
            <p:nvPr/>
          </p:nvSpPr>
          <p:spPr>
            <a:xfrm>
              <a:off x="5206750" y="265947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3" y="0"/>
                  </a:moveTo>
                  <a:cubicBezTo>
                    <a:pt x="66" y="0"/>
                    <a:pt x="50" y="17"/>
                    <a:pt x="33" y="50"/>
                  </a:cubicBezTo>
                  <a:cubicBezTo>
                    <a:pt x="17" y="87"/>
                    <a:pt x="0" y="120"/>
                    <a:pt x="0" y="153"/>
                  </a:cubicBezTo>
                  <a:cubicBezTo>
                    <a:pt x="17" y="190"/>
                    <a:pt x="33" y="206"/>
                    <a:pt x="50" y="239"/>
                  </a:cubicBezTo>
                  <a:cubicBezTo>
                    <a:pt x="66" y="256"/>
                    <a:pt x="103" y="256"/>
                    <a:pt x="136" y="256"/>
                  </a:cubicBezTo>
                  <a:cubicBezTo>
                    <a:pt x="186" y="239"/>
                    <a:pt x="239" y="169"/>
                    <a:pt x="223" y="103"/>
                  </a:cubicBezTo>
                  <a:cubicBezTo>
                    <a:pt x="223" y="66"/>
                    <a:pt x="206" y="33"/>
                    <a:pt x="186" y="17"/>
                  </a:cubicBezTo>
                  <a:cubicBezTo>
                    <a:pt x="169" y="17"/>
                    <a:pt x="169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4" name="Google Shape;3924;p10"/>
            <p:cNvSpPr/>
            <p:nvPr/>
          </p:nvSpPr>
          <p:spPr>
            <a:xfrm>
              <a:off x="5210150" y="251970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7" y="0"/>
                  </a:moveTo>
                  <a:cubicBezTo>
                    <a:pt x="85" y="0"/>
                    <a:pt x="64" y="14"/>
                    <a:pt x="50" y="25"/>
                  </a:cubicBezTo>
                  <a:cubicBezTo>
                    <a:pt x="33" y="42"/>
                    <a:pt x="17" y="75"/>
                    <a:pt x="17" y="112"/>
                  </a:cubicBezTo>
                  <a:cubicBezTo>
                    <a:pt x="0" y="145"/>
                    <a:pt x="17" y="178"/>
                    <a:pt x="33" y="215"/>
                  </a:cubicBezTo>
                  <a:cubicBezTo>
                    <a:pt x="50" y="231"/>
                    <a:pt x="87" y="248"/>
                    <a:pt x="103" y="264"/>
                  </a:cubicBezTo>
                  <a:cubicBezTo>
                    <a:pt x="136" y="264"/>
                    <a:pt x="173" y="248"/>
                    <a:pt x="190" y="231"/>
                  </a:cubicBezTo>
                  <a:cubicBezTo>
                    <a:pt x="239" y="178"/>
                    <a:pt x="239" y="112"/>
                    <a:pt x="206" y="42"/>
                  </a:cubicBezTo>
                  <a:cubicBezTo>
                    <a:pt x="190" y="25"/>
                    <a:pt x="173" y="9"/>
                    <a:pt x="153" y="9"/>
                  </a:cubicBezTo>
                  <a:lnTo>
                    <a:pt x="136" y="9"/>
                  </a:lnTo>
                  <a:cubicBezTo>
                    <a:pt x="127" y="3"/>
                    <a:pt x="117" y="0"/>
                    <a:pt x="1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5" name="Google Shape;3925;p10"/>
            <p:cNvSpPr/>
            <p:nvPr/>
          </p:nvSpPr>
          <p:spPr>
            <a:xfrm>
              <a:off x="5207575" y="2563700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87" y="1"/>
                  </a:moveTo>
                  <a:cubicBezTo>
                    <a:pt x="70" y="17"/>
                    <a:pt x="50" y="17"/>
                    <a:pt x="33" y="34"/>
                  </a:cubicBezTo>
                  <a:cubicBezTo>
                    <a:pt x="0" y="67"/>
                    <a:pt x="0" y="121"/>
                    <a:pt x="0" y="153"/>
                  </a:cubicBezTo>
                  <a:cubicBezTo>
                    <a:pt x="0" y="186"/>
                    <a:pt x="17" y="224"/>
                    <a:pt x="50" y="240"/>
                  </a:cubicBezTo>
                  <a:cubicBezTo>
                    <a:pt x="64" y="252"/>
                    <a:pt x="85" y="263"/>
                    <a:pt x="102" y="263"/>
                  </a:cubicBezTo>
                  <a:cubicBezTo>
                    <a:pt x="109" y="263"/>
                    <a:pt x="115" y="261"/>
                    <a:pt x="120" y="257"/>
                  </a:cubicBezTo>
                  <a:cubicBezTo>
                    <a:pt x="190" y="257"/>
                    <a:pt x="223" y="186"/>
                    <a:pt x="223" y="121"/>
                  </a:cubicBezTo>
                  <a:cubicBezTo>
                    <a:pt x="206" y="67"/>
                    <a:pt x="190" y="34"/>
                    <a:pt x="153" y="17"/>
                  </a:cubicBezTo>
                  <a:cubicBezTo>
                    <a:pt x="136" y="1"/>
                    <a:pt x="103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6" name="Google Shape;3926;p10"/>
            <p:cNvSpPr/>
            <p:nvPr/>
          </p:nvSpPr>
          <p:spPr>
            <a:xfrm>
              <a:off x="5203650" y="2507850"/>
              <a:ext cx="2600" cy="2175"/>
            </a:xfrm>
            <a:custGeom>
              <a:avLst/>
              <a:gdLst/>
              <a:ahLst/>
              <a:cxnLst/>
              <a:rect l="l" t="t" r="r" b="b"/>
              <a:pathLst>
                <a:path w="104" h="87" extrusionOk="0">
                  <a:moveTo>
                    <a:pt x="1" y="0"/>
                  </a:moveTo>
                  <a:lnTo>
                    <a:pt x="1" y="0"/>
                  </a:lnTo>
                  <a:cubicBezTo>
                    <a:pt x="21" y="33"/>
                    <a:pt x="38" y="50"/>
                    <a:pt x="54" y="70"/>
                  </a:cubicBezTo>
                  <a:cubicBezTo>
                    <a:pt x="71" y="87"/>
                    <a:pt x="87" y="87"/>
                    <a:pt x="104" y="87"/>
                  </a:cubicBezTo>
                  <a:cubicBezTo>
                    <a:pt x="71" y="70"/>
                    <a:pt x="38" y="33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7" name="Google Shape;3927;p10"/>
            <p:cNvSpPr/>
            <p:nvPr/>
          </p:nvSpPr>
          <p:spPr>
            <a:xfrm>
              <a:off x="5198075" y="2596175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29" y="1"/>
                  </a:moveTo>
                  <a:cubicBezTo>
                    <a:pt x="83" y="1"/>
                    <a:pt x="35" y="33"/>
                    <a:pt x="17" y="91"/>
                  </a:cubicBezTo>
                  <a:cubicBezTo>
                    <a:pt x="1" y="161"/>
                    <a:pt x="17" y="227"/>
                    <a:pt x="88" y="248"/>
                  </a:cubicBezTo>
                  <a:cubicBezTo>
                    <a:pt x="102" y="257"/>
                    <a:pt x="117" y="261"/>
                    <a:pt x="132" y="261"/>
                  </a:cubicBezTo>
                  <a:cubicBezTo>
                    <a:pt x="173" y="261"/>
                    <a:pt x="211" y="229"/>
                    <a:pt x="224" y="178"/>
                  </a:cubicBezTo>
                  <a:cubicBezTo>
                    <a:pt x="244" y="108"/>
                    <a:pt x="224" y="42"/>
                    <a:pt x="158" y="5"/>
                  </a:cubicBezTo>
                  <a:cubicBezTo>
                    <a:pt x="148" y="2"/>
                    <a:pt x="139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8" name="Google Shape;3928;p10"/>
            <p:cNvSpPr/>
            <p:nvPr/>
          </p:nvSpPr>
          <p:spPr>
            <a:xfrm>
              <a:off x="5194675" y="2566700"/>
              <a:ext cx="6025" cy="6425"/>
            </a:xfrm>
            <a:custGeom>
              <a:avLst/>
              <a:gdLst/>
              <a:ahLst/>
              <a:cxnLst/>
              <a:rect l="l" t="t" r="r" b="b"/>
              <a:pathLst>
                <a:path w="241" h="257" extrusionOk="0">
                  <a:moveTo>
                    <a:pt x="137" y="1"/>
                  </a:moveTo>
                  <a:cubicBezTo>
                    <a:pt x="104" y="1"/>
                    <a:pt x="71" y="1"/>
                    <a:pt x="50" y="33"/>
                  </a:cubicBezTo>
                  <a:cubicBezTo>
                    <a:pt x="1" y="66"/>
                    <a:pt x="1" y="153"/>
                    <a:pt x="34" y="207"/>
                  </a:cubicBezTo>
                  <a:cubicBezTo>
                    <a:pt x="50" y="240"/>
                    <a:pt x="87" y="256"/>
                    <a:pt x="104" y="256"/>
                  </a:cubicBezTo>
                  <a:cubicBezTo>
                    <a:pt x="137" y="256"/>
                    <a:pt x="174" y="256"/>
                    <a:pt x="191" y="223"/>
                  </a:cubicBezTo>
                  <a:cubicBezTo>
                    <a:pt x="207" y="207"/>
                    <a:pt x="224" y="170"/>
                    <a:pt x="224" y="137"/>
                  </a:cubicBezTo>
                  <a:cubicBezTo>
                    <a:pt x="240" y="104"/>
                    <a:pt x="224" y="66"/>
                    <a:pt x="207" y="50"/>
                  </a:cubicBezTo>
                  <a:cubicBezTo>
                    <a:pt x="191" y="33"/>
                    <a:pt x="174" y="17"/>
                    <a:pt x="153" y="17"/>
                  </a:cubicBezTo>
                  <a:cubicBezTo>
                    <a:pt x="153" y="1"/>
                    <a:pt x="137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9" name="Google Shape;3929;p10"/>
            <p:cNvSpPr/>
            <p:nvPr/>
          </p:nvSpPr>
          <p:spPr>
            <a:xfrm>
              <a:off x="5199025" y="2644000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103" y="1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17" y="190"/>
                    <a:pt x="17" y="223"/>
                    <a:pt x="50" y="240"/>
                  </a:cubicBezTo>
                  <a:cubicBezTo>
                    <a:pt x="66" y="256"/>
                    <a:pt x="103" y="256"/>
                    <a:pt x="136" y="256"/>
                  </a:cubicBezTo>
                  <a:cubicBezTo>
                    <a:pt x="153" y="256"/>
                    <a:pt x="186" y="240"/>
                    <a:pt x="206" y="207"/>
                  </a:cubicBezTo>
                  <a:cubicBezTo>
                    <a:pt x="223" y="170"/>
                    <a:pt x="223" y="137"/>
                    <a:pt x="223" y="104"/>
                  </a:cubicBezTo>
                  <a:cubicBezTo>
                    <a:pt x="223" y="67"/>
                    <a:pt x="206" y="50"/>
                    <a:pt x="169" y="17"/>
                  </a:cubicBezTo>
                  <a:lnTo>
                    <a:pt x="153" y="17"/>
                  </a:ln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0" name="Google Shape;3930;p10"/>
            <p:cNvSpPr/>
            <p:nvPr/>
          </p:nvSpPr>
          <p:spPr>
            <a:xfrm>
              <a:off x="5202000" y="26765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87" y="1"/>
                    <a:pt x="87" y="1"/>
                    <a:pt x="67" y="21"/>
                  </a:cubicBezTo>
                  <a:cubicBezTo>
                    <a:pt x="34" y="38"/>
                    <a:pt x="1" y="87"/>
                    <a:pt x="17" y="157"/>
                  </a:cubicBezTo>
                  <a:cubicBezTo>
                    <a:pt x="17" y="190"/>
                    <a:pt x="34" y="227"/>
                    <a:pt x="50" y="244"/>
                  </a:cubicBezTo>
                  <a:cubicBezTo>
                    <a:pt x="87" y="260"/>
                    <a:pt x="104" y="260"/>
                    <a:pt x="137" y="260"/>
                  </a:cubicBezTo>
                  <a:cubicBezTo>
                    <a:pt x="190" y="244"/>
                    <a:pt x="240" y="190"/>
                    <a:pt x="223" y="104"/>
                  </a:cubicBezTo>
                  <a:lnTo>
                    <a:pt x="223" y="71"/>
                  </a:lnTo>
                  <a:cubicBezTo>
                    <a:pt x="207" y="54"/>
                    <a:pt x="190" y="21"/>
                    <a:pt x="153" y="21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1" name="Google Shape;3931;p10"/>
            <p:cNvSpPr/>
            <p:nvPr/>
          </p:nvSpPr>
          <p:spPr>
            <a:xfrm>
              <a:off x="5183975" y="25241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50" y="17"/>
                    <a:pt x="0" y="71"/>
                    <a:pt x="17" y="157"/>
                  </a:cubicBezTo>
                  <a:cubicBezTo>
                    <a:pt x="17" y="190"/>
                    <a:pt x="33" y="207"/>
                    <a:pt x="50" y="223"/>
                  </a:cubicBezTo>
                  <a:cubicBezTo>
                    <a:pt x="87" y="261"/>
                    <a:pt x="103" y="261"/>
                    <a:pt x="136" y="261"/>
                  </a:cubicBezTo>
                  <a:cubicBezTo>
                    <a:pt x="169" y="261"/>
                    <a:pt x="190" y="223"/>
                    <a:pt x="206" y="207"/>
                  </a:cubicBezTo>
                  <a:cubicBezTo>
                    <a:pt x="223" y="174"/>
                    <a:pt x="239" y="141"/>
                    <a:pt x="223" y="104"/>
                  </a:cubicBezTo>
                  <a:cubicBezTo>
                    <a:pt x="223" y="71"/>
                    <a:pt x="206" y="38"/>
                    <a:pt x="190" y="17"/>
                  </a:cubicBezTo>
                  <a:cubicBezTo>
                    <a:pt x="169" y="17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2" name="Google Shape;3932;p10"/>
            <p:cNvSpPr/>
            <p:nvPr/>
          </p:nvSpPr>
          <p:spPr>
            <a:xfrm>
              <a:off x="5157275" y="2680800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39" y="1"/>
                  </a:moveTo>
                  <a:cubicBezTo>
                    <a:pt x="87" y="1"/>
                    <a:pt x="48" y="33"/>
                    <a:pt x="21" y="91"/>
                  </a:cubicBezTo>
                  <a:cubicBezTo>
                    <a:pt x="0" y="141"/>
                    <a:pt x="37" y="227"/>
                    <a:pt x="87" y="244"/>
                  </a:cubicBezTo>
                  <a:cubicBezTo>
                    <a:pt x="101" y="254"/>
                    <a:pt x="117" y="259"/>
                    <a:pt x="132" y="259"/>
                  </a:cubicBezTo>
                  <a:cubicBezTo>
                    <a:pt x="173" y="259"/>
                    <a:pt x="212" y="226"/>
                    <a:pt x="227" y="178"/>
                  </a:cubicBezTo>
                  <a:cubicBezTo>
                    <a:pt x="260" y="108"/>
                    <a:pt x="227" y="38"/>
                    <a:pt x="173" y="5"/>
                  </a:cubicBezTo>
                  <a:cubicBezTo>
                    <a:pt x="162" y="2"/>
                    <a:pt x="150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3" name="Google Shape;3933;p10"/>
            <p:cNvSpPr/>
            <p:nvPr/>
          </p:nvSpPr>
          <p:spPr>
            <a:xfrm>
              <a:off x="5146950" y="2574925"/>
              <a:ext cx="6125" cy="6700"/>
            </a:xfrm>
            <a:custGeom>
              <a:avLst/>
              <a:gdLst/>
              <a:ahLst/>
              <a:cxnLst/>
              <a:rect l="l" t="t" r="r" b="b"/>
              <a:pathLst>
                <a:path w="245" h="268" extrusionOk="0">
                  <a:moveTo>
                    <a:pt x="114" y="1"/>
                  </a:moveTo>
                  <a:cubicBezTo>
                    <a:pt x="73" y="1"/>
                    <a:pt x="34" y="32"/>
                    <a:pt x="22" y="84"/>
                  </a:cubicBezTo>
                  <a:cubicBezTo>
                    <a:pt x="1" y="150"/>
                    <a:pt x="22" y="236"/>
                    <a:pt x="88" y="253"/>
                  </a:cubicBezTo>
                  <a:cubicBezTo>
                    <a:pt x="102" y="263"/>
                    <a:pt x="118" y="268"/>
                    <a:pt x="133" y="268"/>
                  </a:cubicBezTo>
                  <a:cubicBezTo>
                    <a:pt x="174" y="268"/>
                    <a:pt x="213" y="235"/>
                    <a:pt x="228" y="187"/>
                  </a:cubicBezTo>
                  <a:cubicBezTo>
                    <a:pt x="244" y="117"/>
                    <a:pt x="207" y="30"/>
                    <a:pt x="158" y="14"/>
                  </a:cubicBezTo>
                  <a:cubicBezTo>
                    <a:pt x="143" y="5"/>
                    <a:pt x="128" y="1"/>
                    <a:pt x="1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4" name="Google Shape;3934;p10"/>
            <p:cNvSpPr/>
            <p:nvPr/>
          </p:nvSpPr>
          <p:spPr>
            <a:xfrm>
              <a:off x="5151300" y="2623400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103" y="0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17" y="190"/>
                    <a:pt x="33" y="206"/>
                    <a:pt x="54" y="239"/>
                  </a:cubicBezTo>
                  <a:cubicBezTo>
                    <a:pt x="70" y="256"/>
                    <a:pt x="103" y="256"/>
                    <a:pt x="136" y="256"/>
                  </a:cubicBezTo>
                  <a:cubicBezTo>
                    <a:pt x="157" y="256"/>
                    <a:pt x="190" y="239"/>
                    <a:pt x="206" y="206"/>
                  </a:cubicBezTo>
                  <a:cubicBezTo>
                    <a:pt x="223" y="169"/>
                    <a:pt x="223" y="136"/>
                    <a:pt x="223" y="103"/>
                  </a:cubicBezTo>
                  <a:cubicBezTo>
                    <a:pt x="223" y="66"/>
                    <a:pt x="206" y="50"/>
                    <a:pt x="190" y="17"/>
                  </a:cubicBezTo>
                  <a:cubicBezTo>
                    <a:pt x="173" y="17"/>
                    <a:pt x="173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5" name="Google Shape;3935;p10"/>
            <p:cNvSpPr/>
            <p:nvPr/>
          </p:nvSpPr>
          <p:spPr>
            <a:xfrm>
              <a:off x="5154700" y="2650700"/>
              <a:ext cx="5675" cy="6775"/>
            </a:xfrm>
            <a:custGeom>
              <a:avLst/>
              <a:gdLst/>
              <a:ahLst/>
              <a:cxnLst/>
              <a:rect l="l" t="t" r="r" b="b"/>
              <a:pathLst>
                <a:path w="227" h="271" extrusionOk="0">
                  <a:moveTo>
                    <a:pt x="114" y="1"/>
                  </a:moveTo>
                  <a:cubicBezTo>
                    <a:pt x="67" y="1"/>
                    <a:pt x="18" y="36"/>
                    <a:pt x="0" y="91"/>
                  </a:cubicBezTo>
                  <a:lnTo>
                    <a:pt x="0" y="145"/>
                  </a:lnTo>
                  <a:cubicBezTo>
                    <a:pt x="0" y="194"/>
                    <a:pt x="21" y="232"/>
                    <a:pt x="70" y="265"/>
                  </a:cubicBezTo>
                  <a:cubicBezTo>
                    <a:pt x="79" y="269"/>
                    <a:pt x="89" y="271"/>
                    <a:pt x="100" y="271"/>
                  </a:cubicBezTo>
                  <a:cubicBezTo>
                    <a:pt x="129" y="271"/>
                    <a:pt x="161" y="256"/>
                    <a:pt x="173" y="232"/>
                  </a:cubicBezTo>
                  <a:cubicBezTo>
                    <a:pt x="190" y="211"/>
                    <a:pt x="206" y="194"/>
                    <a:pt x="206" y="178"/>
                  </a:cubicBezTo>
                  <a:cubicBezTo>
                    <a:pt x="227" y="108"/>
                    <a:pt x="206" y="42"/>
                    <a:pt x="140" y="5"/>
                  </a:cubicBezTo>
                  <a:cubicBezTo>
                    <a:pt x="132" y="2"/>
                    <a:pt x="123" y="1"/>
                    <a:pt x="1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6" name="Google Shape;3936;p10"/>
            <p:cNvSpPr/>
            <p:nvPr/>
          </p:nvSpPr>
          <p:spPr>
            <a:xfrm>
              <a:off x="5146150" y="25443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103" y="1"/>
                    <a:pt x="70" y="17"/>
                    <a:pt x="54" y="34"/>
                  </a:cubicBezTo>
                  <a:cubicBezTo>
                    <a:pt x="0" y="71"/>
                    <a:pt x="0" y="158"/>
                    <a:pt x="33" y="207"/>
                  </a:cubicBezTo>
                  <a:cubicBezTo>
                    <a:pt x="54" y="240"/>
                    <a:pt x="87" y="261"/>
                    <a:pt x="103" y="261"/>
                  </a:cubicBezTo>
                  <a:cubicBezTo>
                    <a:pt x="136" y="261"/>
                    <a:pt x="173" y="261"/>
                    <a:pt x="190" y="240"/>
                  </a:cubicBezTo>
                  <a:cubicBezTo>
                    <a:pt x="239" y="191"/>
                    <a:pt x="239" y="104"/>
                    <a:pt x="206" y="54"/>
                  </a:cubicBezTo>
                  <a:cubicBezTo>
                    <a:pt x="190" y="34"/>
                    <a:pt x="190" y="17"/>
                    <a:pt x="173" y="17"/>
                  </a:cubicBezTo>
                  <a:cubicBezTo>
                    <a:pt x="157" y="1"/>
                    <a:pt x="136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7" name="Google Shape;3937;p10"/>
            <p:cNvSpPr/>
            <p:nvPr/>
          </p:nvSpPr>
          <p:spPr>
            <a:xfrm>
              <a:off x="5151300" y="2528575"/>
              <a:ext cx="6000" cy="6825"/>
            </a:xfrm>
            <a:custGeom>
              <a:avLst/>
              <a:gdLst/>
              <a:ahLst/>
              <a:cxnLst/>
              <a:rect l="l" t="t" r="r" b="b"/>
              <a:pathLst>
                <a:path w="240" h="273" extrusionOk="0">
                  <a:moveTo>
                    <a:pt x="128" y="0"/>
                  </a:moveTo>
                  <a:cubicBezTo>
                    <a:pt x="120" y="0"/>
                    <a:pt x="111" y="4"/>
                    <a:pt x="103" y="12"/>
                  </a:cubicBezTo>
                  <a:cubicBezTo>
                    <a:pt x="54" y="12"/>
                    <a:pt x="0" y="83"/>
                    <a:pt x="17" y="148"/>
                  </a:cubicBezTo>
                  <a:cubicBezTo>
                    <a:pt x="17" y="186"/>
                    <a:pt x="33" y="219"/>
                    <a:pt x="54" y="235"/>
                  </a:cubicBezTo>
                  <a:cubicBezTo>
                    <a:pt x="87" y="252"/>
                    <a:pt x="103" y="272"/>
                    <a:pt x="136" y="272"/>
                  </a:cubicBezTo>
                  <a:cubicBezTo>
                    <a:pt x="206" y="252"/>
                    <a:pt x="239" y="186"/>
                    <a:pt x="223" y="115"/>
                  </a:cubicBezTo>
                  <a:cubicBezTo>
                    <a:pt x="223" y="83"/>
                    <a:pt x="206" y="45"/>
                    <a:pt x="190" y="29"/>
                  </a:cubicBezTo>
                  <a:cubicBezTo>
                    <a:pt x="173" y="29"/>
                    <a:pt x="173" y="12"/>
                    <a:pt x="157" y="12"/>
                  </a:cubicBezTo>
                  <a:cubicBezTo>
                    <a:pt x="147" y="4"/>
                    <a:pt x="137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8" name="Google Shape;3938;p10"/>
            <p:cNvSpPr/>
            <p:nvPr/>
          </p:nvSpPr>
          <p:spPr>
            <a:xfrm>
              <a:off x="5151300" y="2483600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32" y="1"/>
                  </a:moveTo>
                  <a:cubicBezTo>
                    <a:pt x="124" y="1"/>
                    <a:pt x="114" y="3"/>
                    <a:pt x="103" y="10"/>
                  </a:cubicBezTo>
                  <a:cubicBezTo>
                    <a:pt x="54" y="10"/>
                    <a:pt x="0" y="76"/>
                    <a:pt x="17" y="146"/>
                  </a:cubicBezTo>
                  <a:cubicBezTo>
                    <a:pt x="33" y="216"/>
                    <a:pt x="87" y="265"/>
                    <a:pt x="136" y="265"/>
                  </a:cubicBezTo>
                  <a:cubicBezTo>
                    <a:pt x="173" y="249"/>
                    <a:pt x="206" y="232"/>
                    <a:pt x="223" y="216"/>
                  </a:cubicBezTo>
                  <a:cubicBezTo>
                    <a:pt x="239" y="179"/>
                    <a:pt x="239" y="146"/>
                    <a:pt x="239" y="113"/>
                  </a:cubicBezTo>
                  <a:cubicBezTo>
                    <a:pt x="223" y="76"/>
                    <a:pt x="223" y="43"/>
                    <a:pt x="190" y="26"/>
                  </a:cubicBezTo>
                  <a:lnTo>
                    <a:pt x="173" y="10"/>
                  </a:lnTo>
                  <a:cubicBezTo>
                    <a:pt x="162" y="10"/>
                    <a:pt x="149" y="1"/>
                    <a:pt x="1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9" name="Google Shape;3939;p10"/>
            <p:cNvSpPr/>
            <p:nvPr/>
          </p:nvSpPr>
          <p:spPr>
            <a:xfrm>
              <a:off x="5150050" y="2499050"/>
              <a:ext cx="5600" cy="6650"/>
            </a:xfrm>
            <a:custGeom>
              <a:avLst/>
              <a:gdLst/>
              <a:ahLst/>
              <a:cxnLst/>
              <a:rect l="l" t="t" r="r" b="b"/>
              <a:pathLst>
                <a:path w="224" h="266" extrusionOk="0">
                  <a:moveTo>
                    <a:pt x="120" y="1"/>
                  </a:moveTo>
                  <a:cubicBezTo>
                    <a:pt x="115" y="1"/>
                    <a:pt x="109" y="3"/>
                    <a:pt x="104" y="10"/>
                  </a:cubicBezTo>
                  <a:cubicBezTo>
                    <a:pt x="34" y="10"/>
                    <a:pt x="1" y="76"/>
                    <a:pt x="1" y="146"/>
                  </a:cubicBezTo>
                  <a:cubicBezTo>
                    <a:pt x="17" y="179"/>
                    <a:pt x="34" y="216"/>
                    <a:pt x="50" y="233"/>
                  </a:cubicBezTo>
                  <a:cubicBezTo>
                    <a:pt x="67" y="249"/>
                    <a:pt x="104" y="266"/>
                    <a:pt x="137" y="266"/>
                  </a:cubicBezTo>
                  <a:cubicBezTo>
                    <a:pt x="170" y="249"/>
                    <a:pt x="186" y="233"/>
                    <a:pt x="207" y="216"/>
                  </a:cubicBezTo>
                  <a:cubicBezTo>
                    <a:pt x="223" y="179"/>
                    <a:pt x="223" y="146"/>
                    <a:pt x="223" y="113"/>
                  </a:cubicBezTo>
                  <a:cubicBezTo>
                    <a:pt x="223" y="76"/>
                    <a:pt x="207" y="43"/>
                    <a:pt x="186" y="27"/>
                  </a:cubicBezTo>
                  <a:cubicBezTo>
                    <a:pt x="170" y="27"/>
                    <a:pt x="170" y="10"/>
                    <a:pt x="153" y="10"/>
                  </a:cubicBezTo>
                  <a:cubicBezTo>
                    <a:pt x="142" y="10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0" name="Google Shape;3940;p10"/>
            <p:cNvSpPr/>
            <p:nvPr/>
          </p:nvSpPr>
          <p:spPr>
            <a:xfrm>
              <a:off x="5206750" y="25346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31" y="0"/>
                  </a:moveTo>
                  <a:cubicBezTo>
                    <a:pt x="123" y="0"/>
                    <a:pt x="114" y="2"/>
                    <a:pt x="103" y="8"/>
                  </a:cubicBezTo>
                  <a:cubicBezTo>
                    <a:pt x="50" y="8"/>
                    <a:pt x="0" y="78"/>
                    <a:pt x="17" y="148"/>
                  </a:cubicBezTo>
                  <a:cubicBezTo>
                    <a:pt x="17" y="181"/>
                    <a:pt x="33" y="214"/>
                    <a:pt x="66" y="234"/>
                  </a:cubicBezTo>
                  <a:cubicBezTo>
                    <a:pt x="83" y="251"/>
                    <a:pt x="120" y="267"/>
                    <a:pt x="136" y="267"/>
                  </a:cubicBezTo>
                  <a:cubicBezTo>
                    <a:pt x="206" y="251"/>
                    <a:pt x="239" y="181"/>
                    <a:pt x="239" y="111"/>
                  </a:cubicBezTo>
                  <a:cubicBezTo>
                    <a:pt x="223" y="61"/>
                    <a:pt x="206" y="28"/>
                    <a:pt x="169" y="8"/>
                  </a:cubicBezTo>
                  <a:cubicBezTo>
                    <a:pt x="158" y="8"/>
                    <a:pt x="147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1" name="Google Shape;3941;p10"/>
            <p:cNvSpPr/>
            <p:nvPr/>
          </p:nvSpPr>
          <p:spPr>
            <a:xfrm>
              <a:off x="5177050" y="25391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1"/>
                  </a:moveTo>
                  <a:cubicBezTo>
                    <a:pt x="104" y="1"/>
                    <a:pt x="71" y="1"/>
                    <a:pt x="54" y="17"/>
                  </a:cubicBezTo>
                  <a:cubicBezTo>
                    <a:pt x="1" y="71"/>
                    <a:pt x="1" y="157"/>
                    <a:pt x="34" y="207"/>
                  </a:cubicBezTo>
                  <a:cubicBezTo>
                    <a:pt x="54" y="240"/>
                    <a:pt x="87" y="260"/>
                    <a:pt x="104" y="260"/>
                  </a:cubicBezTo>
                  <a:cubicBezTo>
                    <a:pt x="137" y="260"/>
                    <a:pt x="174" y="260"/>
                    <a:pt x="191" y="223"/>
                  </a:cubicBezTo>
                  <a:cubicBezTo>
                    <a:pt x="224" y="207"/>
                    <a:pt x="224" y="174"/>
                    <a:pt x="240" y="137"/>
                  </a:cubicBezTo>
                  <a:cubicBezTo>
                    <a:pt x="240" y="104"/>
                    <a:pt x="224" y="71"/>
                    <a:pt x="207" y="54"/>
                  </a:cubicBezTo>
                  <a:cubicBezTo>
                    <a:pt x="191" y="34"/>
                    <a:pt x="191" y="17"/>
                    <a:pt x="1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2" name="Google Shape;3942;p10"/>
            <p:cNvSpPr/>
            <p:nvPr/>
          </p:nvSpPr>
          <p:spPr>
            <a:xfrm>
              <a:off x="5216125" y="2547325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41" y="0"/>
                  </a:moveTo>
                  <a:cubicBezTo>
                    <a:pt x="120" y="0"/>
                    <a:pt x="87" y="17"/>
                    <a:pt x="71" y="38"/>
                  </a:cubicBezTo>
                  <a:cubicBezTo>
                    <a:pt x="17" y="87"/>
                    <a:pt x="0" y="157"/>
                    <a:pt x="54" y="223"/>
                  </a:cubicBezTo>
                  <a:cubicBezTo>
                    <a:pt x="71" y="244"/>
                    <a:pt x="87" y="260"/>
                    <a:pt x="120" y="260"/>
                  </a:cubicBezTo>
                  <a:cubicBezTo>
                    <a:pt x="131" y="265"/>
                    <a:pt x="140" y="267"/>
                    <a:pt x="148" y="267"/>
                  </a:cubicBezTo>
                  <a:cubicBezTo>
                    <a:pt x="168" y="267"/>
                    <a:pt x="183" y="255"/>
                    <a:pt x="207" y="244"/>
                  </a:cubicBezTo>
                  <a:cubicBezTo>
                    <a:pt x="223" y="223"/>
                    <a:pt x="244" y="190"/>
                    <a:pt x="244" y="157"/>
                  </a:cubicBezTo>
                  <a:cubicBezTo>
                    <a:pt x="244" y="120"/>
                    <a:pt x="244" y="87"/>
                    <a:pt x="223" y="54"/>
                  </a:cubicBezTo>
                  <a:cubicBezTo>
                    <a:pt x="207" y="38"/>
                    <a:pt x="190" y="17"/>
                    <a:pt x="174" y="17"/>
                  </a:cubicBezTo>
                  <a:cubicBezTo>
                    <a:pt x="157" y="17"/>
                    <a:pt x="157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3" name="Google Shape;3943;p10"/>
            <p:cNvSpPr/>
            <p:nvPr/>
          </p:nvSpPr>
          <p:spPr>
            <a:xfrm>
              <a:off x="5205000" y="2627200"/>
              <a:ext cx="6400" cy="6525"/>
            </a:xfrm>
            <a:custGeom>
              <a:avLst/>
              <a:gdLst/>
              <a:ahLst/>
              <a:cxnLst/>
              <a:rect l="l" t="t" r="r" b="b"/>
              <a:pathLst>
                <a:path w="256" h="261" extrusionOk="0">
                  <a:moveTo>
                    <a:pt x="136" y="1"/>
                  </a:moveTo>
                  <a:cubicBezTo>
                    <a:pt x="120" y="1"/>
                    <a:pt x="87" y="17"/>
                    <a:pt x="70" y="38"/>
                  </a:cubicBezTo>
                  <a:cubicBezTo>
                    <a:pt x="17" y="71"/>
                    <a:pt x="0" y="157"/>
                    <a:pt x="50" y="207"/>
                  </a:cubicBezTo>
                  <a:cubicBezTo>
                    <a:pt x="70" y="244"/>
                    <a:pt x="87" y="260"/>
                    <a:pt x="120" y="260"/>
                  </a:cubicBezTo>
                  <a:cubicBezTo>
                    <a:pt x="153" y="260"/>
                    <a:pt x="173" y="260"/>
                    <a:pt x="206" y="244"/>
                  </a:cubicBezTo>
                  <a:cubicBezTo>
                    <a:pt x="256" y="190"/>
                    <a:pt x="256" y="104"/>
                    <a:pt x="223" y="54"/>
                  </a:cubicBezTo>
                  <a:cubicBezTo>
                    <a:pt x="206" y="38"/>
                    <a:pt x="190" y="17"/>
                    <a:pt x="173" y="17"/>
                  </a:cubicBezTo>
                  <a:cubicBezTo>
                    <a:pt x="173" y="1"/>
                    <a:pt x="15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4" name="Google Shape;3944;p10"/>
            <p:cNvSpPr/>
            <p:nvPr/>
          </p:nvSpPr>
          <p:spPr>
            <a:xfrm>
              <a:off x="5205825" y="2611150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116" y="0"/>
                  </a:moveTo>
                  <a:cubicBezTo>
                    <a:pt x="107" y="0"/>
                    <a:pt x="98" y="2"/>
                    <a:pt x="87" y="8"/>
                  </a:cubicBezTo>
                  <a:cubicBezTo>
                    <a:pt x="37" y="8"/>
                    <a:pt x="0" y="78"/>
                    <a:pt x="0" y="144"/>
                  </a:cubicBezTo>
                  <a:cubicBezTo>
                    <a:pt x="0" y="181"/>
                    <a:pt x="17" y="214"/>
                    <a:pt x="54" y="230"/>
                  </a:cubicBezTo>
                  <a:cubicBezTo>
                    <a:pt x="70" y="247"/>
                    <a:pt x="103" y="267"/>
                    <a:pt x="120" y="267"/>
                  </a:cubicBezTo>
                  <a:cubicBezTo>
                    <a:pt x="190" y="247"/>
                    <a:pt x="223" y="181"/>
                    <a:pt x="223" y="111"/>
                  </a:cubicBezTo>
                  <a:cubicBezTo>
                    <a:pt x="223" y="78"/>
                    <a:pt x="206" y="41"/>
                    <a:pt x="173" y="24"/>
                  </a:cubicBezTo>
                  <a:lnTo>
                    <a:pt x="157" y="8"/>
                  </a:lnTo>
                  <a:cubicBezTo>
                    <a:pt x="146" y="8"/>
                    <a:pt x="133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5" name="Google Shape;3945;p10"/>
            <p:cNvSpPr/>
            <p:nvPr/>
          </p:nvSpPr>
          <p:spPr>
            <a:xfrm>
              <a:off x="5159850" y="2587325"/>
              <a:ext cx="6525" cy="6525"/>
            </a:xfrm>
            <a:custGeom>
              <a:avLst/>
              <a:gdLst/>
              <a:ahLst/>
              <a:cxnLst/>
              <a:rect l="l" t="t" r="r" b="b"/>
              <a:pathLst>
                <a:path w="261" h="261" extrusionOk="0">
                  <a:moveTo>
                    <a:pt x="141" y="0"/>
                  </a:moveTo>
                  <a:cubicBezTo>
                    <a:pt x="103" y="0"/>
                    <a:pt x="87" y="17"/>
                    <a:pt x="54" y="33"/>
                  </a:cubicBezTo>
                  <a:cubicBezTo>
                    <a:pt x="21" y="66"/>
                    <a:pt x="0" y="153"/>
                    <a:pt x="37" y="206"/>
                  </a:cubicBezTo>
                  <a:cubicBezTo>
                    <a:pt x="66" y="245"/>
                    <a:pt x="102" y="261"/>
                    <a:pt x="134" y="261"/>
                  </a:cubicBezTo>
                  <a:cubicBezTo>
                    <a:pt x="156" y="261"/>
                    <a:pt x="176" y="253"/>
                    <a:pt x="190" y="239"/>
                  </a:cubicBezTo>
                  <a:cubicBezTo>
                    <a:pt x="244" y="190"/>
                    <a:pt x="260" y="103"/>
                    <a:pt x="206" y="50"/>
                  </a:cubicBezTo>
                  <a:cubicBezTo>
                    <a:pt x="206" y="33"/>
                    <a:pt x="190" y="17"/>
                    <a:pt x="174" y="17"/>
                  </a:cubicBezTo>
                  <a:cubicBezTo>
                    <a:pt x="157" y="0"/>
                    <a:pt x="157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6" name="Google Shape;3946;p10"/>
            <p:cNvSpPr/>
            <p:nvPr/>
          </p:nvSpPr>
          <p:spPr>
            <a:xfrm>
              <a:off x="5157275" y="2637000"/>
              <a:ext cx="6525" cy="6625"/>
            </a:xfrm>
            <a:custGeom>
              <a:avLst/>
              <a:gdLst/>
              <a:ahLst/>
              <a:cxnLst/>
              <a:rect l="l" t="t" r="r" b="b"/>
              <a:pathLst>
                <a:path w="261" h="265" extrusionOk="0">
                  <a:moveTo>
                    <a:pt x="147" y="0"/>
                  </a:moveTo>
                  <a:cubicBezTo>
                    <a:pt x="102" y="0"/>
                    <a:pt x="51" y="33"/>
                    <a:pt x="37" y="91"/>
                  </a:cubicBezTo>
                  <a:cubicBezTo>
                    <a:pt x="0" y="141"/>
                    <a:pt x="37" y="227"/>
                    <a:pt x="87" y="244"/>
                  </a:cubicBezTo>
                  <a:cubicBezTo>
                    <a:pt x="103" y="264"/>
                    <a:pt x="124" y="264"/>
                    <a:pt x="140" y="264"/>
                  </a:cubicBezTo>
                  <a:cubicBezTo>
                    <a:pt x="190" y="264"/>
                    <a:pt x="227" y="227"/>
                    <a:pt x="244" y="178"/>
                  </a:cubicBezTo>
                  <a:cubicBezTo>
                    <a:pt x="260" y="124"/>
                    <a:pt x="244" y="75"/>
                    <a:pt x="206" y="37"/>
                  </a:cubicBezTo>
                  <a:cubicBezTo>
                    <a:pt x="206" y="21"/>
                    <a:pt x="190" y="21"/>
                    <a:pt x="173" y="4"/>
                  </a:cubicBezTo>
                  <a:cubicBezTo>
                    <a:pt x="165" y="2"/>
                    <a:pt x="156" y="0"/>
                    <a:pt x="1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7" name="Google Shape;3947;p10"/>
            <p:cNvSpPr/>
            <p:nvPr/>
          </p:nvSpPr>
          <p:spPr>
            <a:xfrm>
              <a:off x="5163350" y="26193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26" y="0"/>
                  </a:moveTo>
                  <a:cubicBezTo>
                    <a:pt x="81" y="0"/>
                    <a:pt x="31" y="33"/>
                    <a:pt x="17" y="91"/>
                  </a:cubicBezTo>
                  <a:cubicBezTo>
                    <a:pt x="1" y="161"/>
                    <a:pt x="17" y="227"/>
                    <a:pt x="87" y="264"/>
                  </a:cubicBezTo>
                  <a:lnTo>
                    <a:pt x="137" y="264"/>
                  </a:lnTo>
                  <a:cubicBezTo>
                    <a:pt x="170" y="264"/>
                    <a:pt x="207" y="227"/>
                    <a:pt x="223" y="178"/>
                  </a:cubicBezTo>
                  <a:cubicBezTo>
                    <a:pt x="240" y="145"/>
                    <a:pt x="223" y="91"/>
                    <a:pt x="207" y="58"/>
                  </a:cubicBezTo>
                  <a:lnTo>
                    <a:pt x="153" y="4"/>
                  </a:lnTo>
                  <a:cubicBezTo>
                    <a:pt x="145" y="2"/>
                    <a:pt x="136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8" name="Google Shape;3948;p10"/>
            <p:cNvSpPr/>
            <p:nvPr/>
          </p:nvSpPr>
          <p:spPr>
            <a:xfrm>
              <a:off x="5175825" y="2511650"/>
              <a:ext cx="6000" cy="6450"/>
            </a:xfrm>
            <a:custGeom>
              <a:avLst/>
              <a:gdLst/>
              <a:ahLst/>
              <a:cxnLst/>
              <a:rect l="l" t="t" r="r" b="b"/>
              <a:pathLst>
                <a:path w="240" h="258" extrusionOk="0">
                  <a:moveTo>
                    <a:pt x="120" y="1"/>
                  </a:moveTo>
                  <a:cubicBezTo>
                    <a:pt x="83" y="1"/>
                    <a:pt x="66" y="1"/>
                    <a:pt x="33" y="22"/>
                  </a:cubicBezTo>
                  <a:cubicBezTo>
                    <a:pt x="17" y="54"/>
                    <a:pt x="0" y="71"/>
                    <a:pt x="0" y="104"/>
                  </a:cubicBezTo>
                  <a:cubicBezTo>
                    <a:pt x="0" y="141"/>
                    <a:pt x="0" y="174"/>
                    <a:pt x="17" y="207"/>
                  </a:cubicBezTo>
                  <a:cubicBezTo>
                    <a:pt x="46" y="239"/>
                    <a:pt x="82" y="257"/>
                    <a:pt x="117" y="257"/>
                  </a:cubicBezTo>
                  <a:cubicBezTo>
                    <a:pt x="142" y="257"/>
                    <a:pt x="166" y="248"/>
                    <a:pt x="186" y="228"/>
                  </a:cubicBezTo>
                  <a:cubicBezTo>
                    <a:pt x="223" y="191"/>
                    <a:pt x="240" y="104"/>
                    <a:pt x="207" y="54"/>
                  </a:cubicBezTo>
                  <a:cubicBezTo>
                    <a:pt x="186" y="22"/>
                    <a:pt x="169" y="22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9" name="Google Shape;3949;p10"/>
            <p:cNvSpPr/>
            <p:nvPr/>
          </p:nvSpPr>
          <p:spPr>
            <a:xfrm>
              <a:off x="5128925" y="2765125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41" y="0"/>
                  </a:moveTo>
                  <a:cubicBezTo>
                    <a:pt x="124" y="0"/>
                    <a:pt x="87" y="17"/>
                    <a:pt x="71" y="33"/>
                  </a:cubicBezTo>
                  <a:cubicBezTo>
                    <a:pt x="21" y="87"/>
                    <a:pt x="0" y="153"/>
                    <a:pt x="54" y="223"/>
                  </a:cubicBezTo>
                  <a:cubicBezTo>
                    <a:pt x="71" y="239"/>
                    <a:pt x="87" y="256"/>
                    <a:pt x="124" y="256"/>
                  </a:cubicBezTo>
                  <a:cubicBezTo>
                    <a:pt x="134" y="261"/>
                    <a:pt x="142" y="263"/>
                    <a:pt x="150" y="263"/>
                  </a:cubicBezTo>
                  <a:cubicBezTo>
                    <a:pt x="168" y="263"/>
                    <a:pt x="183" y="251"/>
                    <a:pt x="207" y="239"/>
                  </a:cubicBezTo>
                  <a:cubicBezTo>
                    <a:pt x="227" y="206"/>
                    <a:pt x="244" y="190"/>
                    <a:pt x="244" y="153"/>
                  </a:cubicBezTo>
                  <a:cubicBezTo>
                    <a:pt x="244" y="120"/>
                    <a:pt x="244" y="87"/>
                    <a:pt x="227" y="50"/>
                  </a:cubicBezTo>
                  <a:cubicBezTo>
                    <a:pt x="207" y="33"/>
                    <a:pt x="190" y="17"/>
                    <a:pt x="174" y="17"/>
                  </a:cubicBezTo>
                  <a:cubicBezTo>
                    <a:pt x="157" y="17"/>
                    <a:pt x="157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0" name="Google Shape;3950;p10"/>
            <p:cNvSpPr/>
            <p:nvPr/>
          </p:nvSpPr>
          <p:spPr>
            <a:xfrm>
              <a:off x="5262925" y="2614725"/>
              <a:ext cx="3525" cy="6525"/>
            </a:xfrm>
            <a:custGeom>
              <a:avLst/>
              <a:gdLst/>
              <a:ahLst/>
              <a:cxnLst/>
              <a:rect l="l" t="t" r="r" b="b"/>
              <a:pathLst>
                <a:path w="141" h="261" extrusionOk="0">
                  <a:moveTo>
                    <a:pt x="103" y="1"/>
                  </a:moveTo>
                  <a:cubicBezTo>
                    <a:pt x="70" y="21"/>
                    <a:pt x="54" y="54"/>
                    <a:pt x="37" y="87"/>
                  </a:cubicBezTo>
                  <a:cubicBezTo>
                    <a:pt x="0" y="157"/>
                    <a:pt x="37" y="228"/>
                    <a:pt x="87" y="261"/>
                  </a:cubicBezTo>
                  <a:lnTo>
                    <a:pt x="140" y="261"/>
                  </a:lnTo>
                  <a:cubicBezTo>
                    <a:pt x="140" y="174"/>
                    <a:pt x="124" y="87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1" name="Google Shape;3951;p10"/>
            <p:cNvSpPr/>
            <p:nvPr/>
          </p:nvSpPr>
          <p:spPr>
            <a:xfrm>
              <a:off x="5114400" y="276755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25" y="0"/>
                  </a:moveTo>
                  <a:cubicBezTo>
                    <a:pt x="79" y="0"/>
                    <a:pt x="42" y="22"/>
                    <a:pt x="17" y="72"/>
                  </a:cubicBezTo>
                  <a:cubicBezTo>
                    <a:pt x="0" y="142"/>
                    <a:pt x="33" y="229"/>
                    <a:pt x="87" y="245"/>
                  </a:cubicBezTo>
                  <a:cubicBezTo>
                    <a:pt x="103" y="262"/>
                    <a:pt x="120" y="262"/>
                    <a:pt x="136" y="262"/>
                  </a:cubicBezTo>
                  <a:cubicBezTo>
                    <a:pt x="169" y="245"/>
                    <a:pt x="206" y="229"/>
                    <a:pt x="223" y="175"/>
                  </a:cubicBezTo>
                  <a:cubicBezTo>
                    <a:pt x="239" y="126"/>
                    <a:pt x="239" y="72"/>
                    <a:pt x="206" y="39"/>
                  </a:cubicBezTo>
                  <a:cubicBezTo>
                    <a:pt x="190" y="23"/>
                    <a:pt x="190" y="23"/>
                    <a:pt x="169" y="6"/>
                  </a:cubicBezTo>
                  <a:cubicBezTo>
                    <a:pt x="154" y="2"/>
                    <a:pt x="139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2" name="Google Shape;3952;p10"/>
            <p:cNvSpPr/>
            <p:nvPr/>
          </p:nvSpPr>
          <p:spPr>
            <a:xfrm>
              <a:off x="5169325" y="277582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4" y="1"/>
                  </a:moveTo>
                  <a:cubicBezTo>
                    <a:pt x="87" y="1"/>
                    <a:pt x="87" y="17"/>
                    <a:pt x="71" y="17"/>
                  </a:cubicBezTo>
                  <a:cubicBezTo>
                    <a:pt x="34" y="34"/>
                    <a:pt x="1" y="87"/>
                    <a:pt x="1" y="153"/>
                  </a:cubicBezTo>
                  <a:cubicBezTo>
                    <a:pt x="17" y="191"/>
                    <a:pt x="34" y="224"/>
                    <a:pt x="54" y="240"/>
                  </a:cubicBezTo>
                  <a:cubicBezTo>
                    <a:pt x="66" y="252"/>
                    <a:pt x="85" y="265"/>
                    <a:pt x="108" y="265"/>
                  </a:cubicBezTo>
                  <a:cubicBezTo>
                    <a:pt x="117" y="265"/>
                    <a:pt x="127" y="263"/>
                    <a:pt x="137" y="256"/>
                  </a:cubicBezTo>
                  <a:cubicBezTo>
                    <a:pt x="190" y="256"/>
                    <a:pt x="240" y="191"/>
                    <a:pt x="223" y="120"/>
                  </a:cubicBezTo>
                  <a:lnTo>
                    <a:pt x="223" y="87"/>
                  </a:lnTo>
                  <a:cubicBezTo>
                    <a:pt x="207" y="50"/>
                    <a:pt x="190" y="17"/>
                    <a:pt x="157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3" name="Google Shape;3953;p10"/>
            <p:cNvSpPr/>
            <p:nvPr/>
          </p:nvSpPr>
          <p:spPr>
            <a:xfrm>
              <a:off x="5132425" y="2794775"/>
              <a:ext cx="6425" cy="6550"/>
            </a:xfrm>
            <a:custGeom>
              <a:avLst/>
              <a:gdLst/>
              <a:ahLst/>
              <a:cxnLst/>
              <a:rect l="l" t="t" r="r" b="b"/>
              <a:pathLst>
                <a:path w="257" h="262" extrusionOk="0">
                  <a:moveTo>
                    <a:pt x="127" y="1"/>
                  </a:moveTo>
                  <a:cubicBezTo>
                    <a:pt x="87" y="1"/>
                    <a:pt x="46" y="32"/>
                    <a:pt x="34" y="84"/>
                  </a:cubicBezTo>
                  <a:cubicBezTo>
                    <a:pt x="1" y="154"/>
                    <a:pt x="34" y="220"/>
                    <a:pt x="87" y="257"/>
                  </a:cubicBezTo>
                  <a:cubicBezTo>
                    <a:pt x="96" y="260"/>
                    <a:pt x="105" y="261"/>
                    <a:pt x="114" y="261"/>
                  </a:cubicBezTo>
                  <a:cubicBezTo>
                    <a:pt x="160" y="261"/>
                    <a:pt x="212" y="229"/>
                    <a:pt x="240" y="171"/>
                  </a:cubicBezTo>
                  <a:cubicBezTo>
                    <a:pt x="256" y="117"/>
                    <a:pt x="223" y="34"/>
                    <a:pt x="170" y="14"/>
                  </a:cubicBezTo>
                  <a:cubicBezTo>
                    <a:pt x="157" y="5"/>
                    <a:pt x="142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4" name="Google Shape;3954;p10"/>
            <p:cNvSpPr/>
            <p:nvPr/>
          </p:nvSpPr>
          <p:spPr>
            <a:xfrm>
              <a:off x="5094600" y="278572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37" y="1"/>
                  </a:moveTo>
                  <a:cubicBezTo>
                    <a:pt x="104" y="1"/>
                    <a:pt x="71" y="17"/>
                    <a:pt x="54" y="34"/>
                  </a:cubicBezTo>
                  <a:cubicBezTo>
                    <a:pt x="1" y="87"/>
                    <a:pt x="1" y="153"/>
                    <a:pt x="34" y="223"/>
                  </a:cubicBezTo>
                  <a:cubicBezTo>
                    <a:pt x="54" y="251"/>
                    <a:pt x="83" y="263"/>
                    <a:pt x="114" y="263"/>
                  </a:cubicBezTo>
                  <a:cubicBezTo>
                    <a:pt x="140" y="263"/>
                    <a:pt x="166" y="255"/>
                    <a:pt x="190" y="240"/>
                  </a:cubicBezTo>
                  <a:cubicBezTo>
                    <a:pt x="240" y="190"/>
                    <a:pt x="240" y="104"/>
                    <a:pt x="207" y="50"/>
                  </a:cubicBezTo>
                  <a:cubicBezTo>
                    <a:pt x="190" y="34"/>
                    <a:pt x="174" y="17"/>
                    <a:pt x="157" y="17"/>
                  </a:cubicBezTo>
                  <a:cubicBezTo>
                    <a:pt x="157" y="17"/>
                    <a:pt x="137" y="17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5" name="Google Shape;3955;p10"/>
            <p:cNvSpPr/>
            <p:nvPr/>
          </p:nvSpPr>
          <p:spPr>
            <a:xfrm>
              <a:off x="5089450" y="2760475"/>
              <a:ext cx="6525" cy="6450"/>
            </a:xfrm>
            <a:custGeom>
              <a:avLst/>
              <a:gdLst/>
              <a:ahLst/>
              <a:cxnLst/>
              <a:rect l="l" t="t" r="r" b="b"/>
              <a:pathLst>
                <a:path w="261" h="258" extrusionOk="0">
                  <a:moveTo>
                    <a:pt x="129" y="0"/>
                  </a:moveTo>
                  <a:cubicBezTo>
                    <a:pt x="88" y="0"/>
                    <a:pt x="49" y="32"/>
                    <a:pt x="33" y="83"/>
                  </a:cubicBezTo>
                  <a:cubicBezTo>
                    <a:pt x="0" y="149"/>
                    <a:pt x="33" y="219"/>
                    <a:pt x="87" y="252"/>
                  </a:cubicBezTo>
                  <a:cubicBezTo>
                    <a:pt x="100" y="256"/>
                    <a:pt x="113" y="258"/>
                    <a:pt x="124" y="258"/>
                  </a:cubicBezTo>
                  <a:cubicBezTo>
                    <a:pt x="175" y="258"/>
                    <a:pt x="213" y="223"/>
                    <a:pt x="240" y="170"/>
                  </a:cubicBezTo>
                  <a:cubicBezTo>
                    <a:pt x="260" y="100"/>
                    <a:pt x="223" y="29"/>
                    <a:pt x="174" y="13"/>
                  </a:cubicBezTo>
                  <a:cubicBezTo>
                    <a:pt x="159" y="4"/>
                    <a:pt x="144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6" name="Google Shape;3956;p10"/>
            <p:cNvSpPr/>
            <p:nvPr/>
          </p:nvSpPr>
          <p:spPr>
            <a:xfrm>
              <a:off x="5107475" y="2754400"/>
              <a:ext cx="6025" cy="6575"/>
            </a:xfrm>
            <a:custGeom>
              <a:avLst/>
              <a:gdLst/>
              <a:ahLst/>
              <a:cxnLst/>
              <a:rect l="l" t="t" r="r" b="b"/>
              <a:pathLst>
                <a:path w="241" h="263" extrusionOk="0">
                  <a:moveTo>
                    <a:pt x="104" y="0"/>
                  </a:moveTo>
                  <a:cubicBezTo>
                    <a:pt x="71" y="17"/>
                    <a:pt x="55" y="33"/>
                    <a:pt x="34" y="50"/>
                  </a:cubicBezTo>
                  <a:cubicBezTo>
                    <a:pt x="17" y="83"/>
                    <a:pt x="1" y="120"/>
                    <a:pt x="1" y="153"/>
                  </a:cubicBezTo>
                  <a:cubicBezTo>
                    <a:pt x="17" y="186"/>
                    <a:pt x="34" y="223"/>
                    <a:pt x="55" y="239"/>
                  </a:cubicBezTo>
                  <a:cubicBezTo>
                    <a:pt x="66" y="251"/>
                    <a:pt x="86" y="263"/>
                    <a:pt x="108" y="263"/>
                  </a:cubicBezTo>
                  <a:cubicBezTo>
                    <a:pt x="118" y="263"/>
                    <a:pt x="127" y="261"/>
                    <a:pt x="137" y="256"/>
                  </a:cubicBezTo>
                  <a:cubicBezTo>
                    <a:pt x="191" y="256"/>
                    <a:pt x="240" y="186"/>
                    <a:pt x="224" y="120"/>
                  </a:cubicBezTo>
                  <a:cubicBezTo>
                    <a:pt x="224" y="83"/>
                    <a:pt x="207" y="50"/>
                    <a:pt x="191" y="33"/>
                  </a:cubicBezTo>
                  <a:cubicBezTo>
                    <a:pt x="174" y="17"/>
                    <a:pt x="174" y="17"/>
                    <a:pt x="158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7" name="Google Shape;3957;p10"/>
            <p:cNvSpPr/>
            <p:nvPr/>
          </p:nvSpPr>
          <p:spPr>
            <a:xfrm>
              <a:off x="5136250" y="274872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87" y="1"/>
                  </a:moveTo>
                  <a:cubicBezTo>
                    <a:pt x="70" y="1"/>
                    <a:pt x="37" y="21"/>
                    <a:pt x="17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0" y="190"/>
                    <a:pt x="17" y="207"/>
                    <a:pt x="54" y="244"/>
                  </a:cubicBezTo>
                  <a:cubicBezTo>
                    <a:pt x="70" y="260"/>
                    <a:pt x="103" y="260"/>
                    <a:pt x="120" y="260"/>
                  </a:cubicBezTo>
                  <a:cubicBezTo>
                    <a:pt x="190" y="244"/>
                    <a:pt x="223" y="174"/>
                    <a:pt x="223" y="104"/>
                  </a:cubicBezTo>
                  <a:cubicBezTo>
                    <a:pt x="223" y="71"/>
                    <a:pt x="206" y="54"/>
                    <a:pt x="173" y="21"/>
                  </a:cubicBezTo>
                  <a:cubicBezTo>
                    <a:pt x="173" y="21"/>
                    <a:pt x="157" y="2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8" name="Google Shape;3958;p10"/>
            <p:cNvSpPr/>
            <p:nvPr/>
          </p:nvSpPr>
          <p:spPr>
            <a:xfrm>
              <a:off x="5101925" y="2771925"/>
              <a:ext cx="5575" cy="6675"/>
            </a:xfrm>
            <a:custGeom>
              <a:avLst/>
              <a:gdLst/>
              <a:ahLst/>
              <a:cxnLst/>
              <a:rect l="l" t="t" r="r" b="b"/>
              <a:pathLst>
                <a:path w="223" h="267" extrusionOk="0">
                  <a:moveTo>
                    <a:pt x="103" y="0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0" y="190"/>
                    <a:pt x="17" y="227"/>
                    <a:pt x="50" y="243"/>
                  </a:cubicBezTo>
                  <a:cubicBezTo>
                    <a:pt x="64" y="255"/>
                    <a:pt x="85" y="267"/>
                    <a:pt x="108" y="267"/>
                  </a:cubicBezTo>
                  <a:cubicBezTo>
                    <a:pt x="117" y="267"/>
                    <a:pt x="127" y="265"/>
                    <a:pt x="136" y="260"/>
                  </a:cubicBezTo>
                  <a:cubicBezTo>
                    <a:pt x="190" y="260"/>
                    <a:pt x="223" y="190"/>
                    <a:pt x="223" y="124"/>
                  </a:cubicBezTo>
                  <a:cubicBezTo>
                    <a:pt x="223" y="87"/>
                    <a:pt x="206" y="54"/>
                    <a:pt x="173" y="37"/>
                  </a:cubicBezTo>
                  <a:cubicBezTo>
                    <a:pt x="173" y="21"/>
                    <a:pt x="153" y="21"/>
                    <a:pt x="153" y="21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9" name="Google Shape;3959;p10"/>
            <p:cNvSpPr/>
            <p:nvPr/>
          </p:nvSpPr>
          <p:spPr>
            <a:xfrm>
              <a:off x="5097600" y="2817975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29" y="1"/>
                  </a:moveTo>
                  <a:cubicBezTo>
                    <a:pt x="87" y="1"/>
                    <a:pt x="44" y="32"/>
                    <a:pt x="17" y="84"/>
                  </a:cubicBezTo>
                  <a:cubicBezTo>
                    <a:pt x="0" y="154"/>
                    <a:pt x="37" y="220"/>
                    <a:pt x="87" y="257"/>
                  </a:cubicBezTo>
                  <a:lnTo>
                    <a:pt x="140" y="257"/>
                  </a:lnTo>
                  <a:cubicBezTo>
                    <a:pt x="173" y="257"/>
                    <a:pt x="223" y="220"/>
                    <a:pt x="243" y="187"/>
                  </a:cubicBezTo>
                  <a:cubicBezTo>
                    <a:pt x="243" y="137"/>
                    <a:pt x="243" y="84"/>
                    <a:pt x="206" y="51"/>
                  </a:cubicBezTo>
                  <a:cubicBezTo>
                    <a:pt x="206" y="34"/>
                    <a:pt x="190" y="14"/>
                    <a:pt x="173" y="14"/>
                  </a:cubicBezTo>
                  <a:cubicBezTo>
                    <a:pt x="159" y="5"/>
                    <a:pt x="144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0" name="Google Shape;3960;p10"/>
            <p:cNvSpPr/>
            <p:nvPr/>
          </p:nvSpPr>
          <p:spPr>
            <a:xfrm>
              <a:off x="5139750" y="2779125"/>
              <a:ext cx="6400" cy="6550"/>
            </a:xfrm>
            <a:custGeom>
              <a:avLst/>
              <a:gdLst/>
              <a:ahLst/>
              <a:cxnLst/>
              <a:rect l="l" t="t" r="r" b="b"/>
              <a:pathLst>
                <a:path w="256" h="262" extrusionOk="0">
                  <a:moveTo>
                    <a:pt x="142" y="1"/>
                  </a:moveTo>
                  <a:cubicBezTo>
                    <a:pt x="97" y="1"/>
                    <a:pt x="47" y="31"/>
                    <a:pt x="33" y="75"/>
                  </a:cubicBezTo>
                  <a:cubicBezTo>
                    <a:pt x="0" y="145"/>
                    <a:pt x="33" y="228"/>
                    <a:pt x="83" y="248"/>
                  </a:cubicBezTo>
                  <a:cubicBezTo>
                    <a:pt x="101" y="257"/>
                    <a:pt x="119" y="261"/>
                    <a:pt x="135" y="261"/>
                  </a:cubicBezTo>
                  <a:cubicBezTo>
                    <a:pt x="180" y="261"/>
                    <a:pt x="215" y="230"/>
                    <a:pt x="240" y="178"/>
                  </a:cubicBezTo>
                  <a:cubicBezTo>
                    <a:pt x="256" y="108"/>
                    <a:pt x="223" y="42"/>
                    <a:pt x="169" y="5"/>
                  </a:cubicBezTo>
                  <a:cubicBezTo>
                    <a:pt x="161" y="2"/>
                    <a:pt x="151" y="1"/>
                    <a:pt x="1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1" name="Google Shape;3961;p10"/>
            <p:cNvSpPr/>
            <p:nvPr/>
          </p:nvSpPr>
          <p:spPr>
            <a:xfrm>
              <a:off x="5162425" y="2793775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47" y="0"/>
                  </a:moveTo>
                  <a:cubicBezTo>
                    <a:pt x="102" y="0"/>
                    <a:pt x="51" y="33"/>
                    <a:pt x="38" y="91"/>
                  </a:cubicBezTo>
                  <a:cubicBezTo>
                    <a:pt x="0" y="140"/>
                    <a:pt x="38" y="227"/>
                    <a:pt x="87" y="244"/>
                  </a:cubicBezTo>
                  <a:cubicBezTo>
                    <a:pt x="106" y="254"/>
                    <a:pt x="124" y="258"/>
                    <a:pt x="140" y="258"/>
                  </a:cubicBezTo>
                  <a:cubicBezTo>
                    <a:pt x="183" y="258"/>
                    <a:pt x="217" y="226"/>
                    <a:pt x="244" y="178"/>
                  </a:cubicBezTo>
                  <a:cubicBezTo>
                    <a:pt x="260" y="107"/>
                    <a:pt x="227" y="37"/>
                    <a:pt x="174" y="4"/>
                  </a:cubicBezTo>
                  <a:cubicBezTo>
                    <a:pt x="165" y="2"/>
                    <a:pt x="156" y="0"/>
                    <a:pt x="1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2" name="Google Shape;3962;p10"/>
            <p:cNvSpPr/>
            <p:nvPr/>
          </p:nvSpPr>
          <p:spPr>
            <a:xfrm>
              <a:off x="5166350" y="2743150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87" y="1"/>
                  </a:moveTo>
                  <a:cubicBezTo>
                    <a:pt x="33" y="17"/>
                    <a:pt x="0" y="87"/>
                    <a:pt x="0" y="158"/>
                  </a:cubicBezTo>
                  <a:cubicBezTo>
                    <a:pt x="0" y="191"/>
                    <a:pt x="17" y="224"/>
                    <a:pt x="50" y="244"/>
                  </a:cubicBezTo>
                  <a:cubicBezTo>
                    <a:pt x="64" y="256"/>
                    <a:pt x="85" y="267"/>
                    <a:pt x="102" y="267"/>
                  </a:cubicBezTo>
                  <a:cubicBezTo>
                    <a:pt x="109" y="267"/>
                    <a:pt x="115" y="265"/>
                    <a:pt x="120" y="261"/>
                  </a:cubicBezTo>
                  <a:cubicBezTo>
                    <a:pt x="153" y="261"/>
                    <a:pt x="190" y="244"/>
                    <a:pt x="206" y="207"/>
                  </a:cubicBezTo>
                  <a:cubicBezTo>
                    <a:pt x="223" y="191"/>
                    <a:pt x="223" y="158"/>
                    <a:pt x="223" y="120"/>
                  </a:cubicBezTo>
                  <a:cubicBezTo>
                    <a:pt x="223" y="87"/>
                    <a:pt x="206" y="55"/>
                    <a:pt x="173" y="38"/>
                  </a:cubicBezTo>
                  <a:cubicBezTo>
                    <a:pt x="173" y="17"/>
                    <a:pt x="153" y="17"/>
                    <a:pt x="153" y="17"/>
                  </a:cubicBezTo>
                  <a:cubicBezTo>
                    <a:pt x="136" y="1"/>
                    <a:pt x="120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3" name="Google Shape;3963;p10"/>
            <p:cNvSpPr/>
            <p:nvPr/>
          </p:nvSpPr>
          <p:spPr>
            <a:xfrm>
              <a:off x="5153875" y="27762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0"/>
                  </a:moveTo>
                  <a:cubicBezTo>
                    <a:pt x="103" y="0"/>
                    <a:pt x="70" y="0"/>
                    <a:pt x="54" y="33"/>
                  </a:cubicBezTo>
                  <a:cubicBezTo>
                    <a:pt x="0" y="70"/>
                    <a:pt x="0" y="157"/>
                    <a:pt x="33" y="207"/>
                  </a:cubicBezTo>
                  <a:cubicBezTo>
                    <a:pt x="54" y="239"/>
                    <a:pt x="87" y="260"/>
                    <a:pt x="103" y="260"/>
                  </a:cubicBezTo>
                  <a:cubicBezTo>
                    <a:pt x="136" y="260"/>
                    <a:pt x="173" y="260"/>
                    <a:pt x="190" y="239"/>
                  </a:cubicBezTo>
                  <a:cubicBezTo>
                    <a:pt x="239" y="190"/>
                    <a:pt x="239" y="103"/>
                    <a:pt x="206" y="54"/>
                  </a:cubicBezTo>
                  <a:cubicBezTo>
                    <a:pt x="190" y="33"/>
                    <a:pt x="173" y="17"/>
                    <a:pt x="157" y="17"/>
                  </a:cubicBezTo>
                  <a:cubicBezTo>
                    <a:pt x="157" y="0"/>
                    <a:pt x="136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4" name="Google Shape;3964;p10"/>
            <p:cNvSpPr/>
            <p:nvPr/>
          </p:nvSpPr>
          <p:spPr>
            <a:xfrm>
              <a:off x="5159025" y="27603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3" y="0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17" y="190"/>
                    <a:pt x="33" y="223"/>
                    <a:pt x="54" y="240"/>
                  </a:cubicBezTo>
                  <a:cubicBezTo>
                    <a:pt x="66" y="251"/>
                    <a:pt x="85" y="265"/>
                    <a:pt x="107" y="265"/>
                  </a:cubicBezTo>
                  <a:cubicBezTo>
                    <a:pt x="117" y="265"/>
                    <a:pt x="127" y="262"/>
                    <a:pt x="136" y="256"/>
                  </a:cubicBezTo>
                  <a:cubicBezTo>
                    <a:pt x="190" y="256"/>
                    <a:pt x="239" y="190"/>
                    <a:pt x="223" y="120"/>
                  </a:cubicBezTo>
                  <a:cubicBezTo>
                    <a:pt x="223" y="87"/>
                    <a:pt x="207" y="50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5" name="Google Shape;3965;p10"/>
            <p:cNvSpPr/>
            <p:nvPr/>
          </p:nvSpPr>
          <p:spPr>
            <a:xfrm>
              <a:off x="5150875" y="27459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9" y="1"/>
                  </a:moveTo>
                  <a:cubicBezTo>
                    <a:pt x="86" y="1"/>
                    <a:pt x="65" y="13"/>
                    <a:pt x="50" y="28"/>
                  </a:cubicBezTo>
                  <a:cubicBezTo>
                    <a:pt x="1" y="78"/>
                    <a:pt x="1" y="164"/>
                    <a:pt x="34" y="214"/>
                  </a:cubicBezTo>
                  <a:cubicBezTo>
                    <a:pt x="50" y="251"/>
                    <a:pt x="87" y="267"/>
                    <a:pt x="104" y="267"/>
                  </a:cubicBezTo>
                  <a:cubicBezTo>
                    <a:pt x="137" y="267"/>
                    <a:pt x="174" y="251"/>
                    <a:pt x="190" y="234"/>
                  </a:cubicBezTo>
                  <a:cubicBezTo>
                    <a:pt x="223" y="214"/>
                    <a:pt x="223" y="181"/>
                    <a:pt x="240" y="148"/>
                  </a:cubicBezTo>
                  <a:cubicBezTo>
                    <a:pt x="240" y="111"/>
                    <a:pt x="223" y="78"/>
                    <a:pt x="207" y="45"/>
                  </a:cubicBezTo>
                  <a:cubicBezTo>
                    <a:pt x="190" y="28"/>
                    <a:pt x="190" y="28"/>
                    <a:pt x="153" y="7"/>
                  </a:cubicBezTo>
                  <a:lnTo>
                    <a:pt x="137" y="7"/>
                  </a:lnTo>
                  <a:cubicBezTo>
                    <a:pt x="127" y="3"/>
                    <a:pt x="118" y="1"/>
                    <a:pt x="1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6" name="Google Shape;3966;p10"/>
            <p:cNvSpPr/>
            <p:nvPr/>
          </p:nvSpPr>
          <p:spPr>
            <a:xfrm>
              <a:off x="5141800" y="2762350"/>
              <a:ext cx="5700" cy="6600"/>
            </a:xfrm>
            <a:custGeom>
              <a:avLst/>
              <a:gdLst/>
              <a:ahLst/>
              <a:cxnLst/>
              <a:rect l="l" t="t" r="r" b="b"/>
              <a:pathLst>
                <a:path w="228" h="264" extrusionOk="0">
                  <a:moveTo>
                    <a:pt x="123" y="1"/>
                  </a:moveTo>
                  <a:cubicBezTo>
                    <a:pt x="117" y="1"/>
                    <a:pt x="111" y="3"/>
                    <a:pt x="104" y="8"/>
                  </a:cubicBezTo>
                  <a:cubicBezTo>
                    <a:pt x="87" y="8"/>
                    <a:pt x="54" y="25"/>
                    <a:pt x="38" y="41"/>
                  </a:cubicBezTo>
                  <a:cubicBezTo>
                    <a:pt x="21" y="57"/>
                    <a:pt x="1" y="111"/>
                    <a:pt x="21" y="144"/>
                  </a:cubicBezTo>
                  <a:cubicBezTo>
                    <a:pt x="21" y="177"/>
                    <a:pt x="38" y="214"/>
                    <a:pt x="54" y="231"/>
                  </a:cubicBezTo>
                  <a:cubicBezTo>
                    <a:pt x="87" y="247"/>
                    <a:pt x="104" y="264"/>
                    <a:pt x="141" y="264"/>
                  </a:cubicBezTo>
                  <a:cubicBezTo>
                    <a:pt x="190" y="247"/>
                    <a:pt x="228" y="198"/>
                    <a:pt x="228" y="128"/>
                  </a:cubicBezTo>
                  <a:lnTo>
                    <a:pt x="228" y="111"/>
                  </a:lnTo>
                  <a:cubicBezTo>
                    <a:pt x="228" y="57"/>
                    <a:pt x="190" y="25"/>
                    <a:pt x="158" y="8"/>
                  </a:cubicBezTo>
                  <a:cubicBezTo>
                    <a:pt x="147" y="8"/>
                    <a:pt x="136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7" name="Google Shape;3967;p10"/>
            <p:cNvSpPr/>
            <p:nvPr/>
          </p:nvSpPr>
          <p:spPr>
            <a:xfrm>
              <a:off x="5144900" y="27183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20" y="0"/>
                  </a:moveTo>
                  <a:cubicBezTo>
                    <a:pt x="104" y="0"/>
                    <a:pt x="66" y="0"/>
                    <a:pt x="50" y="17"/>
                  </a:cubicBezTo>
                  <a:cubicBezTo>
                    <a:pt x="17" y="50"/>
                    <a:pt x="1" y="66"/>
                    <a:pt x="1" y="103"/>
                  </a:cubicBezTo>
                  <a:cubicBezTo>
                    <a:pt x="1" y="153"/>
                    <a:pt x="17" y="169"/>
                    <a:pt x="34" y="206"/>
                  </a:cubicBezTo>
                  <a:cubicBezTo>
                    <a:pt x="50" y="239"/>
                    <a:pt x="66" y="256"/>
                    <a:pt x="104" y="256"/>
                  </a:cubicBezTo>
                  <a:cubicBezTo>
                    <a:pt x="137" y="256"/>
                    <a:pt x="153" y="239"/>
                    <a:pt x="186" y="223"/>
                  </a:cubicBezTo>
                  <a:cubicBezTo>
                    <a:pt x="223" y="186"/>
                    <a:pt x="240" y="103"/>
                    <a:pt x="207" y="50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8" name="Google Shape;3968;p10"/>
            <p:cNvSpPr/>
            <p:nvPr/>
          </p:nvSpPr>
          <p:spPr>
            <a:xfrm>
              <a:off x="5112650" y="2784925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04" y="1"/>
                  </a:moveTo>
                  <a:cubicBezTo>
                    <a:pt x="87" y="1"/>
                    <a:pt x="70" y="6"/>
                    <a:pt x="54" y="16"/>
                  </a:cubicBezTo>
                  <a:cubicBezTo>
                    <a:pt x="33" y="33"/>
                    <a:pt x="17" y="66"/>
                    <a:pt x="0" y="82"/>
                  </a:cubicBezTo>
                  <a:lnTo>
                    <a:pt x="0" y="169"/>
                  </a:lnTo>
                  <a:cubicBezTo>
                    <a:pt x="17" y="202"/>
                    <a:pt x="33" y="239"/>
                    <a:pt x="70" y="255"/>
                  </a:cubicBezTo>
                  <a:cubicBezTo>
                    <a:pt x="83" y="264"/>
                    <a:pt x="98" y="268"/>
                    <a:pt x="113" y="268"/>
                  </a:cubicBezTo>
                  <a:cubicBezTo>
                    <a:pt x="153" y="268"/>
                    <a:pt x="194" y="237"/>
                    <a:pt x="206" y="185"/>
                  </a:cubicBezTo>
                  <a:cubicBezTo>
                    <a:pt x="239" y="119"/>
                    <a:pt x="206" y="33"/>
                    <a:pt x="157" y="16"/>
                  </a:cubicBezTo>
                  <a:cubicBezTo>
                    <a:pt x="138" y="6"/>
                    <a:pt x="121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9" name="Google Shape;3969;p10"/>
            <p:cNvSpPr/>
            <p:nvPr/>
          </p:nvSpPr>
          <p:spPr>
            <a:xfrm>
              <a:off x="5059350" y="2761300"/>
              <a:ext cx="6525" cy="6750"/>
            </a:xfrm>
            <a:custGeom>
              <a:avLst/>
              <a:gdLst/>
              <a:ahLst/>
              <a:cxnLst/>
              <a:rect l="l" t="t" r="r" b="b"/>
              <a:pathLst>
                <a:path w="261" h="270" extrusionOk="0">
                  <a:moveTo>
                    <a:pt x="122" y="0"/>
                  </a:moveTo>
                  <a:cubicBezTo>
                    <a:pt x="78" y="0"/>
                    <a:pt x="45" y="32"/>
                    <a:pt x="21" y="83"/>
                  </a:cubicBezTo>
                  <a:cubicBezTo>
                    <a:pt x="1" y="153"/>
                    <a:pt x="38" y="240"/>
                    <a:pt x="87" y="256"/>
                  </a:cubicBezTo>
                  <a:cubicBezTo>
                    <a:pt x="101" y="265"/>
                    <a:pt x="116" y="269"/>
                    <a:pt x="131" y="269"/>
                  </a:cubicBezTo>
                  <a:cubicBezTo>
                    <a:pt x="173" y="269"/>
                    <a:pt x="212" y="238"/>
                    <a:pt x="227" y="186"/>
                  </a:cubicBezTo>
                  <a:cubicBezTo>
                    <a:pt x="260" y="116"/>
                    <a:pt x="227" y="34"/>
                    <a:pt x="174" y="13"/>
                  </a:cubicBezTo>
                  <a:cubicBezTo>
                    <a:pt x="155" y="4"/>
                    <a:pt x="138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0" name="Google Shape;3970;p10"/>
            <p:cNvSpPr/>
            <p:nvPr/>
          </p:nvSpPr>
          <p:spPr>
            <a:xfrm>
              <a:off x="5055950" y="27318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11" y="1"/>
                  </a:moveTo>
                  <a:cubicBezTo>
                    <a:pt x="92" y="1"/>
                    <a:pt x="77" y="12"/>
                    <a:pt x="54" y="24"/>
                  </a:cubicBezTo>
                  <a:cubicBezTo>
                    <a:pt x="17" y="78"/>
                    <a:pt x="0" y="160"/>
                    <a:pt x="33" y="214"/>
                  </a:cubicBezTo>
                  <a:cubicBezTo>
                    <a:pt x="71" y="247"/>
                    <a:pt x="87" y="263"/>
                    <a:pt x="120" y="263"/>
                  </a:cubicBezTo>
                  <a:cubicBezTo>
                    <a:pt x="157" y="263"/>
                    <a:pt x="174" y="247"/>
                    <a:pt x="207" y="230"/>
                  </a:cubicBezTo>
                  <a:cubicBezTo>
                    <a:pt x="223" y="214"/>
                    <a:pt x="240" y="181"/>
                    <a:pt x="240" y="144"/>
                  </a:cubicBezTo>
                  <a:cubicBezTo>
                    <a:pt x="240" y="111"/>
                    <a:pt x="240" y="78"/>
                    <a:pt x="223" y="41"/>
                  </a:cubicBezTo>
                  <a:cubicBezTo>
                    <a:pt x="207" y="24"/>
                    <a:pt x="190" y="24"/>
                    <a:pt x="174" y="8"/>
                  </a:cubicBezTo>
                  <a:lnTo>
                    <a:pt x="137" y="8"/>
                  </a:lnTo>
                  <a:cubicBezTo>
                    <a:pt x="127" y="3"/>
                    <a:pt x="119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1" name="Google Shape;3971;p10"/>
            <p:cNvSpPr/>
            <p:nvPr/>
          </p:nvSpPr>
          <p:spPr>
            <a:xfrm>
              <a:off x="5060275" y="28093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50" y="1"/>
                    <a:pt x="1" y="71"/>
                    <a:pt x="17" y="137"/>
                  </a:cubicBezTo>
                  <a:cubicBezTo>
                    <a:pt x="17" y="174"/>
                    <a:pt x="34" y="207"/>
                    <a:pt x="50" y="223"/>
                  </a:cubicBezTo>
                  <a:cubicBezTo>
                    <a:pt x="87" y="256"/>
                    <a:pt x="104" y="256"/>
                    <a:pt x="137" y="256"/>
                  </a:cubicBezTo>
                  <a:cubicBezTo>
                    <a:pt x="170" y="240"/>
                    <a:pt x="190" y="223"/>
                    <a:pt x="207" y="207"/>
                  </a:cubicBezTo>
                  <a:cubicBezTo>
                    <a:pt x="223" y="174"/>
                    <a:pt x="240" y="137"/>
                    <a:pt x="223" y="104"/>
                  </a:cubicBezTo>
                  <a:cubicBezTo>
                    <a:pt x="223" y="71"/>
                    <a:pt x="207" y="34"/>
                    <a:pt x="190" y="17"/>
                  </a:cubicBezTo>
                  <a:cubicBezTo>
                    <a:pt x="170" y="17"/>
                    <a:pt x="170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2" name="Google Shape;3972;p10"/>
            <p:cNvSpPr/>
            <p:nvPr/>
          </p:nvSpPr>
          <p:spPr>
            <a:xfrm>
              <a:off x="5063275" y="2715225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87" y="1"/>
                  </a:moveTo>
                  <a:cubicBezTo>
                    <a:pt x="70" y="21"/>
                    <a:pt x="33" y="38"/>
                    <a:pt x="17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0" y="190"/>
                    <a:pt x="17" y="227"/>
                    <a:pt x="33" y="244"/>
                  </a:cubicBezTo>
                  <a:cubicBezTo>
                    <a:pt x="59" y="256"/>
                    <a:pt x="84" y="267"/>
                    <a:pt x="101" y="267"/>
                  </a:cubicBezTo>
                  <a:cubicBezTo>
                    <a:pt x="109" y="267"/>
                    <a:pt x="115" y="265"/>
                    <a:pt x="120" y="260"/>
                  </a:cubicBezTo>
                  <a:cubicBezTo>
                    <a:pt x="190" y="260"/>
                    <a:pt x="223" y="190"/>
                    <a:pt x="223" y="124"/>
                  </a:cubicBezTo>
                  <a:cubicBezTo>
                    <a:pt x="206" y="87"/>
                    <a:pt x="190" y="54"/>
                    <a:pt x="173" y="38"/>
                  </a:cubicBezTo>
                  <a:cubicBezTo>
                    <a:pt x="173" y="21"/>
                    <a:pt x="153" y="21"/>
                    <a:pt x="153" y="21"/>
                  </a:cubicBezTo>
                  <a:cubicBezTo>
                    <a:pt x="136" y="1"/>
                    <a:pt x="103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3" name="Google Shape;3973;p10"/>
            <p:cNvSpPr/>
            <p:nvPr/>
          </p:nvSpPr>
          <p:spPr>
            <a:xfrm>
              <a:off x="5053375" y="2781400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03" y="1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5" y="215"/>
                    <a:pt x="58" y="263"/>
                    <a:pt x="113" y="263"/>
                  </a:cubicBezTo>
                  <a:cubicBezTo>
                    <a:pt x="120" y="263"/>
                    <a:pt x="128" y="262"/>
                    <a:pt x="136" y="260"/>
                  </a:cubicBezTo>
                  <a:cubicBezTo>
                    <a:pt x="157" y="260"/>
                    <a:pt x="190" y="240"/>
                    <a:pt x="207" y="207"/>
                  </a:cubicBezTo>
                  <a:cubicBezTo>
                    <a:pt x="223" y="174"/>
                    <a:pt x="223" y="137"/>
                    <a:pt x="223" y="104"/>
                  </a:cubicBezTo>
                  <a:cubicBezTo>
                    <a:pt x="223" y="71"/>
                    <a:pt x="207" y="54"/>
                    <a:pt x="190" y="17"/>
                  </a:cubicBezTo>
                  <a:cubicBezTo>
                    <a:pt x="174" y="17"/>
                    <a:pt x="174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4" name="Google Shape;3974;p10"/>
            <p:cNvSpPr/>
            <p:nvPr/>
          </p:nvSpPr>
          <p:spPr>
            <a:xfrm>
              <a:off x="5086050" y="27272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1"/>
                    <a:pt x="0" y="71"/>
                    <a:pt x="0" y="137"/>
                  </a:cubicBezTo>
                  <a:cubicBezTo>
                    <a:pt x="17" y="174"/>
                    <a:pt x="17" y="207"/>
                    <a:pt x="50" y="224"/>
                  </a:cubicBezTo>
                  <a:cubicBezTo>
                    <a:pt x="66" y="261"/>
                    <a:pt x="103" y="261"/>
                    <a:pt x="136" y="261"/>
                  </a:cubicBezTo>
                  <a:cubicBezTo>
                    <a:pt x="190" y="240"/>
                    <a:pt x="239" y="174"/>
                    <a:pt x="223" y="104"/>
                  </a:cubicBezTo>
                  <a:cubicBezTo>
                    <a:pt x="223" y="71"/>
                    <a:pt x="206" y="34"/>
                    <a:pt x="169" y="17"/>
                  </a:cubicBezTo>
                  <a:lnTo>
                    <a:pt x="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5" name="Google Shape;3975;p10"/>
            <p:cNvSpPr/>
            <p:nvPr/>
          </p:nvSpPr>
          <p:spPr>
            <a:xfrm>
              <a:off x="5146150" y="2474750"/>
              <a:ext cx="2175" cy="850"/>
            </a:xfrm>
            <a:custGeom>
              <a:avLst/>
              <a:gdLst/>
              <a:ahLst/>
              <a:cxnLst/>
              <a:rect l="l" t="t" r="r" b="b"/>
              <a:pathLst>
                <a:path w="87" h="34" extrusionOk="0">
                  <a:moveTo>
                    <a:pt x="0" y="1"/>
                  </a:moveTo>
                  <a:cubicBezTo>
                    <a:pt x="5" y="1"/>
                    <a:pt x="11" y="2"/>
                    <a:pt x="18" y="4"/>
                  </a:cubicBezTo>
                  <a:lnTo>
                    <a:pt x="18" y="4"/>
                  </a:lnTo>
                  <a:cubicBezTo>
                    <a:pt x="18" y="3"/>
                    <a:pt x="17" y="2"/>
                    <a:pt x="16" y="1"/>
                  </a:cubicBezTo>
                  <a:close/>
                  <a:moveTo>
                    <a:pt x="18" y="4"/>
                  </a:moveTo>
                  <a:cubicBezTo>
                    <a:pt x="35" y="34"/>
                    <a:pt x="55" y="34"/>
                    <a:pt x="87" y="34"/>
                  </a:cubicBezTo>
                  <a:cubicBezTo>
                    <a:pt x="63" y="22"/>
                    <a:pt x="37" y="10"/>
                    <a:pt x="18" y="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6" name="Google Shape;3976;p10"/>
            <p:cNvSpPr/>
            <p:nvPr/>
          </p:nvSpPr>
          <p:spPr>
            <a:xfrm>
              <a:off x="5104900" y="2460650"/>
              <a:ext cx="5600" cy="4250"/>
            </a:xfrm>
            <a:custGeom>
              <a:avLst/>
              <a:gdLst/>
              <a:ahLst/>
              <a:cxnLst/>
              <a:rect l="l" t="t" r="r" b="b"/>
              <a:pathLst>
                <a:path w="224" h="170" extrusionOk="0">
                  <a:moveTo>
                    <a:pt x="17" y="0"/>
                  </a:moveTo>
                  <a:cubicBezTo>
                    <a:pt x="17" y="17"/>
                    <a:pt x="1" y="33"/>
                    <a:pt x="17" y="66"/>
                  </a:cubicBezTo>
                  <a:cubicBezTo>
                    <a:pt x="17" y="103"/>
                    <a:pt x="34" y="120"/>
                    <a:pt x="54" y="153"/>
                  </a:cubicBezTo>
                  <a:cubicBezTo>
                    <a:pt x="87" y="169"/>
                    <a:pt x="104" y="169"/>
                    <a:pt x="137" y="169"/>
                  </a:cubicBezTo>
                  <a:cubicBezTo>
                    <a:pt x="190" y="153"/>
                    <a:pt x="223" y="120"/>
                    <a:pt x="223" y="50"/>
                  </a:cubicBezTo>
                  <a:cubicBezTo>
                    <a:pt x="158" y="33"/>
                    <a:pt x="87" y="17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7" name="Google Shape;3977;p10"/>
            <p:cNvSpPr/>
            <p:nvPr/>
          </p:nvSpPr>
          <p:spPr>
            <a:xfrm>
              <a:off x="5052950" y="2796850"/>
              <a:ext cx="4775" cy="6525"/>
            </a:xfrm>
            <a:custGeom>
              <a:avLst/>
              <a:gdLst/>
              <a:ahLst/>
              <a:cxnLst/>
              <a:rect l="l" t="t" r="r" b="b"/>
              <a:pathLst>
                <a:path w="191" h="261" extrusionOk="0">
                  <a:moveTo>
                    <a:pt x="50" y="1"/>
                  </a:moveTo>
                  <a:cubicBezTo>
                    <a:pt x="34" y="1"/>
                    <a:pt x="17" y="17"/>
                    <a:pt x="1" y="34"/>
                  </a:cubicBezTo>
                  <a:lnTo>
                    <a:pt x="1" y="224"/>
                  </a:lnTo>
                  <a:lnTo>
                    <a:pt x="1" y="240"/>
                  </a:lnTo>
                  <a:cubicBezTo>
                    <a:pt x="34" y="261"/>
                    <a:pt x="50" y="261"/>
                    <a:pt x="87" y="261"/>
                  </a:cubicBezTo>
                  <a:cubicBezTo>
                    <a:pt x="120" y="261"/>
                    <a:pt x="137" y="240"/>
                    <a:pt x="153" y="207"/>
                  </a:cubicBezTo>
                  <a:cubicBezTo>
                    <a:pt x="174" y="174"/>
                    <a:pt x="191" y="137"/>
                    <a:pt x="191" y="104"/>
                  </a:cubicBezTo>
                  <a:cubicBezTo>
                    <a:pt x="174" y="71"/>
                    <a:pt x="153" y="55"/>
                    <a:pt x="137" y="17"/>
                  </a:cubicBezTo>
                  <a:cubicBezTo>
                    <a:pt x="137" y="17"/>
                    <a:pt x="120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8" name="Google Shape;3978;p10"/>
            <p:cNvSpPr/>
            <p:nvPr/>
          </p:nvSpPr>
          <p:spPr>
            <a:xfrm>
              <a:off x="5079975" y="2789550"/>
              <a:ext cx="5675" cy="6500"/>
            </a:xfrm>
            <a:custGeom>
              <a:avLst/>
              <a:gdLst/>
              <a:ahLst/>
              <a:cxnLst/>
              <a:rect l="l" t="t" r="r" b="b"/>
              <a:pathLst>
                <a:path w="227" h="260" extrusionOk="0">
                  <a:moveTo>
                    <a:pt x="87" y="0"/>
                  </a:moveTo>
                  <a:cubicBezTo>
                    <a:pt x="37" y="17"/>
                    <a:pt x="0" y="87"/>
                    <a:pt x="0" y="157"/>
                  </a:cubicBezTo>
                  <a:cubicBezTo>
                    <a:pt x="0" y="190"/>
                    <a:pt x="21" y="206"/>
                    <a:pt x="54" y="243"/>
                  </a:cubicBezTo>
                  <a:cubicBezTo>
                    <a:pt x="70" y="260"/>
                    <a:pt x="103" y="260"/>
                    <a:pt x="124" y="260"/>
                  </a:cubicBezTo>
                  <a:cubicBezTo>
                    <a:pt x="190" y="243"/>
                    <a:pt x="227" y="173"/>
                    <a:pt x="227" y="103"/>
                  </a:cubicBezTo>
                  <a:cubicBezTo>
                    <a:pt x="227" y="70"/>
                    <a:pt x="206" y="54"/>
                    <a:pt x="173" y="17"/>
                  </a:cubicBezTo>
                  <a:cubicBezTo>
                    <a:pt x="173" y="17"/>
                    <a:pt x="157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9" name="Google Shape;3979;p10"/>
            <p:cNvSpPr/>
            <p:nvPr/>
          </p:nvSpPr>
          <p:spPr>
            <a:xfrm>
              <a:off x="5071825" y="2684825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20" y="0"/>
                  </a:moveTo>
                  <a:cubicBezTo>
                    <a:pt x="87" y="0"/>
                    <a:pt x="70" y="17"/>
                    <a:pt x="37" y="33"/>
                  </a:cubicBezTo>
                  <a:cubicBezTo>
                    <a:pt x="17" y="50"/>
                    <a:pt x="0" y="83"/>
                    <a:pt x="0" y="120"/>
                  </a:cubicBezTo>
                  <a:cubicBezTo>
                    <a:pt x="0" y="153"/>
                    <a:pt x="0" y="186"/>
                    <a:pt x="17" y="206"/>
                  </a:cubicBezTo>
                  <a:cubicBezTo>
                    <a:pt x="37" y="239"/>
                    <a:pt x="70" y="256"/>
                    <a:pt x="103" y="256"/>
                  </a:cubicBezTo>
                  <a:cubicBezTo>
                    <a:pt x="120" y="256"/>
                    <a:pt x="157" y="256"/>
                    <a:pt x="174" y="239"/>
                  </a:cubicBezTo>
                  <a:cubicBezTo>
                    <a:pt x="223" y="186"/>
                    <a:pt x="244" y="103"/>
                    <a:pt x="190" y="50"/>
                  </a:cubicBezTo>
                  <a:cubicBezTo>
                    <a:pt x="190" y="33"/>
                    <a:pt x="174" y="17"/>
                    <a:pt x="157" y="17"/>
                  </a:cubicBezTo>
                  <a:cubicBezTo>
                    <a:pt x="141" y="0"/>
                    <a:pt x="14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0" name="Google Shape;3980;p10"/>
            <p:cNvSpPr/>
            <p:nvPr/>
          </p:nvSpPr>
          <p:spPr>
            <a:xfrm>
              <a:off x="5077400" y="2809325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40" y="1"/>
                  </a:moveTo>
                  <a:cubicBezTo>
                    <a:pt x="103" y="1"/>
                    <a:pt x="70" y="17"/>
                    <a:pt x="54" y="34"/>
                  </a:cubicBezTo>
                  <a:cubicBezTo>
                    <a:pt x="21" y="50"/>
                    <a:pt x="21" y="87"/>
                    <a:pt x="0" y="120"/>
                  </a:cubicBezTo>
                  <a:cubicBezTo>
                    <a:pt x="0" y="153"/>
                    <a:pt x="21" y="190"/>
                    <a:pt x="37" y="207"/>
                  </a:cubicBezTo>
                  <a:cubicBezTo>
                    <a:pt x="56" y="248"/>
                    <a:pt x="88" y="265"/>
                    <a:pt x="121" y="265"/>
                  </a:cubicBezTo>
                  <a:cubicBezTo>
                    <a:pt x="144" y="265"/>
                    <a:pt x="169" y="256"/>
                    <a:pt x="190" y="240"/>
                  </a:cubicBezTo>
                  <a:cubicBezTo>
                    <a:pt x="243" y="190"/>
                    <a:pt x="243" y="104"/>
                    <a:pt x="206" y="50"/>
                  </a:cubicBezTo>
                  <a:cubicBezTo>
                    <a:pt x="190" y="34"/>
                    <a:pt x="173" y="17"/>
                    <a:pt x="157" y="17"/>
                  </a:cubicBezTo>
                  <a:cubicBezTo>
                    <a:pt x="157" y="1"/>
                    <a:pt x="140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1" name="Google Shape;3981;p10"/>
            <p:cNvSpPr/>
            <p:nvPr/>
          </p:nvSpPr>
          <p:spPr>
            <a:xfrm>
              <a:off x="5081300" y="2773575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40" y="0"/>
                  </a:moveTo>
                  <a:cubicBezTo>
                    <a:pt x="86" y="0"/>
                    <a:pt x="45" y="33"/>
                    <a:pt x="17" y="91"/>
                  </a:cubicBezTo>
                  <a:cubicBezTo>
                    <a:pt x="1" y="140"/>
                    <a:pt x="34" y="227"/>
                    <a:pt x="87" y="243"/>
                  </a:cubicBezTo>
                  <a:cubicBezTo>
                    <a:pt x="101" y="254"/>
                    <a:pt x="116" y="258"/>
                    <a:pt x="131" y="258"/>
                  </a:cubicBezTo>
                  <a:cubicBezTo>
                    <a:pt x="171" y="258"/>
                    <a:pt x="211" y="225"/>
                    <a:pt x="223" y="177"/>
                  </a:cubicBezTo>
                  <a:cubicBezTo>
                    <a:pt x="256" y="107"/>
                    <a:pt x="223" y="37"/>
                    <a:pt x="174" y="4"/>
                  </a:cubicBezTo>
                  <a:cubicBezTo>
                    <a:pt x="162" y="1"/>
                    <a:pt x="150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2" name="Google Shape;3982;p10"/>
            <p:cNvSpPr/>
            <p:nvPr/>
          </p:nvSpPr>
          <p:spPr>
            <a:xfrm>
              <a:off x="5067075" y="2776250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04" y="0"/>
                  </a:moveTo>
                  <a:cubicBezTo>
                    <a:pt x="38" y="17"/>
                    <a:pt x="1" y="87"/>
                    <a:pt x="1" y="157"/>
                  </a:cubicBezTo>
                  <a:cubicBezTo>
                    <a:pt x="21" y="190"/>
                    <a:pt x="38" y="223"/>
                    <a:pt x="54" y="239"/>
                  </a:cubicBezTo>
                  <a:cubicBezTo>
                    <a:pt x="66" y="254"/>
                    <a:pt x="86" y="267"/>
                    <a:pt x="110" y="267"/>
                  </a:cubicBezTo>
                  <a:cubicBezTo>
                    <a:pt x="120" y="267"/>
                    <a:pt x="130" y="265"/>
                    <a:pt x="141" y="260"/>
                  </a:cubicBezTo>
                  <a:cubicBezTo>
                    <a:pt x="190" y="260"/>
                    <a:pt x="244" y="190"/>
                    <a:pt x="227" y="120"/>
                  </a:cubicBezTo>
                  <a:cubicBezTo>
                    <a:pt x="227" y="87"/>
                    <a:pt x="207" y="54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0"/>
                    <a:pt x="124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3" name="Google Shape;3983;p10"/>
            <p:cNvSpPr/>
            <p:nvPr/>
          </p:nvSpPr>
          <p:spPr>
            <a:xfrm>
              <a:off x="5068825" y="2729050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104" y="0"/>
                  </a:moveTo>
                  <a:cubicBezTo>
                    <a:pt x="71" y="0"/>
                    <a:pt x="54" y="17"/>
                    <a:pt x="34" y="33"/>
                  </a:cubicBezTo>
                  <a:cubicBezTo>
                    <a:pt x="17" y="66"/>
                    <a:pt x="1" y="103"/>
                    <a:pt x="1" y="153"/>
                  </a:cubicBezTo>
                  <a:cubicBezTo>
                    <a:pt x="17" y="190"/>
                    <a:pt x="34" y="206"/>
                    <a:pt x="54" y="239"/>
                  </a:cubicBezTo>
                  <a:cubicBezTo>
                    <a:pt x="71" y="256"/>
                    <a:pt x="104" y="256"/>
                    <a:pt x="137" y="256"/>
                  </a:cubicBezTo>
                  <a:cubicBezTo>
                    <a:pt x="190" y="239"/>
                    <a:pt x="223" y="190"/>
                    <a:pt x="223" y="120"/>
                  </a:cubicBezTo>
                  <a:lnTo>
                    <a:pt x="223" y="103"/>
                  </a:lnTo>
                  <a:cubicBezTo>
                    <a:pt x="223" y="66"/>
                    <a:pt x="190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4" name="Google Shape;3984;p10"/>
            <p:cNvSpPr/>
            <p:nvPr/>
          </p:nvSpPr>
          <p:spPr>
            <a:xfrm>
              <a:off x="5066675" y="27925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0" y="1"/>
                  </a:moveTo>
                  <a:cubicBezTo>
                    <a:pt x="103" y="1"/>
                    <a:pt x="70" y="1"/>
                    <a:pt x="54" y="21"/>
                  </a:cubicBezTo>
                  <a:cubicBezTo>
                    <a:pt x="0" y="71"/>
                    <a:pt x="0" y="157"/>
                    <a:pt x="37" y="207"/>
                  </a:cubicBezTo>
                  <a:cubicBezTo>
                    <a:pt x="54" y="244"/>
                    <a:pt x="87" y="261"/>
                    <a:pt x="103" y="261"/>
                  </a:cubicBezTo>
                  <a:cubicBezTo>
                    <a:pt x="140" y="261"/>
                    <a:pt x="173" y="261"/>
                    <a:pt x="190" y="228"/>
                  </a:cubicBezTo>
                  <a:cubicBezTo>
                    <a:pt x="243" y="190"/>
                    <a:pt x="243" y="104"/>
                    <a:pt x="206" y="54"/>
                  </a:cubicBezTo>
                  <a:cubicBezTo>
                    <a:pt x="190" y="38"/>
                    <a:pt x="190" y="2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5" name="Google Shape;3985;p10"/>
            <p:cNvSpPr/>
            <p:nvPr/>
          </p:nvSpPr>
          <p:spPr>
            <a:xfrm>
              <a:off x="5066675" y="2745825"/>
              <a:ext cx="6500" cy="6525"/>
            </a:xfrm>
            <a:custGeom>
              <a:avLst/>
              <a:gdLst/>
              <a:ahLst/>
              <a:cxnLst/>
              <a:rect l="l" t="t" r="r" b="b"/>
              <a:pathLst>
                <a:path w="260" h="261" extrusionOk="0">
                  <a:moveTo>
                    <a:pt x="129" y="1"/>
                  </a:moveTo>
                  <a:cubicBezTo>
                    <a:pt x="88" y="1"/>
                    <a:pt x="49" y="32"/>
                    <a:pt x="37" y="84"/>
                  </a:cubicBezTo>
                  <a:cubicBezTo>
                    <a:pt x="0" y="154"/>
                    <a:pt x="37" y="220"/>
                    <a:pt x="87" y="257"/>
                  </a:cubicBezTo>
                  <a:cubicBezTo>
                    <a:pt x="99" y="260"/>
                    <a:pt x="110" y="261"/>
                    <a:pt x="121" y="261"/>
                  </a:cubicBezTo>
                  <a:cubicBezTo>
                    <a:pt x="173" y="261"/>
                    <a:pt x="213" y="228"/>
                    <a:pt x="243" y="170"/>
                  </a:cubicBezTo>
                  <a:cubicBezTo>
                    <a:pt x="260" y="100"/>
                    <a:pt x="223" y="34"/>
                    <a:pt x="173" y="13"/>
                  </a:cubicBezTo>
                  <a:cubicBezTo>
                    <a:pt x="159" y="5"/>
                    <a:pt x="144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6" name="Google Shape;3986;p10"/>
            <p:cNvSpPr/>
            <p:nvPr/>
          </p:nvSpPr>
          <p:spPr>
            <a:xfrm>
              <a:off x="5124700" y="278002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32" y="0"/>
                  </a:moveTo>
                  <a:cubicBezTo>
                    <a:pt x="79" y="0"/>
                    <a:pt x="30" y="35"/>
                    <a:pt x="17" y="88"/>
                  </a:cubicBezTo>
                  <a:cubicBezTo>
                    <a:pt x="0" y="159"/>
                    <a:pt x="33" y="229"/>
                    <a:pt x="87" y="262"/>
                  </a:cubicBezTo>
                  <a:cubicBezTo>
                    <a:pt x="95" y="264"/>
                    <a:pt x="104" y="266"/>
                    <a:pt x="114" y="266"/>
                  </a:cubicBezTo>
                  <a:cubicBezTo>
                    <a:pt x="159" y="266"/>
                    <a:pt x="209" y="233"/>
                    <a:pt x="223" y="175"/>
                  </a:cubicBezTo>
                  <a:cubicBezTo>
                    <a:pt x="240" y="109"/>
                    <a:pt x="223" y="39"/>
                    <a:pt x="169" y="6"/>
                  </a:cubicBezTo>
                  <a:cubicBezTo>
                    <a:pt x="157" y="2"/>
                    <a:pt x="145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7" name="Google Shape;3987;p10"/>
            <p:cNvSpPr/>
            <p:nvPr/>
          </p:nvSpPr>
          <p:spPr>
            <a:xfrm>
              <a:off x="5068425" y="2824475"/>
              <a:ext cx="5175" cy="2100"/>
            </a:xfrm>
            <a:custGeom>
              <a:avLst/>
              <a:gdLst/>
              <a:ahLst/>
              <a:cxnLst/>
              <a:rect l="l" t="t" r="r" b="b"/>
              <a:pathLst>
                <a:path w="207" h="84" extrusionOk="0">
                  <a:moveTo>
                    <a:pt x="120" y="1"/>
                  </a:moveTo>
                  <a:cubicBezTo>
                    <a:pt x="108" y="1"/>
                    <a:pt x="95" y="5"/>
                    <a:pt x="87" y="13"/>
                  </a:cubicBezTo>
                  <a:cubicBezTo>
                    <a:pt x="70" y="13"/>
                    <a:pt x="33" y="30"/>
                    <a:pt x="17" y="63"/>
                  </a:cubicBezTo>
                  <a:lnTo>
                    <a:pt x="0" y="83"/>
                  </a:lnTo>
                  <a:lnTo>
                    <a:pt x="206" y="83"/>
                  </a:lnTo>
                  <a:cubicBezTo>
                    <a:pt x="206" y="63"/>
                    <a:pt x="190" y="46"/>
                    <a:pt x="173" y="30"/>
                  </a:cubicBezTo>
                  <a:lnTo>
                    <a:pt x="153" y="13"/>
                  </a:lnTo>
                  <a:cubicBezTo>
                    <a:pt x="145" y="5"/>
                    <a:pt x="132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8" name="Google Shape;3988;p10"/>
            <p:cNvSpPr/>
            <p:nvPr/>
          </p:nvSpPr>
          <p:spPr>
            <a:xfrm>
              <a:off x="5263425" y="2665025"/>
              <a:ext cx="2100" cy="5600"/>
            </a:xfrm>
            <a:custGeom>
              <a:avLst/>
              <a:gdLst/>
              <a:ahLst/>
              <a:cxnLst/>
              <a:rect l="l" t="t" r="r" b="b"/>
              <a:pathLst>
                <a:path w="84" h="224" extrusionOk="0">
                  <a:moveTo>
                    <a:pt x="83" y="1"/>
                  </a:moveTo>
                  <a:lnTo>
                    <a:pt x="83" y="1"/>
                  </a:lnTo>
                  <a:cubicBezTo>
                    <a:pt x="34" y="34"/>
                    <a:pt x="1" y="87"/>
                    <a:pt x="17" y="153"/>
                  </a:cubicBezTo>
                  <a:cubicBezTo>
                    <a:pt x="17" y="174"/>
                    <a:pt x="34" y="207"/>
                    <a:pt x="50" y="223"/>
                  </a:cubicBezTo>
                  <a:cubicBezTo>
                    <a:pt x="50" y="153"/>
                    <a:pt x="67" y="87"/>
                    <a:pt x="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9" name="Google Shape;3989;p10"/>
            <p:cNvSpPr/>
            <p:nvPr/>
          </p:nvSpPr>
          <p:spPr>
            <a:xfrm>
              <a:off x="5085625" y="2821800"/>
              <a:ext cx="6000" cy="4250"/>
            </a:xfrm>
            <a:custGeom>
              <a:avLst/>
              <a:gdLst/>
              <a:ahLst/>
              <a:cxnLst/>
              <a:rect l="l" t="t" r="r" b="b"/>
              <a:pathLst>
                <a:path w="240" h="170" extrusionOk="0">
                  <a:moveTo>
                    <a:pt x="104" y="1"/>
                  </a:moveTo>
                  <a:cubicBezTo>
                    <a:pt x="50" y="17"/>
                    <a:pt x="1" y="87"/>
                    <a:pt x="17" y="153"/>
                  </a:cubicBezTo>
                  <a:lnTo>
                    <a:pt x="17" y="170"/>
                  </a:lnTo>
                  <a:cubicBezTo>
                    <a:pt x="83" y="170"/>
                    <a:pt x="170" y="153"/>
                    <a:pt x="240" y="153"/>
                  </a:cubicBezTo>
                  <a:lnTo>
                    <a:pt x="240" y="120"/>
                  </a:lnTo>
                  <a:cubicBezTo>
                    <a:pt x="223" y="87"/>
                    <a:pt x="223" y="50"/>
                    <a:pt x="186" y="34"/>
                  </a:cubicBezTo>
                  <a:cubicBezTo>
                    <a:pt x="186" y="17"/>
                    <a:pt x="170" y="17"/>
                    <a:pt x="170" y="17"/>
                  </a:cubicBezTo>
                  <a:cubicBezTo>
                    <a:pt x="153" y="1"/>
                    <a:pt x="137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0" name="Google Shape;3990;p10"/>
            <p:cNvSpPr/>
            <p:nvPr/>
          </p:nvSpPr>
          <p:spPr>
            <a:xfrm>
              <a:off x="5253125" y="2602225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24" y="0"/>
                  </a:moveTo>
                  <a:cubicBezTo>
                    <a:pt x="79" y="0"/>
                    <a:pt x="30" y="35"/>
                    <a:pt x="17" y="88"/>
                  </a:cubicBezTo>
                  <a:cubicBezTo>
                    <a:pt x="1" y="159"/>
                    <a:pt x="17" y="229"/>
                    <a:pt x="83" y="262"/>
                  </a:cubicBezTo>
                  <a:lnTo>
                    <a:pt x="137" y="262"/>
                  </a:lnTo>
                  <a:cubicBezTo>
                    <a:pt x="170" y="262"/>
                    <a:pt x="207" y="229"/>
                    <a:pt x="223" y="175"/>
                  </a:cubicBezTo>
                  <a:cubicBezTo>
                    <a:pt x="240" y="126"/>
                    <a:pt x="223" y="72"/>
                    <a:pt x="207" y="39"/>
                  </a:cubicBezTo>
                  <a:cubicBezTo>
                    <a:pt x="186" y="39"/>
                    <a:pt x="170" y="23"/>
                    <a:pt x="153" y="6"/>
                  </a:cubicBezTo>
                  <a:cubicBezTo>
                    <a:pt x="144" y="2"/>
                    <a:pt x="134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1" name="Google Shape;3991;p10"/>
            <p:cNvSpPr/>
            <p:nvPr/>
          </p:nvSpPr>
          <p:spPr>
            <a:xfrm>
              <a:off x="5250950" y="2619725"/>
              <a:ext cx="6025" cy="6600"/>
            </a:xfrm>
            <a:custGeom>
              <a:avLst/>
              <a:gdLst/>
              <a:ahLst/>
              <a:cxnLst/>
              <a:rect l="l" t="t" r="r" b="b"/>
              <a:pathLst>
                <a:path w="241" h="264" extrusionOk="0">
                  <a:moveTo>
                    <a:pt x="126" y="0"/>
                  </a:moveTo>
                  <a:cubicBezTo>
                    <a:pt x="103" y="0"/>
                    <a:pt x="82" y="13"/>
                    <a:pt x="67" y="28"/>
                  </a:cubicBezTo>
                  <a:cubicBezTo>
                    <a:pt x="34" y="44"/>
                    <a:pt x="17" y="61"/>
                    <a:pt x="17" y="94"/>
                  </a:cubicBezTo>
                  <a:cubicBezTo>
                    <a:pt x="1" y="110"/>
                    <a:pt x="1" y="147"/>
                    <a:pt x="17" y="180"/>
                  </a:cubicBezTo>
                  <a:cubicBezTo>
                    <a:pt x="17" y="213"/>
                    <a:pt x="50" y="234"/>
                    <a:pt x="88" y="250"/>
                  </a:cubicBezTo>
                  <a:cubicBezTo>
                    <a:pt x="101" y="259"/>
                    <a:pt x="115" y="263"/>
                    <a:pt x="130" y="263"/>
                  </a:cubicBezTo>
                  <a:cubicBezTo>
                    <a:pt x="170" y="263"/>
                    <a:pt x="212" y="232"/>
                    <a:pt x="224" y="180"/>
                  </a:cubicBezTo>
                  <a:cubicBezTo>
                    <a:pt x="240" y="110"/>
                    <a:pt x="224" y="44"/>
                    <a:pt x="154" y="7"/>
                  </a:cubicBezTo>
                  <a:cubicBezTo>
                    <a:pt x="144" y="2"/>
                    <a:pt x="135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2" name="Google Shape;3992;p10"/>
            <p:cNvSpPr/>
            <p:nvPr/>
          </p:nvSpPr>
          <p:spPr>
            <a:xfrm>
              <a:off x="5112225" y="2817475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20" y="1"/>
                  </a:moveTo>
                  <a:cubicBezTo>
                    <a:pt x="87" y="1"/>
                    <a:pt x="71" y="1"/>
                    <a:pt x="34" y="34"/>
                  </a:cubicBezTo>
                  <a:cubicBezTo>
                    <a:pt x="17" y="54"/>
                    <a:pt x="1" y="87"/>
                    <a:pt x="1" y="120"/>
                  </a:cubicBezTo>
                  <a:cubicBezTo>
                    <a:pt x="1" y="157"/>
                    <a:pt x="1" y="190"/>
                    <a:pt x="17" y="207"/>
                  </a:cubicBezTo>
                  <a:cubicBezTo>
                    <a:pt x="87" y="190"/>
                    <a:pt x="153" y="190"/>
                    <a:pt x="207" y="174"/>
                  </a:cubicBezTo>
                  <a:cubicBezTo>
                    <a:pt x="223" y="137"/>
                    <a:pt x="223" y="87"/>
                    <a:pt x="190" y="54"/>
                  </a:cubicBezTo>
                  <a:cubicBezTo>
                    <a:pt x="190" y="34"/>
                    <a:pt x="174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3" name="Google Shape;3993;p10"/>
            <p:cNvSpPr/>
            <p:nvPr/>
          </p:nvSpPr>
          <p:spPr>
            <a:xfrm>
              <a:off x="5247050" y="266720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03" y="0"/>
                  </a:moveTo>
                  <a:cubicBezTo>
                    <a:pt x="54" y="17"/>
                    <a:pt x="0" y="87"/>
                    <a:pt x="17" y="153"/>
                  </a:cubicBezTo>
                  <a:cubicBezTo>
                    <a:pt x="17" y="190"/>
                    <a:pt x="37" y="223"/>
                    <a:pt x="70" y="239"/>
                  </a:cubicBezTo>
                  <a:cubicBezTo>
                    <a:pt x="82" y="251"/>
                    <a:pt x="102" y="263"/>
                    <a:pt x="120" y="263"/>
                  </a:cubicBezTo>
                  <a:cubicBezTo>
                    <a:pt x="127" y="263"/>
                    <a:pt x="134" y="261"/>
                    <a:pt x="141" y="256"/>
                  </a:cubicBezTo>
                  <a:cubicBezTo>
                    <a:pt x="206" y="256"/>
                    <a:pt x="244" y="190"/>
                    <a:pt x="244" y="120"/>
                  </a:cubicBezTo>
                  <a:cubicBezTo>
                    <a:pt x="223" y="66"/>
                    <a:pt x="206" y="33"/>
                    <a:pt x="173" y="17"/>
                  </a:cubicBezTo>
                  <a:cubicBezTo>
                    <a:pt x="157" y="0"/>
                    <a:pt x="141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4" name="Google Shape;3994;p10"/>
            <p:cNvSpPr/>
            <p:nvPr/>
          </p:nvSpPr>
          <p:spPr>
            <a:xfrm>
              <a:off x="5250550" y="265215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37" y="0"/>
                  </a:moveTo>
                  <a:cubicBezTo>
                    <a:pt x="104" y="0"/>
                    <a:pt x="66" y="17"/>
                    <a:pt x="50" y="33"/>
                  </a:cubicBezTo>
                  <a:cubicBezTo>
                    <a:pt x="33" y="50"/>
                    <a:pt x="17" y="87"/>
                    <a:pt x="17" y="120"/>
                  </a:cubicBezTo>
                  <a:cubicBezTo>
                    <a:pt x="1" y="153"/>
                    <a:pt x="17" y="190"/>
                    <a:pt x="33" y="223"/>
                  </a:cubicBezTo>
                  <a:cubicBezTo>
                    <a:pt x="50" y="240"/>
                    <a:pt x="83" y="256"/>
                    <a:pt x="104" y="256"/>
                  </a:cubicBezTo>
                  <a:cubicBezTo>
                    <a:pt x="113" y="262"/>
                    <a:pt x="123" y="265"/>
                    <a:pt x="133" y="265"/>
                  </a:cubicBezTo>
                  <a:cubicBezTo>
                    <a:pt x="155" y="265"/>
                    <a:pt x="174" y="251"/>
                    <a:pt x="186" y="240"/>
                  </a:cubicBezTo>
                  <a:cubicBezTo>
                    <a:pt x="240" y="190"/>
                    <a:pt x="240" y="103"/>
                    <a:pt x="207" y="50"/>
                  </a:cubicBezTo>
                  <a:cubicBezTo>
                    <a:pt x="186" y="33"/>
                    <a:pt x="170" y="17"/>
                    <a:pt x="153" y="17"/>
                  </a:cubicBezTo>
                  <a:lnTo>
                    <a:pt x="1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5" name="Google Shape;3995;p10"/>
            <p:cNvSpPr/>
            <p:nvPr/>
          </p:nvSpPr>
          <p:spPr>
            <a:xfrm>
              <a:off x="5236325" y="26528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28" y="0"/>
                  </a:moveTo>
                  <a:cubicBezTo>
                    <a:pt x="81" y="0"/>
                    <a:pt x="31" y="30"/>
                    <a:pt x="17" y="74"/>
                  </a:cubicBezTo>
                  <a:cubicBezTo>
                    <a:pt x="1" y="145"/>
                    <a:pt x="17" y="227"/>
                    <a:pt x="87" y="248"/>
                  </a:cubicBezTo>
                  <a:cubicBezTo>
                    <a:pt x="104" y="264"/>
                    <a:pt x="120" y="264"/>
                    <a:pt x="137" y="264"/>
                  </a:cubicBezTo>
                  <a:cubicBezTo>
                    <a:pt x="174" y="248"/>
                    <a:pt x="207" y="227"/>
                    <a:pt x="223" y="178"/>
                  </a:cubicBezTo>
                  <a:cubicBezTo>
                    <a:pt x="240" y="124"/>
                    <a:pt x="223" y="74"/>
                    <a:pt x="207" y="41"/>
                  </a:cubicBezTo>
                  <a:cubicBezTo>
                    <a:pt x="190" y="21"/>
                    <a:pt x="174" y="21"/>
                    <a:pt x="157" y="4"/>
                  </a:cubicBezTo>
                  <a:cubicBezTo>
                    <a:pt x="148" y="1"/>
                    <a:pt x="138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6" name="Google Shape;3996;p10"/>
            <p:cNvSpPr/>
            <p:nvPr/>
          </p:nvSpPr>
          <p:spPr>
            <a:xfrm>
              <a:off x="5214875" y="2766350"/>
              <a:ext cx="3025" cy="3525"/>
            </a:xfrm>
            <a:custGeom>
              <a:avLst/>
              <a:gdLst/>
              <a:ahLst/>
              <a:cxnLst/>
              <a:rect l="l" t="t" r="r" b="b"/>
              <a:pathLst>
                <a:path w="121" h="141" extrusionOk="0">
                  <a:moveTo>
                    <a:pt x="121" y="1"/>
                  </a:moveTo>
                  <a:cubicBezTo>
                    <a:pt x="104" y="1"/>
                    <a:pt x="104" y="1"/>
                    <a:pt x="88" y="17"/>
                  </a:cubicBezTo>
                  <a:cubicBezTo>
                    <a:pt x="34" y="17"/>
                    <a:pt x="1" y="71"/>
                    <a:pt x="1" y="141"/>
                  </a:cubicBezTo>
                  <a:cubicBezTo>
                    <a:pt x="34" y="87"/>
                    <a:pt x="67" y="54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7" name="Google Shape;3997;p10"/>
            <p:cNvSpPr/>
            <p:nvPr/>
          </p:nvSpPr>
          <p:spPr>
            <a:xfrm>
              <a:off x="5238500" y="2728925"/>
              <a:ext cx="5175" cy="6525"/>
            </a:xfrm>
            <a:custGeom>
              <a:avLst/>
              <a:gdLst/>
              <a:ahLst/>
              <a:cxnLst/>
              <a:rect l="l" t="t" r="r" b="b"/>
              <a:pathLst>
                <a:path w="207" h="261" extrusionOk="0">
                  <a:moveTo>
                    <a:pt x="125" y="1"/>
                  </a:moveTo>
                  <a:cubicBezTo>
                    <a:pt x="80" y="1"/>
                    <a:pt x="30" y="30"/>
                    <a:pt x="17" y="71"/>
                  </a:cubicBezTo>
                  <a:cubicBezTo>
                    <a:pt x="0" y="141"/>
                    <a:pt x="17" y="228"/>
                    <a:pt x="87" y="244"/>
                  </a:cubicBezTo>
                  <a:lnTo>
                    <a:pt x="103" y="261"/>
                  </a:lnTo>
                  <a:lnTo>
                    <a:pt x="103" y="228"/>
                  </a:lnTo>
                  <a:cubicBezTo>
                    <a:pt x="136" y="174"/>
                    <a:pt x="173" y="108"/>
                    <a:pt x="206" y="55"/>
                  </a:cubicBezTo>
                  <a:cubicBezTo>
                    <a:pt x="190" y="38"/>
                    <a:pt x="173" y="22"/>
                    <a:pt x="153" y="5"/>
                  </a:cubicBezTo>
                  <a:cubicBezTo>
                    <a:pt x="144" y="2"/>
                    <a:pt x="134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8" name="Google Shape;3998;p10"/>
            <p:cNvSpPr/>
            <p:nvPr/>
          </p:nvSpPr>
          <p:spPr>
            <a:xfrm>
              <a:off x="5245800" y="2713200"/>
              <a:ext cx="5600" cy="6375"/>
            </a:xfrm>
            <a:custGeom>
              <a:avLst/>
              <a:gdLst/>
              <a:ahLst/>
              <a:cxnLst/>
              <a:rect l="l" t="t" r="r" b="b"/>
              <a:pathLst>
                <a:path w="224" h="255" extrusionOk="0">
                  <a:moveTo>
                    <a:pt x="110" y="1"/>
                  </a:moveTo>
                  <a:cubicBezTo>
                    <a:pt x="70" y="1"/>
                    <a:pt x="29" y="34"/>
                    <a:pt x="17" y="82"/>
                  </a:cubicBezTo>
                  <a:cubicBezTo>
                    <a:pt x="1" y="152"/>
                    <a:pt x="17" y="222"/>
                    <a:pt x="87" y="255"/>
                  </a:cubicBezTo>
                  <a:lnTo>
                    <a:pt x="137" y="255"/>
                  </a:lnTo>
                  <a:cubicBezTo>
                    <a:pt x="153" y="205"/>
                    <a:pt x="191" y="135"/>
                    <a:pt x="223" y="65"/>
                  </a:cubicBezTo>
                  <a:cubicBezTo>
                    <a:pt x="207" y="49"/>
                    <a:pt x="191" y="16"/>
                    <a:pt x="153" y="16"/>
                  </a:cubicBezTo>
                  <a:cubicBezTo>
                    <a:pt x="140" y="6"/>
                    <a:pt x="125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9" name="Google Shape;3999;p10"/>
            <p:cNvSpPr/>
            <p:nvPr/>
          </p:nvSpPr>
          <p:spPr>
            <a:xfrm>
              <a:off x="5256525" y="2680075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137" y="1"/>
                  </a:moveTo>
                  <a:cubicBezTo>
                    <a:pt x="120" y="1"/>
                    <a:pt x="87" y="17"/>
                    <a:pt x="50" y="34"/>
                  </a:cubicBezTo>
                  <a:cubicBezTo>
                    <a:pt x="17" y="67"/>
                    <a:pt x="1" y="153"/>
                    <a:pt x="50" y="207"/>
                  </a:cubicBezTo>
                  <a:cubicBezTo>
                    <a:pt x="71" y="240"/>
                    <a:pt x="87" y="256"/>
                    <a:pt x="120" y="256"/>
                  </a:cubicBezTo>
                  <a:cubicBezTo>
                    <a:pt x="137" y="256"/>
                    <a:pt x="174" y="256"/>
                    <a:pt x="190" y="240"/>
                  </a:cubicBezTo>
                  <a:cubicBezTo>
                    <a:pt x="207" y="190"/>
                    <a:pt x="207" y="137"/>
                    <a:pt x="223" y="67"/>
                  </a:cubicBezTo>
                  <a:lnTo>
                    <a:pt x="223" y="50"/>
                  </a:lnTo>
                  <a:cubicBezTo>
                    <a:pt x="207" y="34"/>
                    <a:pt x="190" y="17"/>
                    <a:pt x="174" y="17"/>
                  </a:cubicBezTo>
                  <a:cubicBezTo>
                    <a:pt x="153" y="1"/>
                    <a:pt x="153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0" name="Google Shape;4000;p10"/>
            <p:cNvSpPr/>
            <p:nvPr/>
          </p:nvSpPr>
          <p:spPr>
            <a:xfrm>
              <a:off x="5140150" y="2809750"/>
              <a:ext cx="5600" cy="5575"/>
            </a:xfrm>
            <a:custGeom>
              <a:avLst/>
              <a:gdLst/>
              <a:ahLst/>
              <a:cxnLst/>
              <a:rect l="l" t="t" r="r" b="b"/>
              <a:pathLst>
                <a:path w="224" h="223" extrusionOk="0">
                  <a:moveTo>
                    <a:pt x="104" y="0"/>
                  </a:moveTo>
                  <a:cubicBezTo>
                    <a:pt x="50" y="17"/>
                    <a:pt x="1" y="70"/>
                    <a:pt x="17" y="157"/>
                  </a:cubicBezTo>
                  <a:cubicBezTo>
                    <a:pt x="17" y="173"/>
                    <a:pt x="34" y="206"/>
                    <a:pt x="50" y="223"/>
                  </a:cubicBezTo>
                  <a:cubicBezTo>
                    <a:pt x="104" y="206"/>
                    <a:pt x="170" y="173"/>
                    <a:pt x="224" y="157"/>
                  </a:cubicBezTo>
                  <a:lnTo>
                    <a:pt x="224" y="103"/>
                  </a:lnTo>
                  <a:cubicBezTo>
                    <a:pt x="224" y="70"/>
                    <a:pt x="207" y="33"/>
                    <a:pt x="191" y="17"/>
                  </a:cubicBezTo>
                  <a:cubicBezTo>
                    <a:pt x="170" y="17"/>
                    <a:pt x="17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1" name="Google Shape;4001;p10"/>
            <p:cNvSpPr/>
            <p:nvPr/>
          </p:nvSpPr>
          <p:spPr>
            <a:xfrm>
              <a:off x="5194675" y="2783450"/>
              <a:ext cx="4375" cy="3550"/>
            </a:xfrm>
            <a:custGeom>
              <a:avLst/>
              <a:gdLst/>
              <a:ahLst/>
              <a:cxnLst/>
              <a:rect l="l" t="t" r="r" b="b"/>
              <a:pathLst>
                <a:path w="175" h="142" extrusionOk="0">
                  <a:moveTo>
                    <a:pt x="127" y="1"/>
                  </a:moveTo>
                  <a:cubicBezTo>
                    <a:pt x="82" y="1"/>
                    <a:pt x="31" y="34"/>
                    <a:pt x="17" y="92"/>
                  </a:cubicBezTo>
                  <a:cubicBezTo>
                    <a:pt x="17" y="108"/>
                    <a:pt x="1" y="125"/>
                    <a:pt x="17" y="141"/>
                  </a:cubicBezTo>
                  <a:cubicBezTo>
                    <a:pt x="71" y="108"/>
                    <a:pt x="120" y="55"/>
                    <a:pt x="174" y="22"/>
                  </a:cubicBezTo>
                  <a:cubicBezTo>
                    <a:pt x="174" y="22"/>
                    <a:pt x="174" y="5"/>
                    <a:pt x="153" y="5"/>
                  </a:cubicBezTo>
                  <a:cubicBezTo>
                    <a:pt x="145" y="2"/>
                    <a:pt x="136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2" name="Google Shape;4002;p10"/>
            <p:cNvSpPr/>
            <p:nvPr/>
          </p:nvSpPr>
          <p:spPr>
            <a:xfrm>
              <a:off x="5126350" y="2814900"/>
              <a:ext cx="5700" cy="4775"/>
            </a:xfrm>
            <a:custGeom>
              <a:avLst/>
              <a:gdLst/>
              <a:ahLst/>
              <a:cxnLst/>
              <a:rect l="l" t="t" r="r" b="b"/>
              <a:pathLst>
                <a:path w="228" h="191" extrusionOk="0">
                  <a:moveTo>
                    <a:pt x="103" y="0"/>
                  </a:moveTo>
                  <a:cubicBezTo>
                    <a:pt x="38" y="0"/>
                    <a:pt x="0" y="71"/>
                    <a:pt x="21" y="137"/>
                  </a:cubicBezTo>
                  <a:lnTo>
                    <a:pt x="21" y="190"/>
                  </a:lnTo>
                  <a:cubicBezTo>
                    <a:pt x="87" y="174"/>
                    <a:pt x="157" y="157"/>
                    <a:pt x="227" y="120"/>
                  </a:cubicBezTo>
                  <a:lnTo>
                    <a:pt x="227" y="104"/>
                  </a:lnTo>
                  <a:cubicBezTo>
                    <a:pt x="227" y="71"/>
                    <a:pt x="207" y="33"/>
                    <a:pt x="190" y="17"/>
                  </a:cubicBezTo>
                  <a:cubicBezTo>
                    <a:pt x="174" y="17"/>
                    <a:pt x="174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3" name="Google Shape;4003;p10"/>
            <p:cNvSpPr/>
            <p:nvPr/>
          </p:nvSpPr>
          <p:spPr>
            <a:xfrm>
              <a:off x="5154700" y="2806850"/>
              <a:ext cx="4750" cy="3325"/>
            </a:xfrm>
            <a:custGeom>
              <a:avLst/>
              <a:gdLst/>
              <a:ahLst/>
              <a:cxnLst/>
              <a:rect l="l" t="t" r="r" b="b"/>
              <a:pathLst>
                <a:path w="190" h="133" extrusionOk="0">
                  <a:moveTo>
                    <a:pt x="113" y="0"/>
                  </a:moveTo>
                  <a:cubicBezTo>
                    <a:pt x="72" y="0"/>
                    <a:pt x="33" y="32"/>
                    <a:pt x="21" y="83"/>
                  </a:cubicBezTo>
                  <a:cubicBezTo>
                    <a:pt x="0" y="100"/>
                    <a:pt x="0" y="116"/>
                    <a:pt x="0" y="133"/>
                  </a:cubicBezTo>
                  <a:cubicBezTo>
                    <a:pt x="70" y="100"/>
                    <a:pt x="140" y="83"/>
                    <a:pt x="190" y="46"/>
                  </a:cubicBezTo>
                  <a:cubicBezTo>
                    <a:pt x="190" y="30"/>
                    <a:pt x="173" y="13"/>
                    <a:pt x="157" y="13"/>
                  </a:cubicBezTo>
                  <a:cubicBezTo>
                    <a:pt x="143" y="4"/>
                    <a:pt x="128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4" name="Google Shape;4004;p10"/>
            <p:cNvSpPr/>
            <p:nvPr/>
          </p:nvSpPr>
          <p:spPr>
            <a:xfrm>
              <a:off x="5174075" y="27586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70" y="0"/>
                    <a:pt x="33" y="17"/>
                    <a:pt x="17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17" y="190"/>
                    <a:pt x="17" y="206"/>
                    <a:pt x="50" y="244"/>
                  </a:cubicBezTo>
                  <a:cubicBezTo>
                    <a:pt x="70" y="260"/>
                    <a:pt x="103" y="260"/>
                    <a:pt x="136" y="260"/>
                  </a:cubicBezTo>
                  <a:cubicBezTo>
                    <a:pt x="190" y="244"/>
                    <a:pt x="239" y="174"/>
                    <a:pt x="223" y="103"/>
                  </a:cubicBezTo>
                  <a:cubicBezTo>
                    <a:pt x="223" y="70"/>
                    <a:pt x="206" y="54"/>
                    <a:pt x="173" y="17"/>
                  </a:cubicBezTo>
                  <a:cubicBezTo>
                    <a:pt x="173" y="17"/>
                    <a:pt x="153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5" name="Google Shape;4005;p10"/>
            <p:cNvSpPr/>
            <p:nvPr/>
          </p:nvSpPr>
          <p:spPr>
            <a:xfrm>
              <a:off x="5180450" y="2787900"/>
              <a:ext cx="6125" cy="6400"/>
            </a:xfrm>
            <a:custGeom>
              <a:avLst/>
              <a:gdLst/>
              <a:ahLst/>
              <a:cxnLst/>
              <a:rect l="l" t="t" r="r" b="b"/>
              <a:pathLst>
                <a:path w="245" h="256" extrusionOk="0">
                  <a:moveTo>
                    <a:pt x="104" y="0"/>
                  </a:moveTo>
                  <a:cubicBezTo>
                    <a:pt x="71" y="0"/>
                    <a:pt x="55" y="17"/>
                    <a:pt x="38" y="50"/>
                  </a:cubicBezTo>
                  <a:cubicBezTo>
                    <a:pt x="22" y="83"/>
                    <a:pt x="1" y="120"/>
                    <a:pt x="22" y="153"/>
                  </a:cubicBezTo>
                  <a:cubicBezTo>
                    <a:pt x="22" y="186"/>
                    <a:pt x="38" y="206"/>
                    <a:pt x="55" y="239"/>
                  </a:cubicBezTo>
                  <a:cubicBezTo>
                    <a:pt x="88" y="256"/>
                    <a:pt x="104" y="256"/>
                    <a:pt x="141" y="256"/>
                  </a:cubicBezTo>
                  <a:cubicBezTo>
                    <a:pt x="207" y="239"/>
                    <a:pt x="244" y="169"/>
                    <a:pt x="228" y="103"/>
                  </a:cubicBezTo>
                  <a:cubicBezTo>
                    <a:pt x="228" y="66"/>
                    <a:pt x="207" y="50"/>
                    <a:pt x="191" y="17"/>
                  </a:cubicBezTo>
                  <a:cubicBezTo>
                    <a:pt x="174" y="17"/>
                    <a:pt x="174" y="17"/>
                    <a:pt x="1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6" name="Google Shape;4006;p10"/>
            <p:cNvSpPr/>
            <p:nvPr/>
          </p:nvSpPr>
          <p:spPr>
            <a:xfrm>
              <a:off x="5185625" y="2723575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31" y="1"/>
                  </a:moveTo>
                  <a:cubicBezTo>
                    <a:pt x="123" y="1"/>
                    <a:pt x="113" y="5"/>
                    <a:pt x="103" y="13"/>
                  </a:cubicBezTo>
                  <a:cubicBezTo>
                    <a:pt x="37" y="13"/>
                    <a:pt x="0" y="79"/>
                    <a:pt x="0" y="149"/>
                  </a:cubicBezTo>
                  <a:cubicBezTo>
                    <a:pt x="21" y="182"/>
                    <a:pt x="37" y="219"/>
                    <a:pt x="54" y="236"/>
                  </a:cubicBezTo>
                  <a:cubicBezTo>
                    <a:pt x="65" y="247"/>
                    <a:pt x="85" y="259"/>
                    <a:pt x="109" y="259"/>
                  </a:cubicBezTo>
                  <a:cubicBezTo>
                    <a:pt x="119" y="259"/>
                    <a:pt x="129" y="257"/>
                    <a:pt x="140" y="252"/>
                  </a:cubicBezTo>
                  <a:cubicBezTo>
                    <a:pt x="190" y="252"/>
                    <a:pt x="243" y="182"/>
                    <a:pt x="227" y="116"/>
                  </a:cubicBezTo>
                  <a:cubicBezTo>
                    <a:pt x="227" y="79"/>
                    <a:pt x="206" y="46"/>
                    <a:pt x="190" y="29"/>
                  </a:cubicBezTo>
                  <a:cubicBezTo>
                    <a:pt x="173" y="13"/>
                    <a:pt x="173" y="13"/>
                    <a:pt x="157" y="13"/>
                  </a:cubicBezTo>
                  <a:cubicBezTo>
                    <a:pt x="148" y="5"/>
                    <a:pt x="140" y="1"/>
                    <a:pt x="1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7" name="Google Shape;4007;p10"/>
            <p:cNvSpPr/>
            <p:nvPr/>
          </p:nvSpPr>
          <p:spPr>
            <a:xfrm>
              <a:off x="5184800" y="2771100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36" y="0"/>
                  </a:moveTo>
                  <a:cubicBezTo>
                    <a:pt x="103" y="0"/>
                    <a:pt x="70" y="0"/>
                    <a:pt x="54" y="17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4" y="239"/>
                    <a:pt x="70" y="260"/>
                    <a:pt x="103" y="260"/>
                  </a:cubicBezTo>
                  <a:cubicBezTo>
                    <a:pt x="136" y="260"/>
                    <a:pt x="173" y="239"/>
                    <a:pt x="190" y="223"/>
                  </a:cubicBezTo>
                  <a:cubicBezTo>
                    <a:pt x="206" y="206"/>
                    <a:pt x="223" y="173"/>
                    <a:pt x="223" y="136"/>
                  </a:cubicBezTo>
                  <a:cubicBezTo>
                    <a:pt x="223" y="103"/>
                    <a:pt x="223" y="70"/>
                    <a:pt x="206" y="54"/>
                  </a:cubicBezTo>
                  <a:cubicBezTo>
                    <a:pt x="190" y="17"/>
                    <a:pt x="173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8" name="Google Shape;4008;p10"/>
            <p:cNvSpPr/>
            <p:nvPr/>
          </p:nvSpPr>
          <p:spPr>
            <a:xfrm>
              <a:off x="5187375" y="2707650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11" y="0"/>
                  </a:moveTo>
                  <a:cubicBezTo>
                    <a:pt x="69" y="0"/>
                    <a:pt x="29" y="33"/>
                    <a:pt x="17" y="81"/>
                  </a:cubicBezTo>
                  <a:cubicBezTo>
                    <a:pt x="0" y="151"/>
                    <a:pt x="17" y="221"/>
                    <a:pt x="70" y="254"/>
                  </a:cubicBezTo>
                  <a:cubicBezTo>
                    <a:pt x="82" y="257"/>
                    <a:pt x="94" y="258"/>
                    <a:pt x="105" y="258"/>
                  </a:cubicBezTo>
                  <a:cubicBezTo>
                    <a:pt x="159" y="258"/>
                    <a:pt x="209" y="228"/>
                    <a:pt x="223" y="184"/>
                  </a:cubicBezTo>
                  <a:cubicBezTo>
                    <a:pt x="239" y="118"/>
                    <a:pt x="206" y="31"/>
                    <a:pt x="157" y="15"/>
                  </a:cubicBezTo>
                  <a:cubicBezTo>
                    <a:pt x="142" y="5"/>
                    <a:pt x="126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9" name="Google Shape;4009;p10"/>
            <p:cNvSpPr/>
            <p:nvPr/>
          </p:nvSpPr>
          <p:spPr>
            <a:xfrm>
              <a:off x="5084300" y="2647500"/>
              <a:ext cx="6500" cy="6525"/>
            </a:xfrm>
            <a:custGeom>
              <a:avLst/>
              <a:gdLst/>
              <a:ahLst/>
              <a:cxnLst/>
              <a:rect l="l" t="t" r="r" b="b"/>
              <a:pathLst>
                <a:path w="260" h="261" extrusionOk="0">
                  <a:moveTo>
                    <a:pt x="122" y="0"/>
                  </a:moveTo>
                  <a:cubicBezTo>
                    <a:pt x="78" y="0"/>
                    <a:pt x="44" y="32"/>
                    <a:pt x="17" y="83"/>
                  </a:cubicBezTo>
                  <a:cubicBezTo>
                    <a:pt x="0" y="153"/>
                    <a:pt x="33" y="219"/>
                    <a:pt x="87" y="256"/>
                  </a:cubicBezTo>
                  <a:cubicBezTo>
                    <a:pt x="95" y="259"/>
                    <a:pt x="103" y="260"/>
                    <a:pt x="112" y="260"/>
                  </a:cubicBezTo>
                  <a:cubicBezTo>
                    <a:pt x="157" y="260"/>
                    <a:pt x="209" y="225"/>
                    <a:pt x="223" y="170"/>
                  </a:cubicBezTo>
                  <a:cubicBezTo>
                    <a:pt x="260" y="116"/>
                    <a:pt x="223" y="30"/>
                    <a:pt x="173" y="13"/>
                  </a:cubicBezTo>
                  <a:cubicBezTo>
                    <a:pt x="155" y="4"/>
                    <a:pt x="138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0" name="Google Shape;4010;p10"/>
            <p:cNvSpPr/>
            <p:nvPr/>
          </p:nvSpPr>
          <p:spPr>
            <a:xfrm>
              <a:off x="5183550" y="2743400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93" y="1"/>
                  </a:moveTo>
                  <a:cubicBezTo>
                    <a:pt x="72" y="1"/>
                    <a:pt x="57" y="13"/>
                    <a:pt x="34" y="28"/>
                  </a:cubicBezTo>
                  <a:cubicBezTo>
                    <a:pt x="17" y="61"/>
                    <a:pt x="1" y="77"/>
                    <a:pt x="1" y="110"/>
                  </a:cubicBezTo>
                  <a:cubicBezTo>
                    <a:pt x="1" y="148"/>
                    <a:pt x="1" y="181"/>
                    <a:pt x="17" y="214"/>
                  </a:cubicBezTo>
                  <a:cubicBezTo>
                    <a:pt x="36" y="245"/>
                    <a:pt x="69" y="264"/>
                    <a:pt x="102" y="264"/>
                  </a:cubicBezTo>
                  <a:cubicBezTo>
                    <a:pt x="125" y="264"/>
                    <a:pt x="149" y="255"/>
                    <a:pt x="170" y="234"/>
                  </a:cubicBezTo>
                  <a:cubicBezTo>
                    <a:pt x="223" y="181"/>
                    <a:pt x="223" y="110"/>
                    <a:pt x="186" y="45"/>
                  </a:cubicBezTo>
                  <a:cubicBezTo>
                    <a:pt x="186" y="28"/>
                    <a:pt x="170" y="28"/>
                    <a:pt x="153" y="7"/>
                  </a:cubicBezTo>
                  <a:lnTo>
                    <a:pt x="120" y="7"/>
                  </a:lnTo>
                  <a:cubicBezTo>
                    <a:pt x="110" y="3"/>
                    <a:pt x="101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1" name="Google Shape;4011;p10"/>
            <p:cNvSpPr/>
            <p:nvPr/>
          </p:nvSpPr>
          <p:spPr>
            <a:xfrm>
              <a:off x="5174475" y="266297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29" y="0"/>
                  </a:moveTo>
                  <a:cubicBezTo>
                    <a:pt x="120" y="0"/>
                    <a:pt x="112" y="4"/>
                    <a:pt x="104" y="13"/>
                  </a:cubicBezTo>
                  <a:cubicBezTo>
                    <a:pt x="87" y="13"/>
                    <a:pt x="71" y="29"/>
                    <a:pt x="54" y="50"/>
                  </a:cubicBezTo>
                  <a:cubicBezTo>
                    <a:pt x="17" y="66"/>
                    <a:pt x="1" y="116"/>
                    <a:pt x="17" y="153"/>
                  </a:cubicBezTo>
                  <a:cubicBezTo>
                    <a:pt x="17" y="186"/>
                    <a:pt x="34" y="219"/>
                    <a:pt x="54" y="235"/>
                  </a:cubicBezTo>
                  <a:cubicBezTo>
                    <a:pt x="78" y="250"/>
                    <a:pt x="93" y="263"/>
                    <a:pt x="112" y="263"/>
                  </a:cubicBezTo>
                  <a:cubicBezTo>
                    <a:pt x="119" y="263"/>
                    <a:pt x="127" y="261"/>
                    <a:pt x="137" y="256"/>
                  </a:cubicBezTo>
                  <a:cubicBezTo>
                    <a:pt x="190" y="256"/>
                    <a:pt x="240" y="186"/>
                    <a:pt x="240" y="132"/>
                  </a:cubicBezTo>
                  <a:cubicBezTo>
                    <a:pt x="240" y="116"/>
                    <a:pt x="240" y="116"/>
                    <a:pt x="223" y="116"/>
                  </a:cubicBezTo>
                  <a:cubicBezTo>
                    <a:pt x="223" y="66"/>
                    <a:pt x="207" y="29"/>
                    <a:pt x="157" y="13"/>
                  </a:cubicBezTo>
                  <a:cubicBezTo>
                    <a:pt x="147" y="4"/>
                    <a:pt x="138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2" name="Google Shape;4012;p10"/>
            <p:cNvSpPr/>
            <p:nvPr/>
          </p:nvSpPr>
          <p:spPr>
            <a:xfrm>
              <a:off x="5177475" y="2618900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09" y="0"/>
                  </a:moveTo>
                  <a:cubicBezTo>
                    <a:pt x="86" y="0"/>
                    <a:pt x="66" y="12"/>
                    <a:pt x="54" y="23"/>
                  </a:cubicBezTo>
                  <a:cubicBezTo>
                    <a:pt x="17" y="61"/>
                    <a:pt x="17" y="77"/>
                    <a:pt x="0" y="110"/>
                  </a:cubicBezTo>
                  <a:cubicBezTo>
                    <a:pt x="0" y="143"/>
                    <a:pt x="17" y="180"/>
                    <a:pt x="37" y="213"/>
                  </a:cubicBezTo>
                  <a:cubicBezTo>
                    <a:pt x="54" y="230"/>
                    <a:pt x="70" y="246"/>
                    <a:pt x="103" y="267"/>
                  </a:cubicBezTo>
                  <a:cubicBezTo>
                    <a:pt x="141" y="267"/>
                    <a:pt x="174" y="246"/>
                    <a:pt x="190" y="230"/>
                  </a:cubicBezTo>
                  <a:cubicBezTo>
                    <a:pt x="244" y="180"/>
                    <a:pt x="244" y="110"/>
                    <a:pt x="207" y="40"/>
                  </a:cubicBezTo>
                  <a:cubicBezTo>
                    <a:pt x="190" y="23"/>
                    <a:pt x="174" y="23"/>
                    <a:pt x="157" y="7"/>
                  </a:cubicBezTo>
                  <a:lnTo>
                    <a:pt x="141" y="7"/>
                  </a:lnTo>
                  <a:cubicBezTo>
                    <a:pt x="130" y="2"/>
                    <a:pt x="119" y="0"/>
                    <a:pt x="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3" name="Google Shape;4013;p10"/>
            <p:cNvSpPr/>
            <p:nvPr/>
          </p:nvSpPr>
          <p:spPr>
            <a:xfrm>
              <a:off x="5213550" y="2688625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87" y="1"/>
                  </a:moveTo>
                  <a:cubicBezTo>
                    <a:pt x="70" y="1"/>
                    <a:pt x="37" y="17"/>
                    <a:pt x="17" y="54"/>
                  </a:cubicBezTo>
                  <a:cubicBezTo>
                    <a:pt x="0" y="71"/>
                    <a:pt x="0" y="104"/>
                    <a:pt x="0" y="137"/>
                  </a:cubicBezTo>
                  <a:cubicBezTo>
                    <a:pt x="0" y="174"/>
                    <a:pt x="17" y="207"/>
                    <a:pt x="37" y="224"/>
                  </a:cubicBezTo>
                  <a:cubicBezTo>
                    <a:pt x="70" y="261"/>
                    <a:pt x="103" y="261"/>
                    <a:pt x="120" y="261"/>
                  </a:cubicBezTo>
                  <a:cubicBezTo>
                    <a:pt x="190" y="240"/>
                    <a:pt x="223" y="174"/>
                    <a:pt x="223" y="104"/>
                  </a:cubicBezTo>
                  <a:cubicBezTo>
                    <a:pt x="207" y="71"/>
                    <a:pt x="190" y="34"/>
                    <a:pt x="174" y="17"/>
                  </a:cubicBezTo>
                  <a:cubicBezTo>
                    <a:pt x="174" y="17"/>
                    <a:pt x="15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4" name="Google Shape;4014;p10"/>
            <p:cNvSpPr/>
            <p:nvPr/>
          </p:nvSpPr>
          <p:spPr>
            <a:xfrm>
              <a:off x="5217875" y="27513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1"/>
                  </a:moveTo>
                  <a:cubicBezTo>
                    <a:pt x="104" y="1"/>
                    <a:pt x="71" y="21"/>
                    <a:pt x="50" y="38"/>
                  </a:cubicBezTo>
                  <a:cubicBezTo>
                    <a:pt x="17" y="54"/>
                    <a:pt x="17" y="87"/>
                    <a:pt x="1" y="124"/>
                  </a:cubicBezTo>
                  <a:cubicBezTo>
                    <a:pt x="1" y="157"/>
                    <a:pt x="17" y="190"/>
                    <a:pt x="34" y="227"/>
                  </a:cubicBezTo>
                  <a:cubicBezTo>
                    <a:pt x="50" y="244"/>
                    <a:pt x="71" y="260"/>
                    <a:pt x="104" y="260"/>
                  </a:cubicBezTo>
                  <a:cubicBezTo>
                    <a:pt x="113" y="265"/>
                    <a:pt x="122" y="267"/>
                    <a:pt x="129" y="267"/>
                  </a:cubicBezTo>
                  <a:cubicBezTo>
                    <a:pt x="148" y="267"/>
                    <a:pt x="164" y="256"/>
                    <a:pt x="190" y="244"/>
                  </a:cubicBezTo>
                  <a:cubicBezTo>
                    <a:pt x="240" y="190"/>
                    <a:pt x="240" y="104"/>
                    <a:pt x="207" y="54"/>
                  </a:cubicBezTo>
                  <a:cubicBezTo>
                    <a:pt x="190" y="38"/>
                    <a:pt x="174" y="21"/>
                    <a:pt x="153" y="21"/>
                  </a:cubicBezTo>
                  <a:cubicBezTo>
                    <a:pt x="153" y="21"/>
                    <a:pt x="13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5" name="Google Shape;4015;p10"/>
            <p:cNvSpPr/>
            <p:nvPr/>
          </p:nvSpPr>
          <p:spPr>
            <a:xfrm>
              <a:off x="5195925" y="2737175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3" y="1"/>
                  </a:moveTo>
                  <a:cubicBezTo>
                    <a:pt x="70" y="1"/>
                    <a:pt x="54" y="17"/>
                    <a:pt x="37" y="50"/>
                  </a:cubicBezTo>
                  <a:cubicBezTo>
                    <a:pt x="21" y="87"/>
                    <a:pt x="0" y="120"/>
                    <a:pt x="0" y="153"/>
                  </a:cubicBezTo>
                  <a:cubicBezTo>
                    <a:pt x="21" y="190"/>
                    <a:pt x="37" y="207"/>
                    <a:pt x="54" y="223"/>
                  </a:cubicBezTo>
                  <a:cubicBezTo>
                    <a:pt x="70" y="256"/>
                    <a:pt x="103" y="256"/>
                    <a:pt x="141" y="256"/>
                  </a:cubicBezTo>
                  <a:cubicBezTo>
                    <a:pt x="190" y="240"/>
                    <a:pt x="244" y="174"/>
                    <a:pt x="227" y="104"/>
                  </a:cubicBezTo>
                  <a:cubicBezTo>
                    <a:pt x="227" y="71"/>
                    <a:pt x="207" y="34"/>
                    <a:pt x="190" y="17"/>
                  </a:cubicBezTo>
                  <a:cubicBezTo>
                    <a:pt x="174" y="17"/>
                    <a:pt x="174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6" name="Google Shape;4016;p10"/>
            <p:cNvSpPr/>
            <p:nvPr/>
          </p:nvSpPr>
          <p:spPr>
            <a:xfrm>
              <a:off x="5220050" y="2701600"/>
              <a:ext cx="6400" cy="6425"/>
            </a:xfrm>
            <a:custGeom>
              <a:avLst/>
              <a:gdLst/>
              <a:ahLst/>
              <a:cxnLst/>
              <a:rect l="l" t="t" r="r" b="b"/>
              <a:pathLst>
                <a:path w="256" h="257" extrusionOk="0">
                  <a:moveTo>
                    <a:pt x="127" y="1"/>
                  </a:moveTo>
                  <a:cubicBezTo>
                    <a:pt x="86" y="1"/>
                    <a:pt x="45" y="32"/>
                    <a:pt x="33" y="84"/>
                  </a:cubicBezTo>
                  <a:cubicBezTo>
                    <a:pt x="0" y="154"/>
                    <a:pt x="33" y="220"/>
                    <a:pt x="87" y="257"/>
                  </a:cubicBezTo>
                  <a:lnTo>
                    <a:pt x="136" y="257"/>
                  </a:lnTo>
                  <a:cubicBezTo>
                    <a:pt x="190" y="257"/>
                    <a:pt x="223" y="220"/>
                    <a:pt x="239" y="170"/>
                  </a:cubicBezTo>
                  <a:cubicBezTo>
                    <a:pt x="256" y="133"/>
                    <a:pt x="239" y="84"/>
                    <a:pt x="206" y="51"/>
                  </a:cubicBezTo>
                  <a:cubicBezTo>
                    <a:pt x="206" y="30"/>
                    <a:pt x="190" y="14"/>
                    <a:pt x="169" y="14"/>
                  </a:cubicBezTo>
                  <a:cubicBezTo>
                    <a:pt x="156" y="5"/>
                    <a:pt x="141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7" name="Google Shape;4017;p10"/>
            <p:cNvSpPr/>
            <p:nvPr/>
          </p:nvSpPr>
          <p:spPr>
            <a:xfrm>
              <a:off x="5230350" y="2714075"/>
              <a:ext cx="6425" cy="6700"/>
            </a:xfrm>
            <a:custGeom>
              <a:avLst/>
              <a:gdLst/>
              <a:ahLst/>
              <a:cxnLst/>
              <a:rect l="l" t="t" r="r" b="b"/>
              <a:pathLst>
                <a:path w="257" h="268" extrusionOk="0">
                  <a:moveTo>
                    <a:pt x="127" y="1"/>
                  </a:moveTo>
                  <a:cubicBezTo>
                    <a:pt x="87" y="1"/>
                    <a:pt x="46" y="32"/>
                    <a:pt x="33" y="84"/>
                  </a:cubicBezTo>
                  <a:cubicBezTo>
                    <a:pt x="0" y="150"/>
                    <a:pt x="33" y="236"/>
                    <a:pt x="87" y="253"/>
                  </a:cubicBezTo>
                  <a:cubicBezTo>
                    <a:pt x="105" y="263"/>
                    <a:pt x="122" y="267"/>
                    <a:pt x="138" y="267"/>
                  </a:cubicBezTo>
                  <a:cubicBezTo>
                    <a:pt x="181" y="267"/>
                    <a:pt x="216" y="235"/>
                    <a:pt x="240" y="187"/>
                  </a:cubicBezTo>
                  <a:cubicBezTo>
                    <a:pt x="256" y="117"/>
                    <a:pt x="223" y="30"/>
                    <a:pt x="169" y="14"/>
                  </a:cubicBezTo>
                  <a:cubicBezTo>
                    <a:pt x="156" y="5"/>
                    <a:pt x="142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8" name="Google Shape;4018;p10"/>
            <p:cNvSpPr/>
            <p:nvPr/>
          </p:nvSpPr>
          <p:spPr>
            <a:xfrm>
              <a:off x="5218300" y="2719150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57" y="0"/>
                  </a:moveTo>
                  <a:cubicBezTo>
                    <a:pt x="120" y="0"/>
                    <a:pt x="87" y="0"/>
                    <a:pt x="70" y="17"/>
                  </a:cubicBezTo>
                  <a:cubicBezTo>
                    <a:pt x="33" y="33"/>
                    <a:pt x="17" y="50"/>
                    <a:pt x="17" y="87"/>
                  </a:cubicBezTo>
                  <a:cubicBezTo>
                    <a:pt x="0" y="103"/>
                    <a:pt x="0" y="136"/>
                    <a:pt x="17" y="173"/>
                  </a:cubicBezTo>
                  <a:cubicBezTo>
                    <a:pt x="17" y="206"/>
                    <a:pt x="54" y="239"/>
                    <a:pt x="70" y="239"/>
                  </a:cubicBezTo>
                  <a:cubicBezTo>
                    <a:pt x="88" y="250"/>
                    <a:pt x="105" y="254"/>
                    <a:pt x="121" y="254"/>
                  </a:cubicBezTo>
                  <a:cubicBezTo>
                    <a:pt x="164" y="254"/>
                    <a:pt x="199" y="221"/>
                    <a:pt x="223" y="173"/>
                  </a:cubicBezTo>
                  <a:cubicBezTo>
                    <a:pt x="239" y="103"/>
                    <a:pt x="206" y="33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9" name="Google Shape;4019;p10"/>
            <p:cNvSpPr/>
            <p:nvPr/>
          </p:nvSpPr>
          <p:spPr>
            <a:xfrm>
              <a:off x="5235100" y="26993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103" y="1"/>
                    <a:pt x="66" y="1"/>
                    <a:pt x="50" y="17"/>
                  </a:cubicBezTo>
                  <a:cubicBezTo>
                    <a:pt x="0" y="71"/>
                    <a:pt x="0" y="157"/>
                    <a:pt x="33" y="207"/>
                  </a:cubicBezTo>
                  <a:cubicBezTo>
                    <a:pt x="50" y="244"/>
                    <a:pt x="83" y="260"/>
                    <a:pt x="103" y="260"/>
                  </a:cubicBezTo>
                  <a:cubicBezTo>
                    <a:pt x="136" y="260"/>
                    <a:pt x="169" y="260"/>
                    <a:pt x="186" y="223"/>
                  </a:cubicBezTo>
                  <a:cubicBezTo>
                    <a:pt x="206" y="207"/>
                    <a:pt x="223" y="174"/>
                    <a:pt x="223" y="141"/>
                  </a:cubicBezTo>
                  <a:cubicBezTo>
                    <a:pt x="239" y="104"/>
                    <a:pt x="223" y="71"/>
                    <a:pt x="206" y="54"/>
                  </a:cubicBezTo>
                  <a:cubicBezTo>
                    <a:pt x="186" y="38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0" name="Google Shape;4020;p10"/>
            <p:cNvSpPr/>
            <p:nvPr/>
          </p:nvSpPr>
          <p:spPr>
            <a:xfrm>
              <a:off x="5197675" y="2769500"/>
              <a:ext cx="6000" cy="6775"/>
            </a:xfrm>
            <a:custGeom>
              <a:avLst/>
              <a:gdLst/>
              <a:ahLst/>
              <a:cxnLst/>
              <a:rect l="l" t="t" r="r" b="b"/>
              <a:pathLst>
                <a:path w="240" h="271" extrusionOk="0">
                  <a:moveTo>
                    <a:pt x="128" y="0"/>
                  </a:moveTo>
                  <a:cubicBezTo>
                    <a:pt x="87" y="0"/>
                    <a:pt x="48" y="33"/>
                    <a:pt x="33" y="81"/>
                  </a:cubicBezTo>
                  <a:cubicBezTo>
                    <a:pt x="0" y="151"/>
                    <a:pt x="33" y="237"/>
                    <a:pt x="87" y="254"/>
                  </a:cubicBezTo>
                  <a:cubicBezTo>
                    <a:pt x="104" y="270"/>
                    <a:pt x="120" y="270"/>
                    <a:pt x="137" y="270"/>
                  </a:cubicBezTo>
                  <a:cubicBezTo>
                    <a:pt x="174" y="254"/>
                    <a:pt x="223" y="237"/>
                    <a:pt x="240" y="184"/>
                  </a:cubicBezTo>
                  <a:cubicBezTo>
                    <a:pt x="240" y="134"/>
                    <a:pt x="240" y="81"/>
                    <a:pt x="207" y="48"/>
                  </a:cubicBezTo>
                  <a:cubicBezTo>
                    <a:pt x="207" y="31"/>
                    <a:pt x="190" y="15"/>
                    <a:pt x="174" y="15"/>
                  </a:cubicBezTo>
                  <a:cubicBezTo>
                    <a:pt x="159" y="5"/>
                    <a:pt x="143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1" name="Google Shape;4021;p10"/>
            <p:cNvSpPr/>
            <p:nvPr/>
          </p:nvSpPr>
          <p:spPr>
            <a:xfrm>
              <a:off x="5210975" y="27354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37" y="17"/>
                    <a:pt x="0" y="87"/>
                    <a:pt x="17" y="157"/>
                  </a:cubicBezTo>
                  <a:cubicBezTo>
                    <a:pt x="17" y="190"/>
                    <a:pt x="37" y="223"/>
                    <a:pt x="70" y="244"/>
                  </a:cubicBezTo>
                  <a:cubicBezTo>
                    <a:pt x="87" y="260"/>
                    <a:pt x="103" y="260"/>
                    <a:pt x="140" y="260"/>
                  </a:cubicBezTo>
                  <a:cubicBezTo>
                    <a:pt x="173" y="260"/>
                    <a:pt x="190" y="244"/>
                    <a:pt x="206" y="207"/>
                  </a:cubicBezTo>
                  <a:cubicBezTo>
                    <a:pt x="223" y="174"/>
                    <a:pt x="244" y="141"/>
                    <a:pt x="223" y="104"/>
                  </a:cubicBezTo>
                  <a:cubicBezTo>
                    <a:pt x="223" y="71"/>
                    <a:pt x="206" y="54"/>
                    <a:pt x="190" y="17"/>
                  </a:cubicBezTo>
                  <a:cubicBezTo>
                    <a:pt x="173" y="17"/>
                    <a:pt x="173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2" name="Google Shape;4022;p10"/>
            <p:cNvSpPr/>
            <p:nvPr/>
          </p:nvSpPr>
          <p:spPr>
            <a:xfrm>
              <a:off x="5191700" y="27560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03" y="0"/>
                  </a:moveTo>
                  <a:cubicBezTo>
                    <a:pt x="33" y="0"/>
                    <a:pt x="0" y="70"/>
                    <a:pt x="0" y="140"/>
                  </a:cubicBezTo>
                  <a:cubicBezTo>
                    <a:pt x="17" y="173"/>
                    <a:pt x="33" y="206"/>
                    <a:pt x="50" y="223"/>
                  </a:cubicBezTo>
                  <a:cubicBezTo>
                    <a:pt x="66" y="260"/>
                    <a:pt x="103" y="260"/>
                    <a:pt x="136" y="260"/>
                  </a:cubicBezTo>
                  <a:cubicBezTo>
                    <a:pt x="153" y="244"/>
                    <a:pt x="190" y="223"/>
                    <a:pt x="206" y="206"/>
                  </a:cubicBezTo>
                  <a:cubicBezTo>
                    <a:pt x="223" y="173"/>
                    <a:pt x="223" y="140"/>
                    <a:pt x="223" y="103"/>
                  </a:cubicBezTo>
                  <a:cubicBezTo>
                    <a:pt x="223" y="70"/>
                    <a:pt x="206" y="37"/>
                    <a:pt x="190" y="17"/>
                  </a:cubicBezTo>
                  <a:cubicBezTo>
                    <a:pt x="169" y="17"/>
                    <a:pt x="169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3" name="Google Shape;4023;p10"/>
            <p:cNvSpPr/>
            <p:nvPr/>
          </p:nvSpPr>
          <p:spPr>
            <a:xfrm>
              <a:off x="5088625" y="26326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19" y="1"/>
                  </a:moveTo>
                  <a:cubicBezTo>
                    <a:pt x="102" y="1"/>
                    <a:pt x="81" y="13"/>
                    <a:pt x="66" y="28"/>
                  </a:cubicBezTo>
                  <a:cubicBezTo>
                    <a:pt x="17" y="77"/>
                    <a:pt x="0" y="164"/>
                    <a:pt x="50" y="213"/>
                  </a:cubicBezTo>
                  <a:cubicBezTo>
                    <a:pt x="66" y="234"/>
                    <a:pt x="87" y="251"/>
                    <a:pt x="120" y="267"/>
                  </a:cubicBezTo>
                  <a:cubicBezTo>
                    <a:pt x="153" y="267"/>
                    <a:pt x="169" y="251"/>
                    <a:pt x="207" y="234"/>
                  </a:cubicBezTo>
                  <a:cubicBezTo>
                    <a:pt x="223" y="213"/>
                    <a:pt x="240" y="180"/>
                    <a:pt x="240" y="147"/>
                  </a:cubicBezTo>
                  <a:cubicBezTo>
                    <a:pt x="240" y="110"/>
                    <a:pt x="240" y="77"/>
                    <a:pt x="223" y="44"/>
                  </a:cubicBezTo>
                  <a:cubicBezTo>
                    <a:pt x="207" y="28"/>
                    <a:pt x="190" y="28"/>
                    <a:pt x="169" y="7"/>
                  </a:cubicBezTo>
                  <a:lnTo>
                    <a:pt x="136" y="7"/>
                  </a:lnTo>
                  <a:cubicBezTo>
                    <a:pt x="132" y="3"/>
                    <a:pt x="126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4" name="Google Shape;4024;p10"/>
            <p:cNvSpPr/>
            <p:nvPr/>
          </p:nvSpPr>
          <p:spPr>
            <a:xfrm>
              <a:off x="5092025" y="2662125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29" y="1"/>
                  </a:moveTo>
                  <a:cubicBezTo>
                    <a:pt x="88" y="1"/>
                    <a:pt x="49" y="32"/>
                    <a:pt x="33" y="84"/>
                  </a:cubicBezTo>
                  <a:cubicBezTo>
                    <a:pt x="0" y="150"/>
                    <a:pt x="33" y="220"/>
                    <a:pt x="87" y="253"/>
                  </a:cubicBezTo>
                  <a:cubicBezTo>
                    <a:pt x="104" y="257"/>
                    <a:pt x="119" y="259"/>
                    <a:pt x="133" y="259"/>
                  </a:cubicBezTo>
                  <a:cubicBezTo>
                    <a:pt x="180" y="259"/>
                    <a:pt x="214" y="237"/>
                    <a:pt x="240" y="187"/>
                  </a:cubicBezTo>
                  <a:cubicBezTo>
                    <a:pt x="260" y="117"/>
                    <a:pt x="223" y="30"/>
                    <a:pt x="174" y="14"/>
                  </a:cubicBezTo>
                  <a:cubicBezTo>
                    <a:pt x="159" y="5"/>
                    <a:pt x="144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5" name="Google Shape;4025;p10"/>
            <p:cNvSpPr/>
            <p:nvPr/>
          </p:nvSpPr>
          <p:spPr>
            <a:xfrm>
              <a:off x="5096350" y="27425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0"/>
                  </a:moveTo>
                  <a:cubicBezTo>
                    <a:pt x="115" y="0"/>
                    <a:pt x="109" y="2"/>
                    <a:pt x="104" y="7"/>
                  </a:cubicBezTo>
                  <a:lnTo>
                    <a:pt x="67" y="7"/>
                  </a:lnTo>
                  <a:cubicBezTo>
                    <a:pt x="17" y="24"/>
                    <a:pt x="1" y="94"/>
                    <a:pt x="1" y="143"/>
                  </a:cubicBezTo>
                  <a:cubicBezTo>
                    <a:pt x="17" y="181"/>
                    <a:pt x="17" y="214"/>
                    <a:pt x="50" y="230"/>
                  </a:cubicBezTo>
                  <a:cubicBezTo>
                    <a:pt x="67" y="247"/>
                    <a:pt x="104" y="267"/>
                    <a:pt x="137" y="267"/>
                  </a:cubicBezTo>
                  <a:cubicBezTo>
                    <a:pt x="190" y="247"/>
                    <a:pt x="240" y="181"/>
                    <a:pt x="223" y="110"/>
                  </a:cubicBezTo>
                  <a:cubicBezTo>
                    <a:pt x="223" y="94"/>
                    <a:pt x="223" y="94"/>
                    <a:pt x="207" y="78"/>
                  </a:cubicBezTo>
                  <a:cubicBezTo>
                    <a:pt x="207" y="40"/>
                    <a:pt x="190" y="24"/>
                    <a:pt x="153" y="7"/>
                  </a:cubicBezTo>
                  <a:cubicBezTo>
                    <a:pt x="142" y="7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6" name="Google Shape;4026;p10"/>
            <p:cNvSpPr/>
            <p:nvPr/>
          </p:nvSpPr>
          <p:spPr>
            <a:xfrm>
              <a:off x="5092850" y="2709900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27" y="0"/>
                  </a:moveTo>
                  <a:cubicBezTo>
                    <a:pt x="119" y="0"/>
                    <a:pt x="110" y="2"/>
                    <a:pt x="104" y="7"/>
                  </a:cubicBezTo>
                  <a:cubicBezTo>
                    <a:pt x="54" y="7"/>
                    <a:pt x="0" y="78"/>
                    <a:pt x="21" y="148"/>
                  </a:cubicBezTo>
                  <a:cubicBezTo>
                    <a:pt x="21" y="181"/>
                    <a:pt x="38" y="214"/>
                    <a:pt x="54" y="234"/>
                  </a:cubicBezTo>
                  <a:cubicBezTo>
                    <a:pt x="87" y="251"/>
                    <a:pt x="124" y="267"/>
                    <a:pt x="141" y="267"/>
                  </a:cubicBezTo>
                  <a:cubicBezTo>
                    <a:pt x="174" y="251"/>
                    <a:pt x="190" y="234"/>
                    <a:pt x="207" y="214"/>
                  </a:cubicBezTo>
                  <a:cubicBezTo>
                    <a:pt x="227" y="181"/>
                    <a:pt x="244" y="148"/>
                    <a:pt x="244" y="111"/>
                  </a:cubicBezTo>
                  <a:cubicBezTo>
                    <a:pt x="227" y="78"/>
                    <a:pt x="207" y="45"/>
                    <a:pt x="190" y="28"/>
                  </a:cubicBezTo>
                  <a:lnTo>
                    <a:pt x="174" y="7"/>
                  </a:lnTo>
                  <a:cubicBezTo>
                    <a:pt x="163" y="7"/>
                    <a:pt x="144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7" name="Google Shape;4027;p10"/>
            <p:cNvSpPr/>
            <p:nvPr/>
          </p:nvSpPr>
          <p:spPr>
            <a:xfrm>
              <a:off x="5086050" y="268225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3" y="0"/>
                  </a:moveTo>
                  <a:cubicBezTo>
                    <a:pt x="33" y="17"/>
                    <a:pt x="0" y="66"/>
                    <a:pt x="17" y="153"/>
                  </a:cubicBezTo>
                  <a:cubicBezTo>
                    <a:pt x="17" y="214"/>
                    <a:pt x="54" y="259"/>
                    <a:pt x="110" y="259"/>
                  </a:cubicBezTo>
                  <a:cubicBezTo>
                    <a:pt x="118" y="259"/>
                    <a:pt x="127" y="258"/>
                    <a:pt x="136" y="256"/>
                  </a:cubicBezTo>
                  <a:cubicBezTo>
                    <a:pt x="169" y="256"/>
                    <a:pt x="190" y="239"/>
                    <a:pt x="206" y="206"/>
                  </a:cubicBezTo>
                  <a:cubicBezTo>
                    <a:pt x="223" y="169"/>
                    <a:pt x="239" y="136"/>
                    <a:pt x="223" y="103"/>
                  </a:cubicBezTo>
                  <a:cubicBezTo>
                    <a:pt x="223" y="66"/>
                    <a:pt x="206" y="50"/>
                    <a:pt x="190" y="17"/>
                  </a:cubicBezTo>
                  <a:cubicBezTo>
                    <a:pt x="169" y="17"/>
                    <a:pt x="169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8" name="Google Shape;4028;p10"/>
            <p:cNvSpPr/>
            <p:nvPr/>
          </p:nvSpPr>
          <p:spPr>
            <a:xfrm>
              <a:off x="5084700" y="2697700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87" y="1"/>
                  </a:moveTo>
                  <a:cubicBezTo>
                    <a:pt x="38" y="17"/>
                    <a:pt x="1" y="67"/>
                    <a:pt x="1" y="153"/>
                  </a:cubicBezTo>
                  <a:cubicBezTo>
                    <a:pt x="1" y="186"/>
                    <a:pt x="17" y="207"/>
                    <a:pt x="54" y="223"/>
                  </a:cubicBezTo>
                  <a:cubicBezTo>
                    <a:pt x="71" y="256"/>
                    <a:pt x="104" y="256"/>
                    <a:pt x="120" y="256"/>
                  </a:cubicBezTo>
                  <a:cubicBezTo>
                    <a:pt x="157" y="256"/>
                    <a:pt x="190" y="223"/>
                    <a:pt x="207" y="207"/>
                  </a:cubicBezTo>
                  <a:cubicBezTo>
                    <a:pt x="223" y="170"/>
                    <a:pt x="223" y="137"/>
                    <a:pt x="223" y="104"/>
                  </a:cubicBezTo>
                  <a:cubicBezTo>
                    <a:pt x="223" y="67"/>
                    <a:pt x="207" y="34"/>
                    <a:pt x="174" y="17"/>
                  </a:cubicBezTo>
                  <a:cubicBezTo>
                    <a:pt x="174" y="17"/>
                    <a:pt x="15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9" name="Google Shape;4029;p10"/>
            <p:cNvSpPr/>
            <p:nvPr/>
          </p:nvSpPr>
          <p:spPr>
            <a:xfrm>
              <a:off x="5072225" y="2652400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28" y="0"/>
                  </a:moveTo>
                  <a:cubicBezTo>
                    <a:pt x="103" y="0"/>
                    <a:pt x="78" y="12"/>
                    <a:pt x="54" y="23"/>
                  </a:cubicBezTo>
                  <a:cubicBezTo>
                    <a:pt x="38" y="23"/>
                    <a:pt x="21" y="60"/>
                    <a:pt x="1" y="77"/>
                  </a:cubicBezTo>
                  <a:lnTo>
                    <a:pt x="1" y="164"/>
                  </a:lnTo>
                  <a:cubicBezTo>
                    <a:pt x="21" y="213"/>
                    <a:pt x="38" y="230"/>
                    <a:pt x="71" y="246"/>
                  </a:cubicBezTo>
                  <a:cubicBezTo>
                    <a:pt x="86" y="256"/>
                    <a:pt x="101" y="261"/>
                    <a:pt x="116" y="261"/>
                  </a:cubicBezTo>
                  <a:cubicBezTo>
                    <a:pt x="157" y="261"/>
                    <a:pt x="195" y="228"/>
                    <a:pt x="207" y="180"/>
                  </a:cubicBezTo>
                  <a:cubicBezTo>
                    <a:pt x="244" y="110"/>
                    <a:pt x="207" y="40"/>
                    <a:pt x="158" y="7"/>
                  </a:cubicBezTo>
                  <a:cubicBezTo>
                    <a:pt x="148" y="2"/>
                    <a:pt x="138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0" name="Google Shape;4030;p10"/>
            <p:cNvSpPr/>
            <p:nvPr/>
          </p:nvSpPr>
          <p:spPr>
            <a:xfrm>
              <a:off x="5077900" y="27126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1"/>
                  </a:moveTo>
                  <a:cubicBezTo>
                    <a:pt x="104" y="1"/>
                    <a:pt x="67" y="1"/>
                    <a:pt x="50" y="38"/>
                  </a:cubicBezTo>
                  <a:cubicBezTo>
                    <a:pt x="1" y="71"/>
                    <a:pt x="1" y="157"/>
                    <a:pt x="34" y="207"/>
                  </a:cubicBezTo>
                  <a:cubicBezTo>
                    <a:pt x="50" y="244"/>
                    <a:pt x="83" y="260"/>
                    <a:pt x="104" y="260"/>
                  </a:cubicBezTo>
                  <a:cubicBezTo>
                    <a:pt x="137" y="260"/>
                    <a:pt x="170" y="260"/>
                    <a:pt x="186" y="227"/>
                  </a:cubicBezTo>
                  <a:cubicBezTo>
                    <a:pt x="207" y="207"/>
                    <a:pt x="223" y="174"/>
                    <a:pt x="223" y="141"/>
                  </a:cubicBezTo>
                  <a:cubicBezTo>
                    <a:pt x="240" y="104"/>
                    <a:pt x="223" y="71"/>
                    <a:pt x="207" y="54"/>
                  </a:cubicBezTo>
                  <a:cubicBezTo>
                    <a:pt x="186" y="38"/>
                    <a:pt x="170" y="2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1" name="Google Shape;4031;p10"/>
            <p:cNvSpPr/>
            <p:nvPr/>
          </p:nvSpPr>
          <p:spPr>
            <a:xfrm>
              <a:off x="5080900" y="2742750"/>
              <a:ext cx="6000" cy="6925"/>
            </a:xfrm>
            <a:custGeom>
              <a:avLst/>
              <a:gdLst/>
              <a:ahLst/>
              <a:cxnLst/>
              <a:rect l="l" t="t" r="r" b="b"/>
              <a:pathLst>
                <a:path w="240" h="277" extrusionOk="0">
                  <a:moveTo>
                    <a:pt x="120" y="0"/>
                  </a:moveTo>
                  <a:cubicBezTo>
                    <a:pt x="103" y="0"/>
                    <a:pt x="66" y="17"/>
                    <a:pt x="50" y="33"/>
                  </a:cubicBezTo>
                  <a:cubicBezTo>
                    <a:pt x="0" y="87"/>
                    <a:pt x="0" y="157"/>
                    <a:pt x="33" y="223"/>
                  </a:cubicBezTo>
                  <a:cubicBezTo>
                    <a:pt x="50" y="240"/>
                    <a:pt x="66" y="260"/>
                    <a:pt x="103" y="277"/>
                  </a:cubicBezTo>
                  <a:cubicBezTo>
                    <a:pt x="136" y="277"/>
                    <a:pt x="153" y="260"/>
                    <a:pt x="190" y="240"/>
                  </a:cubicBezTo>
                  <a:cubicBezTo>
                    <a:pt x="239" y="190"/>
                    <a:pt x="239" y="103"/>
                    <a:pt x="206" y="54"/>
                  </a:cubicBezTo>
                  <a:cubicBezTo>
                    <a:pt x="190" y="33"/>
                    <a:pt x="169" y="17"/>
                    <a:pt x="153" y="17"/>
                  </a:cubicBezTo>
                  <a:cubicBezTo>
                    <a:pt x="153" y="17"/>
                    <a:pt x="136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2" name="Google Shape;4032;p10"/>
            <p:cNvSpPr/>
            <p:nvPr/>
          </p:nvSpPr>
          <p:spPr>
            <a:xfrm>
              <a:off x="5073975" y="2634825"/>
              <a:ext cx="6025" cy="6625"/>
            </a:xfrm>
            <a:custGeom>
              <a:avLst/>
              <a:gdLst/>
              <a:ahLst/>
              <a:cxnLst/>
              <a:rect l="l" t="t" r="r" b="b"/>
              <a:pathLst>
                <a:path w="241" h="265" extrusionOk="0">
                  <a:moveTo>
                    <a:pt x="140" y="1"/>
                  </a:moveTo>
                  <a:cubicBezTo>
                    <a:pt x="88" y="1"/>
                    <a:pt x="48" y="33"/>
                    <a:pt x="17" y="91"/>
                  </a:cubicBezTo>
                  <a:cubicBezTo>
                    <a:pt x="1" y="162"/>
                    <a:pt x="34" y="228"/>
                    <a:pt x="88" y="248"/>
                  </a:cubicBezTo>
                  <a:cubicBezTo>
                    <a:pt x="104" y="265"/>
                    <a:pt x="121" y="265"/>
                    <a:pt x="137" y="265"/>
                  </a:cubicBezTo>
                  <a:cubicBezTo>
                    <a:pt x="174" y="265"/>
                    <a:pt x="224" y="228"/>
                    <a:pt x="224" y="178"/>
                  </a:cubicBezTo>
                  <a:cubicBezTo>
                    <a:pt x="240" y="124"/>
                    <a:pt x="240" y="75"/>
                    <a:pt x="207" y="42"/>
                  </a:cubicBezTo>
                  <a:cubicBezTo>
                    <a:pt x="207" y="21"/>
                    <a:pt x="191" y="21"/>
                    <a:pt x="174" y="5"/>
                  </a:cubicBezTo>
                  <a:cubicBezTo>
                    <a:pt x="162" y="2"/>
                    <a:pt x="151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3" name="Google Shape;4033;p10"/>
            <p:cNvSpPr/>
            <p:nvPr/>
          </p:nvSpPr>
          <p:spPr>
            <a:xfrm>
              <a:off x="5112650" y="26903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33" y="17"/>
                    <a:pt x="0" y="67"/>
                    <a:pt x="0" y="154"/>
                  </a:cubicBezTo>
                  <a:cubicBezTo>
                    <a:pt x="17" y="191"/>
                    <a:pt x="17" y="207"/>
                    <a:pt x="54" y="224"/>
                  </a:cubicBezTo>
                  <a:cubicBezTo>
                    <a:pt x="70" y="257"/>
                    <a:pt x="103" y="257"/>
                    <a:pt x="136" y="257"/>
                  </a:cubicBezTo>
                  <a:cubicBezTo>
                    <a:pt x="190" y="240"/>
                    <a:pt x="239" y="170"/>
                    <a:pt x="223" y="104"/>
                  </a:cubicBezTo>
                  <a:cubicBezTo>
                    <a:pt x="223" y="67"/>
                    <a:pt x="206" y="34"/>
                    <a:pt x="173" y="17"/>
                  </a:cubicBez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4" name="Google Shape;4034;p10"/>
            <p:cNvSpPr/>
            <p:nvPr/>
          </p:nvSpPr>
          <p:spPr>
            <a:xfrm>
              <a:off x="5111400" y="27376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0"/>
                  </a:moveTo>
                  <a:cubicBezTo>
                    <a:pt x="120" y="0"/>
                    <a:pt x="83" y="0"/>
                    <a:pt x="67" y="33"/>
                  </a:cubicBezTo>
                  <a:cubicBezTo>
                    <a:pt x="17" y="70"/>
                    <a:pt x="1" y="157"/>
                    <a:pt x="50" y="206"/>
                  </a:cubicBezTo>
                  <a:cubicBezTo>
                    <a:pt x="67" y="239"/>
                    <a:pt x="83" y="260"/>
                    <a:pt x="120" y="260"/>
                  </a:cubicBezTo>
                  <a:cubicBezTo>
                    <a:pt x="153" y="260"/>
                    <a:pt x="170" y="260"/>
                    <a:pt x="207" y="239"/>
                  </a:cubicBezTo>
                  <a:cubicBezTo>
                    <a:pt x="223" y="206"/>
                    <a:pt x="240" y="173"/>
                    <a:pt x="240" y="136"/>
                  </a:cubicBezTo>
                  <a:cubicBezTo>
                    <a:pt x="240" y="103"/>
                    <a:pt x="240" y="70"/>
                    <a:pt x="223" y="54"/>
                  </a:cubicBezTo>
                  <a:cubicBezTo>
                    <a:pt x="207" y="33"/>
                    <a:pt x="186" y="17"/>
                    <a:pt x="170" y="17"/>
                  </a:cubicBezTo>
                  <a:cubicBezTo>
                    <a:pt x="170" y="0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5" name="Google Shape;4035;p10"/>
            <p:cNvSpPr/>
            <p:nvPr/>
          </p:nvSpPr>
          <p:spPr>
            <a:xfrm>
              <a:off x="5113975" y="2674375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39" y="0"/>
                  </a:moveTo>
                  <a:cubicBezTo>
                    <a:pt x="95" y="0"/>
                    <a:pt x="47" y="32"/>
                    <a:pt x="34" y="72"/>
                  </a:cubicBezTo>
                  <a:cubicBezTo>
                    <a:pt x="1" y="142"/>
                    <a:pt x="34" y="229"/>
                    <a:pt x="83" y="245"/>
                  </a:cubicBezTo>
                  <a:cubicBezTo>
                    <a:pt x="102" y="254"/>
                    <a:pt x="119" y="258"/>
                    <a:pt x="135" y="258"/>
                  </a:cubicBezTo>
                  <a:cubicBezTo>
                    <a:pt x="180" y="258"/>
                    <a:pt x="216" y="227"/>
                    <a:pt x="240" y="175"/>
                  </a:cubicBezTo>
                  <a:cubicBezTo>
                    <a:pt x="256" y="109"/>
                    <a:pt x="223" y="39"/>
                    <a:pt x="170" y="6"/>
                  </a:cubicBezTo>
                  <a:cubicBezTo>
                    <a:pt x="160" y="2"/>
                    <a:pt x="150" y="0"/>
                    <a:pt x="1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6" name="Google Shape;4036;p10"/>
            <p:cNvSpPr/>
            <p:nvPr/>
          </p:nvSpPr>
          <p:spPr>
            <a:xfrm>
              <a:off x="5121700" y="275015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11" y="1"/>
                  </a:moveTo>
                  <a:cubicBezTo>
                    <a:pt x="71" y="1"/>
                    <a:pt x="29" y="32"/>
                    <a:pt x="17" y="84"/>
                  </a:cubicBezTo>
                  <a:cubicBezTo>
                    <a:pt x="1" y="100"/>
                    <a:pt x="1" y="117"/>
                    <a:pt x="1" y="133"/>
                  </a:cubicBezTo>
                  <a:cubicBezTo>
                    <a:pt x="17" y="187"/>
                    <a:pt x="34" y="236"/>
                    <a:pt x="67" y="253"/>
                  </a:cubicBezTo>
                  <a:cubicBezTo>
                    <a:pt x="82" y="258"/>
                    <a:pt x="95" y="261"/>
                    <a:pt x="107" y="261"/>
                  </a:cubicBezTo>
                  <a:cubicBezTo>
                    <a:pt x="139" y="261"/>
                    <a:pt x="163" y="244"/>
                    <a:pt x="186" y="220"/>
                  </a:cubicBezTo>
                  <a:cubicBezTo>
                    <a:pt x="207" y="203"/>
                    <a:pt x="207" y="203"/>
                    <a:pt x="224" y="170"/>
                  </a:cubicBezTo>
                  <a:cubicBezTo>
                    <a:pt x="240" y="100"/>
                    <a:pt x="207" y="30"/>
                    <a:pt x="153" y="14"/>
                  </a:cubicBezTo>
                  <a:cubicBezTo>
                    <a:pt x="140" y="5"/>
                    <a:pt x="126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7" name="Google Shape;4037;p10"/>
            <p:cNvSpPr/>
            <p:nvPr/>
          </p:nvSpPr>
          <p:spPr>
            <a:xfrm>
              <a:off x="5101100" y="2725125"/>
              <a:ext cx="5575" cy="6675"/>
            </a:xfrm>
            <a:custGeom>
              <a:avLst/>
              <a:gdLst/>
              <a:ahLst/>
              <a:cxnLst/>
              <a:rect l="l" t="t" r="r" b="b"/>
              <a:pathLst>
                <a:path w="223" h="267" extrusionOk="0">
                  <a:moveTo>
                    <a:pt x="103" y="0"/>
                  </a:moveTo>
                  <a:cubicBezTo>
                    <a:pt x="66" y="17"/>
                    <a:pt x="33" y="38"/>
                    <a:pt x="17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0" y="190"/>
                    <a:pt x="17" y="223"/>
                    <a:pt x="50" y="244"/>
                  </a:cubicBezTo>
                  <a:cubicBezTo>
                    <a:pt x="61" y="255"/>
                    <a:pt x="83" y="267"/>
                    <a:pt x="101" y="267"/>
                  </a:cubicBezTo>
                  <a:cubicBezTo>
                    <a:pt x="108" y="267"/>
                    <a:pt x="115" y="265"/>
                    <a:pt x="120" y="260"/>
                  </a:cubicBezTo>
                  <a:cubicBezTo>
                    <a:pt x="186" y="260"/>
                    <a:pt x="223" y="190"/>
                    <a:pt x="223" y="120"/>
                  </a:cubicBezTo>
                  <a:cubicBezTo>
                    <a:pt x="223" y="87"/>
                    <a:pt x="206" y="54"/>
                    <a:pt x="169" y="38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8" name="Google Shape;4038;p10"/>
            <p:cNvSpPr/>
            <p:nvPr/>
          </p:nvSpPr>
          <p:spPr>
            <a:xfrm>
              <a:off x="5110050" y="2710075"/>
              <a:ext cx="6025" cy="6575"/>
            </a:xfrm>
            <a:custGeom>
              <a:avLst/>
              <a:gdLst/>
              <a:ahLst/>
              <a:cxnLst/>
              <a:rect l="l" t="t" r="r" b="b"/>
              <a:pathLst>
                <a:path w="241" h="263" extrusionOk="0">
                  <a:moveTo>
                    <a:pt x="137" y="0"/>
                  </a:moveTo>
                  <a:cubicBezTo>
                    <a:pt x="104" y="0"/>
                    <a:pt x="71" y="0"/>
                    <a:pt x="55" y="38"/>
                  </a:cubicBezTo>
                  <a:cubicBezTo>
                    <a:pt x="34" y="54"/>
                    <a:pt x="17" y="87"/>
                    <a:pt x="17" y="124"/>
                  </a:cubicBezTo>
                  <a:cubicBezTo>
                    <a:pt x="1" y="157"/>
                    <a:pt x="17" y="190"/>
                    <a:pt x="34" y="207"/>
                  </a:cubicBezTo>
                  <a:cubicBezTo>
                    <a:pt x="54" y="245"/>
                    <a:pt x="83" y="262"/>
                    <a:pt x="113" y="262"/>
                  </a:cubicBezTo>
                  <a:cubicBezTo>
                    <a:pt x="139" y="262"/>
                    <a:pt x="166" y="250"/>
                    <a:pt x="191" y="227"/>
                  </a:cubicBezTo>
                  <a:cubicBezTo>
                    <a:pt x="240" y="190"/>
                    <a:pt x="240" y="104"/>
                    <a:pt x="207" y="54"/>
                  </a:cubicBezTo>
                  <a:cubicBezTo>
                    <a:pt x="191" y="38"/>
                    <a:pt x="174" y="21"/>
                    <a:pt x="1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9" name="Google Shape;4039;p10"/>
            <p:cNvSpPr/>
            <p:nvPr/>
          </p:nvSpPr>
          <p:spPr>
            <a:xfrm>
              <a:off x="5101500" y="26297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87" y="1"/>
                    <a:pt x="50" y="17"/>
                    <a:pt x="34" y="38"/>
                  </a:cubicBezTo>
                  <a:cubicBezTo>
                    <a:pt x="17" y="71"/>
                    <a:pt x="1" y="104"/>
                    <a:pt x="17" y="157"/>
                  </a:cubicBezTo>
                  <a:cubicBezTo>
                    <a:pt x="17" y="190"/>
                    <a:pt x="34" y="207"/>
                    <a:pt x="50" y="223"/>
                  </a:cubicBezTo>
                  <a:cubicBezTo>
                    <a:pt x="87" y="260"/>
                    <a:pt x="104" y="260"/>
                    <a:pt x="137" y="260"/>
                  </a:cubicBezTo>
                  <a:cubicBezTo>
                    <a:pt x="190" y="244"/>
                    <a:pt x="240" y="190"/>
                    <a:pt x="223" y="120"/>
                  </a:cubicBezTo>
                  <a:lnTo>
                    <a:pt x="223" y="104"/>
                  </a:lnTo>
                  <a:cubicBezTo>
                    <a:pt x="223" y="54"/>
                    <a:pt x="19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0" name="Google Shape;4040;p10"/>
            <p:cNvSpPr/>
            <p:nvPr/>
          </p:nvSpPr>
          <p:spPr>
            <a:xfrm>
              <a:off x="5104500" y="258557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20" y="0"/>
                  </a:moveTo>
                  <a:cubicBezTo>
                    <a:pt x="103" y="0"/>
                    <a:pt x="70" y="0"/>
                    <a:pt x="50" y="33"/>
                  </a:cubicBezTo>
                  <a:cubicBezTo>
                    <a:pt x="17" y="54"/>
                    <a:pt x="0" y="87"/>
                    <a:pt x="0" y="120"/>
                  </a:cubicBezTo>
                  <a:cubicBezTo>
                    <a:pt x="0" y="157"/>
                    <a:pt x="17" y="190"/>
                    <a:pt x="33" y="206"/>
                  </a:cubicBezTo>
                  <a:cubicBezTo>
                    <a:pt x="50" y="239"/>
                    <a:pt x="70" y="260"/>
                    <a:pt x="103" y="260"/>
                  </a:cubicBezTo>
                  <a:cubicBezTo>
                    <a:pt x="136" y="260"/>
                    <a:pt x="153" y="260"/>
                    <a:pt x="190" y="223"/>
                  </a:cubicBezTo>
                  <a:cubicBezTo>
                    <a:pt x="223" y="190"/>
                    <a:pt x="239" y="103"/>
                    <a:pt x="206" y="54"/>
                  </a:cubicBezTo>
                  <a:cubicBezTo>
                    <a:pt x="190" y="33"/>
                    <a:pt x="174" y="16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1" name="Google Shape;4041;p10"/>
            <p:cNvSpPr/>
            <p:nvPr/>
          </p:nvSpPr>
          <p:spPr>
            <a:xfrm>
              <a:off x="5118625" y="2722550"/>
              <a:ext cx="5675" cy="6525"/>
            </a:xfrm>
            <a:custGeom>
              <a:avLst/>
              <a:gdLst/>
              <a:ahLst/>
              <a:cxnLst/>
              <a:rect l="l" t="t" r="r" b="b"/>
              <a:pathLst>
                <a:path w="227" h="261" extrusionOk="0">
                  <a:moveTo>
                    <a:pt x="103" y="0"/>
                  </a:moveTo>
                  <a:cubicBezTo>
                    <a:pt x="37" y="17"/>
                    <a:pt x="0" y="87"/>
                    <a:pt x="0" y="157"/>
                  </a:cubicBezTo>
                  <a:cubicBezTo>
                    <a:pt x="0" y="190"/>
                    <a:pt x="21" y="223"/>
                    <a:pt x="54" y="244"/>
                  </a:cubicBezTo>
                  <a:cubicBezTo>
                    <a:pt x="70" y="260"/>
                    <a:pt x="103" y="260"/>
                    <a:pt x="140" y="260"/>
                  </a:cubicBezTo>
                  <a:cubicBezTo>
                    <a:pt x="157" y="260"/>
                    <a:pt x="190" y="244"/>
                    <a:pt x="206" y="206"/>
                  </a:cubicBezTo>
                  <a:cubicBezTo>
                    <a:pt x="227" y="173"/>
                    <a:pt x="227" y="141"/>
                    <a:pt x="227" y="103"/>
                  </a:cubicBezTo>
                  <a:cubicBezTo>
                    <a:pt x="227" y="70"/>
                    <a:pt x="206" y="54"/>
                    <a:pt x="173" y="37"/>
                  </a:cubicBezTo>
                  <a:cubicBezTo>
                    <a:pt x="173" y="17"/>
                    <a:pt x="157" y="17"/>
                    <a:pt x="157" y="17"/>
                  </a:cubicBezTo>
                  <a:cubicBezTo>
                    <a:pt x="140" y="0"/>
                    <a:pt x="12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2" name="Google Shape;4042;p10"/>
            <p:cNvSpPr/>
            <p:nvPr/>
          </p:nvSpPr>
          <p:spPr>
            <a:xfrm>
              <a:off x="5099750" y="25224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4" y="1"/>
                  </a:moveTo>
                  <a:cubicBezTo>
                    <a:pt x="71" y="17"/>
                    <a:pt x="54" y="34"/>
                    <a:pt x="34" y="50"/>
                  </a:cubicBezTo>
                  <a:cubicBezTo>
                    <a:pt x="17" y="83"/>
                    <a:pt x="1" y="120"/>
                    <a:pt x="17" y="153"/>
                  </a:cubicBezTo>
                  <a:cubicBezTo>
                    <a:pt x="17" y="186"/>
                    <a:pt x="34" y="223"/>
                    <a:pt x="54" y="240"/>
                  </a:cubicBezTo>
                  <a:cubicBezTo>
                    <a:pt x="78" y="252"/>
                    <a:pt x="93" y="263"/>
                    <a:pt x="111" y="263"/>
                  </a:cubicBezTo>
                  <a:cubicBezTo>
                    <a:pt x="119" y="263"/>
                    <a:pt x="127" y="261"/>
                    <a:pt x="137" y="256"/>
                  </a:cubicBezTo>
                  <a:cubicBezTo>
                    <a:pt x="207" y="256"/>
                    <a:pt x="240" y="186"/>
                    <a:pt x="223" y="120"/>
                  </a:cubicBezTo>
                  <a:cubicBezTo>
                    <a:pt x="223" y="83"/>
                    <a:pt x="207" y="50"/>
                    <a:pt x="190" y="34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3" name="Google Shape;4043;p10"/>
            <p:cNvSpPr/>
            <p:nvPr/>
          </p:nvSpPr>
          <p:spPr>
            <a:xfrm>
              <a:off x="5101100" y="26006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50" y="17"/>
                    <a:pt x="0" y="88"/>
                    <a:pt x="17" y="153"/>
                  </a:cubicBezTo>
                  <a:cubicBezTo>
                    <a:pt x="17" y="191"/>
                    <a:pt x="33" y="224"/>
                    <a:pt x="50" y="240"/>
                  </a:cubicBezTo>
                  <a:cubicBezTo>
                    <a:pt x="83" y="257"/>
                    <a:pt x="103" y="257"/>
                    <a:pt x="136" y="257"/>
                  </a:cubicBezTo>
                  <a:cubicBezTo>
                    <a:pt x="206" y="240"/>
                    <a:pt x="239" y="191"/>
                    <a:pt x="223" y="104"/>
                  </a:cubicBezTo>
                  <a:cubicBezTo>
                    <a:pt x="223" y="71"/>
                    <a:pt x="186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4" name="Google Shape;4044;p10"/>
            <p:cNvSpPr/>
            <p:nvPr/>
          </p:nvSpPr>
          <p:spPr>
            <a:xfrm>
              <a:off x="5104900" y="255305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12" y="1"/>
                  </a:moveTo>
                  <a:cubicBezTo>
                    <a:pt x="92" y="1"/>
                    <a:pt x="73" y="10"/>
                    <a:pt x="54" y="31"/>
                  </a:cubicBezTo>
                  <a:cubicBezTo>
                    <a:pt x="34" y="31"/>
                    <a:pt x="17" y="64"/>
                    <a:pt x="17" y="81"/>
                  </a:cubicBezTo>
                  <a:cubicBezTo>
                    <a:pt x="1" y="118"/>
                    <a:pt x="1" y="151"/>
                    <a:pt x="1" y="167"/>
                  </a:cubicBezTo>
                  <a:cubicBezTo>
                    <a:pt x="17" y="200"/>
                    <a:pt x="34" y="237"/>
                    <a:pt x="71" y="254"/>
                  </a:cubicBezTo>
                  <a:cubicBezTo>
                    <a:pt x="88" y="263"/>
                    <a:pt x="105" y="267"/>
                    <a:pt x="121" y="267"/>
                  </a:cubicBezTo>
                  <a:cubicBezTo>
                    <a:pt x="164" y="267"/>
                    <a:pt x="199" y="235"/>
                    <a:pt x="223" y="184"/>
                  </a:cubicBezTo>
                  <a:cubicBezTo>
                    <a:pt x="240" y="118"/>
                    <a:pt x="207" y="31"/>
                    <a:pt x="158" y="15"/>
                  </a:cubicBezTo>
                  <a:cubicBezTo>
                    <a:pt x="142" y="6"/>
                    <a:pt x="127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5" name="Google Shape;4045;p10"/>
            <p:cNvSpPr/>
            <p:nvPr/>
          </p:nvSpPr>
          <p:spPr>
            <a:xfrm>
              <a:off x="5104075" y="25056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1"/>
                  </a:moveTo>
                  <a:cubicBezTo>
                    <a:pt x="104" y="1"/>
                    <a:pt x="67" y="17"/>
                    <a:pt x="50" y="34"/>
                  </a:cubicBezTo>
                  <a:cubicBezTo>
                    <a:pt x="1" y="71"/>
                    <a:pt x="1" y="157"/>
                    <a:pt x="34" y="207"/>
                  </a:cubicBezTo>
                  <a:cubicBezTo>
                    <a:pt x="50" y="240"/>
                    <a:pt x="87" y="261"/>
                    <a:pt x="104" y="261"/>
                  </a:cubicBezTo>
                  <a:cubicBezTo>
                    <a:pt x="137" y="261"/>
                    <a:pt x="170" y="261"/>
                    <a:pt x="191" y="240"/>
                  </a:cubicBezTo>
                  <a:cubicBezTo>
                    <a:pt x="207" y="207"/>
                    <a:pt x="223" y="190"/>
                    <a:pt x="223" y="157"/>
                  </a:cubicBezTo>
                  <a:cubicBezTo>
                    <a:pt x="240" y="120"/>
                    <a:pt x="223" y="87"/>
                    <a:pt x="207" y="54"/>
                  </a:cubicBezTo>
                  <a:cubicBezTo>
                    <a:pt x="191" y="34"/>
                    <a:pt x="170" y="17"/>
                    <a:pt x="153" y="17"/>
                  </a:cubicBezTo>
                  <a:cubicBezTo>
                    <a:pt x="153" y="1"/>
                    <a:pt x="137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6" name="Google Shape;4046;p10"/>
            <p:cNvSpPr/>
            <p:nvPr/>
          </p:nvSpPr>
          <p:spPr>
            <a:xfrm>
              <a:off x="5102750" y="2478150"/>
              <a:ext cx="6100" cy="6650"/>
            </a:xfrm>
            <a:custGeom>
              <a:avLst/>
              <a:gdLst/>
              <a:ahLst/>
              <a:cxnLst/>
              <a:rect l="l" t="t" r="r" b="b"/>
              <a:pathLst>
                <a:path w="244" h="266" extrusionOk="0">
                  <a:moveTo>
                    <a:pt x="120" y="1"/>
                  </a:moveTo>
                  <a:cubicBezTo>
                    <a:pt x="87" y="1"/>
                    <a:pt x="70" y="1"/>
                    <a:pt x="37" y="38"/>
                  </a:cubicBezTo>
                  <a:cubicBezTo>
                    <a:pt x="17" y="55"/>
                    <a:pt x="0" y="88"/>
                    <a:pt x="0" y="125"/>
                  </a:cubicBezTo>
                  <a:cubicBezTo>
                    <a:pt x="0" y="158"/>
                    <a:pt x="0" y="191"/>
                    <a:pt x="17" y="207"/>
                  </a:cubicBezTo>
                  <a:cubicBezTo>
                    <a:pt x="49" y="249"/>
                    <a:pt x="86" y="266"/>
                    <a:pt x="118" y="266"/>
                  </a:cubicBezTo>
                  <a:cubicBezTo>
                    <a:pt x="140" y="266"/>
                    <a:pt x="160" y="258"/>
                    <a:pt x="173" y="244"/>
                  </a:cubicBezTo>
                  <a:cubicBezTo>
                    <a:pt x="223" y="191"/>
                    <a:pt x="244" y="104"/>
                    <a:pt x="190" y="55"/>
                  </a:cubicBezTo>
                  <a:cubicBezTo>
                    <a:pt x="190" y="38"/>
                    <a:pt x="173" y="22"/>
                    <a:pt x="157" y="22"/>
                  </a:cubicBezTo>
                  <a:cubicBezTo>
                    <a:pt x="140" y="1"/>
                    <a:pt x="140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7" name="Google Shape;4047;p10"/>
            <p:cNvSpPr/>
            <p:nvPr/>
          </p:nvSpPr>
          <p:spPr>
            <a:xfrm>
              <a:off x="5084300" y="26037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2" y="0"/>
                  </a:moveTo>
                  <a:cubicBezTo>
                    <a:pt x="78" y="0"/>
                    <a:pt x="44" y="32"/>
                    <a:pt x="17" y="83"/>
                  </a:cubicBezTo>
                  <a:cubicBezTo>
                    <a:pt x="0" y="153"/>
                    <a:pt x="33" y="219"/>
                    <a:pt x="87" y="256"/>
                  </a:cubicBezTo>
                  <a:lnTo>
                    <a:pt x="136" y="256"/>
                  </a:lnTo>
                  <a:cubicBezTo>
                    <a:pt x="173" y="256"/>
                    <a:pt x="223" y="219"/>
                    <a:pt x="223" y="170"/>
                  </a:cubicBezTo>
                  <a:cubicBezTo>
                    <a:pt x="239" y="133"/>
                    <a:pt x="239" y="83"/>
                    <a:pt x="206" y="29"/>
                  </a:cubicBezTo>
                  <a:cubicBezTo>
                    <a:pt x="206" y="29"/>
                    <a:pt x="190" y="13"/>
                    <a:pt x="173" y="13"/>
                  </a:cubicBezTo>
                  <a:cubicBezTo>
                    <a:pt x="155" y="4"/>
                    <a:pt x="138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8" name="Google Shape;4048;p10"/>
            <p:cNvSpPr/>
            <p:nvPr/>
          </p:nvSpPr>
          <p:spPr>
            <a:xfrm>
              <a:off x="5086875" y="255405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11" y="1"/>
                  </a:moveTo>
                  <a:cubicBezTo>
                    <a:pt x="92" y="1"/>
                    <a:pt x="77" y="12"/>
                    <a:pt x="54" y="24"/>
                  </a:cubicBezTo>
                  <a:cubicBezTo>
                    <a:pt x="0" y="78"/>
                    <a:pt x="0" y="160"/>
                    <a:pt x="33" y="214"/>
                  </a:cubicBezTo>
                  <a:cubicBezTo>
                    <a:pt x="55" y="243"/>
                    <a:pt x="87" y="262"/>
                    <a:pt x="120" y="262"/>
                  </a:cubicBezTo>
                  <a:cubicBezTo>
                    <a:pt x="144" y="262"/>
                    <a:pt x="168" y="252"/>
                    <a:pt x="190" y="230"/>
                  </a:cubicBezTo>
                  <a:cubicBezTo>
                    <a:pt x="239" y="181"/>
                    <a:pt x="239" y="111"/>
                    <a:pt x="206" y="41"/>
                  </a:cubicBezTo>
                  <a:cubicBezTo>
                    <a:pt x="190" y="24"/>
                    <a:pt x="190" y="8"/>
                    <a:pt x="173" y="8"/>
                  </a:cubicBezTo>
                  <a:lnTo>
                    <a:pt x="136" y="8"/>
                  </a:lnTo>
                  <a:cubicBezTo>
                    <a:pt x="127" y="3"/>
                    <a:pt x="118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9" name="Google Shape;4049;p10"/>
            <p:cNvSpPr/>
            <p:nvPr/>
          </p:nvSpPr>
          <p:spPr>
            <a:xfrm>
              <a:off x="5089850" y="2586075"/>
              <a:ext cx="6525" cy="6600"/>
            </a:xfrm>
            <a:custGeom>
              <a:avLst/>
              <a:gdLst/>
              <a:ahLst/>
              <a:cxnLst/>
              <a:rect l="l" t="t" r="r" b="b"/>
              <a:pathLst>
                <a:path w="261" h="264" extrusionOk="0">
                  <a:moveTo>
                    <a:pt x="130" y="0"/>
                  </a:moveTo>
                  <a:cubicBezTo>
                    <a:pt x="89" y="0"/>
                    <a:pt x="50" y="32"/>
                    <a:pt x="38" y="83"/>
                  </a:cubicBezTo>
                  <a:cubicBezTo>
                    <a:pt x="1" y="153"/>
                    <a:pt x="38" y="219"/>
                    <a:pt x="87" y="256"/>
                  </a:cubicBezTo>
                  <a:cubicBezTo>
                    <a:pt x="98" y="256"/>
                    <a:pt x="109" y="264"/>
                    <a:pt x="122" y="264"/>
                  </a:cubicBezTo>
                  <a:cubicBezTo>
                    <a:pt x="128" y="264"/>
                    <a:pt x="134" y="262"/>
                    <a:pt x="141" y="256"/>
                  </a:cubicBezTo>
                  <a:cubicBezTo>
                    <a:pt x="191" y="256"/>
                    <a:pt x="224" y="219"/>
                    <a:pt x="244" y="186"/>
                  </a:cubicBezTo>
                  <a:cubicBezTo>
                    <a:pt x="261" y="137"/>
                    <a:pt x="244" y="83"/>
                    <a:pt x="224" y="50"/>
                  </a:cubicBezTo>
                  <a:cubicBezTo>
                    <a:pt x="207" y="34"/>
                    <a:pt x="191" y="13"/>
                    <a:pt x="174" y="13"/>
                  </a:cubicBezTo>
                  <a:cubicBezTo>
                    <a:pt x="160" y="4"/>
                    <a:pt x="145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0" name="Google Shape;4050;p10"/>
            <p:cNvSpPr/>
            <p:nvPr/>
          </p:nvSpPr>
          <p:spPr>
            <a:xfrm>
              <a:off x="5052950" y="2453725"/>
              <a:ext cx="3025" cy="6425"/>
            </a:xfrm>
            <a:custGeom>
              <a:avLst/>
              <a:gdLst/>
              <a:ahLst/>
              <a:cxnLst/>
              <a:rect l="l" t="t" r="r" b="b"/>
              <a:pathLst>
                <a:path w="121" h="257" extrusionOk="0">
                  <a:moveTo>
                    <a:pt x="1" y="1"/>
                  </a:moveTo>
                  <a:lnTo>
                    <a:pt x="1" y="256"/>
                  </a:lnTo>
                  <a:cubicBezTo>
                    <a:pt x="50" y="240"/>
                    <a:pt x="87" y="223"/>
                    <a:pt x="104" y="174"/>
                  </a:cubicBezTo>
                  <a:cubicBezTo>
                    <a:pt x="120" y="120"/>
                    <a:pt x="104" y="71"/>
                    <a:pt x="87" y="34"/>
                  </a:cubicBezTo>
                  <a:cubicBezTo>
                    <a:pt x="71" y="17"/>
                    <a:pt x="50" y="17"/>
                    <a:pt x="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1" name="Google Shape;4051;p10"/>
            <p:cNvSpPr/>
            <p:nvPr/>
          </p:nvSpPr>
          <p:spPr>
            <a:xfrm>
              <a:off x="5057300" y="2685325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27" y="0"/>
                  </a:moveTo>
                  <a:cubicBezTo>
                    <a:pt x="86" y="0"/>
                    <a:pt x="45" y="32"/>
                    <a:pt x="33" y="83"/>
                  </a:cubicBezTo>
                  <a:cubicBezTo>
                    <a:pt x="0" y="149"/>
                    <a:pt x="33" y="236"/>
                    <a:pt x="83" y="252"/>
                  </a:cubicBezTo>
                  <a:cubicBezTo>
                    <a:pt x="103" y="269"/>
                    <a:pt x="120" y="269"/>
                    <a:pt x="136" y="269"/>
                  </a:cubicBezTo>
                  <a:cubicBezTo>
                    <a:pt x="186" y="252"/>
                    <a:pt x="223" y="236"/>
                    <a:pt x="239" y="186"/>
                  </a:cubicBezTo>
                  <a:cubicBezTo>
                    <a:pt x="239" y="133"/>
                    <a:pt x="239" y="83"/>
                    <a:pt x="206" y="46"/>
                  </a:cubicBezTo>
                  <a:cubicBezTo>
                    <a:pt x="206" y="30"/>
                    <a:pt x="186" y="13"/>
                    <a:pt x="169" y="13"/>
                  </a:cubicBezTo>
                  <a:cubicBezTo>
                    <a:pt x="156" y="5"/>
                    <a:pt x="141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2" name="Google Shape;4052;p10"/>
            <p:cNvSpPr/>
            <p:nvPr/>
          </p:nvSpPr>
          <p:spPr>
            <a:xfrm>
              <a:off x="5061525" y="2639375"/>
              <a:ext cx="6100" cy="6825"/>
            </a:xfrm>
            <a:custGeom>
              <a:avLst/>
              <a:gdLst/>
              <a:ahLst/>
              <a:cxnLst/>
              <a:rect l="l" t="t" r="r" b="b"/>
              <a:pathLst>
                <a:path w="244" h="273" extrusionOk="0">
                  <a:moveTo>
                    <a:pt x="130" y="0"/>
                  </a:moveTo>
                  <a:cubicBezTo>
                    <a:pt x="121" y="0"/>
                    <a:pt x="111" y="4"/>
                    <a:pt x="103" y="13"/>
                  </a:cubicBezTo>
                  <a:cubicBezTo>
                    <a:pt x="37" y="13"/>
                    <a:pt x="0" y="83"/>
                    <a:pt x="0" y="149"/>
                  </a:cubicBezTo>
                  <a:cubicBezTo>
                    <a:pt x="17" y="186"/>
                    <a:pt x="17" y="219"/>
                    <a:pt x="54" y="235"/>
                  </a:cubicBezTo>
                  <a:cubicBezTo>
                    <a:pt x="70" y="252"/>
                    <a:pt x="103" y="272"/>
                    <a:pt x="140" y="272"/>
                  </a:cubicBezTo>
                  <a:cubicBezTo>
                    <a:pt x="190" y="252"/>
                    <a:pt x="243" y="186"/>
                    <a:pt x="223" y="116"/>
                  </a:cubicBezTo>
                  <a:cubicBezTo>
                    <a:pt x="223" y="83"/>
                    <a:pt x="206" y="46"/>
                    <a:pt x="173" y="29"/>
                  </a:cubicBezTo>
                  <a:lnTo>
                    <a:pt x="157" y="13"/>
                  </a:lnTo>
                  <a:cubicBezTo>
                    <a:pt x="149" y="4"/>
                    <a:pt x="139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3" name="Google Shape;4053;p10"/>
            <p:cNvSpPr/>
            <p:nvPr/>
          </p:nvSpPr>
          <p:spPr>
            <a:xfrm>
              <a:off x="5068425" y="269977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3" y="0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17" y="190"/>
                    <a:pt x="33" y="227"/>
                    <a:pt x="50" y="243"/>
                  </a:cubicBezTo>
                  <a:cubicBezTo>
                    <a:pt x="64" y="255"/>
                    <a:pt x="85" y="267"/>
                    <a:pt x="108" y="267"/>
                  </a:cubicBezTo>
                  <a:cubicBezTo>
                    <a:pt x="117" y="267"/>
                    <a:pt x="127" y="265"/>
                    <a:pt x="136" y="260"/>
                  </a:cubicBezTo>
                  <a:cubicBezTo>
                    <a:pt x="190" y="260"/>
                    <a:pt x="239" y="190"/>
                    <a:pt x="223" y="124"/>
                  </a:cubicBezTo>
                  <a:cubicBezTo>
                    <a:pt x="223" y="70"/>
                    <a:pt x="190" y="37"/>
                    <a:pt x="153" y="21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4" name="Google Shape;4054;p10"/>
            <p:cNvSpPr/>
            <p:nvPr/>
          </p:nvSpPr>
          <p:spPr>
            <a:xfrm>
              <a:off x="5054200" y="2653225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10" y="0"/>
                  </a:moveTo>
                  <a:cubicBezTo>
                    <a:pt x="86" y="0"/>
                    <a:pt x="66" y="13"/>
                    <a:pt x="54" y="27"/>
                  </a:cubicBezTo>
                  <a:cubicBezTo>
                    <a:pt x="0" y="77"/>
                    <a:pt x="0" y="164"/>
                    <a:pt x="37" y="213"/>
                  </a:cubicBezTo>
                  <a:cubicBezTo>
                    <a:pt x="57" y="245"/>
                    <a:pt x="89" y="263"/>
                    <a:pt x="122" y="263"/>
                  </a:cubicBezTo>
                  <a:cubicBezTo>
                    <a:pt x="146" y="263"/>
                    <a:pt x="170" y="254"/>
                    <a:pt x="190" y="234"/>
                  </a:cubicBezTo>
                  <a:cubicBezTo>
                    <a:pt x="244" y="180"/>
                    <a:pt x="244" y="110"/>
                    <a:pt x="207" y="44"/>
                  </a:cubicBezTo>
                  <a:cubicBezTo>
                    <a:pt x="190" y="27"/>
                    <a:pt x="174" y="27"/>
                    <a:pt x="157" y="7"/>
                  </a:cubicBezTo>
                  <a:lnTo>
                    <a:pt x="141" y="7"/>
                  </a:lnTo>
                  <a:cubicBezTo>
                    <a:pt x="130" y="2"/>
                    <a:pt x="120" y="0"/>
                    <a:pt x="1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5" name="Google Shape;4055;p10"/>
            <p:cNvSpPr/>
            <p:nvPr/>
          </p:nvSpPr>
          <p:spPr>
            <a:xfrm>
              <a:off x="5052950" y="2746800"/>
              <a:ext cx="4775" cy="6375"/>
            </a:xfrm>
            <a:custGeom>
              <a:avLst/>
              <a:gdLst/>
              <a:ahLst/>
              <a:cxnLst/>
              <a:rect l="l" t="t" r="r" b="b"/>
              <a:pathLst>
                <a:path w="191" h="255" extrusionOk="0">
                  <a:moveTo>
                    <a:pt x="61" y="1"/>
                  </a:moveTo>
                  <a:cubicBezTo>
                    <a:pt x="41" y="1"/>
                    <a:pt x="20" y="9"/>
                    <a:pt x="1" y="28"/>
                  </a:cubicBezTo>
                  <a:lnTo>
                    <a:pt x="1" y="234"/>
                  </a:lnTo>
                  <a:cubicBezTo>
                    <a:pt x="17" y="234"/>
                    <a:pt x="17" y="251"/>
                    <a:pt x="34" y="251"/>
                  </a:cubicBezTo>
                  <a:cubicBezTo>
                    <a:pt x="43" y="254"/>
                    <a:pt x="53" y="255"/>
                    <a:pt x="63" y="255"/>
                  </a:cubicBezTo>
                  <a:cubicBezTo>
                    <a:pt x="109" y="255"/>
                    <a:pt x="157" y="225"/>
                    <a:pt x="174" y="181"/>
                  </a:cubicBezTo>
                  <a:cubicBezTo>
                    <a:pt x="191" y="115"/>
                    <a:pt x="174" y="28"/>
                    <a:pt x="104" y="12"/>
                  </a:cubicBezTo>
                  <a:cubicBezTo>
                    <a:pt x="90" y="5"/>
                    <a:pt x="76" y="1"/>
                    <a:pt x="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6" name="Google Shape;4056;p10"/>
            <p:cNvSpPr/>
            <p:nvPr/>
          </p:nvSpPr>
          <p:spPr>
            <a:xfrm>
              <a:off x="5067075" y="262187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23" y="0"/>
                  </a:moveTo>
                  <a:cubicBezTo>
                    <a:pt x="117" y="0"/>
                    <a:pt x="111" y="2"/>
                    <a:pt x="104" y="8"/>
                  </a:cubicBezTo>
                  <a:cubicBezTo>
                    <a:pt x="71" y="8"/>
                    <a:pt x="54" y="24"/>
                    <a:pt x="38" y="61"/>
                  </a:cubicBezTo>
                  <a:cubicBezTo>
                    <a:pt x="21" y="78"/>
                    <a:pt x="1" y="111"/>
                    <a:pt x="21" y="148"/>
                  </a:cubicBezTo>
                  <a:cubicBezTo>
                    <a:pt x="21" y="181"/>
                    <a:pt x="38" y="214"/>
                    <a:pt x="54" y="230"/>
                  </a:cubicBezTo>
                  <a:cubicBezTo>
                    <a:pt x="71" y="251"/>
                    <a:pt x="104" y="267"/>
                    <a:pt x="141" y="267"/>
                  </a:cubicBezTo>
                  <a:cubicBezTo>
                    <a:pt x="190" y="251"/>
                    <a:pt x="244" y="181"/>
                    <a:pt x="227" y="111"/>
                  </a:cubicBezTo>
                  <a:cubicBezTo>
                    <a:pt x="227" y="78"/>
                    <a:pt x="207" y="45"/>
                    <a:pt x="190" y="24"/>
                  </a:cubicBezTo>
                  <a:cubicBezTo>
                    <a:pt x="174" y="24"/>
                    <a:pt x="174" y="8"/>
                    <a:pt x="157" y="8"/>
                  </a:cubicBezTo>
                  <a:cubicBezTo>
                    <a:pt x="146" y="8"/>
                    <a:pt x="135" y="0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7" name="Google Shape;4057;p10"/>
            <p:cNvSpPr/>
            <p:nvPr/>
          </p:nvSpPr>
          <p:spPr>
            <a:xfrm>
              <a:off x="5052950" y="2703000"/>
              <a:ext cx="4775" cy="6275"/>
            </a:xfrm>
            <a:custGeom>
              <a:avLst/>
              <a:gdLst/>
              <a:ahLst/>
              <a:cxnLst/>
              <a:rect l="l" t="t" r="r" b="b"/>
              <a:pathLst>
                <a:path w="191" h="251" extrusionOk="0">
                  <a:moveTo>
                    <a:pt x="65" y="1"/>
                  </a:moveTo>
                  <a:cubicBezTo>
                    <a:pt x="41" y="1"/>
                    <a:pt x="20" y="9"/>
                    <a:pt x="1" y="28"/>
                  </a:cubicBezTo>
                  <a:lnTo>
                    <a:pt x="1" y="234"/>
                  </a:lnTo>
                  <a:cubicBezTo>
                    <a:pt x="17" y="234"/>
                    <a:pt x="17" y="250"/>
                    <a:pt x="34" y="250"/>
                  </a:cubicBezTo>
                  <a:lnTo>
                    <a:pt x="87" y="250"/>
                  </a:lnTo>
                  <a:cubicBezTo>
                    <a:pt x="120" y="250"/>
                    <a:pt x="153" y="217"/>
                    <a:pt x="174" y="164"/>
                  </a:cubicBezTo>
                  <a:cubicBezTo>
                    <a:pt x="191" y="131"/>
                    <a:pt x="191" y="77"/>
                    <a:pt x="153" y="44"/>
                  </a:cubicBezTo>
                  <a:cubicBezTo>
                    <a:pt x="137" y="28"/>
                    <a:pt x="137" y="11"/>
                    <a:pt x="120" y="11"/>
                  </a:cubicBezTo>
                  <a:cubicBezTo>
                    <a:pt x="100" y="5"/>
                    <a:pt x="82" y="1"/>
                    <a:pt x="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8" name="Google Shape;4058;p10"/>
            <p:cNvSpPr/>
            <p:nvPr/>
          </p:nvSpPr>
          <p:spPr>
            <a:xfrm>
              <a:off x="5078725" y="2453725"/>
              <a:ext cx="5175" cy="3100"/>
            </a:xfrm>
            <a:custGeom>
              <a:avLst/>
              <a:gdLst/>
              <a:ahLst/>
              <a:cxnLst/>
              <a:rect l="l" t="t" r="r" b="b"/>
              <a:pathLst>
                <a:path w="207" h="124" extrusionOk="0">
                  <a:moveTo>
                    <a:pt x="1" y="1"/>
                  </a:moveTo>
                  <a:lnTo>
                    <a:pt x="1" y="17"/>
                  </a:lnTo>
                  <a:cubicBezTo>
                    <a:pt x="1" y="78"/>
                    <a:pt x="54" y="124"/>
                    <a:pt x="100" y="124"/>
                  </a:cubicBezTo>
                  <a:cubicBezTo>
                    <a:pt x="107" y="124"/>
                    <a:pt x="114" y="123"/>
                    <a:pt x="120" y="120"/>
                  </a:cubicBezTo>
                  <a:cubicBezTo>
                    <a:pt x="153" y="120"/>
                    <a:pt x="174" y="104"/>
                    <a:pt x="190" y="71"/>
                  </a:cubicBezTo>
                  <a:cubicBezTo>
                    <a:pt x="207" y="71"/>
                    <a:pt x="207" y="50"/>
                    <a:pt x="207" y="50"/>
                  </a:cubicBezTo>
                  <a:cubicBezTo>
                    <a:pt x="137" y="34"/>
                    <a:pt x="71" y="17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9" name="Google Shape;4059;p10"/>
            <p:cNvSpPr/>
            <p:nvPr/>
          </p:nvSpPr>
          <p:spPr>
            <a:xfrm>
              <a:off x="5124700" y="2736225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34" y="0"/>
                  </a:moveTo>
                  <a:cubicBezTo>
                    <a:pt x="84" y="0"/>
                    <a:pt x="44" y="35"/>
                    <a:pt x="17" y="88"/>
                  </a:cubicBezTo>
                  <a:cubicBezTo>
                    <a:pt x="0" y="158"/>
                    <a:pt x="33" y="228"/>
                    <a:pt x="87" y="245"/>
                  </a:cubicBezTo>
                  <a:cubicBezTo>
                    <a:pt x="104" y="261"/>
                    <a:pt x="120" y="261"/>
                    <a:pt x="136" y="261"/>
                  </a:cubicBezTo>
                  <a:cubicBezTo>
                    <a:pt x="169" y="261"/>
                    <a:pt x="207" y="228"/>
                    <a:pt x="223" y="175"/>
                  </a:cubicBezTo>
                  <a:cubicBezTo>
                    <a:pt x="240" y="125"/>
                    <a:pt x="240" y="72"/>
                    <a:pt x="207" y="39"/>
                  </a:cubicBezTo>
                  <a:cubicBezTo>
                    <a:pt x="190" y="22"/>
                    <a:pt x="190" y="22"/>
                    <a:pt x="169" y="6"/>
                  </a:cubicBezTo>
                  <a:cubicBezTo>
                    <a:pt x="157" y="2"/>
                    <a:pt x="145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0" name="Google Shape;4060;p10"/>
            <p:cNvSpPr/>
            <p:nvPr/>
          </p:nvSpPr>
          <p:spPr>
            <a:xfrm>
              <a:off x="5191700" y="266112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3" y="0"/>
                  </a:moveTo>
                  <a:cubicBezTo>
                    <a:pt x="50" y="21"/>
                    <a:pt x="0" y="87"/>
                    <a:pt x="17" y="157"/>
                  </a:cubicBezTo>
                  <a:cubicBezTo>
                    <a:pt x="17" y="190"/>
                    <a:pt x="33" y="227"/>
                    <a:pt x="50" y="243"/>
                  </a:cubicBezTo>
                  <a:cubicBezTo>
                    <a:pt x="76" y="255"/>
                    <a:pt x="92" y="267"/>
                    <a:pt x="111" y="267"/>
                  </a:cubicBezTo>
                  <a:cubicBezTo>
                    <a:pt x="118" y="267"/>
                    <a:pt x="127" y="265"/>
                    <a:pt x="136" y="260"/>
                  </a:cubicBezTo>
                  <a:cubicBezTo>
                    <a:pt x="206" y="260"/>
                    <a:pt x="239" y="190"/>
                    <a:pt x="223" y="124"/>
                  </a:cubicBezTo>
                  <a:cubicBezTo>
                    <a:pt x="223" y="87"/>
                    <a:pt x="206" y="54"/>
                    <a:pt x="190" y="37"/>
                  </a:cubicBezTo>
                  <a:cubicBezTo>
                    <a:pt x="169" y="21"/>
                    <a:pt x="169" y="21"/>
                    <a:pt x="153" y="21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1" name="Google Shape;4061;p10"/>
            <p:cNvSpPr/>
            <p:nvPr/>
          </p:nvSpPr>
          <p:spPr>
            <a:xfrm>
              <a:off x="5216125" y="2644250"/>
              <a:ext cx="6100" cy="6550"/>
            </a:xfrm>
            <a:custGeom>
              <a:avLst/>
              <a:gdLst/>
              <a:ahLst/>
              <a:cxnLst/>
              <a:rect l="l" t="t" r="r" b="b"/>
              <a:pathLst>
                <a:path w="244" h="262" extrusionOk="0">
                  <a:moveTo>
                    <a:pt x="94" y="0"/>
                  </a:moveTo>
                  <a:cubicBezTo>
                    <a:pt x="76" y="0"/>
                    <a:pt x="61" y="12"/>
                    <a:pt x="38" y="24"/>
                  </a:cubicBezTo>
                  <a:cubicBezTo>
                    <a:pt x="17" y="40"/>
                    <a:pt x="0" y="77"/>
                    <a:pt x="0" y="110"/>
                  </a:cubicBezTo>
                  <a:cubicBezTo>
                    <a:pt x="0" y="143"/>
                    <a:pt x="0" y="180"/>
                    <a:pt x="17" y="213"/>
                  </a:cubicBezTo>
                  <a:cubicBezTo>
                    <a:pt x="48" y="242"/>
                    <a:pt x="86" y="261"/>
                    <a:pt x="117" y="261"/>
                  </a:cubicBezTo>
                  <a:cubicBezTo>
                    <a:pt x="140" y="261"/>
                    <a:pt x="160" y="252"/>
                    <a:pt x="174" y="230"/>
                  </a:cubicBezTo>
                  <a:cubicBezTo>
                    <a:pt x="223" y="180"/>
                    <a:pt x="244" y="110"/>
                    <a:pt x="190" y="40"/>
                  </a:cubicBezTo>
                  <a:cubicBezTo>
                    <a:pt x="190" y="24"/>
                    <a:pt x="174" y="7"/>
                    <a:pt x="157" y="7"/>
                  </a:cubicBezTo>
                  <a:lnTo>
                    <a:pt x="120" y="7"/>
                  </a:lnTo>
                  <a:cubicBezTo>
                    <a:pt x="110" y="2"/>
                    <a:pt x="102" y="0"/>
                    <a:pt x="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2" name="Google Shape;4062;p10"/>
            <p:cNvSpPr/>
            <p:nvPr/>
          </p:nvSpPr>
          <p:spPr>
            <a:xfrm>
              <a:off x="5207575" y="27062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33" y="1"/>
                    <a:pt x="0" y="71"/>
                    <a:pt x="17" y="137"/>
                  </a:cubicBezTo>
                  <a:cubicBezTo>
                    <a:pt x="17" y="174"/>
                    <a:pt x="33" y="207"/>
                    <a:pt x="50" y="224"/>
                  </a:cubicBezTo>
                  <a:cubicBezTo>
                    <a:pt x="87" y="257"/>
                    <a:pt x="103" y="257"/>
                    <a:pt x="136" y="257"/>
                  </a:cubicBezTo>
                  <a:cubicBezTo>
                    <a:pt x="190" y="240"/>
                    <a:pt x="239" y="174"/>
                    <a:pt x="223" y="104"/>
                  </a:cubicBezTo>
                  <a:cubicBezTo>
                    <a:pt x="223" y="71"/>
                    <a:pt x="206" y="34"/>
                    <a:pt x="190" y="17"/>
                  </a:cubicBezTo>
                  <a:cubicBezTo>
                    <a:pt x="173" y="17"/>
                    <a:pt x="173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3" name="Google Shape;4063;p10"/>
            <p:cNvSpPr/>
            <p:nvPr/>
          </p:nvSpPr>
          <p:spPr>
            <a:xfrm>
              <a:off x="5218300" y="262422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3" y="0"/>
                  </a:moveTo>
                  <a:cubicBezTo>
                    <a:pt x="54" y="17"/>
                    <a:pt x="0" y="87"/>
                    <a:pt x="17" y="157"/>
                  </a:cubicBezTo>
                  <a:cubicBezTo>
                    <a:pt x="17" y="190"/>
                    <a:pt x="33" y="223"/>
                    <a:pt x="54" y="239"/>
                  </a:cubicBezTo>
                  <a:cubicBezTo>
                    <a:pt x="77" y="254"/>
                    <a:pt x="92" y="267"/>
                    <a:pt x="111" y="267"/>
                  </a:cubicBezTo>
                  <a:cubicBezTo>
                    <a:pt x="119" y="267"/>
                    <a:pt x="127" y="265"/>
                    <a:pt x="136" y="260"/>
                  </a:cubicBezTo>
                  <a:cubicBezTo>
                    <a:pt x="206" y="260"/>
                    <a:pt x="239" y="190"/>
                    <a:pt x="223" y="120"/>
                  </a:cubicBezTo>
                  <a:cubicBezTo>
                    <a:pt x="223" y="87"/>
                    <a:pt x="206" y="54"/>
                    <a:pt x="190" y="33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4" name="Google Shape;4064;p10"/>
            <p:cNvSpPr/>
            <p:nvPr/>
          </p:nvSpPr>
          <p:spPr>
            <a:xfrm>
              <a:off x="5217475" y="267172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6" y="0"/>
                  </a:moveTo>
                  <a:cubicBezTo>
                    <a:pt x="83" y="0"/>
                    <a:pt x="61" y="14"/>
                    <a:pt x="50" y="25"/>
                  </a:cubicBezTo>
                  <a:cubicBezTo>
                    <a:pt x="0" y="75"/>
                    <a:pt x="0" y="162"/>
                    <a:pt x="33" y="215"/>
                  </a:cubicBezTo>
                  <a:cubicBezTo>
                    <a:pt x="50" y="232"/>
                    <a:pt x="87" y="248"/>
                    <a:pt x="103" y="265"/>
                  </a:cubicBezTo>
                  <a:cubicBezTo>
                    <a:pt x="136" y="265"/>
                    <a:pt x="169" y="248"/>
                    <a:pt x="190" y="232"/>
                  </a:cubicBezTo>
                  <a:cubicBezTo>
                    <a:pt x="206" y="215"/>
                    <a:pt x="223" y="178"/>
                    <a:pt x="239" y="145"/>
                  </a:cubicBezTo>
                  <a:cubicBezTo>
                    <a:pt x="239" y="112"/>
                    <a:pt x="223" y="75"/>
                    <a:pt x="206" y="42"/>
                  </a:cubicBezTo>
                  <a:cubicBezTo>
                    <a:pt x="190" y="25"/>
                    <a:pt x="169" y="25"/>
                    <a:pt x="153" y="9"/>
                  </a:cubicBezTo>
                  <a:lnTo>
                    <a:pt x="136" y="9"/>
                  </a:lnTo>
                  <a:cubicBezTo>
                    <a:pt x="126" y="3"/>
                    <a:pt x="116" y="0"/>
                    <a:pt x="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5" name="Google Shape;4065;p10"/>
            <p:cNvSpPr/>
            <p:nvPr/>
          </p:nvSpPr>
          <p:spPr>
            <a:xfrm>
              <a:off x="5195500" y="2694475"/>
              <a:ext cx="6125" cy="6575"/>
            </a:xfrm>
            <a:custGeom>
              <a:avLst/>
              <a:gdLst/>
              <a:ahLst/>
              <a:cxnLst/>
              <a:rect l="l" t="t" r="r" b="b"/>
              <a:pathLst>
                <a:path w="245" h="263" extrusionOk="0">
                  <a:moveTo>
                    <a:pt x="119" y="0"/>
                  </a:moveTo>
                  <a:cubicBezTo>
                    <a:pt x="76" y="0"/>
                    <a:pt x="33" y="22"/>
                    <a:pt x="17" y="76"/>
                  </a:cubicBezTo>
                  <a:cubicBezTo>
                    <a:pt x="1" y="146"/>
                    <a:pt x="17" y="233"/>
                    <a:pt x="87" y="249"/>
                  </a:cubicBezTo>
                  <a:cubicBezTo>
                    <a:pt x="102" y="258"/>
                    <a:pt x="117" y="262"/>
                    <a:pt x="132" y="262"/>
                  </a:cubicBezTo>
                  <a:cubicBezTo>
                    <a:pt x="173" y="262"/>
                    <a:pt x="211" y="231"/>
                    <a:pt x="224" y="179"/>
                  </a:cubicBezTo>
                  <a:cubicBezTo>
                    <a:pt x="244" y="109"/>
                    <a:pt x="224" y="43"/>
                    <a:pt x="158" y="6"/>
                  </a:cubicBezTo>
                  <a:cubicBezTo>
                    <a:pt x="145" y="2"/>
                    <a:pt x="132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6" name="Google Shape;4066;p10"/>
            <p:cNvSpPr/>
            <p:nvPr/>
          </p:nvSpPr>
          <p:spPr>
            <a:xfrm>
              <a:off x="5200250" y="2719975"/>
              <a:ext cx="6525" cy="6400"/>
            </a:xfrm>
            <a:custGeom>
              <a:avLst/>
              <a:gdLst/>
              <a:ahLst/>
              <a:cxnLst/>
              <a:rect l="l" t="t" r="r" b="b"/>
              <a:pathLst>
                <a:path w="261" h="256" extrusionOk="0">
                  <a:moveTo>
                    <a:pt x="137" y="0"/>
                  </a:moveTo>
                  <a:cubicBezTo>
                    <a:pt x="104" y="0"/>
                    <a:pt x="87" y="0"/>
                    <a:pt x="54" y="37"/>
                  </a:cubicBezTo>
                  <a:cubicBezTo>
                    <a:pt x="17" y="70"/>
                    <a:pt x="1" y="157"/>
                    <a:pt x="34" y="206"/>
                  </a:cubicBezTo>
                  <a:cubicBezTo>
                    <a:pt x="64" y="237"/>
                    <a:pt x="101" y="256"/>
                    <a:pt x="132" y="256"/>
                  </a:cubicBezTo>
                  <a:cubicBezTo>
                    <a:pt x="155" y="256"/>
                    <a:pt x="176" y="246"/>
                    <a:pt x="190" y="223"/>
                  </a:cubicBezTo>
                  <a:cubicBezTo>
                    <a:pt x="240" y="190"/>
                    <a:pt x="260" y="103"/>
                    <a:pt x="207" y="54"/>
                  </a:cubicBezTo>
                  <a:cubicBezTo>
                    <a:pt x="207" y="37"/>
                    <a:pt x="190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7" name="Google Shape;4067;p10"/>
            <p:cNvSpPr/>
            <p:nvPr/>
          </p:nvSpPr>
          <p:spPr>
            <a:xfrm>
              <a:off x="5203650" y="27521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29" y="1"/>
                  </a:moveTo>
                  <a:cubicBezTo>
                    <a:pt x="83" y="1"/>
                    <a:pt x="35" y="33"/>
                    <a:pt x="21" y="91"/>
                  </a:cubicBezTo>
                  <a:cubicBezTo>
                    <a:pt x="1" y="141"/>
                    <a:pt x="21" y="227"/>
                    <a:pt x="87" y="244"/>
                  </a:cubicBezTo>
                  <a:cubicBezTo>
                    <a:pt x="104" y="260"/>
                    <a:pt x="124" y="260"/>
                    <a:pt x="141" y="260"/>
                  </a:cubicBezTo>
                  <a:cubicBezTo>
                    <a:pt x="174" y="260"/>
                    <a:pt x="207" y="227"/>
                    <a:pt x="227" y="174"/>
                  </a:cubicBezTo>
                  <a:cubicBezTo>
                    <a:pt x="244" y="124"/>
                    <a:pt x="227" y="71"/>
                    <a:pt x="207" y="38"/>
                  </a:cubicBezTo>
                  <a:cubicBezTo>
                    <a:pt x="190" y="21"/>
                    <a:pt x="174" y="21"/>
                    <a:pt x="157" y="5"/>
                  </a:cubicBezTo>
                  <a:cubicBezTo>
                    <a:pt x="148" y="2"/>
                    <a:pt x="139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8" name="Google Shape;4068;p10"/>
            <p:cNvSpPr/>
            <p:nvPr/>
          </p:nvSpPr>
          <p:spPr>
            <a:xfrm>
              <a:off x="5213125" y="2594400"/>
              <a:ext cx="5600" cy="6650"/>
            </a:xfrm>
            <a:custGeom>
              <a:avLst/>
              <a:gdLst/>
              <a:ahLst/>
              <a:cxnLst/>
              <a:rect l="l" t="t" r="r" b="b"/>
              <a:pathLst>
                <a:path w="224" h="266" extrusionOk="0">
                  <a:moveTo>
                    <a:pt x="116" y="1"/>
                  </a:moveTo>
                  <a:cubicBezTo>
                    <a:pt x="108" y="1"/>
                    <a:pt x="98" y="3"/>
                    <a:pt x="87" y="10"/>
                  </a:cubicBezTo>
                  <a:cubicBezTo>
                    <a:pt x="34" y="10"/>
                    <a:pt x="1" y="76"/>
                    <a:pt x="1" y="146"/>
                  </a:cubicBezTo>
                  <a:cubicBezTo>
                    <a:pt x="1" y="179"/>
                    <a:pt x="17" y="216"/>
                    <a:pt x="54" y="232"/>
                  </a:cubicBezTo>
                  <a:cubicBezTo>
                    <a:pt x="71" y="249"/>
                    <a:pt x="104" y="265"/>
                    <a:pt x="120" y="265"/>
                  </a:cubicBezTo>
                  <a:cubicBezTo>
                    <a:pt x="191" y="249"/>
                    <a:pt x="224" y="179"/>
                    <a:pt x="224" y="113"/>
                  </a:cubicBezTo>
                  <a:cubicBezTo>
                    <a:pt x="224" y="76"/>
                    <a:pt x="207" y="43"/>
                    <a:pt x="174" y="26"/>
                  </a:cubicBezTo>
                  <a:lnTo>
                    <a:pt x="158" y="10"/>
                  </a:lnTo>
                  <a:cubicBezTo>
                    <a:pt x="144" y="10"/>
                    <a:pt x="132" y="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9" name="Google Shape;4069;p10"/>
            <p:cNvSpPr/>
            <p:nvPr/>
          </p:nvSpPr>
          <p:spPr>
            <a:xfrm>
              <a:off x="5239325" y="25602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70" y="1"/>
                    <a:pt x="54" y="17"/>
                    <a:pt x="37" y="54"/>
                  </a:cubicBezTo>
                  <a:cubicBezTo>
                    <a:pt x="17" y="71"/>
                    <a:pt x="0" y="104"/>
                    <a:pt x="17" y="141"/>
                  </a:cubicBezTo>
                  <a:cubicBezTo>
                    <a:pt x="17" y="174"/>
                    <a:pt x="37" y="207"/>
                    <a:pt x="54" y="223"/>
                  </a:cubicBezTo>
                  <a:cubicBezTo>
                    <a:pt x="87" y="261"/>
                    <a:pt x="103" y="261"/>
                    <a:pt x="140" y="261"/>
                  </a:cubicBezTo>
                  <a:cubicBezTo>
                    <a:pt x="206" y="244"/>
                    <a:pt x="243" y="174"/>
                    <a:pt x="223" y="104"/>
                  </a:cubicBezTo>
                  <a:cubicBezTo>
                    <a:pt x="223" y="71"/>
                    <a:pt x="206" y="38"/>
                    <a:pt x="190" y="17"/>
                  </a:cubicBezTo>
                  <a:cubicBezTo>
                    <a:pt x="173" y="17"/>
                    <a:pt x="173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0" name="Google Shape;4070;p10"/>
            <p:cNvSpPr/>
            <p:nvPr/>
          </p:nvSpPr>
          <p:spPr>
            <a:xfrm>
              <a:off x="5220050" y="2608425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10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0" y="150"/>
                    <a:pt x="17" y="220"/>
                    <a:pt x="87" y="253"/>
                  </a:cubicBezTo>
                  <a:cubicBezTo>
                    <a:pt x="96" y="257"/>
                    <a:pt x="106" y="258"/>
                    <a:pt x="116" y="258"/>
                  </a:cubicBezTo>
                  <a:cubicBezTo>
                    <a:pt x="161" y="258"/>
                    <a:pt x="209" y="224"/>
                    <a:pt x="223" y="170"/>
                  </a:cubicBezTo>
                  <a:cubicBezTo>
                    <a:pt x="239" y="100"/>
                    <a:pt x="223" y="30"/>
                    <a:pt x="153" y="14"/>
                  </a:cubicBezTo>
                  <a:cubicBezTo>
                    <a:pt x="140" y="5"/>
                    <a:pt x="125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1" name="Google Shape;4071;p10"/>
            <p:cNvSpPr/>
            <p:nvPr/>
          </p:nvSpPr>
          <p:spPr>
            <a:xfrm>
              <a:off x="5246225" y="2589475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87" y="1"/>
                  </a:moveTo>
                  <a:cubicBezTo>
                    <a:pt x="70" y="1"/>
                    <a:pt x="33" y="17"/>
                    <a:pt x="17" y="50"/>
                  </a:cubicBezTo>
                  <a:cubicBezTo>
                    <a:pt x="0" y="67"/>
                    <a:pt x="0" y="104"/>
                    <a:pt x="0" y="137"/>
                  </a:cubicBezTo>
                  <a:cubicBezTo>
                    <a:pt x="0" y="170"/>
                    <a:pt x="17" y="207"/>
                    <a:pt x="50" y="223"/>
                  </a:cubicBezTo>
                  <a:cubicBezTo>
                    <a:pt x="70" y="256"/>
                    <a:pt x="103" y="256"/>
                    <a:pt x="120" y="256"/>
                  </a:cubicBezTo>
                  <a:cubicBezTo>
                    <a:pt x="190" y="240"/>
                    <a:pt x="223" y="170"/>
                    <a:pt x="223" y="104"/>
                  </a:cubicBezTo>
                  <a:cubicBezTo>
                    <a:pt x="223" y="67"/>
                    <a:pt x="206" y="34"/>
                    <a:pt x="174" y="17"/>
                  </a:cubicBezTo>
                  <a:lnTo>
                    <a:pt x="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2" name="Google Shape;4072;p10"/>
            <p:cNvSpPr/>
            <p:nvPr/>
          </p:nvSpPr>
          <p:spPr>
            <a:xfrm>
              <a:off x="5232925" y="2620825"/>
              <a:ext cx="6425" cy="6325"/>
            </a:xfrm>
            <a:custGeom>
              <a:avLst/>
              <a:gdLst/>
              <a:ahLst/>
              <a:cxnLst/>
              <a:rect l="l" t="t" r="r" b="b"/>
              <a:pathLst>
                <a:path w="257" h="253" extrusionOk="0">
                  <a:moveTo>
                    <a:pt x="137" y="0"/>
                  </a:moveTo>
                  <a:cubicBezTo>
                    <a:pt x="120" y="0"/>
                    <a:pt x="87" y="0"/>
                    <a:pt x="50" y="17"/>
                  </a:cubicBezTo>
                  <a:cubicBezTo>
                    <a:pt x="17" y="66"/>
                    <a:pt x="0" y="153"/>
                    <a:pt x="33" y="206"/>
                  </a:cubicBezTo>
                  <a:cubicBezTo>
                    <a:pt x="65" y="235"/>
                    <a:pt x="100" y="253"/>
                    <a:pt x="135" y="253"/>
                  </a:cubicBezTo>
                  <a:cubicBezTo>
                    <a:pt x="160" y="253"/>
                    <a:pt x="184" y="243"/>
                    <a:pt x="207" y="223"/>
                  </a:cubicBezTo>
                  <a:cubicBezTo>
                    <a:pt x="240" y="190"/>
                    <a:pt x="256" y="103"/>
                    <a:pt x="223" y="50"/>
                  </a:cubicBezTo>
                  <a:cubicBezTo>
                    <a:pt x="207" y="33"/>
                    <a:pt x="190" y="17"/>
                    <a:pt x="1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3" name="Google Shape;4073;p10"/>
            <p:cNvSpPr/>
            <p:nvPr/>
          </p:nvSpPr>
          <p:spPr>
            <a:xfrm>
              <a:off x="5234575" y="2577425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04" y="0"/>
                  </a:moveTo>
                  <a:cubicBezTo>
                    <a:pt x="104" y="0"/>
                    <a:pt x="87" y="0"/>
                    <a:pt x="87" y="17"/>
                  </a:cubicBezTo>
                  <a:cubicBezTo>
                    <a:pt x="38" y="33"/>
                    <a:pt x="0" y="87"/>
                    <a:pt x="21" y="153"/>
                  </a:cubicBezTo>
                  <a:cubicBezTo>
                    <a:pt x="21" y="190"/>
                    <a:pt x="38" y="206"/>
                    <a:pt x="54" y="239"/>
                  </a:cubicBezTo>
                  <a:cubicBezTo>
                    <a:pt x="87" y="256"/>
                    <a:pt x="104" y="256"/>
                    <a:pt x="141" y="256"/>
                  </a:cubicBezTo>
                  <a:cubicBezTo>
                    <a:pt x="207" y="239"/>
                    <a:pt x="244" y="173"/>
                    <a:pt x="244" y="103"/>
                  </a:cubicBezTo>
                  <a:cubicBezTo>
                    <a:pt x="227" y="103"/>
                    <a:pt x="227" y="87"/>
                    <a:pt x="227" y="70"/>
                  </a:cubicBezTo>
                  <a:cubicBezTo>
                    <a:pt x="207" y="50"/>
                    <a:pt x="190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4" name="Google Shape;4074;p10"/>
            <p:cNvSpPr/>
            <p:nvPr/>
          </p:nvSpPr>
          <p:spPr>
            <a:xfrm>
              <a:off x="5224275" y="2656700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23" y="1"/>
                  </a:moveTo>
                  <a:cubicBezTo>
                    <a:pt x="117" y="1"/>
                    <a:pt x="110" y="3"/>
                    <a:pt x="103" y="8"/>
                  </a:cubicBezTo>
                  <a:cubicBezTo>
                    <a:pt x="37" y="8"/>
                    <a:pt x="0" y="74"/>
                    <a:pt x="21" y="144"/>
                  </a:cubicBezTo>
                  <a:cubicBezTo>
                    <a:pt x="21" y="177"/>
                    <a:pt x="37" y="214"/>
                    <a:pt x="54" y="231"/>
                  </a:cubicBezTo>
                  <a:cubicBezTo>
                    <a:pt x="87" y="247"/>
                    <a:pt x="103" y="264"/>
                    <a:pt x="140" y="264"/>
                  </a:cubicBezTo>
                  <a:cubicBezTo>
                    <a:pt x="173" y="247"/>
                    <a:pt x="190" y="231"/>
                    <a:pt x="206" y="214"/>
                  </a:cubicBezTo>
                  <a:cubicBezTo>
                    <a:pt x="227" y="177"/>
                    <a:pt x="243" y="144"/>
                    <a:pt x="227" y="111"/>
                  </a:cubicBezTo>
                  <a:cubicBezTo>
                    <a:pt x="227" y="74"/>
                    <a:pt x="206" y="41"/>
                    <a:pt x="190" y="25"/>
                  </a:cubicBezTo>
                  <a:cubicBezTo>
                    <a:pt x="173" y="25"/>
                    <a:pt x="173" y="8"/>
                    <a:pt x="157" y="8"/>
                  </a:cubicBezTo>
                  <a:cubicBezTo>
                    <a:pt x="146" y="8"/>
                    <a:pt x="135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4075;p10"/>
            <p:cNvSpPr/>
            <p:nvPr/>
          </p:nvSpPr>
          <p:spPr>
            <a:xfrm>
              <a:off x="5230350" y="2670275"/>
              <a:ext cx="6425" cy="6550"/>
            </a:xfrm>
            <a:custGeom>
              <a:avLst/>
              <a:gdLst/>
              <a:ahLst/>
              <a:cxnLst/>
              <a:rect l="l" t="t" r="r" b="b"/>
              <a:pathLst>
                <a:path w="257" h="262" extrusionOk="0">
                  <a:moveTo>
                    <a:pt x="127" y="1"/>
                  </a:moveTo>
                  <a:cubicBezTo>
                    <a:pt x="87" y="1"/>
                    <a:pt x="46" y="32"/>
                    <a:pt x="33" y="83"/>
                  </a:cubicBezTo>
                  <a:cubicBezTo>
                    <a:pt x="0" y="149"/>
                    <a:pt x="33" y="220"/>
                    <a:pt x="87" y="253"/>
                  </a:cubicBezTo>
                  <a:cubicBezTo>
                    <a:pt x="98" y="253"/>
                    <a:pt x="109" y="262"/>
                    <a:pt x="120" y="262"/>
                  </a:cubicBezTo>
                  <a:cubicBezTo>
                    <a:pt x="125" y="262"/>
                    <a:pt x="131" y="259"/>
                    <a:pt x="136" y="253"/>
                  </a:cubicBezTo>
                  <a:cubicBezTo>
                    <a:pt x="190" y="253"/>
                    <a:pt x="223" y="220"/>
                    <a:pt x="240" y="187"/>
                  </a:cubicBezTo>
                  <a:cubicBezTo>
                    <a:pt x="256" y="133"/>
                    <a:pt x="240" y="83"/>
                    <a:pt x="207" y="46"/>
                  </a:cubicBezTo>
                  <a:cubicBezTo>
                    <a:pt x="207" y="30"/>
                    <a:pt x="190" y="13"/>
                    <a:pt x="169" y="13"/>
                  </a:cubicBezTo>
                  <a:cubicBezTo>
                    <a:pt x="156" y="5"/>
                    <a:pt x="142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6" name="Google Shape;4076;p10"/>
            <p:cNvSpPr/>
            <p:nvPr/>
          </p:nvSpPr>
          <p:spPr>
            <a:xfrm>
              <a:off x="5227775" y="26841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99" y="1"/>
                  </a:moveTo>
                  <a:cubicBezTo>
                    <a:pt x="57" y="1"/>
                    <a:pt x="13" y="23"/>
                    <a:pt x="0" y="77"/>
                  </a:cubicBezTo>
                  <a:lnTo>
                    <a:pt x="0" y="147"/>
                  </a:lnTo>
                  <a:cubicBezTo>
                    <a:pt x="0" y="196"/>
                    <a:pt x="33" y="233"/>
                    <a:pt x="66" y="250"/>
                  </a:cubicBezTo>
                  <a:cubicBezTo>
                    <a:pt x="82" y="257"/>
                    <a:pt x="99" y="261"/>
                    <a:pt x="116" y="261"/>
                  </a:cubicBezTo>
                  <a:cubicBezTo>
                    <a:pt x="139" y="261"/>
                    <a:pt x="160" y="253"/>
                    <a:pt x="169" y="233"/>
                  </a:cubicBezTo>
                  <a:cubicBezTo>
                    <a:pt x="190" y="213"/>
                    <a:pt x="206" y="196"/>
                    <a:pt x="206" y="180"/>
                  </a:cubicBezTo>
                  <a:cubicBezTo>
                    <a:pt x="223" y="110"/>
                    <a:pt x="206" y="44"/>
                    <a:pt x="136" y="7"/>
                  </a:cubicBezTo>
                  <a:cubicBezTo>
                    <a:pt x="125" y="3"/>
                    <a:pt x="112" y="1"/>
                    <a:pt x="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7" name="Google Shape;4077;p10"/>
            <p:cNvSpPr/>
            <p:nvPr/>
          </p:nvSpPr>
          <p:spPr>
            <a:xfrm>
              <a:off x="5183550" y="264682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10" y="0"/>
                  </a:moveTo>
                  <a:cubicBezTo>
                    <a:pt x="91" y="0"/>
                    <a:pt x="73" y="12"/>
                    <a:pt x="50" y="24"/>
                  </a:cubicBezTo>
                  <a:cubicBezTo>
                    <a:pt x="17" y="77"/>
                    <a:pt x="1" y="160"/>
                    <a:pt x="34" y="213"/>
                  </a:cubicBezTo>
                  <a:cubicBezTo>
                    <a:pt x="50" y="230"/>
                    <a:pt x="83" y="246"/>
                    <a:pt x="120" y="263"/>
                  </a:cubicBezTo>
                  <a:cubicBezTo>
                    <a:pt x="137" y="263"/>
                    <a:pt x="170" y="246"/>
                    <a:pt x="186" y="230"/>
                  </a:cubicBezTo>
                  <a:cubicBezTo>
                    <a:pt x="223" y="213"/>
                    <a:pt x="240" y="180"/>
                    <a:pt x="240" y="143"/>
                  </a:cubicBezTo>
                  <a:cubicBezTo>
                    <a:pt x="240" y="110"/>
                    <a:pt x="223" y="77"/>
                    <a:pt x="207" y="40"/>
                  </a:cubicBezTo>
                  <a:cubicBezTo>
                    <a:pt x="207" y="24"/>
                    <a:pt x="186" y="7"/>
                    <a:pt x="170" y="7"/>
                  </a:cubicBezTo>
                  <a:lnTo>
                    <a:pt x="137" y="7"/>
                  </a:lnTo>
                  <a:cubicBezTo>
                    <a:pt x="127" y="2"/>
                    <a:pt x="118" y="0"/>
                    <a:pt x="1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8" name="Google Shape;4078;p10"/>
            <p:cNvSpPr/>
            <p:nvPr/>
          </p:nvSpPr>
          <p:spPr>
            <a:xfrm>
              <a:off x="5145325" y="2685750"/>
              <a:ext cx="6000" cy="6450"/>
            </a:xfrm>
            <a:custGeom>
              <a:avLst/>
              <a:gdLst/>
              <a:ahLst/>
              <a:cxnLst/>
              <a:rect l="l" t="t" r="r" b="b"/>
              <a:pathLst>
                <a:path w="240" h="258" extrusionOk="0">
                  <a:moveTo>
                    <a:pt x="103" y="0"/>
                  </a:moveTo>
                  <a:cubicBezTo>
                    <a:pt x="86" y="0"/>
                    <a:pt x="68" y="5"/>
                    <a:pt x="49" y="13"/>
                  </a:cubicBezTo>
                  <a:cubicBezTo>
                    <a:pt x="33" y="29"/>
                    <a:pt x="17" y="46"/>
                    <a:pt x="17" y="83"/>
                  </a:cubicBezTo>
                  <a:cubicBezTo>
                    <a:pt x="0" y="116"/>
                    <a:pt x="0" y="132"/>
                    <a:pt x="0" y="169"/>
                  </a:cubicBezTo>
                  <a:cubicBezTo>
                    <a:pt x="17" y="202"/>
                    <a:pt x="33" y="235"/>
                    <a:pt x="66" y="252"/>
                  </a:cubicBezTo>
                  <a:cubicBezTo>
                    <a:pt x="80" y="256"/>
                    <a:pt x="92" y="258"/>
                    <a:pt x="105" y="258"/>
                  </a:cubicBezTo>
                  <a:cubicBezTo>
                    <a:pt x="156" y="258"/>
                    <a:pt x="196" y="226"/>
                    <a:pt x="223" y="186"/>
                  </a:cubicBezTo>
                  <a:cubicBezTo>
                    <a:pt x="239" y="116"/>
                    <a:pt x="206" y="29"/>
                    <a:pt x="153" y="13"/>
                  </a:cubicBezTo>
                  <a:cubicBezTo>
                    <a:pt x="136" y="5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4079;p10"/>
            <p:cNvSpPr/>
            <p:nvPr/>
          </p:nvSpPr>
          <p:spPr>
            <a:xfrm>
              <a:off x="5141400" y="273327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3" y="0"/>
                  </a:moveTo>
                  <a:cubicBezTo>
                    <a:pt x="37" y="21"/>
                    <a:pt x="0" y="70"/>
                    <a:pt x="17" y="157"/>
                  </a:cubicBezTo>
                  <a:cubicBezTo>
                    <a:pt x="17" y="190"/>
                    <a:pt x="37" y="206"/>
                    <a:pt x="54" y="227"/>
                  </a:cubicBezTo>
                  <a:cubicBezTo>
                    <a:pt x="87" y="260"/>
                    <a:pt x="103" y="260"/>
                    <a:pt x="141" y="260"/>
                  </a:cubicBezTo>
                  <a:cubicBezTo>
                    <a:pt x="190" y="243"/>
                    <a:pt x="244" y="173"/>
                    <a:pt x="223" y="103"/>
                  </a:cubicBezTo>
                  <a:cubicBezTo>
                    <a:pt x="223" y="54"/>
                    <a:pt x="190" y="21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0" name="Google Shape;4080;p10"/>
            <p:cNvSpPr/>
            <p:nvPr/>
          </p:nvSpPr>
          <p:spPr>
            <a:xfrm>
              <a:off x="5140150" y="26551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67" y="17"/>
                    <a:pt x="50" y="34"/>
                    <a:pt x="34" y="55"/>
                  </a:cubicBezTo>
                  <a:cubicBezTo>
                    <a:pt x="17" y="88"/>
                    <a:pt x="1" y="121"/>
                    <a:pt x="17" y="158"/>
                  </a:cubicBezTo>
                  <a:cubicBezTo>
                    <a:pt x="17" y="191"/>
                    <a:pt x="34" y="224"/>
                    <a:pt x="50" y="240"/>
                  </a:cubicBezTo>
                  <a:cubicBezTo>
                    <a:pt x="87" y="261"/>
                    <a:pt x="104" y="261"/>
                    <a:pt x="137" y="261"/>
                  </a:cubicBezTo>
                  <a:cubicBezTo>
                    <a:pt x="207" y="261"/>
                    <a:pt x="240" y="191"/>
                    <a:pt x="224" y="121"/>
                  </a:cubicBezTo>
                  <a:cubicBezTo>
                    <a:pt x="224" y="88"/>
                    <a:pt x="207" y="55"/>
                    <a:pt x="191" y="34"/>
                  </a:cubicBezTo>
                  <a:cubicBezTo>
                    <a:pt x="170" y="17"/>
                    <a:pt x="170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4081;p10"/>
            <p:cNvSpPr/>
            <p:nvPr/>
          </p:nvSpPr>
          <p:spPr>
            <a:xfrm>
              <a:off x="5157775" y="2730825"/>
              <a:ext cx="5600" cy="6550"/>
            </a:xfrm>
            <a:custGeom>
              <a:avLst/>
              <a:gdLst/>
              <a:ahLst/>
              <a:cxnLst/>
              <a:rect l="l" t="t" r="r" b="b"/>
              <a:pathLst>
                <a:path w="224" h="262" extrusionOk="0">
                  <a:moveTo>
                    <a:pt x="129" y="0"/>
                  </a:moveTo>
                  <a:cubicBezTo>
                    <a:pt x="120" y="0"/>
                    <a:pt x="112" y="5"/>
                    <a:pt x="104" y="16"/>
                  </a:cubicBezTo>
                  <a:cubicBezTo>
                    <a:pt x="34" y="16"/>
                    <a:pt x="1" y="82"/>
                    <a:pt x="1" y="152"/>
                  </a:cubicBezTo>
                  <a:cubicBezTo>
                    <a:pt x="1" y="185"/>
                    <a:pt x="17" y="222"/>
                    <a:pt x="50" y="238"/>
                  </a:cubicBezTo>
                  <a:cubicBezTo>
                    <a:pt x="62" y="250"/>
                    <a:pt x="84" y="262"/>
                    <a:pt x="108" y="262"/>
                  </a:cubicBezTo>
                  <a:cubicBezTo>
                    <a:pt x="117" y="262"/>
                    <a:pt x="127" y="260"/>
                    <a:pt x="137" y="255"/>
                  </a:cubicBezTo>
                  <a:cubicBezTo>
                    <a:pt x="153" y="255"/>
                    <a:pt x="186" y="238"/>
                    <a:pt x="207" y="201"/>
                  </a:cubicBezTo>
                  <a:cubicBezTo>
                    <a:pt x="224" y="185"/>
                    <a:pt x="224" y="152"/>
                    <a:pt x="224" y="119"/>
                  </a:cubicBezTo>
                  <a:cubicBezTo>
                    <a:pt x="224" y="82"/>
                    <a:pt x="207" y="49"/>
                    <a:pt x="170" y="32"/>
                  </a:cubicBezTo>
                  <a:cubicBezTo>
                    <a:pt x="170" y="16"/>
                    <a:pt x="153" y="16"/>
                    <a:pt x="153" y="16"/>
                  </a:cubicBezTo>
                  <a:cubicBezTo>
                    <a:pt x="145" y="5"/>
                    <a:pt x="137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4082;p10"/>
            <p:cNvSpPr/>
            <p:nvPr/>
          </p:nvSpPr>
          <p:spPr>
            <a:xfrm>
              <a:off x="5146950" y="2668100"/>
              <a:ext cx="6125" cy="6850"/>
            </a:xfrm>
            <a:custGeom>
              <a:avLst/>
              <a:gdLst/>
              <a:ahLst/>
              <a:cxnLst/>
              <a:rect l="l" t="t" r="r" b="b"/>
              <a:pathLst>
                <a:path w="245" h="274" extrusionOk="0">
                  <a:moveTo>
                    <a:pt x="132" y="1"/>
                  </a:moveTo>
                  <a:cubicBezTo>
                    <a:pt x="91" y="1"/>
                    <a:pt x="50" y="32"/>
                    <a:pt x="38" y="84"/>
                  </a:cubicBezTo>
                  <a:cubicBezTo>
                    <a:pt x="1" y="154"/>
                    <a:pt x="38" y="236"/>
                    <a:pt x="88" y="257"/>
                  </a:cubicBezTo>
                  <a:cubicBezTo>
                    <a:pt x="104" y="257"/>
                    <a:pt x="125" y="274"/>
                    <a:pt x="141" y="274"/>
                  </a:cubicBezTo>
                  <a:cubicBezTo>
                    <a:pt x="191" y="257"/>
                    <a:pt x="228" y="220"/>
                    <a:pt x="244" y="187"/>
                  </a:cubicBezTo>
                  <a:cubicBezTo>
                    <a:pt x="244" y="133"/>
                    <a:pt x="244" y="84"/>
                    <a:pt x="207" y="51"/>
                  </a:cubicBezTo>
                  <a:cubicBezTo>
                    <a:pt x="207" y="30"/>
                    <a:pt x="191" y="14"/>
                    <a:pt x="174" y="14"/>
                  </a:cubicBezTo>
                  <a:cubicBezTo>
                    <a:pt x="161" y="5"/>
                    <a:pt x="146" y="1"/>
                    <a:pt x="1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3" name="Google Shape;4083;p10"/>
            <p:cNvSpPr/>
            <p:nvPr/>
          </p:nvSpPr>
          <p:spPr>
            <a:xfrm>
              <a:off x="5127275" y="268647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37" y="0"/>
                  </a:moveTo>
                  <a:cubicBezTo>
                    <a:pt x="104" y="0"/>
                    <a:pt x="66" y="17"/>
                    <a:pt x="50" y="37"/>
                  </a:cubicBezTo>
                  <a:cubicBezTo>
                    <a:pt x="1" y="87"/>
                    <a:pt x="1" y="157"/>
                    <a:pt x="33" y="223"/>
                  </a:cubicBezTo>
                  <a:cubicBezTo>
                    <a:pt x="52" y="253"/>
                    <a:pt x="82" y="266"/>
                    <a:pt x="114" y="266"/>
                  </a:cubicBezTo>
                  <a:cubicBezTo>
                    <a:pt x="140" y="266"/>
                    <a:pt x="167" y="258"/>
                    <a:pt x="190" y="244"/>
                  </a:cubicBezTo>
                  <a:cubicBezTo>
                    <a:pt x="240" y="190"/>
                    <a:pt x="240" y="103"/>
                    <a:pt x="207" y="54"/>
                  </a:cubicBezTo>
                  <a:cubicBezTo>
                    <a:pt x="190" y="37"/>
                    <a:pt x="190" y="17"/>
                    <a:pt x="153" y="17"/>
                  </a:cubicBezTo>
                  <a:lnTo>
                    <a:pt x="1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4" name="Google Shape;4084;p10"/>
            <p:cNvSpPr/>
            <p:nvPr/>
          </p:nvSpPr>
          <p:spPr>
            <a:xfrm>
              <a:off x="5134600" y="26727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33" y="17"/>
                    <a:pt x="0" y="88"/>
                    <a:pt x="0" y="154"/>
                  </a:cubicBezTo>
                  <a:cubicBezTo>
                    <a:pt x="17" y="191"/>
                    <a:pt x="33" y="224"/>
                    <a:pt x="50" y="240"/>
                  </a:cubicBezTo>
                  <a:cubicBezTo>
                    <a:pt x="66" y="257"/>
                    <a:pt x="103" y="257"/>
                    <a:pt x="136" y="257"/>
                  </a:cubicBezTo>
                  <a:cubicBezTo>
                    <a:pt x="186" y="240"/>
                    <a:pt x="239" y="191"/>
                    <a:pt x="223" y="104"/>
                  </a:cubicBezTo>
                  <a:cubicBezTo>
                    <a:pt x="223" y="71"/>
                    <a:pt x="206" y="50"/>
                    <a:pt x="186" y="34"/>
                  </a:cubicBezTo>
                  <a:cubicBezTo>
                    <a:pt x="169" y="17"/>
                    <a:pt x="169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5" name="Google Shape;4085;p10"/>
            <p:cNvSpPr/>
            <p:nvPr/>
          </p:nvSpPr>
          <p:spPr>
            <a:xfrm>
              <a:off x="5130275" y="2718825"/>
              <a:ext cx="6400" cy="6325"/>
            </a:xfrm>
            <a:custGeom>
              <a:avLst/>
              <a:gdLst/>
              <a:ahLst/>
              <a:cxnLst/>
              <a:rect l="l" t="t" r="r" b="b"/>
              <a:pathLst>
                <a:path w="256" h="253" extrusionOk="0">
                  <a:moveTo>
                    <a:pt x="128" y="0"/>
                  </a:moveTo>
                  <a:cubicBezTo>
                    <a:pt x="86" y="0"/>
                    <a:pt x="45" y="32"/>
                    <a:pt x="33" y="83"/>
                  </a:cubicBezTo>
                  <a:cubicBezTo>
                    <a:pt x="0" y="149"/>
                    <a:pt x="33" y="219"/>
                    <a:pt x="87" y="252"/>
                  </a:cubicBezTo>
                  <a:lnTo>
                    <a:pt x="136" y="252"/>
                  </a:lnTo>
                  <a:cubicBezTo>
                    <a:pt x="190" y="252"/>
                    <a:pt x="223" y="219"/>
                    <a:pt x="239" y="166"/>
                  </a:cubicBezTo>
                  <a:cubicBezTo>
                    <a:pt x="256" y="133"/>
                    <a:pt x="239" y="83"/>
                    <a:pt x="206" y="46"/>
                  </a:cubicBezTo>
                  <a:cubicBezTo>
                    <a:pt x="206" y="30"/>
                    <a:pt x="190" y="13"/>
                    <a:pt x="173" y="13"/>
                  </a:cubicBezTo>
                  <a:cubicBezTo>
                    <a:pt x="159" y="5"/>
                    <a:pt x="144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6" name="Google Shape;4086;p10"/>
            <p:cNvSpPr/>
            <p:nvPr/>
          </p:nvSpPr>
          <p:spPr>
            <a:xfrm>
              <a:off x="5173250" y="2555975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83" y="1"/>
                  </a:moveTo>
                  <a:cubicBezTo>
                    <a:pt x="66" y="1"/>
                    <a:pt x="33" y="17"/>
                    <a:pt x="17" y="50"/>
                  </a:cubicBezTo>
                  <a:cubicBezTo>
                    <a:pt x="0" y="83"/>
                    <a:pt x="0" y="120"/>
                    <a:pt x="0" y="153"/>
                  </a:cubicBezTo>
                  <a:cubicBezTo>
                    <a:pt x="0" y="186"/>
                    <a:pt x="17" y="207"/>
                    <a:pt x="33" y="240"/>
                  </a:cubicBezTo>
                  <a:cubicBezTo>
                    <a:pt x="66" y="256"/>
                    <a:pt x="103" y="256"/>
                    <a:pt x="120" y="256"/>
                  </a:cubicBezTo>
                  <a:cubicBezTo>
                    <a:pt x="186" y="240"/>
                    <a:pt x="223" y="186"/>
                    <a:pt x="223" y="104"/>
                  </a:cubicBezTo>
                  <a:cubicBezTo>
                    <a:pt x="206" y="67"/>
                    <a:pt x="186" y="50"/>
                    <a:pt x="169" y="17"/>
                  </a:cubicBezTo>
                  <a:cubicBezTo>
                    <a:pt x="169" y="17"/>
                    <a:pt x="15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7" name="Google Shape;4087;p10"/>
            <p:cNvSpPr/>
            <p:nvPr/>
          </p:nvSpPr>
          <p:spPr>
            <a:xfrm>
              <a:off x="5177875" y="2586525"/>
              <a:ext cx="6125" cy="6475"/>
            </a:xfrm>
            <a:custGeom>
              <a:avLst/>
              <a:gdLst/>
              <a:ahLst/>
              <a:cxnLst/>
              <a:rect l="l" t="t" r="r" b="b"/>
              <a:pathLst>
                <a:path w="245" h="259" extrusionOk="0">
                  <a:moveTo>
                    <a:pt x="108" y="0"/>
                  </a:moveTo>
                  <a:cubicBezTo>
                    <a:pt x="93" y="0"/>
                    <a:pt x="79" y="5"/>
                    <a:pt x="71" y="16"/>
                  </a:cubicBezTo>
                  <a:cubicBezTo>
                    <a:pt x="38" y="32"/>
                    <a:pt x="21" y="49"/>
                    <a:pt x="21" y="82"/>
                  </a:cubicBezTo>
                  <a:cubicBezTo>
                    <a:pt x="1" y="119"/>
                    <a:pt x="1" y="135"/>
                    <a:pt x="21" y="168"/>
                  </a:cubicBezTo>
                  <a:cubicBezTo>
                    <a:pt x="21" y="201"/>
                    <a:pt x="54" y="238"/>
                    <a:pt x="71" y="255"/>
                  </a:cubicBezTo>
                  <a:cubicBezTo>
                    <a:pt x="83" y="258"/>
                    <a:pt x="94" y="259"/>
                    <a:pt x="105" y="259"/>
                  </a:cubicBezTo>
                  <a:cubicBezTo>
                    <a:pt x="158" y="259"/>
                    <a:pt x="197" y="226"/>
                    <a:pt x="228" y="168"/>
                  </a:cubicBezTo>
                  <a:cubicBezTo>
                    <a:pt x="244" y="119"/>
                    <a:pt x="207" y="32"/>
                    <a:pt x="158" y="16"/>
                  </a:cubicBezTo>
                  <a:cubicBezTo>
                    <a:pt x="141" y="5"/>
                    <a:pt x="124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8" name="Google Shape;4088;p10"/>
            <p:cNvSpPr/>
            <p:nvPr/>
          </p:nvSpPr>
          <p:spPr>
            <a:xfrm>
              <a:off x="5179625" y="2568900"/>
              <a:ext cx="6525" cy="6375"/>
            </a:xfrm>
            <a:custGeom>
              <a:avLst/>
              <a:gdLst/>
              <a:ahLst/>
              <a:cxnLst/>
              <a:rect l="l" t="t" r="r" b="b"/>
              <a:pathLst>
                <a:path w="261" h="255" extrusionOk="0">
                  <a:moveTo>
                    <a:pt x="129" y="1"/>
                  </a:moveTo>
                  <a:cubicBezTo>
                    <a:pt x="88" y="1"/>
                    <a:pt x="49" y="34"/>
                    <a:pt x="34" y="82"/>
                  </a:cubicBezTo>
                  <a:cubicBezTo>
                    <a:pt x="1" y="152"/>
                    <a:pt x="34" y="222"/>
                    <a:pt x="88" y="255"/>
                  </a:cubicBezTo>
                  <a:lnTo>
                    <a:pt x="137" y="255"/>
                  </a:lnTo>
                  <a:cubicBezTo>
                    <a:pt x="191" y="255"/>
                    <a:pt x="224" y="222"/>
                    <a:pt x="240" y="185"/>
                  </a:cubicBezTo>
                  <a:cubicBezTo>
                    <a:pt x="261" y="135"/>
                    <a:pt x="240" y="82"/>
                    <a:pt x="224" y="49"/>
                  </a:cubicBezTo>
                  <a:cubicBezTo>
                    <a:pt x="207" y="32"/>
                    <a:pt x="191" y="16"/>
                    <a:pt x="174" y="16"/>
                  </a:cubicBezTo>
                  <a:cubicBezTo>
                    <a:pt x="159" y="5"/>
                    <a:pt x="144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9" name="Google Shape;4089;p10"/>
            <p:cNvSpPr/>
            <p:nvPr/>
          </p:nvSpPr>
          <p:spPr>
            <a:xfrm>
              <a:off x="5186550" y="267710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6" y="0"/>
                  </a:moveTo>
                  <a:cubicBezTo>
                    <a:pt x="103" y="0"/>
                    <a:pt x="66" y="0"/>
                    <a:pt x="50" y="33"/>
                  </a:cubicBezTo>
                  <a:cubicBezTo>
                    <a:pt x="0" y="66"/>
                    <a:pt x="0" y="153"/>
                    <a:pt x="33" y="206"/>
                  </a:cubicBezTo>
                  <a:cubicBezTo>
                    <a:pt x="50" y="239"/>
                    <a:pt x="87" y="256"/>
                    <a:pt x="103" y="256"/>
                  </a:cubicBezTo>
                  <a:cubicBezTo>
                    <a:pt x="136" y="256"/>
                    <a:pt x="169" y="256"/>
                    <a:pt x="190" y="223"/>
                  </a:cubicBezTo>
                  <a:cubicBezTo>
                    <a:pt x="239" y="186"/>
                    <a:pt x="239" y="103"/>
                    <a:pt x="206" y="50"/>
                  </a:cubicBezTo>
                  <a:cubicBezTo>
                    <a:pt x="190" y="33"/>
                    <a:pt x="19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0" name="Google Shape;4090;p10"/>
            <p:cNvSpPr/>
            <p:nvPr/>
          </p:nvSpPr>
          <p:spPr>
            <a:xfrm>
              <a:off x="5250025" y="2572275"/>
              <a:ext cx="5700" cy="6925"/>
            </a:xfrm>
            <a:custGeom>
              <a:avLst/>
              <a:gdLst/>
              <a:ahLst/>
              <a:cxnLst/>
              <a:rect l="l" t="t" r="r" b="b"/>
              <a:pathLst>
                <a:path w="228" h="277" extrusionOk="0">
                  <a:moveTo>
                    <a:pt x="141" y="0"/>
                  </a:moveTo>
                  <a:cubicBezTo>
                    <a:pt x="104" y="0"/>
                    <a:pt x="87" y="17"/>
                    <a:pt x="54" y="33"/>
                  </a:cubicBezTo>
                  <a:cubicBezTo>
                    <a:pt x="22" y="87"/>
                    <a:pt x="1" y="153"/>
                    <a:pt x="38" y="223"/>
                  </a:cubicBezTo>
                  <a:cubicBezTo>
                    <a:pt x="54" y="239"/>
                    <a:pt x="87" y="256"/>
                    <a:pt x="125" y="276"/>
                  </a:cubicBezTo>
                  <a:cubicBezTo>
                    <a:pt x="141" y="276"/>
                    <a:pt x="174" y="256"/>
                    <a:pt x="191" y="239"/>
                  </a:cubicBezTo>
                  <a:cubicBezTo>
                    <a:pt x="207" y="223"/>
                    <a:pt x="228" y="206"/>
                    <a:pt x="228" y="190"/>
                  </a:cubicBezTo>
                  <a:cubicBezTo>
                    <a:pt x="207" y="136"/>
                    <a:pt x="174" y="70"/>
                    <a:pt x="158" y="17"/>
                  </a:cubicBezTo>
                  <a:cubicBezTo>
                    <a:pt x="158" y="17"/>
                    <a:pt x="141" y="17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1" name="Google Shape;4091;p10"/>
            <p:cNvSpPr/>
            <p:nvPr/>
          </p:nvSpPr>
          <p:spPr>
            <a:xfrm>
              <a:off x="5174075" y="26341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50" y="1"/>
                    <a:pt x="0" y="71"/>
                    <a:pt x="17" y="137"/>
                  </a:cubicBezTo>
                  <a:cubicBezTo>
                    <a:pt x="17" y="174"/>
                    <a:pt x="33" y="207"/>
                    <a:pt x="50" y="224"/>
                  </a:cubicBezTo>
                  <a:cubicBezTo>
                    <a:pt x="87" y="257"/>
                    <a:pt x="103" y="257"/>
                    <a:pt x="136" y="257"/>
                  </a:cubicBezTo>
                  <a:cubicBezTo>
                    <a:pt x="206" y="240"/>
                    <a:pt x="239" y="174"/>
                    <a:pt x="239" y="104"/>
                  </a:cubicBezTo>
                  <a:cubicBezTo>
                    <a:pt x="223" y="50"/>
                    <a:pt x="206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2" name="Google Shape;4092;p10"/>
            <p:cNvSpPr/>
            <p:nvPr/>
          </p:nvSpPr>
          <p:spPr>
            <a:xfrm>
              <a:off x="5162000" y="266585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41" y="1"/>
                  </a:moveTo>
                  <a:cubicBezTo>
                    <a:pt x="104" y="1"/>
                    <a:pt x="71" y="17"/>
                    <a:pt x="55" y="38"/>
                  </a:cubicBezTo>
                  <a:cubicBezTo>
                    <a:pt x="1" y="71"/>
                    <a:pt x="1" y="157"/>
                    <a:pt x="38" y="207"/>
                  </a:cubicBezTo>
                  <a:cubicBezTo>
                    <a:pt x="55" y="244"/>
                    <a:pt x="71" y="260"/>
                    <a:pt x="104" y="260"/>
                  </a:cubicBezTo>
                  <a:cubicBezTo>
                    <a:pt x="141" y="260"/>
                    <a:pt x="174" y="260"/>
                    <a:pt x="191" y="244"/>
                  </a:cubicBezTo>
                  <a:cubicBezTo>
                    <a:pt x="207" y="207"/>
                    <a:pt x="224" y="190"/>
                    <a:pt x="224" y="157"/>
                  </a:cubicBezTo>
                  <a:cubicBezTo>
                    <a:pt x="224" y="120"/>
                    <a:pt x="224" y="87"/>
                    <a:pt x="207" y="54"/>
                  </a:cubicBezTo>
                  <a:cubicBezTo>
                    <a:pt x="191" y="38"/>
                    <a:pt x="174" y="17"/>
                    <a:pt x="158" y="17"/>
                  </a:cubicBezTo>
                  <a:cubicBezTo>
                    <a:pt x="158" y="1"/>
                    <a:pt x="141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3" name="Google Shape;4093;p10"/>
            <p:cNvSpPr/>
            <p:nvPr/>
          </p:nvSpPr>
          <p:spPr>
            <a:xfrm>
              <a:off x="5159025" y="271552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20" y="0"/>
                  </a:moveTo>
                  <a:cubicBezTo>
                    <a:pt x="114" y="0"/>
                    <a:pt x="109" y="2"/>
                    <a:pt x="103" y="9"/>
                  </a:cubicBezTo>
                  <a:cubicBezTo>
                    <a:pt x="54" y="9"/>
                    <a:pt x="0" y="75"/>
                    <a:pt x="17" y="145"/>
                  </a:cubicBezTo>
                  <a:cubicBezTo>
                    <a:pt x="17" y="215"/>
                    <a:pt x="87" y="265"/>
                    <a:pt x="136" y="265"/>
                  </a:cubicBezTo>
                  <a:cubicBezTo>
                    <a:pt x="174" y="248"/>
                    <a:pt x="190" y="232"/>
                    <a:pt x="207" y="215"/>
                  </a:cubicBezTo>
                  <a:cubicBezTo>
                    <a:pt x="223" y="178"/>
                    <a:pt x="239" y="145"/>
                    <a:pt x="223" y="112"/>
                  </a:cubicBezTo>
                  <a:cubicBezTo>
                    <a:pt x="223" y="75"/>
                    <a:pt x="207" y="42"/>
                    <a:pt x="190" y="26"/>
                  </a:cubicBezTo>
                  <a:cubicBezTo>
                    <a:pt x="174" y="26"/>
                    <a:pt x="174" y="9"/>
                    <a:pt x="157" y="9"/>
                  </a:cubicBezTo>
                  <a:cubicBezTo>
                    <a:pt x="143" y="9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4" name="Google Shape;4094;p10"/>
            <p:cNvSpPr/>
            <p:nvPr/>
          </p:nvSpPr>
          <p:spPr>
            <a:xfrm>
              <a:off x="5165000" y="2695425"/>
              <a:ext cx="6525" cy="6625"/>
            </a:xfrm>
            <a:custGeom>
              <a:avLst/>
              <a:gdLst/>
              <a:ahLst/>
              <a:cxnLst/>
              <a:rect l="l" t="t" r="r" b="b"/>
              <a:pathLst>
                <a:path w="261" h="265" extrusionOk="0">
                  <a:moveTo>
                    <a:pt x="147" y="1"/>
                  </a:moveTo>
                  <a:cubicBezTo>
                    <a:pt x="102" y="1"/>
                    <a:pt x="51" y="34"/>
                    <a:pt x="38" y="92"/>
                  </a:cubicBezTo>
                  <a:cubicBezTo>
                    <a:pt x="0" y="158"/>
                    <a:pt x="38" y="228"/>
                    <a:pt x="87" y="261"/>
                  </a:cubicBezTo>
                  <a:cubicBezTo>
                    <a:pt x="99" y="264"/>
                    <a:pt x="110" y="265"/>
                    <a:pt x="121" y="265"/>
                  </a:cubicBezTo>
                  <a:cubicBezTo>
                    <a:pt x="174" y="265"/>
                    <a:pt x="213" y="232"/>
                    <a:pt x="244" y="174"/>
                  </a:cubicBezTo>
                  <a:cubicBezTo>
                    <a:pt x="260" y="108"/>
                    <a:pt x="227" y="38"/>
                    <a:pt x="174" y="5"/>
                  </a:cubicBezTo>
                  <a:cubicBezTo>
                    <a:pt x="165" y="2"/>
                    <a:pt x="156" y="1"/>
                    <a:pt x="1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95" name="Google Shape;4095;p10"/>
          <p:cNvSpPr/>
          <p:nvPr/>
        </p:nvSpPr>
        <p:spPr>
          <a:xfrm rot="-5400000">
            <a:off x="7073200" y="3359525"/>
            <a:ext cx="3125399" cy="1685720"/>
          </a:xfrm>
          <a:custGeom>
            <a:avLst/>
            <a:gdLst/>
            <a:ahLst/>
            <a:cxnLst/>
            <a:rect l="l" t="t" r="r" b="b"/>
            <a:pathLst>
              <a:path w="10086" h="5440" extrusionOk="0">
                <a:moveTo>
                  <a:pt x="2326" y="0"/>
                </a:moveTo>
                <a:cubicBezTo>
                  <a:pt x="2063" y="0"/>
                  <a:pt x="1793" y="39"/>
                  <a:pt x="1547" y="80"/>
                </a:cubicBezTo>
                <a:cubicBezTo>
                  <a:pt x="1085" y="150"/>
                  <a:pt x="636" y="253"/>
                  <a:pt x="191" y="339"/>
                </a:cubicBezTo>
                <a:cubicBezTo>
                  <a:pt x="137" y="339"/>
                  <a:pt x="87" y="372"/>
                  <a:pt x="71" y="389"/>
                </a:cubicBezTo>
                <a:cubicBezTo>
                  <a:pt x="1" y="475"/>
                  <a:pt x="54" y="628"/>
                  <a:pt x="54" y="731"/>
                </a:cubicBezTo>
                <a:lnTo>
                  <a:pt x="54" y="2158"/>
                </a:lnTo>
                <a:lnTo>
                  <a:pt x="54" y="4067"/>
                </a:lnTo>
                <a:cubicBezTo>
                  <a:pt x="54" y="4615"/>
                  <a:pt x="34" y="5130"/>
                  <a:pt x="34" y="5369"/>
                </a:cubicBezTo>
                <a:lnTo>
                  <a:pt x="10086" y="5439"/>
                </a:lnTo>
                <a:lnTo>
                  <a:pt x="10086" y="5163"/>
                </a:lnTo>
                <a:cubicBezTo>
                  <a:pt x="10086" y="4891"/>
                  <a:pt x="9912" y="4615"/>
                  <a:pt x="9776" y="4409"/>
                </a:cubicBezTo>
                <a:cubicBezTo>
                  <a:pt x="9331" y="3687"/>
                  <a:pt x="8626" y="3085"/>
                  <a:pt x="7764" y="2982"/>
                </a:cubicBezTo>
                <a:cubicBezTo>
                  <a:pt x="7694" y="2975"/>
                  <a:pt x="7626" y="2972"/>
                  <a:pt x="7561" y="2972"/>
                </a:cubicBezTo>
                <a:cubicBezTo>
                  <a:pt x="7146" y="2972"/>
                  <a:pt x="6815" y="3104"/>
                  <a:pt x="6445" y="3329"/>
                </a:cubicBezTo>
                <a:cubicBezTo>
                  <a:pt x="5963" y="3617"/>
                  <a:pt x="5534" y="3963"/>
                  <a:pt x="5051" y="4236"/>
                </a:cubicBezTo>
                <a:cubicBezTo>
                  <a:pt x="4565" y="4521"/>
                  <a:pt x="4031" y="4838"/>
                  <a:pt x="3446" y="4838"/>
                </a:cubicBezTo>
                <a:cubicBezTo>
                  <a:pt x="3432" y="4838"/>
                  <a:pt x="3417" y="4838"/>
                  <a:pt x="3402" y="4837"/>
                </a:cubicBezTo>
                <a:cubicBezTo>
                  <a:pt x="2957" y="4837"/>
                  <a:pt x="2648" y="4545"/>
                  <a:pt x="2734" y="4083"/>
                </a:cubicBezTo>
                <a:cubicBezTo>
                  <a:pt x="2817" y="3704"/>
                  <a:pt x="3077" y="3378"/>
                  <a:pt x="3266" y="3036"/>
                </a:cubicBezTo>
                <a:cubicBezTo>
                  <a:pt x="3592" y="2504"/>
                  <a:pt x="3901" y="1935"/>
                  <a:pt x="3901" y="1350"/>
                </a:cubicBezTo>
                <a:cubicBezTo>
                  <a:pt x="3918" y="818"/>
                  <a:pt x="3559" y="269"/>
                  <a:pt x="2887" y="80"/>
                </a:cubicBezTo>
                <a:cubicBezTo>
                  <a:pt x="2712" y="22"/>
                  <a:pt x="2521" y="0"/>
                  <a:pt x="232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6" name="Google Shape;4096;p10"/>
          <p:cNvSpPr txBox="1">
            <a:spLocks noGrp="1"/>
          </p:cNvSpPr>
          <p:nvPr>
            <p:ph type="title"/>
          </p:nvPr>
        </p:nvSpPr>
        <p:spPr>
          <a:xfrm>
            <a:off x="666425" y="3550600"/>
            <a:ext cx="3370800" cy="9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1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3_1_1">
    <p:bg>
      <p:bgPr>
        <a:solidFill>
          <a:schemeClr val="dk1"/>
        </a:solidFill>
        <a:effectLst/>
      </p:bgPr>
    </p:bg>
    <p:spTree>
      <p:nvGrpSpPr>
        <p:cNvPr id="1" name="Shape 5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3" name="Google Shape;5193;p13"/>
          <p:cNvSpPr txBox="1">
            <a:spLocks noGrp="1"/>
          </p:cNvSpPr>
          <p:nvPr>
            <p:ph type="title" hasCustomPrompt="1"/>
          </p:nvPr>
        </p:nvSpPr>
        <p:spPr>
          <a:xfrm>
            <a:off x="1795175" y="1200375"/>
            <a:ext cx="804900" cy="5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194" name="Google Shape;5194;p13"/>
          <p:cNvSpPr txBox="1">
            <a:spLocks noGrp="1"/>
          </p:cNvSpPr>
          <p:nvPr>
            <p:ph type="title" idx="2"/>
          </p:nvPr>
        </p:nvSpPr>
        <p:spPr>
          <a:xfrm>
            <a:off x="2783552" y="1550922"/>
            <a:ext cx="1790400" cy="61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195" name="Google Shape;5195;p13"/>
          <p:cNvSpPr txBox="1">
            <a:spLocks noGrp="1"/>
          </p:cNvSpPr>
          <p:nvPr>
            <p:ph type="title" idx="3"/>
          </p:nvPr>
        </p:nvSpPr>
        <p:spPr>
          <a:xfrm>
            <a:off x="2783552" y="1200375"/>
            <a:ext cx="2124300" cy="2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196" name="Google Shape;5196;p13"/>
          <p:cNvSpPr txBox="1">
            <a:spLocks noGrp="1"/>
          </p:cNvSpPr>
          <p:nvPr>
            <p:ph type="title" idx="4" hasCustomPrompt="1"/>
          </p:nvPr>
        </p:nvSpPr>
        <p:spPr>
          <a:xfrm>
            <a:off x="1795175" y="2423350"/>
            <a:ext cx="804900" cy="5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197" name="Google Shape;5197;p13"/>
          <p:cNvSpPr txBox="1">
            <a:spLocks noGrp="1"/>
          </p:cNvSpPr>
          <p:nvPr>
            <p:ph type="title" idx="5"/>
          </p:nvPr>
        </p:nvSpPr>
        <p:spPr>
          <a:xfrm>
            <a:off x="2783552" y="2773888"/>
            <a:ext cx="1790400" cy="61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198" name="Google Shape;5198;p13"/>
          <p:cNvSpPr txBox="1">
            <a:spLocks noGrp="1"/>
          </p:cNvSpPr>
          <p:nvPr>
            <p:ph type="title" idx="6"/>
          </p:nvPr>
        </p:nvSpPr>
        <p:spPr>
          <a:xfrm>
            <a:off x="2783552" y="2423350"/>
            <a:ext cx="2124300" cy="2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199" name="Google Shape;5199;p13"/>
          <p:cNvSpPr txBox="1">
            <a:spLocks noGrp="1"/>
          </p:cNvSpPr>
          <p:nvPr>
            <p:ph type="title" idx="7" hasCustomPrompt="1"/>
          </p:nvPr>
        </p:nvSpPr>
        <p:spPr>
          <a:xfrm>
            <a:off x="1795175" y="3646325"/>
            <a:ext cx="804900" cy="5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00" name="Google Shape;5200;p13"/>
          <p:cNvSpPr txBox="1">
            <a:spLocks noGrp="1"/>
          </p:cNvSpPr>
          <p:nvPr>
            <p:ph type="title" idx="8"/>
          </p:nvPr>
        </p:nvSpPr>
        <p:spPr>
          <a:xfrm>
            <a:off x="2783552" y="3996872"/>
            <a:ext cx="1790400" cy="61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201" name="Google Shape;5201;p13"/>
          <p:cNvSpPr txBox="1">
            <a:spLocks noGrp="1"/>
          </p:cNvSpPr>
          <p:nvPr>
            <p:ph type="title" idx="9"/>
          </p:nvPr>
        </p:nvSpPr>
        <p:spPr>
          <a:xfrm>
            <a:off x="2783552" y="3646325"/>
            <a:ext cx="2124300" cy="2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202" name="Google Shape;5202;p13"/>
          <p:cNvSpPr txBox="1">
            <a:spLocks noGrp="1"/>
          </p:cNvSpPr>
          <p:nvPr>
            <p:ph type="title" idx="13" hasCustomPrompt="1"/>
          </p:nvPr>
        </p:nvSpPr>
        <p:spPr>
          <a:xfrm>
            <a:off x="4719900" y="1930238"/>
            <a:ext cx="804900" cy="5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03" name="Google Shape;5203;p13"/>
          <p:cNvSpPr txBox="1">
            <a:spLocks noGrp="1"/>
          </p:cNvSpPr>
          <p:nvPr>
            <p:ph type="title" idx="14"/>
          </p:nvPr>
        </p:nvSpPr>
        <p:spPr>
          <a:xfrm>
            <a:off x="5710825" y="2216660"/>
            <a:ext cx="1790400" cy="61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204" name="Google Shape;5204;p13"/>
          <p:cNvSpPr txBox="1">
            <a:spLocks noGrp="1"/>
          </p:cNvSpPr>
          <p:nvPr>
            <p:ph type="title" idx="15"/>
          </p:nvPr>
        </p:nvSpPr>
        <p:spPr>
          <a:xfrm>
            <a:off x="5710825" y="1866125"/>
            <a:ext cx="2124300" cy="2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205" name="Google Shape;5205;p13"/>
          <p:cNvSpPr txBox="1">
            <a:spLocks noGrp="1"/>
          </p:cNvSpPr>
          <p:nvPr>
            <p:ph type="title" idx="16" hasCustomPrompt="1"/>
          </p:nvPr>
        </p:nvSpPr>
        <p:spPr>
          <a:xfrm>
            <a:off x="4719900" y="3089088"/>
            <a:ext cx="804900" cy="5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06" name="Google Shape;5206;p13"/>
          <p:cNvSpPr txBox="1">
            <a:spLocks noGrp="1"/>
          </p:cNvSpPr>
          <p:nvPr>
            <p:ph type="title" idx="17"/>
          </p:nvPr>
        </p:nvSpPr>
        <p:spPr>
          <a:xfrm>
            <a:off x="5710825" y="3439625"/>
            <a:ext cx="1790400" cy="61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207" name="Google Shape;5207;p13"/>
          <p:cNvSpPr txBox="1">
            <a:spLocks noGrp="1"/>
          </p:cNvSpPr>
          <p:nvPr>
            <p:ph type="title" idx="18"/>
          </p:nvPr>
        </p:nvSpPr>
        <p:spPr>
          <a:xfrm>
            <a:off x="5710825" y="3089100"/>
            <a:ext cx="2124300" cy="2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208" name="Google Shape;5208;p13"/>
          <p:cNvSpPr txBox="1">
            <a:spLocks noGrp="1"/>
          </p:cNvSpPr>
          <p:nvPr>
            <p:ph type="title" idx="19"/>
          </p:nvPr>
        </p:nvSpPr>
        <p:spPr>
          <a:xfrm>
            <a:off x="773800" y="539500"/>
            <a:ext cx="7596600" cy="2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09" name="Google Shape;5209;p13"/>
          <p:cNvSpPr/>
          <p:nvPr/>
        </p:nvSpPr>
        <p:spPr>
          <a:xfrm rot="-7200012">
            <a:off x="-1835835" y="3553726"/>
            <a:ext cx="3417290" cy="2795899"/>
          </a:xfrm>
          <a:custGeom>
            <a:avLst/>
            <a:gdLst/>
            <a:ahLst/>
            <a:cxnLst/>
            <a:rect l="l" t="t" r="r" b="b"/>
            <a:pathLst>
              <a:path w="2442" h="1998" extrusionOk="0">
                <a:moveTo>
                  <a:pt x="1079" y="1"/>
                </a:moveTo>
                <a:cubicBezTo>
                  <a:pt x="952" y="1"/>
                  <a:pt x="821" y="27"/>
                  <a:pt x="689" y="85"/>
                </a:cubicBezTo>
                <a:cubicBezTo>
                  <a:pt x="207" y="274"/>
                  <a:pt x="1" y="703"/>
                  <a:pt x="1" y="1202"/>
                </a:cubicBezTo>
                <a:cubicBezTo>
                  <a:pt x="1" y="1425"/>
                  <a:pt x="17" y="1684"/>
                  <a:pt x="207" y="1837"/>
                </a:cubicBezTo>
                <a:cubicBezTo>
                  <a:pt x="354" y="1956"/>
                  <a:pt x="560" y="1997"/>
                  <a:pt x="754" y="1997"/>
                </a:cubicBezTo>
                <a:cubicBezTo>
                  <a:pt x="790" y="1997"/>
                  <a:pt x="824" y="1996"/>
                  <a:pt x="859" y="1994"/>
                </a:cubicBezTo>
                <a:cubicBezTo>
                  <a:pt x="1514" y="1961"/>
                  <a:pt x="2442" y="1528"/>
                  <a:pt x="2095" y="740"/>
                </a:cubicBezTo>
                <a:cubicBezTo>
                  <a:pt x="1910" y="312"/>
                  <a:pt x="1517" y="1"/>
                  <a:pt x="107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0" name="Google Shape;5210;p13"/>
          <p:cNvSpPr/>
          <p:nvPr/>
        </p:nvSpPr>
        <p:spPr>
          <a:xfrm rot="-7200012">
            <a:off x="7613715" y="-1787749"/>
            <a:ext cx="3417290" cy="2795899"/>
          </a:xfrm>
          <a:custGeom>
            <a:avLst/>
            <a:gdLst/>
            <a:ahLst/>
            <a:cxnLst/>
            <a:rect l="l" t="t" r="r" b="b"/>
            <a:pathLst>
              <a:path w="2442" h="1998" extrusionOk="0">
                <a:moveTo>
                  <a:pt x="1079" y="1"/>
                </a:moveTo>
                <a:cubicBezTo>
                  <a:pt x="952" y="1"/>
                  <a:pt x="821" y="27"/>
                  <a:pt x="689" y="85"/>
                </a:cubicBezTo>
                <a:cubicBezTo>
                  <a:pt x="207" y="274"/>
                  <a:pt x="1" y="703"/>
                  <a:pt x="1" y="1202"/>
                </a:cubicBezTo>
                <a:cubicBezTo>
                  <a:pt x="1" y="1425"/>
                  <a:pt x="17" y="1684"/>
                  <a:pt x="207" y="1837"/>
                </a:cubicBezTo>
                <a:cubicBezTo>
                  <a:pt x="354" y="1956"/>
                  <a:pt x="560" y="1997"/>
                  <a:pt x="754" y="1997"/>
                </a:cubicBezTo>
                <a:cubicBezTo>
                  <a:pt x="790" y="1997"/>
                  <a:pt x="824" y="1996"/>
                  <a:pt x="859" y="1994"/>
                </a:cubicBezTo>
                <a:cubicBezTo>
                  <a:pt x="1514" y="1961"/>
                  <a:pt x="2442" y="1528"/>
                  <a:pt x="2095" y="740"/>
                </a:cubicBezTo>
                <a:cubicBezTo>
                  <a:pt x="1910" y="312"/>
                  <a:pt x="1517" y="1"/>
                  <a:pt x="107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1" name="Google Shape;5211;p13"/>
          <p:cNvSpPr/>
          <p:nvPr/>
        </p:nvSpPr>
        <p:spPr>
          <a:xfrm>
            <a:off x="164232" y="2929813"/>
            <a:ext cx="860087" cy="755652"/>
          </a:xfrm>
          <a:custGeom>
            <a:avLst/>
            <a:gdLst/>
            <a:ahLst/>
            <a:cxnLst/>
            <a:rect l="l" t="t" r="r" b="b"/>
            <a:pathLst>
              <a:path w="2079" h="1827" extrusionOk="0">
                <a:moveTo>
                  <a:pt x="1037" y="0"/>
                </a:moveTo>
                <a:cubicBezTo>
                  <a:pt x="780" y="0"/>
                  <a:pt x="535" y="110"/>
                  <a:pt x="326" y="298"/>
                </a:cubicBezTo>
                <a:cubicBezTo>
                  <a:pt x="174" y="434"/>
                  <a:pt x="0" y="590"/>
                  <a:pt x="0" y="797"/>
                </a:cubicBezTo>
                <a:cubicBezTo>
                  <a:pt x="0" y="1003"/>
                  <a:pt x="136" y="1188"/>
                  <a:pt x="277" y="1328"/>
                </a:cubicBezTo>
                <a:cubicBezTo>
                  <a:pt x="525" y="1587"/>
                  <a:pt x="915" y="1827"/>
                  <a:pt x="1262" y="1827"/>
                </a:cubicBezTo>
                <a:cubicBezTo>
                  <a:pt x="1491" y="1827"/>
                  <a:pt x="1701" y="1722"/>
                  <a:pt x="1839" y="1448"/>
                </a:cubicBezTo>
                <a:cubicBezTo>
                  <a:pt x="2078" y="966"/>
                  <a:pt x="1975" y="364"/>
                  <a:pt x="1476" y="108"/>
                </a:cubicBezTo>
                <a:cubicBezTo>
                  <a:pt x="1329" y="34"/>
                  <a:pt x="1181" y="0"/>
                  <a:pt x="103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2" name="Google Shape;5212;p13"/>
          <p:cNvSpPr/>
          <p:nvPr/>
        </p:nvSpPr>
        <p:spPr>
          <a:xfrm>
            <a:off x="8239532" y="1174588"/>
            <a:ext cx="860087" cy="755652"/>
          </a:xfrm>
          <a:custGeom>
            <a:avLst/>
            <a:gdLst/>
            <a:ahLst/>
            <a:cxnLst/>
            <a:rect l="l" t="t" r="r" b="b"/>
            <a:pathLst>
              <a:path w="2079" h="1827" extrusionOk="0">
                <a:moveTo>
                  <a:pt x="1037" y="0"/>
                </a:moveTo>
                <a:cubicBezTo>
                  <a:pt x="780" y="0"/>
                  <a:pt x="535" y="110"/>
                  <a:pt x="326" y="298"/>
                </a:cubicBezTo>
                <a:cubicBezTo>
                  <a:pt x="174" y="434"/>
                  <a:pt x="0" y="590"/>
                  <a:pt x="0" y="797"/>
                </a:cubicBezTo>
                <a:cubicBezTo>
                  <a:pt x="0" y="1003"/>
                  <a:pt x="136" y="1188"/>
                  <a:pt x="277" y="1328"/>
                </a:cubicBezTo>
                <a:cubicBezTo>
                  <a:pt x="525" y="1587"/>
                  <a:pt x="915" y="1827"/>
                  <a:pt x="1262" y="1827"/>
                </a:cubicBezTo>
                <a:cubicBezTo>
                  <a:pt x="1491" y="1827"/>
                  <a:pt x="1701" y="1722"/>
                  <a:pt x="1839" y="1448"/>
                </a:cubicBezTo>
                <a:cubicBezTo>
                  <a:pt x="2078" y="966"/>
                  <a:pt x="1975" y="364"/>
                  <a:pt x="1476" y="108"/>
                </a:cubicBezTo>
                <a:cubicBezTo>
                  <a:pt x="1329" y="34"/>
                  <a:pt x="1181" y="0"/>
                  <a:pt x="103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3">
    <p:spTree>
      <p:nvGrpSpPr>
        <p:cNvPr id="1" name="Shape 12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1" name="Google Shape;12041;p31"/>
          <p:cNvSpPr/>
          <p:nvPr/>
        </p:nvSpPr>
        <p:spPr>
          <a:xfrm rot="-5400000" flipH="1">
            <a:off x="-534526" y="3678799"/>
            <a:ext cx="1936872" cy="1891301"/>
          </a:xfrm>
          <a:custGeom>
            <a:avLst/>
            <a:gdLst/>
            <a:ahLst/>
            <a:cxnLst/>
            <a:rect l="l" t="t" r="r" b="b"/>
            <a:pathLst>
              <a:path w="6251" h="5584" extrusionOk="0">
                <a:moveTo>
                  <a:pt x="842" y="1"/>
                </a:moveTo>
                <a:cubicBezTo>
                  <a:pt x="549" y="1048"/>
                  <a:pt x="293" y="2099"/>
                  <a:pt x="67" y="3163"/>
                </a:cubicBezTo>
                <a:cubicBezTo>
                  <a:pt x="34" y="3316"/>
                  <a:pt x="1" y="3489"/>
                  <a:pt x="67" y="3625"/>
                </a:cubicBezTo>
                <a:cubicBezTo>
                  <a:pt x="137" y="3831"/>
                  <a:pt x="376" y="3934"/>
                  <a:pt x="603" y="3988"/>
                </a:cubicBezTo>
                <a:cubicBezTo>
                  <a:pt x="1200" y="4161"/>
                  <a:pt x="1872" y="4194"/>
                  <a:pt x="2355" y="4606"/>
                </a:cubicBezTo>
                <a:cubicBezTo>
                  <a:pt x="2627" y="4829"/>
                  <a:pt x="2833" y="5171"/>
                  <a:pt x="3159" y="5344"/>
                </a:cubicBezTo>
                <a:cubicBezTo>
                  <a:pt x="3365" y="5447"/>
                  <a:pt x="3625" y="5447"/>
                  <a:pt x="3847" y="5464"/>
                </a:cubicBezTo>
                <a:cubicBezTo>
                  <a:pt x="4655" y="5501"/>
                  <a:pt x="5447" y="5550"/>
                  <a:pt x="6251" y="5583"/>
                </a:cubicBezTo>
                <a:lnTo>
                  <a:pt x="625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42" name="Google Shape;12042;p3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2043" name="Google Shape;12043;p31"/>
          <p:cNvGrpSpPr/>
          <p:nvPr/>
        </p:nvGrpSpPr>
        <p:grpSpPr>
          <a:xfrm rot="10800000" flipH="1">
            <a:off x="8101371" y="-267169"/>
            <a:ext cx="1685528" cy="1419220"/>
            <a:chOff x="3986575" y="2932600"/>
            <a:chExt cx="399850" cy="336675"/>
          </a:xfrm>
        </p:grpSpPr>
        <p:sp>
          <p:nvSpPr>
            <p:cNvPr id="12044" name="Google Shape;12044;p31"/>
            <p:cNvSpPr/>
            <p:nvPr/>
          </p:nvSpPr>
          <p:spPr>
            <a:xfrm>
              <a:off x="4179425" y="2995600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101" y="1"/>
                  </a:moveTo>
                  <a:cubicBezTo>
                    <a:pt x="57" y="1"/>
                    <a:pt x="15" y="47"/>
                    <a:pt x="0" y="91"/>
                  </a:cubicBezTo>
                  <a:lnTo>
                    <a:pt x="0" y="144"/>
                  </a:lnTo>
                  <a:cubicBezTo>
                    <a:pt x="17" y="144"/>
                    <a:pt x="17" y="161"/>
                    <a:pt x="17" y="161"/>
                  </a:cubicBezTo>
                  <a:cubicBezTo>
                    <a:pt x="33" y="194"/>
                    <a:pt x="70" y="194"/>
                    <a:pt x="87" y="210"/>
                  </a:cubicBezTo>
                  <a:cubicBezTo>
                    <a:pt x="120" y="210"/>
                    <a:pt x="136" y="210"/>
                    <a:pt x="173" y="194"/>
                  </a:cubicBezTo>
                  <a:cubicBezTo>
                    <a:pt x="190" y="177"/>
                    <a:pt x="206" y="144"/>
                    <a:pt x="206" y="124"/>
                  </a:cubicBezTo>
                  <a:cubicBezTo>
                    <a:pt x="206" y="91"/>
                    <a:pt x="206" y="58"/>
                    <a:pt x="190" y="41"/>
                  </a:cubicBezTo>
                  <a:cubicBezTo>
                    <a:pt x="173" y="20"/>
                    <a:pt x="153" y="4"/>
                    <a:pt x="120" y="4"/>
                  </a:cubicBezTo>
                  <a:cubicBezTo>
                    <a:pt x="114" y="2"/>
                    <a:pt x="107" y="1"/>
                    <a:pt x="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5" name="Google Shape;12045;p31"/>
            <p:cNvSpPr/>
            <p:nvPr/>
          </p:nvSpPr>
          <p:spPr>
            <a:xfrm>
              <a:off x="4172525" y="2959125"/>
              <a:ext cx="5575" cy="5250"/>
            </a:xfrm>
            <a:custGeom>
              <a:avLst/>
              <a:gdLst/>
              <a:ahLst/>
              <a:cxnLst/>
              <a:rect l="l" t="t" r="r" b="b"/>
              <a:pathLst>
                <a:path w="223" h="210" extrusionOk="0">
                  <a:moveTo>
                    <a:pt x="100" y="0"/>
                  </a:moveTo>
                  <a:cubicBezTo>
                    <a:pt x="57" y="0"/>
                    <a:pt x="17" y="44"/>
                    <a:pt x="17" y="90"/>
                  </a:cubicBezTo>
                  <a:cubicBezTo>
                    <a:pt x="0" y="107"/>
                    <a:pt x="0" y="123"/>
                    <a:pt x="17" y="140"/>
                  </a:cubicBezTo>
                  <a:cubicBezTo>
                    <a:pt x="17" y="140"/>
                    <a:pt x="17" y="160"/>
                    <a:pt x="37" y="160"/>
                  </a:cubicBezTo>
                  <a:cubicBezTo>
                    <a:pt x="54" y="193"/>
                    <a:pt x="70" y="193"/>
                    <a:pt x="103" y="210"/>
                  </a:cubicBezTo>
                  <a:cubicBezTo>
                    <a:pt x="120" y="210"/>
                    <a:pt x="157" y="210"/>
                    <a:pt x="173" y="193"/>
                  </a:cubicBezTo>
                  <a:cubicBezTo>
                    <a:pt x="190" y="177"/>
                    <a:pt x="206" y="140"/>
                    <a:pt x="223" y="123"/>
                  </a:cubicBezTo>
                  <a:cubicBezTo>
                    <a:pt x="223" y="90"/>
                    <a:pt x="206" y="74"/>
                    <a:pt x="190" y="36"/>
                  </a:cubicBezTo>
                  <a:cubicBezTo>
                    <a:pt x="190" y="20"/>
                    <a:pt x="157" y="3"/>
                    <a:pt x="120" y="3"/>
                  </a:cubicBezTo>
                  <a:cubicBezTo>
                    <a:pt x="113" y="1"/>
                    <a:pt x="106" y="0"/>
                    <a:pt x="1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6" name="Google Shape;12046;p31"/>
            <p:cNvSpPr/>
            <p:nvPr/>
          </p:nvSpPr>
          <p:spPr>
            <a:xfrm>
              <a:off x="4176025" y="3009750"/>
              <a:ext cx="5175" cy="5075"/>
            </a:xfrm>
            <a:custGeom>
              <a:avLst/>
              <a:gdLst/>
              <a:ahLst/>
              <a:cxnLst/>
              <a:rect l="l" t="t" r="r" b="b"/>
              <a:pathLst>
                <a:path w="207" h="203" extrusionOk="0">
                  <a:moveTo>
                    <a:pt x="95" y="0"/>
                  </a:moveTo>
                  <a:cubicBezTo>
                    <a:pt x="64" y="0"/>
                    <a:pt x="35" y="13"/>
                    <a:pt x="17" y="40"/>
                  </a:cubicBezTo>
                  <a:cubicBezTo>
                    <a:pt x="0" y="56"/>
                    <a:pt x="0" y="73"/>
                    <a:pt x="0" y="110"/>
                  </a:cubicBezTo>
                  <a:lnTo>
                    <a:pt x="0" y="143"/>
                  </a:lnTo>
                  <a:cubicBezTo>
                    <a:pt x="17" y="160"/>
                    <a:pt x="17" y="160"/>
                    <a:pt x="33" y="176"/>
                  </a:cubicBezTo>
                  <a:cubicBezTo>
                    <a:pt x="56" y="193"/>
                    <a:pt x="82" y="202"/>
                    <a:pt x="108" y="202"/>
                  </a:cubicBezTo>
                  <a:cubicBezTo>
                    <a:pt x="139" y="202"/>
                    <a:pt x="168" y="189"/>
                    <a:pt x="186" y="160"/>
                  </a:cubicBezTo>
                  <a:cubicBezTo>
                    <a:pt x="206" y="143"/>
                    <a:pt x="206" y="110"/>
                    <a:pt x="206" y="94"/>
                  </a:cubicBezTo>
                  <a:cubicBezTo>
                    <a:pt x="206" y="56"/>
                    <a:pt x="186" y="40"/>
                    <a:pt x="169" y="23"/>
                  </a:cubicBezTo>
                  <a:cubicBezTo>
                    <a:pt x="147" y="9"/>
                    <a:pt x="121" y="0"/>
                    <a:pt x="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7" name="Google Shape;12047;p31"/>
            <p:cNvSpPr/>
            <p:nvPr/>
          </p:nvSpPr>
          <p:spPr>
            <a:xfrm>
              <a:off x="4181175" y="2980550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95" y="0"/>
                  </a:moveTo>
                  <a:cubicBezTo>
                    <a:pt x="51" y="0"/>
                    <a:pt x="14" y="35"/>
                    <a:pt x="0" y="91"/>
                  </a:cubicBezTo>
                  <a:cubicBezTo>
                    <a:pt x="0" y="107"/>
                    <a:pt x="0" y="128"/>
                    <a:pt x="17" y="144"/>
                  </a:cubicBezTo>
                  <a:cubicBezTo>
                    <a:pt x="33" y="177"/>
                    <a:pt x="50" y="194"/>
                    <a:pt x="103" y="210"/>
                  </a:cubicBezTo>
                  <a:cubicBezTo>
                    <a:pt x="153" y="210"/>
                    <a:pt x="207" y="177"/>
                    <a:pt x="223" y="128"/>
                  </a:cubicBezTo>
                  <a:cubicBezTo>
                    <a:pt x="223" y="91"/>
                    <a:pt x="207" y="58"/>
                    <a:pt x="186" y="41"/>
                  </a:cubicBezTo>
                  <a:cubicBezTo>
                    <a:pt x="169" y="25"/>
                    <a:pt x="153" y="4"/>
                    <a:pt x="120" y="4"/>
                  </a:cubicBezTo>
                  <a:cubicBezTo>
                    <a:pt x="111" y="1"/>
                    <a:pt x="103" y="0"/>
                    <a:pt x="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8" name="Google Shape;12048;p31"/>
            <p:cNvSpPr/>
            <p:nvPr/>
          </p:nvSpPr>
          <p:spPr>
            <a:xfrm>
              <a:off x="4169125" y="2970225"/>
              <a:ext cx="5575" cy="5275"/>
            </a:xfrm>
            <a:custGeom>
              <a:avLst/>
              <a:gdLst/>
              <a:ahLst/>
              <a:cxnLst/>
              <a:rect l="l" t="t" r="r" b="b"/>
              <a:pathLst>
                <a:path w="223" h="211" extrusionOk="0">
                  <a:moveTo>
                    <a:pt x="112" y="1"/>
                  </a:moveTo>
                  <a:cubicBezTo>
                    <a:pt x="103" y="1"/>
                    <a:pt x="95" y="2"/>
                    <a:pt x="87" y="5"/>
                  </a:cubicBezTo>
                  <a:cubicBezTo>
                    <a:pt x="33" y="42"/>
                    <a:pt x="0" y="91"/>
                    <a:pt x="33" y="145"/>
                  </a:cubicBezTo>
                  <a:cubicBezTo>
                    <a:pt x="33" y="161"/>
                    <a:pt x="49" y="178"/>
                    <a:pt x="49" y="194"/>
                  </a:cubicBezTo>
                  <a:cubicBezTo>
                    <a:pt x="87" y="211"/>
                    <a:pt x="120" y="211"/>
                    <a:pt x="173" y="211"/>
                  </a:cubicBezTo>
                  <a:cubicBezTo>
                    <a:pt x="206" y="194"/>
                    <a:pt x="223" y="161"/>
                    <a:pt x="223" y="128"/>
                  </a:cubicBezTo>
                  <a:lnTo>
                    <a:pt x="223" y="75"/>
                  </a:lnTo>
                  <a:cubicBezTo>
                    <a:pt x="209" y="34"/>
                    <a:pt x="158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9" name="Google Shape;12049;p31"/>
            <p:cNvSpPr/>
            <p:nvPr/>
          </p:nvSpPr>
          <p:spPr>
            <a:xfrm>
              <a:off x="4166950" y="2997025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20" y="1"/>
                  </a:moveTo>
                  <a:cubicBezTo>
                    <a:pt x="71" y="1"/>
                    <a:pt x="17" y="34"/>
                    <a:pt x="0" y="87"/>
                  </a:cubicBezTo>
                  <a:lnTo>
                    <a:pt x="0" y="137"/>
                  </a:lnTo>
                  <a:cubicBezTo>
                    <a:pt x="17" y="153"/>
                    <a:pt x="17" y="153"/>
                    <a:pt x="17" y="170"/>
                  </a:cubicBezTo>
                  <a:cubicBezTo>
                    <a:pt x="33" y="190"/>
                    <a:pt x="71" y="207"/>
                    <a:pt x="87" y="207"/>
                  </a:cubicBezTo>
                  <a:cubicBezTo>
                    <a:pt x="120" y="207"/>
                    <a:pt x="136" y="207"/>
                    <a:pt x="174" y="190"/>
                  </a:cubicBezTo>
                  <a:cubicBezTo>
                    <a:pt x="190" y="170"/>
                    <a:pt x="207" y="153"/>
                    <a:pt x="207" y="120"/>
                  </a:cubicBezTo>
                  <a:cubicBezTo>
                    <a:pt x="223" y="67"/>
                    <a:pt x="174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0" name="Google Shape;12050;p31"/>
            <p:cNvSpPr/>
            <p:nvPr/>
          </p:nvSpPr>
          <p:spPr>
            <a:xfrm>
              <a:off x="4162625" y="2951300"/>
              <a:ext cx="5700" cy="5100"/>
            </a:xfrm>
            <a:custGeom>
              <a:avLst/>
              <a:gdLst/>
              <a:ahLst/>
              <a:cxnLst/>
              <a:rect l="l" t="t" r="r" b="b"/>
              <a:pathLst>
                <a:path w="228" h="204" extrusionOk="0">
                  <a:moveTo>
                    <a:pt x="118" y="0"/>
                  </a:moveTo>
                  <a:cubicBezTo>
                    <a:pt x="108" y="0"/>
                    <a:pt x="98" y="2"/>
                    <a:pt x="87" y="7"/>
                  </a:cubicBezTo>
                  <a:cubicBezTo>
                    <a:pt x="70" y="7"/>
                    <a:pt x="37" y="24"/>
                    <a:pt x="21" y="40"/>
                  </a:cubicBezTo>
                  <a:cubicBezTo>
                    <a:pt x="0" y="61"/>
                    <a:pt x="0" y="94"/>
                    <a:pt x="0" y="110"/>
                  </a:cubicBezTo>
                  <a:lnTo>
                    <a:pt x="0" y="143"/>
                  </a:lnTo>
                  <a:cubicBezTo>
                    <a:pt x="21" y="164"/>
                    <a:pt x="21" y="180"/>
                    <a:pt x="37" y="180"/>
                  </a:cubicBezTo>
                  <a:cubicBezTo>
                    <a:pt x="60" y="195"/>
                    <a:pt x="86" y="203"/>
                    <a:pt x="111" y="203"/>
                  </a:cubicBezTo>
                  <a:cubicBezTo>
                    <a:pt x="142" y="203"/>
                    <a:pt x="172" y="191"/>
                    <a:pt x="190" y="164"/>
                  </a:cubicBezTo>
                  <a:cubicBezTo>
                    <a:pt x="227" y="127"/>
                    <a:pt x="227" y="61"/>
                    <a:pt x="173" y="24"/>
                  </a:cubicBezTo>
                  <a:cubicBezTo>
                    <a:pt x="162" y="12"/>
                    <a:pt x="142" y="0"/>
                    <a:pt x="1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1" name="Google Shape;12051;p31"/>
            <p:cNvSpPr/>
            <p:nvPr/>
          </p:nvSpPr>
          <p:spPr>
            <a:xfrm>
              <a:off x="4194475" y="2962000"/>
              <a:ext cx="6000" cy="5100"/>
            </a:xfrm>
            <a:custGeom>
              <a:avLst/>
              <a:gdLst/>
              <a:ahLst/>
              <a:cxnLst/>
              <a:rect l="l" t="t" r="r" b="b"/>
              <a:pathLst>
                <a:path w="240" h="204" extrusionOk="0">
                  <a:moveTo>
                    <a:pt x="120" y="1"/>
                  </a:moveTo>
                  <a:cubicBezTo>
                    <a:pt x="109" y="1"/>
                    <a:pt x="98" y="8"/>
                    <a:pt x="87" y="8"/>
                  </a:cubicBezTo>
                  <a:cubicBezTo>
                    <a:pt x="33" y="25"/>
                    <a:pt x="0" y="95"/>
                    <a:pt x="17" y="148"/>
                  </a:cubicBezTo>
                  <a:cubicBezTo>
                    <a:pt x="41" y="185"/>
                    <a:pt x="78" y="204"/>
                    <a:pt x="115" y="204"/>
                  </a:cubicBezTo>
                  <a:cubicBezTo>
                    <a:pt x="128" y="204"/>
                    <a:pt x="140" y="202"/>
                    <a:pt x="153" y="198"/>
                  </a:cubicBezTo>
                  <a:cubicBezTo>
                    <a:pt x="169" y="198"/>
                    <a:pt x="190" y="181"/>
                    <a:pt x="206" y="165"/>
                  </a:cubicBezTo>
                  <a:cubicBezTo>
                    <a:pt x="223" y="148"/>
                    <a:pt x="239" y="111"/>
                    <a:pt x="223" y="62"/>
                  </a:cubicBezTo>
                  <a:cubicBezTo>
                    <a:pt x="206" y="25"/>
                    <a:pt x="169" y="8"/>
                    <a:pt x="136" y="8"/>
                  </a:cubicBezTo>
                  <a:cubicBezTo>
                    <a:pt x="131" y="3"/>
                    <a:pt x="125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2" name="Google Shape;12052;p31"/>
            <p:cNvSpPr/>
            <p:nvPr/>
          </p:nvSpPr>
          <p:spPr>
            <a:xfrm>
              <a:off x="4169125" y="2983725"/>
              <a:ext cx="5175" cy="5125"/>
            </a:xfrm>
            <a:custGeom>
              <a:avLst/>
              <a:gdLst/>
              <a:ahLst/>
              <a:cxnLst/>
              <a:rect l="l" t="t" r="r" b="b"/>
              <a:pathLst>
                <a:path w="207" h="205" extrusionOk="0">
                  <a:moveTo>
                    <a:pt x="103" y="1"/>
                  </a:moveTo>
                  <a:cubicBezTo>
                    <a:pt x="70" y="1"/>
                    <a:pt x="33" y="17"/>
                    <a:pt x="17" y="34"/>
                  </a:cubicBezTo>
                  <a:cubicBezTo>
                    <a:pt x="0" y="50"/>
                    <a:pt x="0" y="83"/>
                    <a:pt x="0" y="104"/>
                  </a:cubicBezTo>
                  <a:cubicBezTo>
                    <a:pt x="0" y="120"/>
                    <a:pt x="0" y="120"/>
                    <a:pt x="17" y="137"/>
                  </a:cubicBezTo>
                  <a:cubicBezTo>
                    <a:pt x="17" y="153"/>
                    <a:pt x="33" y="170"/>
                    <a:pt x="33" y="170"/>
                  </a:cubicBezTo>
                  <a:cubicBezTo>
                    <a:pt x="57" y="194"/>
                    <a:pt x="84" y="204"/>
                    <a:pt x="110" y="204"/>
                  </a:cubicBezTo>
                  <a:cubicBezTo>
                    <a:pt x="141" y="204"/>
                    <a:pt x="169" y="190"/>
                    <a:pt x="190" y="170"/>
                  </a:cubicBezTo>
                  <a:cubicBezTo>
                    <a:pt x="206" y="137"/>
                    <a:pt x="206" y="120"/>
                    <a:pt x="206" y="83"/>
                  </a:cubicBezTo>
                  <a:cubicBezTo>
                    <a:pt x="206" y="50"/>
                    <a:pt x="190" y="34"/>
                    <a:pt x="173" y="17"/>
                  </a:cubicBezTo>
                  <a:cubicBezTo>
                    <a:pt x="153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3" name="Google Shape;12053;p31"/>
            <p:cNvSpPr/>
            <p:nvPr/>
          </p:nvSpPr>
          <p:spPr>
            <a:xfrm>
              <a:off x="4157475" y="296312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24" y="0"/>
                  </a:moveTo>
                  <a:cubicBezTo>
                    <a:pt x="87" y="0"/>
                    <a:pt x="70" y="0"/>
                    <a:pt x="54" y="17"/>
                  </a:cubicBezTo>
                  <a:cubicBezTo>
                    <a:pt x="21" y="33"/>
                    <a:pt x="0" y="66"/>
                    <a:pt x="0" y="83"/>
                  </a:cubicBezTo>
                  <a:lnTo>
                    <a:pt x="0" y="136"/>
                  </a:lnTo>
                  <a:cubicBezTo>
                    <a:pt x="21" y="153"/>
                    <a:pt x="21" y="153"/>
                    <a:pt x="21" y="169"/>
                  </a:cubicBezTo>
                  <a:cubicBezTo>
                    <a:pt x="37" y="186"/>
                    <a:pt x="70" y="206"/>
                    <a:pt x="87" y="206"/>
                  </a:cubicBezTo>
                  <a:cubicBezTo>
                    <a:pt x="96" y="208"/>
                    <a:pt x="104" y="209"/>
                    <a:pt x="112" y="209"/>
                  </a:cubicBezTo>
                  <a:cubicBezTo>
                    <a:pt x="168" y="209"/>
                    <a:pt x="206" y="163"/>
                    <a:pt x="206" y="120"/>
                  </a:cubicBezTo>
                  <a:cubicBezTo>
                    <a:pt x="206" y="83"/>
                    <a:pt x="206" y="66"/>
                    <a:pt x="190" y="50"/>
                  </a:cubicBezTo>
                  <a:cubicBezTo>
                    <a:pt x="173" y="17"/>
                    <a:pt x="157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4" name="Google Shape;12054;p31"/>
            <p:cNvSpPr/>
            <p:nvPr/>
          </p:nvSpPr>
          <p:spPr>
            <a:xfrm>
              <a:off x="4196125" y="3038550"/>
              <a:ext cx="5675" cy="5300"/>
            </a:xfrm>
            <a:custGeom>
              <a:avLst/>
              <a:gdLst/>
              <a:ahLst/>
              <a:cxnLst/>
              <a:rect l="l" t="t" r="r" b="b"/>
              <a:pathLst>
                <a:path w="227" h="212" extrusionOk="0">
                  <a:moveTo>
                    <a:pt x="115" y="1"/>
                  </a:moveTo>
                  <a:cubicBezTo>
                    <a:pt x="106" y="1"/>
                    <a:pt x="96" y="2"/>
                    <a:pt x="87" y="5"/>
                  </a:cubicBezTo>
                  <a:cubicBezTo>
                    <a:pt x="37" y="22"/>
                    <a:pt x="0" y="92"/>
                    <a:pt x="21" y="141"/>
                  </a:cubicBezTo>
                  <a:cubicBezTo>
                    <a:pt x="37" y="158"/>
                    <a:pt x="37" y="178"/>
                    <a:pt x="54" y="178"/>
                  </a:cubicBezTo>
                  <a:cubicBezTo>
                    <a:pt x="87" y="211"/>
                    <a:pt x="124" y="211"/>
                    <a:pt x="157" y="211"/>
                  </a:cubicBezTo>
                  <a:cubicBezTo>
                    <a:pt x="190" y="195"/>
                    <a:pt x="227" y="158"/>
                    <a:pt x="227" y="125"/>
                  </a:cubicBezTo>
                  <a:lnTo>
                    <a:pt x="227" y="75"/>
                  </a:lnTo>
                  <a:cubicBezTo>
                    <a:pt x="196" y="31"/>
                    <a:pt x="157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5" name="Google Shape;12055;p31"/>
            <p:cNvSpPr/>
            <p:nvPr/>
          </p:nvSpPr>
          <p:spPr>
            <a:xfrm>
              <a:off x="4187150" y="3091575"/>
              <a:ext cx="6000" cy="5200"/>
            </a:xfrm>
            <a:custGeom>
              <a:avLst/>
              <a:gdLst/>
              <a:ahLst/>
              <a:cxnLst/>
              <a:rect l="l" t="t" r="r" b="b"/>
              <a:pathLst>
                <a:path w="240" h="208" extrusionOk="0">
                  <a:moveTo>
                    <a:pt x="132" y="1"/>
                  </a:moveTo>
                  <a:cubicBezTo>
                    <a:pt x="117" y="1"/>
                    <a:pt x="101" y="5"/>
                    <a:pt x="87" y="16"/>
                  </a:cubicBezTo>
                  <a:cubicBezTo>
                    <a:pt x="34" y="32"/>
                    <a:pt x="1" y="82"/>
                    <a:pt x="17" y="135"/>
                  </a:cubicBezTo>
                  <a:cubicBezTo>
                    <a:pt x="44" y="175"/>
                    <a:pt x="84" y="207"/>
                    <a:pt x="124" y="207"/>
                  </a:cubicBezTo>
                  <a:cubicBezTo>
                    <a:pt x="134" y="207"/>
                    <a:pt x="144" y="205"/>
                    <a:pt x="153" y="201"/>
                  </a:cubicBezTo>
                  <a:cubicBezTo>
                    <a:pt x="207" y="185"/>
                    <a:pt x="240" y="119"/>
                    <a:pt x="223" y="65"/>
                  </a:cubicBezTo>
                  <a:cubicBezTo>
                    <a:pt x="211" y="30"/>
                    <a:pt x="172" y="1"/>
                    <a:pt x="1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6" name="Google Shape;12056;p31"/>
            <p:cNvSpPr/>
            <p:nvPr/>
          </p:nvSpPr>
          <p:spPr>
            <a:xfrm>
              <a:off x="4183225" y="2965025"/>
              <a:ext cx="5700" cy="5200"/>
            </a:xfrm>
            <a:custGeom>
              <a:avLst/>
              <a:gdLst/>
              <a:ahLst/>
              <a:cxnLst/>
              <a:rect l="l" t="t" r="r" b="b"/>
              <a:pathLst>
                <a:path w="228" h="208" extrusionOk="0">
                  <a:moveTo>
                    <a:pt x="128" y="1"/>
                  </a:moveTo>
                  <a:cubicBezTo>
                    <a:pt x="115" y="1"/>
                    <a:pt x="101" y="3"/>
                    <a:pt x="87" y="7"/>
                  </a:cubicBezTo>
                  <a:cubicBezTo>
                    <a:pt x="38" y="27"/>
                    <a:pt x="1" y="93"/>
                    <a:pt x="21" y="147"/>
                  </a:cubicBezTo>
                  <a:cubicBezTo>
                    <a:pt x="38" y="163"/>
                    <a:pt x="38" y="163"/>
                    <a:pt x="54" y="180"/>
                  </a:cubicBezTo>
                  <a:cubicBezTo>
                    <a:pt x="74" y="199"/>
                    <a:pt x="95" y="207"/>
                    <a:pt x="115" y="207"/>
                  </a:cubicBezTo>
                  <a:cubicBezTo>
                    <a:pt x="130" y="207"/>
                    <a:pt x="144" y="203"/>
                    <a:pt x="158" y="196"/>
                  </a:cubicBezTo>
                  <a:cubicBezTo>
                    <a:pt x="207" y="180"/>
                    <a:pt x="228" y="147"/>
                    <a:pt x="228" y="110"/>
                  </a:cubicBezTo>
                  <a:lnTo>
                    <a:pt x="228" y="60"/>
                  </a:lnTo>
                  <a:cubicBezTo>
                    <a:pt x="212" y="20"/>
                    <a:pt x="171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7" name="Google Shape;12057;p31"/>
            <p:cNvSpPr/>
            <p:nvPr/>
          </p:nvSpPr>
          <p:spPr>
            <a:xfrm>
              <a:off x="4189725" y="3078075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01" y="0"/>
                  </a:moveTo>
                  <a:cubicBezTo>
                    <a:pt x="58" y="0"/>
                    <a:pt x="15" y="47"/>
                    <a:pt x="1" y="90"/>
                  </a:cubicBezTo>
                  <a:cubicBezTo>
                    <a:pt x="1" y="106"/>
                    <a:pt x="1" y="123"/>
                    <a:pt x="17" y="143"/>
                  </a:cubicBezTo>
                  <a:lnTo>
                    <a:pt x="17" y="160"/>
                  </a:lnTo>
                  <a:cubicBezTo>
                    <a:pt x="34" y="193"/>
                    <a:pt x="71" y="209"/>
                    <a:pt x="87" y="209"/>
                  </a:cubicBezTo>
                  <a:cubicBezTo>
                    <a:pt x="153" y="209"/>
                    <a:pt x="207" y="176"/>
                    <a:pt x="207" y="123"/>
                  </a:cubicBezTo>
                  <a:cubicBezTo>
                    <a:pt x="223" y="90"/>
                    <a:pt x="207" y="73"/>
                    <a:pt x="190" y="40"/>
                  </a:cubicBezTo>
                  <a:cubicBezTo>
                    <a:pt x="174" y="20"/>
                    <a:pt x="153" y="3"/>
                    <a:pt x="120" y="3"/>
                  </a:cubicBezTo>
                  <a:cubicBezTo>
                    <a:pt x="114" y="1"/>
                    <a:pt x="108" y="0"/>
                    <a:pt x="1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8" name="Google Shape;12058;p31"/>
            <p:cNvSpPr/>
            <p:nvPr/>
          </p:nvSpPr>
          <p:spPr>
            <a:xfrm>
              <a:off x="4184575" y="3031350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1"/>
                  </a:moveTo>
                  <a:cubicBezTo>
                    <a:pt x="87" y="1"/>
                    <a:pt x="50" y="1"/>
                    <a:pt x="33" y="17"/>
                  </a:cubicBezTo>
                  <a:cubicBezTo>
                    <a:pt x="17" y="34"/>
                    <a:pt x="0" y="71"/>
                    <a:pt x="0" y="87"/>
                  </a:cubicBezTo>
                  <a:lnTo>
                    <a:pt x="0" y="137"/>
                  </a:lnTo>
                  <a:cubicBezTo>
                    <a:pt x="0" y="157"/>
                    <a:pt x="17" y="157"/>
                    <a:pt x="17" y="174"/>
                  </a:cubicBezTo>
                  <a:cubicBezTo>
                    <a:pt x="33" y="190"/>
                    <a:pt x="50" y="207"/>
                    <a:pt x="87" y="207"/>
                  </a:cubicBezTo>
                  <a:cubicBezTo>
                    <a:pt x="137" y="207"/>
                    <a:pt x="190" y="174"/>
                    <a:pt x="207" y="120"/>
                  </a:cubicBezTo>
                  <a:cubicBezTo>
                    <a:pt x="207" y="87"/>
                    <a:pt x="207" y="71"/>
                    <a:pt x="190" y="34"/>
                  </a:cubicBezTo>
                  <a:cubicBezTo>
                    <a:pt x="174" y="17"/>
                    <a:pt x="13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9" name="Google Shape;12059;p31"/>
            <p:cNvSpPr/>
            <p:nvPr/>
          </p:nvSpPr>
          <p:spPr>
            <a:xfrm>
              <a:off x="4196125" y="3051800"/>
              <a:ext cx="5175" cy="5100"/>
            </a:xfrm>
            <a:custGeom>
              <a:avLst/>
              <a:gdLst/>
              <a:ahLst/>
              <a:cxnLst/>
              <a:rect l="l" t="t" r="r" b="b"/>
              <a:pathLst>
                <a:path w="207" h="204" extrusionOk="0">
                  <a:moveTo>
                    <a:pt x="115" y="0"/>
                  </a:moveTo>
                  <a:cubicBezTo>
                    <a:pt x="107" y="0"/>
                    <a:pt x="98" y="2"/>
                    <a:pt x="87" y="7"/>
                  </a:cubicBezTo>
                  <a:cubicBezTo>
                    <a:pt x="70" y="7"/>
                    <a:pt x="37" y="24"/>
                    <a:pt x="21" y="40"/>
                  </a:cubicBezTo>
                  <a:cubicBezTo>
                    <a:pt x="0" y="61"/>
                    <a:pt x="0" y="94"/>
                    <a:pt x="0" y="110"/>
                  </a:cubicBezTo>
                  <a:lnTo>
                    <a:pt x="0" y="143"/>
                  </a:lnTo>
                  <a:cubicBezTo>
                    <a:pt x="21" y="164"/>
                    <a:pt x="21" y="180"/>
                    <a:pt x="37" y="180"/>
                  </a:cubicBezTo>
                  <a:cubicBezTo>
                    <a:pt x="60" y="195"/>
                    <a:pt x="86" y="203"/>
                    <a:pt x="111" y="203"/>
                  </a:cubicBezTo>
                  <a:cubicBezTo>
                    <a:pt x="142" y="203"/>
                    <a:pt x="172" y="191"/>
                    <a:pt x="190" y="164"/>
                  </a:cubicBezTo>
                  <a:cubicBezTo>
                    <a:pt x="206" y="143"/>
                    <a:pt x="206" y="127"/>
                    <a:pt x="206" y="94"/>
                  </a:cubicBezTo>
                  <a:cubicBezTo>
                    <a:pt x="206" y="61"/>
                    <a:pt x="190" y="40"/>
                    <a:pt x="173" y="24"/>
                  </a:cubicBezTo>
                  <a:cubicBezTo>
                    <a:pt x="150" y="12"/>
                    <a:pt x="135" y="0"/>
                    <a:pt x="1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0" name="Google Shape;12060;p31"/>
            <p:cNvSpPr/>
            <p:nvPr/>
          </p:nvSpPr>
          <p:spPr>
            <a:xfrm>
              <a:off x="4194050" y="3065175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95" y="1"/>
                  </a:moveTo>
                  <a:cubicBezTo>
                    <a:pt x="39" y="1"/>
                    <a:pt x="1" y="47"/>
                    <a:pt x="1" y="91"/>
                  </a:cubicBezTo>
                  <a:lnTo>
                    <a:pt x="1" y="144"/>
                  </a:lnTo>
                  <a:cubicBezTo>
                    <a:pt x="1" y="161"/>
                    <a:pt x="17" y="161"/>
                    <a:pt x="17" y="161"/>
                  </a:cubicBezTo>
                  <a:cubicBezTo>
                    <a:pt x="34" y="194"/>
                    <a:pt x="50" y="210"/>
                    <a:pt x="83" y="210"/>
                  </a:cubicBezTo>
                  <a:cubicBezTo>
                    <a:pt x="120" y="210"/>
                    <a:pt x="137" y="210"/>
                    <a:pt x="153" y="194"/>
                  </a:cubicBezTo>
                  <a:cubicBezTo>
                    <a:pt x="186" y="177"/>
                    <a:pt x="207" y="144"/>
                    <a:pt x="207" y="124"/>
                  </a:cubicBezTo>
                  <a:cubicBezTo>
                    <a:pt x="207" y="74"/>
                    <a:pt x="170" y="4"/>
                    <a:pt x="120" y="4"/>
                  </a:cubicBezTo>
                  <a:cubicBezTo>
                    <a:pt x="111" y="2"/>
                    <a:pt x="103" y="1"/>
                    <a:pt x="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1" name="Google Shape;12061;p31"/>
            <p:cNvSpPr/>
            <p:nvPr/>
          </p:nvSpPr>
          <p:spPr>
            <a:xfrm>
              <a:off x="4126125" y="3094425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98" y="0"/>
                  </a:moveTo>
                  <a:cubicBezTo>
                    <a:pt x="56" y="0"/>
                    <a:pt x="15" y="45"/>
                    <a:pt x="1" y="87"/>
                  </a:cubicBezTo>
                  <a:cubicBezTo>
                    <a:pt x="1" y="108"/>
                    <a:pt x="1" y="124"/>
                    <a:pt x="17" y="141"/>
                  </a:cubicBezTo>
                  <a:lnTo>
                    <a:pt x="17" y="157"/>
                  </a:lnTo>
                  <a:cubicBezTo>
                    <a:pt x="38" y="190"/>
                    <a:pt x="71" y="190"/>
                    <a:pt x="87" y="211"/>
                  </a:cubicBezTo>
                  <a:cubicBezTo>
                    <a:pt x="120" y="211"/>
                    <a:pt x="157" y="211"/>
                    <a:pt x="174" y="190"/>
                  </a:cubicBezTo>
                  <a:cubicBezTo>
                    <a:pt x="190" y="174"/>
                    <a:pt x="207" y="141"/>
                    <a:pt x="207" y="124"/>
                  </a:cubicBezTo>
                  <a:cubicBezTo>
                    <a:pt x="223" y="87"/>
                    <a:pt x="207" y="71"/>
                    <a:pt x="190" y="38"/>
                  </a:cubicBezTo>
                  <a:cubicBezTo>
                    <a:pt x="174" y="21"/>
                    <a:pt x="157" y="5"/>
                    <a:pt x="120" y="5"/>
                  </a:cubicBezTo>
                  <a:cubicBezTo>
                    <a:pt x="113" y="2"/>
                    <a:pt x="105" y="0"/>
                    <a:pt x="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2" name="Google Shape;12062;p31"/>
            <p:cNvSpPr/>
            <p:nvPr/>
          </p:nvSpPr>
          <p:spPr>
            <a:xfrm>
              <a:off x="4133450" y="2955200"/>
              <a:ext cx="6000" cy="5050"/>
            </a:xfrm>
            <a:custGeom>
              <a:avLst/>
              <a:gdLst/>
              <a:ahLst/>
              <a:cxnLst/>
              <a:rect l="l" t="t" r="r" b="b"/>
              <a:pathLst>
                <a:path w="240" h="202" extrusionOk="0">
                  <a:moveTo>
                    <a:pt x="126" y="0"/>
                  </a:moveTo>
                  <a:cubicBezTo>
                    <a:pt x="113" y="0"/>
                    <a:pt x="100" y="3"/>
                    <a:pt x="87" y="8"/>
                  </a:cubicBezTo>
                  <a:cubicBezTo>
                    <a:pt x="17" y="24"/>
                    <a:pt x="1" y="90"/>
                    <a:pt x="17" y="144"/>
                  </a:cubicBezTo>
                  <a:cubicBezTo>
                    <a:pt x="29" y="181"/>
                    <a:pt x="71" y="201"/>
                    <a:pt x="113" y="201"/>
                  </a:cubicBezTo>
                  <a:cubicBezTo>
                    <a:pt x="128" y="201"/>
                    <a:pt x="143" y="199"/>
                    <a:pt x="157" y="193"/>
                  </a:cubicBezTo>
                  <a:cubicBezTo>
                    <a:pt x="207" y="177"/>
                    <a:pt x="240" y="111"/>
                    <a:pt x="207" y="57"/>
                  </a:cubicBezTo>
                  <a:cubicBezTo>
                    <a:pt x="194" y="21"/>
                    <a:pt x="162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3" name="Google Shape;12063;p31"/>
            <p:cNvSpPr/>
            <p:nvPr/>
          </p:nvSpPr>
          <p:spPr>
            <a:xfrm>
              <a:off x="4118400" y="2979400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1"/>
                  </a:moveTo>
                  <a:cubicBezTo>
                    <a:pt x="87" y="1"/>
                    <a:pt x="71" y="1"/>
                    <a:pt x="38" y="17"/>
                  </a:cubicBezTo>
                  <a:cubicBezTo>
                    <a:pt x="17" y="34"/>
                    <a:pt x="1" y="50"/>
                    <a:pt x="1" y="87"/>
                  </a:cubicBezTo>
                  <a:lnTo>
                    <a:pt x="1" y="137"/>
                  </a:lnTo>
                  <a:cubicBezTo>
                    <a:pt x="1" y="153"/>
                    <a:pt x="17" y="153"/>
                    <a:pt x="17" y="153"/>
                  </a:cubicBezTo>
                  <a:cubicBezTo>
                    <a:pt x="38" y="190"/>
                    <a:pt x="54" y="207"/>
                    <a:pt x="87" y="207"/>
                  </a:cubicBezTo>
                  <a:cubicBezTo>
                    <a:pt x="141" y="207"/>
                    <a:pt x="190" y="174"/>
                    <a:pt x="207" y="120"/>
                  </a:cubicBezTo>
                  <a:cubicBezTo>
                    <a:pt x="207" y="87"/>
                    <a:pt x="207" y="71"/>
                    <a:pt x="190" y="34"/>
                  </a:cubicBezTo>
                  <a:cubicBezTo>
                    <a:pt x="174" y="17"/>
                    <a:pt x="14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4" name="Google Shape;12064;p31"/>
            <p:cNvSpPr/>
            <p:nvPr/>
          </p:nvSpPr>
          <p:spPr>
            <a:xfrm>
              <a:off x="4122325" y="2948475"/>
              <a:ext cx="5575" cy="5275"/>
            </a:xfrm>
            <a:custGeom>
              <a:avLst/>
              <a:gdLst/>
              <a:ahLst/>
              <a:cxnLst/>
              <a:rect l="l" t="t" r="r" b="b"/>
              <a:pathLst>
                <a:path w="223" h="211" extrusionOk="0">
                  <a:moveTo>
                    <a:pt x="120" y="1"/>
                  </a:moveTo>
                  <a:cubicBezTo>
                    <a:pt x="66" y="1"/>
                    <a:pt x="17" y="34"/>
                    <a:pt x="0" y="87"/>
                  </a:cubicBezTo>
                  <a:cubicBezTo>
                    <a:pt x="0" y="104"/>
                    <a:pt x="0" y="120"/>
                    <a:pt x="17" y="137"/>
                  </a:cubicBezTo>
                  <a:cubicBezTo>
                    <a:pt x="17" y="153"/>
                    <a:pt x="17" y="153"/>
                    <a:pt x="33" y="174"/>
                  </a:cubicBezTo>
                  <a:cubicBezTo>
                    <a:pt x="50" y="190"/>
                    <a:pt x="66" y="207"/>
                    <a:pt x="103" y="207"/>
                  </a:cubicBezTo>
                  <a:cubicBezTo>
                    <a:pt x="110" y="209"/>
                    <a:pt x="117" y="210"/>
                    <a:pt x="123" y="210"/>
                  </a:cubicBezTo>
                  <a:cubicBezTo>
                    <a:pt x="166" y="210"/>
                    <a:pt x="209" y="167"/>
                    <a:pt x="223" y="120"/>
                  </a:cubicBezTo>
                  <a:cubicBezTo>
                    <a:pt x="223" y="87"/>
                    <a:pt x="206" y="71"/>
                    <a:pt x="190" y="50"/>
                  </a:cubicBezTo>
                  <a:cubicBezTo>
                    <a:pt x="169" y="17"/>
                    <a:pt x="153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5" name="Google Shape;12065;p31"/>
            <p:cNvSpPr/>
            <p:nvPr/>
          </p:nvSpPr>
          <p:spPr>
            <a:xfrm>
              <a:off x="4123550" y="2934625"/>
              <a:ext cx="6100" cy="5175"/>
            </a:xfrm>
            <a:custGeom>
              <a:avLst/>
              <a:gdLst/>
              <a:ahLst/>
              <a:cxnLst/>
              <a:rect l="l" t="t" r="r" b="b"/>
              <a:pathLst>
                <a:path w="244" h="207" extrusionOk="0">
                  <a:moveTo>
                    <a:pt x="118" y="1"/>
                  </a:moveTo>
                  <a:cubicBezTo>
                    <a:pt x="108" y="1"/>
                    <a:pt x="98" y="2"/>
                    <a:pt x="87" y="6"/>
                  </a:cubicBezTo>
                  <a:cubicBezTo>
                    <a:pt x="38" y="23"/>
                    <a:pt x="1" y="89"/>
                    <a:pt x="17" y="142"/>
                  </a:cubicBezTo>
                  <a:cubicBezTo>
                    <a:pt x="44" y="178"/>
                    <a:pt x="77" y="207"/>
                    <a:pt x="113" y="207"/>
                  </a:cubicBezTo>
                  <a:cubicBezTo>
                    <a:pt x="127" y="207"/>
                    <a:pt x="142" y="202"/>
                    <a:pt x="157" y="192"/>
                  </a:cubicBezTo>
                  <a:cubicBezTo>
                    <a:pt x="207" y="175"/>
                    <a:pt x="244" y="126"/>
                    <a:pt x="223" y="72"/>
                  </a:cubicBezTo>
                  <a:cubicBezTo>
                    <a:pt x="197" y="32"/>
                    <a:pt x="159" y="1"/>
                    <a:pt x="1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6" name="Google Shape;12066;p31"/>
            <p:cNvSpPr/>
            <p:nvPr/>
          </p:nvSpPr>
          <p:spPr>
            <a:xfrm>
              <a:off x="4128300" y="2986100"/>
              <a:ext cx="6000" cy="5075"/>
            </a:xfrm>
            <a:custGeom>
              <a:avLst/>
              <a:gdLst/>
              <a:ahLst/>
              <a:cxnLst/>
              <a:rect l="l" t="t" r="r" b="b"/>
              <a:pathLst>
                <a:path w="240" h="203" extrusionOk="0">
                  <a:moveTo>
                    <a:pt x="128" y="1"/>
                  </a:moveTo>
                  <a:cubicBezTo>
                    <a:pt x="114" y="1"/>
                    <a:pt x="100" y="3"/>
                    <a:pt x="87" y="9"/>
                  </a:cubicBezTo>
                  <a:cubicBezTo>
                    <a:pt x="33" y="25"/>
                    <a:pt x="0" y="75"/>
                    <a:pt x="33" y="145"/>
                  </a:cubicBezTo>
                  <a:cubicBezTo>
                    <a:pt x="33" y="145"/>
                    <a:pt x="54" y="161"/>
                    <a:pt x="54" y="178"/>
                  </a:cubicBezTo>
                  <a:cubicBezTo>
                    <a:pt x="77" y="189"/>
                    <a:pt x="100" y="203"/>
                    <a:pt x="130" y="203"/>
                  </a:cubicBezTo>
                  <a:cubicBezTo>
                    <a:pt x="143" y="203"/>
                    <a:pt x="157" y="201"/>
                    <a:pt x="174" y="194"/>
                  </a:cubicBezTo>
                  <a:cubicBezTo>
                    <a:pt x="207" y="178"/>
                    <a:pt x="223" y="145"/>
                    <a:pt x="223" y="112"/>
                  </a:cubicBezTo>
                  <a:cubicBezTo>
                    <a:pt x="239" y="91"/>
                    <a:pt x="223" y="75"/>
                    <a:pt x="223" y="58"/>
                  </a:cubicBezTo>
                  <a:cubicBezTo>
                    <a:pt x="211" y="22"/>
                    <a:pt x="169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7" name="Google Shape;12067;p31"/>
            <p:cNvSpPr/>
            <p:nvPr/>
          </p:nvSpPr>
          <p:spPr>
            <a:xfrm>
              <a:off x="4132625" y="2974150"/>
              <a:ext cx="5175" cy="4975"/>
            </a:xfrm>
            <a:custGeom>
              <a:avLst/>
              <a:gdLst/>
              <a:ahLst/>
              <a:cxnLst/>
              <a:rect l="l" t="t" r="r" b="b"/>
              <a:pathLst>
                <a:path w="207" h="199" extrusionOk="0">
                  <a:moveTo>
                    <a:pt x="92" y="0"/>
                  </a:moveTo>
                  <a:cubicBezTo>
                    <a:pt x="46" y="0"/>
                    <a:pt x="1" y="33"/>
                    <a:pt x="1" y="91"/>
                  </a:cubicBezTo>
                  <a:lnTo>
                    <a:pt x="1" y="140"/>
                  </a:lnTo>
                  <a:lnTo>
                    <a:pt x="17" y="157"/>
                  </a:lnTo>
                  <a:cubicBezTo>
                    <a:pt x="34" y="178"/>
                    <a:pt x="50" y="194"/>
                    <a:pt x="87" y="194"/>
                  </a:cubicBezTo>
                  <a:cubicBezTo>
                    <a:pt x="96" y="197"/>
                    <a:pt x="104" y="198"/>
                    <a:pt x="113" y="198"/>
                  </a:cubicBezTo>
                  <a:cubicBezTo>
                    <a:pt x="154" y="198"/>
                    <a:pt x="193" y="166"/>
                    <a:pt x="207" y="108"/>
                  </a:cubicBezTo>
                  <a:cubicBezTo>
                    <a:pt x="207" y="91"/>
                    <a:pt x="207" y="54"/>
                    <a:pt x="190" y="37"/>
                  </a:cubicBezTo>
                  <a:cubicBezTo>
                    <a:pt x="170" y="21"/>
                    <a:pt x="153" y="4"/>
                    <a:pt x="120" y="4"/>
                  </a:cubicBezTo>
                  <a:cubicBezTo>
                    <a:pt x="111" y="2"/>
                    <a:pt x="101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8" name="Google Shape;12068;p31"/>
            <p:cNvSpPr/>
            <p:nvPr/>
          </p:nvSpPr>
          <p:spPr>
            <a:xfrm>
              <a:off x="4114600" y="2992700"/>
              <a:ext cx="5575" cy="4925"/>
            </a:xfrm>
            <a:custGeom>
              <a:avLst/>
              <a:gdLst/>
              <a:ahLst/>
              <a:cxnLst/>
              <a:rect l="l" t="t" r="r" b="b"/>
              <a:pathLst>
                <a:path w="223" h="197" extrusionOk="0">
                  <a:moveTo>
                    <a:pt x="66" y="0"/>
                  </a:moveTo>
                  <a:cubicBezTo>
                    <a:pt x="17" y="17"/>
                    <a:pt x="0" y="87"/>
                    <a:pt x="17" y="136"/>
                  </a:cubicBezTo>
                  <a:cubicBezTo>
                    <a:pt x="29" y="177"/>
                    <a:pt x="72" y="196"/>
                    <a:pt x="113" y="196"/>
                  </a:cubicBezTo>
                  <a:cubicBezTo>
                    <a:pt x="127" y="196"/>
                    <a:pt x="140" y="194"/>
                    <a:pt x="153" y="190"/>
                  </a:cubicBezTo>
                  <a:cubicBezTo>
                    <a:pt x="169" y="190"/>
                    <a:pt x="190" y="174"/>
                    <a:pt x="190" y="174"/>
                  </a:cubicBezTo>
                  <a:cubicBezTo>
                    <a:pt x="223" y="136"/>
                    <a:pt x="223" y="104"/>
                    <a:pt x="206" y="54"/>
                  </a:cubicBezTo>
                  <a:cubicBezTo>
                    <a:pt x="206" y="17"/>
                    <a:pt x="169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9" name="Google Shape;12069;p31"/>
            <p:cNvSpPr/>
            <p:nvPr/>
          </p:nvSpPr>
          <p:spPr>
            <a:xfrm>
              <a:off x="4104700" y="2983200"/>
              <a:ext cx="5575" cy="5200"/>
            </a:xfrm>
            <a:custGeom>
              <a:avLst/>
              <a:gdLst/>
              <a:ahLst/>
              <a:cxnLst/>
              <a:rect l="l" t="t" r="r" b="b"/>
              <a:pathLst>
                <a:path w="223" h="208" extrusionOk="0">
                  <a:moveTo>
                    <a:pt x="112" y="1"/>
                  </a:moveTo>
                  <a:cubicBezTo>
                    <a:pt x="83" y="1"/>
                    <a:pt x="56" y="16"/>
                    <a:pt x="33" y="38"/>
                  </a:cubicBezTo>
                  <a:cubicBezTo>
                    <a:pt x="0" y="71"/>
                    <a:pt x="0" y="88"/>
                    <a:pt x="0" y="125"/>
                  </a:cubicBezTo>
                  <a:cubicBezTo>
                    <a:pt x="0" y="125"/>
                    <a:pt x="0" y="141"/>
                    <a:pt x="17" y="141"/>
                  </a:cubicBezTo>
                  <a:cubicBezTo>
                    <a:pt x="17" y="158"/>
                    <a:pt x="33" y="174"/>
                    <a:pt x="33" y="191"/>
                  </a:cubicBezTo>
                  <a:cubicBezTo>
                    <a:pt x="70" y="207"/>
                    <a:pt x="87" y="207"/>
                    <a:pt x="120" y="207"/>
                  </a:cubicBezTo>
                  <a:cubicBezTo>
                    <a:pt x="153" y="207"/>
                    <a:pt x="173" y="191"/>
                    <a:pt x="190" y="174"/>
                  </a:cubicBezTo>
                  <a:cubicBezTo>
                    <a:pt x="206" y="158"/>
                    <a:pt x="223" y="125"/>
                    <a:pt x="206" y="88"/>
                  </a:cubicBezTo>
                  <a:cubicBezTo>
                    <a:pt x="206" y="71"/>
                    <a:pt x="190" y="38"/>
                    <a:pt x="173" y="22"/>
                  </a:cubicBezTo>
                  <a:cubicBezTo>
                    <a:pt x="152" y="7"/>
                    <a:pt x="132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0" name="Google Shape;12070;p31"/>
            <p:cNvSpPr/>
            <p:nvPr/>
          </p:nvSpPr>
          <p:spPr>
            <a:xfrm>
              <a:off x="4111075" y="2941475"/>
              <a:ext cx="6125" cy="5375"/>
            </a:xfrm>
            <a:custGeom>
              <a:avLst/>
              <a:gdLst/>
              <a:ahLst/>
              <a:cxnLst/>
              <a:rect l="l" t="t" r="r" b="b"/>
              <a:pathLst>
                <a:path w="245" h="215" extrusionOk="0">
                  <a:moveTo>
                    <a:pt x="106" y="0"/>
                  </a:moveTo>
                  <a:cubicBezTo>
                    <a:pt x="95" y="0"/>
                    <a:pt x="83" y="2"/>
                    <a:pt x="71" y="4"/>
                  </a:cubicBezTo>
                  <a:cubicBezTo>
                    <a:pt x="21" y="42"/>
                    <a:pt x="1" y="91"/>
                    <a:pt x="21" y="145"/>
                  </a:cubicBezTo>
                  <a:cubicBezTo>
                    <a:pt x="35" y="185"/>
                    <a:pt x="82" y="215"/>
                    <a:pt x="128" y="215"/>
                  </a:cubicBezTo>
                  <a:cubicBezTo>
                    <a:pt x="138" y="215"/>
                    <a:pt x="148" y="214"/>
                    <a:pt x="158" y="211"/>
                  </a:cubicBezTo>
                  <a:cubicBezTo>
                    <a:pt x="207" y="178"/>
                    <a:pt x="244" y="124"/>
                    <a:pt x="207" y="75"/>
                  </a:cubicBezTo>
                  <a:cubicBezTo>
                    <a:pt x="193" y="30"/>
                    <a:pt x="157" y="0"/>
                    <a:pt x="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1" name="Google Shape;12071;p31"/>
            <p:cNvSpPr/>
            <p:nvPr/>
          </p:nvSpPr>
          <p:spPr>
            <a:xfrm>
              <a:off x="4156225" y="2977150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100" y="1"/>
                  </a:moveTo>
                  <a:cubicBezTo>
                    <a:pt x="57" y="1"/>
                    <a:pt x="15" y="44"/>
                    <a:pt x="1" y="91"/>
                  </a:cubicBezTo>
                  <a:lnTo>
                    <a:pt x="1" y="124"/>
                  </a:lnTo>
                  <a:lnTo>
                    <a:pt x="1" y="140"/>
                  </a:lnTo>
                  <a:lnTo>
                    <a:pt x="17" y="161"/>
                  </a:lnTo>
                  <a:cubicBezTo>
                    <a:pt x="34" y="194"/>
                    <a:pt x="71" y="210"/>
                    <a:pt x="87" y="210"/>
                  </a:cubicBezTo>
                  <a:cubicBezTo>
                    <a:pt x="120" y="210"/>
                    <a:pt x="137" y="210"/>
                    <a:pt x="174" y="194"/>
                  </a:cubicBezTo>
                  <a:cubicBezTo>
                    <a:pt x="190" y="177"/>
                    <a:pt x="207" y="140"/>
                    <a:pt x="207" y="124"/>
                  </a:cubicBezTo>
                  <a:cubicBezTo>
                    <a:pt x="207" y="91"/>
                    <a:pt x="207" y="74"/>
                    <a:pt x="190" y="58"/>
                  </a:cubicBezTo>
                  <a:cubicBezTo>
                    <a:pt x="174" y="20"/>
                    <a:pt x="153" y="4"/>
                    <a:pt x="120" y="4"/>
                  </a:cubicBezTo>
                  <a:cubicBezTo>
                    <a:pt x="114" y="2"/>
                    <a:pt x="107" y="1"/>
                    <a:pt x="1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2" name="Google Shape;12072;p31"/>
            <p:cNvSpPr/>
            <p:nvPr/>
          </p:nvSpPr>
          <p:spPr>
            <a:xfrm>
              <a:off x="4146750" y="2953550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94" y="1"/>
                  </a:moveTo>
                  <a:cubicBezTo>
                    <a:pt x="41" y="1"/>
                    <a:pt x="0" y="44"/>
                    <a:pt x="0" y="90"/>
                  </a:cubicBezTo>
                  <a:lnTo>
                    <a:pt x="0" y="140"/>
                  </a:lnTo>
                  <a:lnTo>
                    <a:pt x="17" y="156"/>
                  </a:lnTo>
                  <a:cubicBezTo>
                    <a:pt x="37" y="194"/>
                    <a:pt x="54" y="194"/>
                    <a:pt x="87" y="210"/>
                  </a:cubicBezTo>
                  <a:cubicBezTo>
                    <a:pt x="141" y="210"/>
                    <a:pt x="190" y="177"/>
                    <a:pt x="206" y="123"/>
                  </a:cubicBezTo>
                  <a:cubicBezTo>
                    <a:pt x="206" y="90"/>
                    <a:pt x="206" y="74"/>
                    <a:pt x="190" y="37"/>
                  </a:cubicBezTo>
                  <a:cubicBezTo>
                    <a:pt x="174" y="20"/>
                    <a:pt x="141" y="4"/>
                    <a:pt x="120" y="4"/>
                  </a:cubicBezTo>
                  <a:cubicBezTo>
                    <a:pt x="111" y="2"/>
                    <a:pt x="103" y="1"/>
                    <a:pt x="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3" name="Google Shape;12073;p31"/>
            <p:cNvSpPr/>
            <p:nvPr/>
          </p:nvSpPr>
          <p:spPr>
            <a:xfrm>
              <a:off x="4150675" y="3002850"/>
              <a:ext cx="6000" cy="5075"/>
            </a:xfrm>
            <a:custGeom>
              <a:avLst/>
              <a:gdLst/>
              <a:ahLst/>
              <a:cxnLst/>
              <a:rect l="l" t="t" r="r" b="b"/>
              <a:pathLst>
                <a:path w="240" h="203" extrusionOk="0">
                  <a:moveTo>
                    <a:pt x="114" y="1"/>
                  </a:moveTo>
                  <a:cubicBezTo>
                    <a:pt x="100" y="1"/>
                    <a:pt x="83" y="3"/>
                    <a:pt x="66" y="7"/>
                  </a:cubicBezTo>
                  <a:cubicBezTo>
                    <a:pt x="17" y="23"/>
                    <a:pt x="0" y="93"/>
                    <a:pt x="17" y="143"/>
                  </a:cubicBezTo>
                  <a:cubicBezTo>
                    <a:pt x="29" y="183"/>
                    <a:pt x="72" y="203"/>
                    <a:pt x="113" y="203"/>
                  </a:cubicBezTo>
                  <a:cubicBezTo>
                    <a:pt x="127" y="203"/>
                    <a:pt x="140" y="200"/>
                    <a:pt x="153" y="196"/>
                  </a:cubicBezTo>
                  <a:cubicBezTo>
                    <a:pt x="206" y="180"/>
                    <a:pt x="239" y="126"/>
                    <a:pt x="206" y="60"/>
                  </a:cubicBezTo>
                  <a:cubicBezTo>
                    <a:pt x="194" y="20"/>
                    <a:pt x="160" y="1"/>
                    <a:pt x="1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4" name="Google Shape;12074;p31"/>
            <p:cNvSpPr/>
            <p:nvPr/>
          </p:nvSpPr>
          <p:spPr>
            <a:xfrm>
              <a:off x="4148900" y="2941425"/>
              <a:ext cx="5600" cy="5075"/>
            </a:xfrm>
            <a:custGeom>
              <a:avLst/>
              <a:gdLst/>
              <a:ahLst/>
              <a:cxnLst/>
              <a:rect l="l" t="t" r="r" b="b"/>
              <a:pathLst>
                <a:path w="224" h="203" extrusionOk="0">
                  <a:moveTo>
                    <a:pt x="113" y="0"/>
                  </a:moveTo>
                  <a:cubicBezTo>
                    <a:pt x="85" y="0"/>
                    <a:pt x="55" y="14"/>
                    <a:pt x="34" y="44"/>
                  </a:cubicBezTo>
                  <a:cubicBezTo>
                    <a:pt x="17" y="60"/>
                    <a:pt x="1" y="93"/>
                    <a:pt x="1" y="110"/>
                  </a:cubicBezTo>
                  <a:cubicBezTo>
                    <a:pt x="1" y="126"/>
                    <a:pt x="1" y="126"/>
                    <a:pt x="17" y="147"/>
                  </a:cubicBezTo>
                  <a:cubicBezTo>
                    <a:pt x="17" y="163"/>
                    <a:pt x="34" y="180"/>
                    <a:pt x="55" y="180"/>
                  </a:cubicBezTo>
                  <a:cubicBezTo>
                    <a:pt x="69" y="194"/>
                    <a:pt x="92" y="203"/>
                    <a:pt x="115" y="203"/>
                  </a:cubicBezTo>
                  <a:cubicBezTo>
                    <a:pt x="143" y="203"/>
                    <a:pt x="172" y="190"/>
                    <a:pt x="191" y="163"/>
                  </a:cubicBezTo>
                  <a:cubicBezTo>
                    <a:pt x="207" y="147"/>
                    <a:pt x="224" y="110"/>
                    <a:pt x="207" y="93"/>
                  </a:cubicBezTo>
                  <a:cubicBezTo>
                    <a:pt x="207" y="60"/>
                    <a:pt x="191" y="44"/>
                    <a:pt x="174" y="23"/>
                  </a:cubicBezTo>
                  <a:cubicBezTo>
                    <a:pt x="158" y="8"/>
                    <a:pt x="136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5" name="Google Shape;12075;p31"/>
            <p:cNvSpPr/>
            <p:nvPr/>
          </p:nvSpPr>
          <p:spPr>
            <a:xfrm>
              <a:off x="4155400" y="2990950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0"/>
                  </a:moveTo>
                  <a:cubicBezTo>
                    <a:pt x="50" y="0"/>
                    <a:pt x="1" y="37"/>
                    <a:pt x="1" y="87"/>
                  </a:cubicBezTo>
                  <a:lnTo>
                    <a:pt x="1" y="141"/>
                  </a:lnTo>
                  <a:cubicBezTo>
                    <a:pt x="1" y="157"/>
                    <a:pt x="17" y="157"/>
                    <a:pt x="17" y="174"/>
                  </a:cubicBezTo>
                  <a:cubicBezTo>
                    <a:pt x="34" y="190"/>
                    <a:pt x="50" y="206"/>
                    <a:pt x="83" y="206"/>
                  </a:cubicBezTo>
                  <a:cubicBezTo>
                    <a:pt x="137" y="206"/>
                    <a:pt x="186" y="174"/>
                    <a:pt x="207" y="124"/>
                  </a:cubicBezTo>
                  <a:cubicBezTo>
                    <a:pt x="207" y="87"/>
                    <a:pt x="207" y="70"/>
                    <a:pt x="186" y="37"/>
                  </a:cubicBezTo>
                  <a:cubicBezTo>
                    <a:pt x="170" y="21"/>
                    <a:pt x="13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6" name="Google Shape;12076;p31"/>
            <p:cNvSpPr/>
            <p:nvPr/>
          </p:nvSpPr>
          <p:spPr>
            <a:xfrm>
              <a:off x="4143750" y="2967300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11" y="1"/>
                  </a:moveTo>
                  <a:cubicBezTo>
                    <a:pt x="75" y="1"/>
                    <a:pt x="41" y="16"/>
                    <a:pt x="17" y="39"/>
                  </a:cubicBezTo>
                  <a:cubicBezTo>
                    <a:pt x="1" y="56"/>
                    <a:pt x="1" y="89"/>
                    <a:pt x="1" y="122"/>
                  </a:cubicBezTo>
                  <a:lnTo>
                    <a:pt x="1" y="142"/>
                  </a:lnTo>
                  <a:cubicBezTo>
                    <a:pt x="17" y="159"/>
                    <a:pt x="17" y="175"/>
                    <a:pt x="34" y="192"/>
                  </a:cubicBezTo>
                  <a:cubicBezTo>
                    <a:pt x="54" y="204"/>
                    <a:pt x="77" y="210"/>
                    <a:pt x="99" y="210"/>
                  </a:cubicBezTo>
                  <a:cubicBezTo>
                    <a:pt x="136" y="210"/>
                    <a:pt x="170" y="196"/>
                    <a:pt x="190" y="175"/>
                  </a:cubicBezTo>
                  <a:cubicBezTo>
                    <a:pt x="223" y="122"/>
                    <a:pt x="207" y="56"/>
                    <a:pt x="174" y="19"/>
                  </a:cubicBezTo>
                  <a:cubicBezTo>
                    <a:pt x="154" y="6"/>
                    <a:pt x="132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7" name="Google Shape;12077;p31"/>
            <p:cNvSpPr/>
            <p:nvPr/>
          </p:nvSpPr>
          <p:spPr>
            <a:xfrm>
              <a:off x="4138600" y="2995525"/>
              <a:ext cx="6000" cy="5075"/>
            </a:xfrm>
            <a:custGeom>
              <a:avLst/>
              <a:gdLst/>
              <a:ahLst/>
              <a:cxnLst/>
              <a:rect l="l" t="t" r="r" b="b"/>
              <a:pathLst>
                <a:path w="240" h="203" extrusionOk="0">
                  <a:moveTo>
                    <a:pt x="126" y="1"/>
                  </a:moveTo>
                  <a:cubicBezTo>
                    <a:pt x="113" y="1"/>
                    <a:pt x="99" y="3"/>
                    <a:pt x="87" y="7"/>
                  </a:cubicBezTo>
                  <a:cubicBezTo>
                    <a:pt x="34" y="23"/>
                    <a:pt x="1" y="94"/>
                    <a:pt x="17" y="147"/>
                  </a:cubicBezTo>
                  <a:cubicBezTo>
                    <a:pt x="45" y="184"/>
                    <a:pt x="80" y="203"/>
                    <a:pt x="118" y="203"/>
                  </a:cubicBezTo>
                  <a:cubicBezTo>
                    <a:pt x="131" y="203"/>
                    <a:pt x="144" y="201"/>
                    <a:pt x="157" y="197"/>
                  </a:cubicBezTo>
                  <a:cubicBezTo>
                    <a:pt x="207" y="180"/>
                    <a:pt x="240" y="110"/>
                    <a:pt x="223" y="61"/>
                  </a:cubicBezTo>
                  <a:cubicBezTo>
                    <a:pt x="211" y="20"/>
                    <a:pt x="168" y="1"/>
                    <a:pt x="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8" name="Google Shape;12078;p31"/>
            <p:cNvSpPr/>
            <p:nvPr/>
          </p:nvSpPr>
          <p:spPr>
            <a:xfrm>
              <a:off x="4142925" y="2984150"/>
              <a:ext cx="5600" cy="4900"/>
            </a:xfrm>
            <a:custGeom>
              <a:avLst/>
              <a:gdLst/>
              <a:ahLst/>
              <a:cxnLst/>
              <a:rect l="l" t="t" r="r" b="b"/>
              <a:pathLst>
                <a:path w="224" h="196" extrusionOk="0">
                  <a:moveTo>
                    <a:pt x="67" y="0"/>
                  </a:moveTo>
                  <a:cubicBezTo>
                    <a:pt x="50" y="17"/>
                    <a:pt x="34" y="33"/>
                    <a:pt x="17" y="50"/>
                  </a:cubicBezTo>
                  <a:cubicBezTo>
                    <a:pt x="1" y="66"/>
                    <a:pt x="1" y="103"/>
                    <a:pt x="17" y="136"/>
                  </a:cubicBezTo>
                  <a:cubicBezTo>
                    <a:pt x="30" y="177"/>
                    <a:pt x="63" y="196"/>
                    <a:pt x="107" y="196"/>
                  </a:cubicBezTo>
                  <a:cubicBezTo>
                    <a:pt x="122" y="196"/>
                    <a:pt x="137" y="194"/>
                    <a:pt x="153" y="190"/>
                  </a:cubicBezTo>
                  <a:cubicBezTo>
                    <a:pt x="207" y="169"/>
                    <a:pt x="223" y="120"/>
                    <a:pt x="207" y="50"/>
                  </a:cubicBezTo>
                  <a:cubicBezTo>
                    <a:pt x="190" y="33"/>
                    <a:pt x="170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9" name="Google Shape;12079;p31"/>
            <p:cNvSpPr/>
            <p:nvPr/>
          </p:nvSpPr>
          <p:spPr>
            <a:xfrm>
              <a:off x="4136025" y="294157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20" y="0"/>
                  </a:moveTo>
                  <a:cubicBezTo>
                    <a:pt x="71" y="0"/>
                    <a:pt x="1" y="38"/>
                    <a:pt x="1" y="87"/>
                  </a:cubicBezTo>
                  <a:lnTo>
                    <a:pt x="1" y="141"/>
                  </a:lnTo>
                  <a:cubicBezTo>
                    <a:pt x="1" y="157"/>
                    <a:pt x="17" y="157"/>
                    <a:pt x="17" y="174"/>
                  </a:cubicBezTo>
                  <a:cubicBezTo>
                    <a:pt x="34" y="190"/>
                    <a:pt x="54" y="207"/>
                    <a:pt x="87" y="207"/>
                  </a:cubicBezTo>
                  <a:cubicBezTo>
                    <a:pt x="94" y="209"/>
                    <a:pt x="101" y="210"/>
                    <a:pt x="108" y="210"/>
                  </a:cubicBezTo>
                  <a:cubicBezTo>
                    <a:pt x="154" y="210"/>
                    <a:pt x="207" y="166"/>
                    <a:pt x="207" y="120"/>
                  </a:cubicBezTo>
                  <a:cubicBezTo>
                    <a:pt x="207" y="87"/>
                    <a:pt x="207" y="71"/>
                    <a:pt x="190" y="54"/>
                  </a:cubicBezTo>
                  <a:cubicBezTo>
                    <a:pt x="174" y="17"/>
                    <a:pt x="15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0" name="Google Shape;12080;p31"/>
            <p:cNvSpPr/>
            <p:nvPr/>
          </p:nvSpPr>
          <p:spPr>
            <a:xfrm>
              <a:off x="4176425" y="308497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93" y="0"/>
                  </a:moveTo>
                  <a:cubicBezTo>
                    <a:pt x="38" y="0"/>
                    <a:pt x="1" y="44"/>
                    <a:pt x="1" y="90"/>
                  </a:cubicBezTo>
                  <a:lnTo>
                    <a:pt x="1" y="140"/>
                  </a:lnTo>
                  <a:lnTo>
                    <a:pt x="17" y="156"/>
                  </a:lnTo>
                  <a:cubicBezTo>
                    <a:pt x="34" y="193"/>
                    <a:pt x="50" y="193"/>
                    <a:pt x="87" y="210"/>
                  </a:cubicBezTo>
                  <a:cubicBezTo>
                    <a:pt x="137" y="210"/>
                    <a:pt x="190" y="177"/>
                    <a:pt x="207" y="123"/>
                  </a:cubicBezTo>
                  <a:cubicBezTo>
                    <a:pt x="207" y="90"/>
                    <a:pt x="207" y="74"/>
                    <a:pt x="190" y="37"/>
                  </a:cubicBezTo>
                  <a:cubicBezTo>
                    <a:pt x="170" y="20"/>
                    <a:pt x="137" y="4"/>
                    <a:pt x="120" y="4"/>
                  </a:cubicBezTo>
                  <a:cubicBezTo>
                    <a:pt x="111" y="1"/>
                    <a:pt x="102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1" name="Google Shape;12081;p31"/>
            <p:cNvSpPr/>
            <p:nvPr/>
          </p:nvSpPr>
          <p:spPr>
            <a:xfrm>
              <a:off x="4140775" y="3074325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1"/>
                  </a:moveTo>
                  <a:cubicBezTo>
                    <a:pt x="87" y="1"/>
                    <a:pt x="70" y="1"/>
                    <a:pt x="33" y="17"/>
                  </a:cubicBezTo>
                  <a:cubicBezTo>
                    <a:pt x="17" y="34"/>
                    <a:pt x="0" y="50"/>
                    <a:pt x="0" y="87"/>
                  </a:cubicBezTo>
                  <a:lnTo>
                    <a:pt x="0" y="137"/>
                  </a:lnTo>
                  <a:cubicBezTo>
                    <a:pt x="0" y="153"/>
                    <a:pt x="17" y="153"/>
                    <a:pt x="17" y="153"/>
                  </a:cubicBezTo>
                  <a:cubicBezTo>
                    <a:pt x="33" y="190"/>
                    <a:pt x="50" y="207"/>
                    <a:pt x="87" y="207"/>
                  </a:cubicBezTo>
                  <a:cubicBezTo>
                    <a:pt x="136" y="207"/>
                    <a:pt x="190" y="170"/>
                    <a:pt x="206" y="120"/>
                  </a:cubicBezTo>
                  <a:cubicBezTo>
                    <a:pt x="206" y="87"/>
                    <a:pt x="206" y="67"/>
                    <a:pt x="190" y="34"/>
                  </a:cubicBezTo>
                  <a:cubicBezTo>
                    <a:pt x="173" y="17"/>
                    <a:pt x="136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2" name="Google Shape;12082;p31"/>
            <p:cNvSpPr/>
            <p:nvPr/>
          </p:nvSpPr>
          <p:spPr>
            <a:xfrm>
              <a:off x="4145100" y="3047625"/>
              <a:ext cx="5600" cy="5200"/>
            </a:xfrm>
            <a:custGeom>
              <a:avLst/>
              <a:gdLst/>
              <a:ahLst/>
              <a:cxnLst/>
              <a:rect l="l" t="t" r="r" b="b"/>
              <a:pathLst>
                <a:path w="224" h="208" extrusionOk="0">
                  <a:moveTo>
                    <a:pt x="120" y="1"/>
                  </a:moveTo>
                  <a:cubicBezTo>
                    <a:pt x="103" y="1"/>
                    <a:pt x="66" y="1"/>
                    <a:pt x="50" y="22"/>
                  </a:cubicBezTo>
                  <a:cubicBezTo>
                    <a:pt x="33" y="38"/>
                    <a:pt x="17" y="55"/>
                    <a:pt x="17" y="88"/>
                  </a:cubicBezTo>
                  <a:cubicBezTo>
                    <a:pt x="0" y="104"/>
                    <a:pt x="0" y="125"/>
                    <a:pt x="17" y="141"/>
                  </a:cubicBezTo>
                  <a:cubicBezTo>
                    <a:pt x="17" y="141"/>
                    <a:pt x="17" y="158"/>
                    <a:pt x="33" y="158"/>
                  </a:cubicBezTo>
                  <a:cubicBezTo>
                    <a:pt x="50" y="191"/>
                    <a:pt x="66" y="191"/>
                    <a:pt x="103" y="207"/>
                  </a:cubicBezTo>
                  <a:cubicBezTo>
                    <a:pt x="153" y="207"/>
                    <a:pt x="207" y="174"/>
                    <a:pt x="223" y="125"/>
                  </a:cubicBezTo>
                  <a:cubicBezTo>
                    <a:pt x="223" y="88"/>
                    <a:pt x="207" y="71"/>
                    <a:pt x="207" y="38"/>
                  </a:cubicBezTo>
                  <a:cubicBezTo>
                    <a:pt x="186" y="22"/>
                    <a:pt x="153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3" name="Google Shape;12083;p31"/>
            <p:cNvSpPr/>
            <p:nvPr/>
          </p:nvSpPr>
          <p:spPr>
            <a:xfrm>
              <a:off x="4141175" y="3060800"/>
              <a:ext cx="6000" cy="5100"/>
            </a:xfrm>
            <a:custGeom>
              <a:avLst/>
              <a:gdLst/>
              <a:ahLst/>
              <a:cxnLst/>
              <a:rect l="l" t="t" r="r" b="b"/>
              <a:pathLst>
                <a:path w="240" h="204" extrusionOk="0">
                  <a:moveTo>
                    <a:pt x="120" y="1"/>
                  </a:moveTo>
                  <a:cubicBezTo>
                    <a:pt x="109" y="1"/>
                    <a:pt x="98" y="10"/>
                    <a:pt x="87" y="10"/>
                  </a:cubicBezTo>
                  <a:cubicBezTo>
                    <a:pt x="34" y="26"/>
                    <a:pt x="1" y="92"/>
                    <a:pt x="34" y="146"/>
                  </a:cubicBezTo>
                  <a:cubicBezTo>
                    <a:pt x="49" y="183"/>
                    <a:pt x="80" y="203"/>
                    <a:pt x="124" y="203"/>
                  </a:cubicBezTo>
                  <a:cubicBezTo>
                    <a:pt x="139" y="203"/>
                    <a:pt x="156" y="201"/>
                    <a:pt x="174" y="195"/>
                  </a:cubicBezTo>
                  <a:cubicBezTo>
                    <a:pt x="174" y="195"/>
                    <a:pt x="190" y="179"/>
                    <a:pt x="207" y="179"/>
                  </a:cubicBezTo>
                  <a:cubicBezTo>
                    <a:pt x="223" y="146"/>
                    <a:pt x="240" y="113"/>
                    <a:pt x="223" y="59"/>
                  </a:cubicBezTo>
                  <a:cubicBezTo>
                    <a:pt x="207" y="26"/>
                    <a:pt x="174" y="10"/>
                    <a:pt x="137" y="10"/>
                  </a:cubicBezTo>
                  <a:cubicBezTo>
                    <a:pt x="131" y="3"/>
                    <a:pt x="126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4" name="Google Shape;12084;p31"/>
            <p:cNvSpPr/>
            <p:nvPr/>
          </p:nvSpPr>
          <p:spPr>
            <a:xfrm>
              <a:off x="4189325" y="3019300"/>
              <a:ext cx="6000" cy="5400"/>
            </a:xfrm>
            <a:custGeom>
              <a:avLst/>
              <a:gdLst/>
              <a:ahLst/>
              <a:cxnLst/>
              <a:rect l="l" t="t" r="r" b="b"/>
              <a:pathLst>
                <a:path w="240" h="216" extrusionOk="0">
                  <a:moveTo>
                    <a:pt x="103" y="0"/>
                  </a:moveTo>
                  <a:cubicBezTo>
                    <a:pt x="66" y="21"/>
                    <a:pt x="50" y="21"/>
                    <a:pt x="33" y="54"/>
                  </a:cubicBezTo>
                  <a:cubicBezTo>
                    <a:pt x="17" y="70"/>
                    <a:pt x="0" y="87"/>
                    <a:pt x="17" y="124"/>
                  </a:cubicBezTo>
                  <a:lnTo>
                    <a:pt x="17" y="157"/>
                  </a:lnTo>
                  <a:cubicBezTo>
                    <a:pt x="17" y="173"/>
                    <a:pt x="33" y="173"/>
                    <a:pt x="50" y="190"/>
                  </a:cubicBezTo>
                  <a:cubicBezTo>
                    <a:pt x="74" y="207"/>
                    <a:pt x="97" y="216"/>
                    <a:pt x="121" y="216"/>
                  </a:cubicBezTo>
                  <a:cubicBezTo>
                    <a:pt x="149" y="216"/>
                    <a:pt x="177" y="203"/>
                    <a:pt x="206" y="173"/>
                  </a:cubicBezTo>
                  <a:cubicBezTo>
                    <a:pt x="239" y="140"/>
                    <a:pt x="223" y="70"/>
                    <a:pt x="190" y="37"/>
                  </a:cubicBezTo>
                  <a:cubicBezTo>
                    <a:pt x="153" y="21"/>
                    <a:pt x="136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5" name="Google Shape;12085;p31"/>
            <p:cNvSpPr/>
            <p:nvPr/>
          </p:nvSpPr>
          <p:spPr>
            <a:xfrm>
              <a:off x="4149325" y="3016650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01" y="0"/>
                  </a:moveTo>
                  <a:cubicBezTo>
                    <a:pt x="58" y="0"/>
                    <a:pt x="15" y="46"/>
                    <a:pt x="0" y="90"/>
                  </a:cubicBezTo>
                  <a:lnTo>
                    <a:pt x="0" y="143"/>
                  </a:lnTo>
                  <a:lnTo>
                    <a:pt x="17" y="160"/>
                  </a:lnTo>
                  <a:cubicBezTo>
                    <a:pt x="38" y="193"/>
                    <a:pt x="71" y="209"/>
                    <a:pt x="87" y="209"/>
                  </a:cubicBezTo>
                  <a:cubicBezTo>
                    <a:pt x="157" y="209"/>
                    <a:pt x="207" y="176"/>
                    <a:pt x="207" y="127"/>
                  </a:cubicBezTo>
                  <a:cubicBezTo>
                    <a:pt x="207" y="90"/>
                    <a:pt x="207" y="73"/>
                    <a:pt x="190" y="40"/>
                  </a:cubicBezTo>
                  <a:cubicBezTo>
                    <a:pt x="174" y="24"/>
                    <a:pt x="157" y="3"/>
                    <a:pt x="120" y="3"/>
                  </a:cubicBezTo>
                  <a:cubicBezTo>
                    <a:pt x="114" y="1"/>
                    <a:pt x="107" y="0"/>
                    <a:pt x="1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6" name="Google Shape;12086;p31"/>
            <p:cNvSpPr/>
            <p:nvPr/>
          </p:nvSpPr>
          <p:spPr>
            <a:xfrm>
              <a:off x="4151500" y="3079725"/>
              <a:ext cx="5575" cy="5050"/>
            </a:xfrm>
            <a:custGeom>
              <a:avLst/>
              <a:gdLst/>
              <a:ahLst/>
              <a:cxnLst/>
              <a:rect l="l" t="t" r="r" b="b"/>
              <a:pathLst>
                <a:path w="223" h="202" extrusionOk="0">
                  <a:moveTo>
                    <a:pt x="91" y="1"/>
                  </a:moveTo>
                  <a:cubicBezTo>
                    <a:pt x="68" y="1"/>
                    <a:pt x="48" y="12"/>
                    <a:pt x="33" y="24"/>
                  </a:cubicBezTo>
                  <a:cubicBezTo>
                    <a:pt x="16" y="40"/>
                    <a:pt x="0" y="57"/>
                    <a:pt x="0" y="94"/>
                  </a:cubicBezTo>
                  <a:cubicBezTo>
                    <a:pt x="0" y="110"/>
                    <a:pt x="0" y="127"/>
                    <a:pt x="16" y="143"/>
                  </a:cubicBezTo>
                  <a:cubicBezTo>
                    <a:pt x="16" y="181"/>
                    <a:pt x="54" y="197"/>
                    <a:pt x="87" y="197"/>
                  </a:cubicBezTo>
                  <a:lnTo>
                    <a:pt x="103" y="197"/>
                  </a:lnTo>
                  <a:cubicBezTo>
                    <a:pt x="112" y="200"/>
                    <a:pt x="121" y="201"/>
                    <a:pt x="130" y="201"/>
                  </a:cubicBezTo>
                  <a:cubicBezTo>
                    <a:pt x="172" y="201"/>
                    <a:pt x="206" y="169"/>
                    <a:pt x="206" y="110"/>
                  </a:cubicBezTo>
                  <a:cubicBezTo>
                    <a:pt x="223" y="94"/>
                    <a:pt x="206" y="57"/>
                    <a:pt x="190" y="40"/>
                  </a:cubicBezTo>
                  <a:cubicBezTo>
                    <a:pt x="173" y="24"/>
                    <a:pt x="157" y="7"/>
                    <a:pt x="120" y="7"/>
                  </a:cubicBezTo>
                  <a:cubicBezTo>
                    <a:pt x="110" y="3"/>
                    <a:pt x="100" y="1"/>
                    <a:pt x="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7" name="Google Shape;12087;p31"/>
            <p:cNvSpPr/>
            <p:nvPr/>
          </p:nvSpPr>
          <p:spPr>
            <a:xfrm>
              <a:off x="4148500" y="3109475"/>
              <a:ext cx="5600" cy="5300"/>
            </a:xfrm>
            <a:custGeom>
              <a:avLst/>
              <a:gdLst/>
              <a:ahLst/>
              <a:cxnLst/>
              <a:rect l="l" t="t" r="r" b="b"/>
              <a:pathLst>
                <a:path w="224" h="212" extrusionOk="0">
                  <a:moveTo>
                    <a:pt x="120" y="1"/>
                  </a:moveTo>
                  <a:cubicBezTo>
                    <a:pt x="104" y="1"/>
                    <a:pt x="71" y="1"/>
                    <a:pt x="50" y="21"/>
                  </a:cubicBezTo>
                  <a:cubicBezTo>
                    <a:pt x="17" y="38"/>
                    <a:pt x="17" y="71"/>
                    <a:pt x="0" y="87"/>
                  </a:cubicBezTo>
                  <a:cubicBezTo>
                    <a:pt x="0" y="104"/>
                    <a:pt x="0" y="124"/>
                    <a:pt x="17" y="141"/>
                  </a:cubicBezTo>
                  <a:lnTo>
                    <a:pt x="17" y="174"/>
                  </a:lnTo>
                  <a:cubicBezTo>
                    <a:pt x="33" y="190"/>
                    <a:pt x="71" y="207"/>
                    <a:pt x="87" y="207"/>
                  </a:cubicBezTo>
                  <a:cubicBezTo>
                    <a:pt x="97" y="210"/>
                    <a:pt x="107" y="211"/>
                    <a:pt x="116" y="211"/>
                  </a:cubicBezTo>
                  <a:cubicBezTo>
                    <a:pt x="168" y="211"/>
                    <a:pt x="207" y="166"/>
                    <a:pt x="207" y="124"/>
                  </a:cubicBezTo>
                  <a:cubicBezTo>
                    <a:pt x="223" y="104"/>
                    <a:pt x="207" y="71"/>
                    <a:pt x="190" y="54"/>
                  </a:cubicBezTo>
                  <a:cubicBezTo>
                    <a:pt x="174" y="21"/>
                    <a:pt x="153" y="2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8" name="Google Shape;12088;p31"/>
            <p:cNvSpPr/>
            <p:nvPr/>
          </p:nvSpPr>
          <p:spPr>
            <a:xfrm>
              <a:off x="4154075" y="3067900"/>
              <a:ext cx="5175" cy="5125"/>
            </a:xfrm>
            <a:custGeom>
              <a:avLst/>
              <a:gdLst/>
              <a:ahLst/>
              <a:cxnLst/>
              <a:rect l="l" t="t" r="r" b="b"/>
              <a:pathLst>
                <a:path w="207" h="205" extrusionOk="0">
                  <a:moveTo>
                    <a:pt x="96" y="1"/>
                  </a:moveTo>
                  <a:cubicBezTo>
                    <a:pt x="66" y="1"/>
                    <a:pt x="37" y="15"/>
                    <a:pt x="17" y="35"/>
                  </a:cubicBezTo>
                  <a:cubicBezTo>
                    <a:pt x="0" y="68"/>
                    <a:pt x="0" y="85"/>
                    <a:pt x="0" y="118"/>
                  </a:cubicBezTo>
                  <a:lnTo>
                    <a:pt x="0" y="138"/>
                  </a:lnTo>
                  <a:cubicBezTo>
                    <a:pt x="0" y="155"/>
                    <a:pt x="17" y="171"/>
                    <a:pt x="33" y="188"/>
                  </a:cubicBezTo>
                  <a:cubicBezTo>
                    <a:pt x="54" y="204"/>
                    <a:pt x="87" y="204"/>
                    <a:pt x="103" y="204"/>
                  </a:cubicBezTo>
                  <a:cubicBezTo>
                    <a:pt x="136" y="204"/>
                    <a:pt x="157" y="188"/>
                    <a:pt x="190" y="171"/>
                  </a:cubicBezTo>
                  <a:cubicBezTo>
                    <a:pt x="206" y="155"/>
                    <a:pt x="206" y="118"/>
                    <a:pt x="206" y="101"/>
                  </a:cubicBezTo>
                  <a:cubicBezTo>
                    <a:pt x="206" y="68"/>
                    <a:pt x="190" y="52"/>
                    <a:pt x="173" y="35"/>
                  </a:cubicBezTo>
                  <a:cubicBezTo>
                    <a:pt x="149" y="11"/>
                    <a:pt x="122" y="1"/>
                    <a:pt x="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9" name="Google Shape;12089;p31"/>
            <p:cNvSpPr/>
            <p:nvPr/>
          </p:nvSpPr>
          <p:spPr>
            <a:xfrm>
              <a:off x="4150250" y="3095700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98" y="0"/>
                  </a:moveTo>
                  <a:cubicBezTo>
                    <a:pt x="50" y="0"/>
                    <a:pt x="1" y="43"/>
                    <a:pt x="1" y="90"/>
                  </a:cubicBezTo>
                  <a:lnTo>
                    <a:pt x="1" y="139"/>
                  </a:lnTo>
                  <a:lnTo>
                    <a:pt x="17" y="160"/>
                  </a:lnTo>
                  <a:cubicBezTo>
                    <a:pt x="34" y="193"/>
                    <a:pt x="50" y="193"/>
                    <a:pt x="83" y="209"/>
                  </a:cubicBezTo>
                  <a:cubicBezTo>
                    <a:pt x="137" y="209"/>
                    <a:pt x="186" y="176"/>
                    <a:pt x="207" y="123"/>
                  </a:cubicBezTo>
                  <a:cubicBezTo>
                    <a:pt x="207" y="90"/>
                    <a:pt x="207" y="73"/>
                    <a:pt x="186" y="36"/>
                  </a:cubicBezTo>
                  <a:cubicBezTo>
                    <a:pt x="170" y="20"/>
                    <a:pt x="137" y="3"/>
                    <a:pt x="120" y="3"/>
                  </a:cubicBezTo>
                  <a:cubicBezTo>
                    <a:pt x="113" y="1"/>
                    <a:pt x="106" y="0"/>
                    <a:pt x="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0" name="Google Shape;12090;p31"/>
            <p:cNvSpPr/>
            <p:nvPr/>
          </p:nvSpPr>
          <p:spPr>
            <a:xfrm>
              <a:off x="4130050" y="3063875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27" y="0"/>
                  </a:moveTo>
                  <a:cubicBezTo>
                    <a:pt x="113" y="0"/>
                    <a:pt x="99" y="2"/>
                    <a:pt x="87" y="6"/>
                  </a:cubicBezTo>
                  <a:cubicBezTo>
                    <a:pt x="33" y="23"/>
                    <a:pt x="0" y="93"/>
                    <a:pt x="33" y="143"/>
                  </a:cubicBezTo>
                  <a:cubicBezTo>
                    <a:pt x="33" y="159"/>
                    <a:pt x="50" y="159"/>
                    <a:pt x="50" y="176"/>
                  </a:cubicBezTo>
                  <a:cubicBezTo>
                    <a:pt x="72" y="198"/>
                    <a:pt x="93" y="207"/>
                    <a:pt x="117" y="207"/>
                  </a:cubicBezTo>
                  <a:cubicBezTo>
                    <a:pt x="133" y="207"/>
                    <a:pt x="150" y="203"/>
                    <a:pt x="169" y="196"/>
                  </a:cubicBezTo>
                  <a:cubicBezTo>
                    <a:pt x="207" y="176"/>
                    <a:pt x="223" y="143"/>
                    <a:pt x="223" y="110"/>
                  </a:cubicBezTo>
                  <a:lnTo>
                    <a:pt x="223" y="56"/>
                  </a:lnTo>
                  <a:cubicBezTo>
                    <a:pt x="211" y="19"/>
                    <a:pt x="168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1" name="Google Shape;12091;p31"/>
            <p:cNvSpPr/>
            <p:nvPr/>
          </p:nvSpPr>
          <p:spPr>
            <a:xfrm>
              <a:off x="4155400" y="3054200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26" y="1"/>
                  </a:moveTo>
                  <a:cubicBezTo>
                    <a:pt x="112" y="1"/>
                    <a:pt x="98" y="5"/>
                    <a:pt x="83" y="14"/>
                  </a:cubicBezTo>
                  <a:cubicBezTo>
                    <a:pt x="34" y="31"/>
                    <a:pt x="1" y="84"/>
                    <a:pt x="17" y="134"/>
                  </a:cubicBezTo>
                  <a:cubicBezTo>
                    <a:pt x="34" y="150"/>
                    <a:pt x="34" y="171"/>
                    <a:pt x="50" y="187"/>
                  </a:cubicBezTo>
                  <a:cubicBezTo>
                    <a:pt x="73" y="199"/>
                    <a:pt x="99" y="211"/>
                    <a:pt x="123" y="211"/>
                  </a:cubicBezTo>
                  <a:cubicBezTo>
                    <a:pt x="134" y="211"/>
                    <a:pt x="144" y="209"/>
                    <a:pt x="153" y="204"/>
                  </a:cubicBezTo>
                  <a:cubicBezTo>
                    <a:pt x="186" y="187"/>
                    <a:pt x="223" y="150"/>
                    <a:pt x="223" y="117"/>
                  </a:cubicBezTo>
                  <a:lnTo>
                    <a:pt x="223" y="68"/>
                  </a:lnTo>
                  <a:cubicBezTo>
                    <a:pt x="196" y="29"/>
                    <a:pt x="163" y="1"/>
                    <a:pt x="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2" name="Google Shape;12092;p31"/>
            <p:cNvSpPr/>
            <p:nvPr/>
          </p:nvSpPr>
          <p:spPr>
            <a:xfrm>
              <a:off x="4138200" y="3088300"/>
              <a:ext cx="5575" cy="5100"/>
            </a:xfrm>
            <a:custGeom>
              <a:avLst/>
              <a:gdLst/>
              <a:ahLst/>
              <a:cxnLst/>
              <a:rect l="l" t="t" r="r" b="b"/>
              <a:pathLst>
                <a:path w="223" h="204" extrusionOk="0">
                  <a:moveTo>
                    <a:pt x="115" y="0"/>
                  </a:moveTo>
                  <a:cubicBezTo>
                    <a:pt x="84" y="0"/>
                    <a:pt x="54" y="14"/>
                    <a:pt x="33" y="44"/>
                  </a:cubicBezTo>
                  <a:cubicBezTo>
                    <a:pt x="17" y="60"/>
                    <a:pt x="0" y="77"/>
                    <a:pt x="17" y="110"/>
                  </a:cubicBezTo>
                  <a:lnTo>
                    <a:pt x="17" y="147"/>
                  </a:lnTo>
                  <a:cubicBezTo>
                    <a:pt x="17" y="163"/>
                    <a:pt x="33" y="163"/>
                    <a:pt x="50" y="180"/>
                  </a:cubicBezTo>
                  <a:cubicBezTo>
                    <a:pt x="64" y="191"/>
                    <a:pt x="85" y="203"/>
                    <a:pt x="102" y="203"/>
                  </a:cubicBezTo>
                  <a:cubicBezTo>
                    <a:pt x="109" y="203"/>
                    <a:pt x="115" y="201"/>
                    <a:pt x="120" y="196"/>
                  </a:cubicBezTo>
                  <a:cubicBezTo>
                    <a:pt x="153" y="196"/>
                    <a:pt x="173" y="180"/>
                    <a:pt x="190" y="163"/>
                  </a:cubicBezTo>
                  <a:cubicBezTo>
                    <a:pt x="206" y="147"/>
                    <a:pt x="223" y="110"/>
                    <a:pt x="223" y="93"/>
                  </a:cubicBezTo>
                  <a:cubicBezTo>
                    <a:pt x="223" y="60"/>
                    <a:pt x="206" y="44"/>
                    <a:pt x="190" y="23"/>
                  </a:cubicBezTo>
                  <a:cubicBezTo>
                    <a:pt x="166" y="9"/>
                    <a:pt x="140" y="0"/>
                    <a:pt x="1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3" name="Google Shape;12093;p31"/>
            <p:cNvSpPr/>
            <p:nvPr/>
          </p:nvSpPr>
          <p:spPr>
            <a:xfrm>
              <a:off x="4131700" y="3051525"/>
              <a:ext cx="5175" cy="5200"/>
            </a:xfrm>
            <a:custGeom>
              <a:avLst/>
              <a:gdLst/>
              <a:ahLst/>
              <a:cxnLst/>
              <a:rect l="l" t="t" r="r" b="b"/>
              <a:pathLst>
                <a:path w="207" h="208" extrusionOk="0">
                  <a:moveTo>
                    <a:pt x="111" y="0"/>
                  </a:moveTo>
                  <a:cubicBezTo>
                    <a:pt x="76" y="0"/>
                    <a:pt x="41" y="14"/>
                    <a:pt x="21" y="35"/>
                  </a:cubicBezTo>
                  <a:cubicBezTo>
                    <a:pt x="0" y="51"/>
                    <a:pt x="0" y="88"/>
                    <a:pt x="0" y="121"/>
                  </a:cubicBezTo>
                  <a:lnTo>
                    <a:pt x="0" y="138"/>
                  </a:lnTo>
                  <a:cubicBezTo>
                    <a:pt x="21" y="154"/>
                    <a:pt x="21" y="175"/>
                    <a:pt x="38" y="191"/>
                  </a:cubicBezTo>
                  <a:cubicBezTo>
                    <a:pt x="54" y="208"/>
                    <a:pt x="87" y="208"/>
                    <a:pt x="124" y="208"/>
                  </a:cubicBezTo>
                  <a:cubicBezTo>
                    <a:pt x="141" y="208"/>
                    <a:pt x="174" y="191"/>
                    <a:pt x="190" y="175"/>
                  </a:cubicBezTo>
                  <a:cubicBezTo>
                    <a:pt x="207" y="154"/>
                    <a:pt x="207" y="121"/>
                    <a:pt x="207" y="88"/>
                  </a:cubicBezTo>
                  <a:cubicBezTo>
                    <a:pt x="207" y="72"/>
                    <a:pt x="190" y="35"/>
                    <a:pt x="174" y="18"/>
                  </a:cubicBezTo>
                  <a:cubicBezTo>
                    <a:pt x="155" y="6"/>
                    <a:pt x="133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4" name="Google Shape;12094;p31"/>
            <p:cNvSpPr/>
            <p:nvPr/>
          </p:nvSpPr>
          <p:spPr>
            <a:xfrm>
              <a:off x="4127875" y="3079375"/>
              <a:ext cx="5600" cy="5300"/>
            </a:xfrm>
            <a:custGeom>
              <a:avLst/>
              <a:gdLst/>
              <a:ahLst/>
              <a:cxnLst/>
              <a:rect l="l" t="t" r="r" b="b"/>
              <a:pathLst>
                <a:path w="224" h="212" extrusionOk="0">
                  <a:moveTo>
                    <a:pt x="104" y="1"/>
                  </a:moveTo>
                  <a:cubicBezTo>
                    <a:pt x="54" y="1"/>
                    <a:pt x="17" y="33"/>
                    <a:pt x="17" y="91"/>
                  </a:cubicBezTo>
                  <a:cubicBezTo>
                    <a:pt x="1" y="108"/>
                    <a:pt x="17" y="124"/>
                    <a:pt x="17" y="141"/>
                  </a:cubicBezTo>
                  <a:cubicBezTo>
                    <a:pt x="34" y="174"/>
                    <a:pt x="50" y="195"/>
                    <a:pt x="104" y="211"/>
                  </a:cubicBezTo>
                  <a:cubicBezTo>
                    <a:pt x="153" y="211"/>
                    <a:pt x="207" y="174"/>
                    <a:pt x="224" y="124"/>
                  </a:cubicBezTo>
                  <a:cubicBezTo>
                    <a:pt x="224" y="91"/>
                    <a:pt x="224" y="54"/>
                    <a:pt x="207" y="38"/>
                  </a:cubicBezTo>
                  <a:cubicBezTo>
                    <a:pt x="191" y="21"/>
                    <a:pt x="153" y="5"/>
                    <a:pt x="137" y="5"/>
                  </a:cubicBezTo>
                  <a:cubicBezTo>
                    <a:pt x="126" y="2"/>
                    <a:pt x="115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5" name="Google Shape;12095;p31"/>
            <p:cNvSpPr/>
            <p:nvPr/>
          </p:nvSpPr>
          <p:spPr>
            <a:xfrm>
              <a:off x="4136025" y="3022625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98" y="1"/>
                  </a:moveTo>
                  <a:cubicBezTo>
                    <a:pt x="67" y="1"/>
                    <a:pt x="37" y="13"/>
                    <a:pt x="17" y="40"/>
                  </a:cubicBezTo>
                  <a:cubicBezTo>
                    <a:pt x="1" y="57"/>
                    <a:pt x="1" y="94"/>
                    <a:pt x="1" y="110"/>
                  </a:cubicBezTo>
                  <a:lnTo>
                    <a:pt x="1" y="143"/>
                  </a:lnTo>
                  <a:cubicBezTo>
                    <a:pt x="17" y="160"/>
                    <a:pt x="17" y="176"/>
                    <a:pt x="34" y="176"/>
                  </a:cubicBezTo>
                  <a:cubicBezTo>
                    <a:pt x="58" y="201"/>
                    <a:pt x="86" y="211"/>
                    <a:pt x="112" y="211"/>
                  </a:cubicBezTo>
                  <a:cubicBezTo>
                    <a:pt x="143" y="211"/>
                    <a:pt x="172" y="197"/>
                    <a:pt x="190" y="176"/>
                  </a:cubicBezTo>
                  <a:cubicBezTo>
                    <a:pt x="207" y="143"/>
                    <a:pt x="207" y="127"/>
                    <a:pt x="207" y="94"/>
                  </a:cubicBezTo>
                  <a:cubicBezTo>
                    <a:pt x="207" y="73"/>
                    <a:pt x="190" y="40"/>
                    <a:pt x="174" y="24"/>
                  </a:cubicBezTo>
                  <a:cubicBezTo>
                    <a:pt x="150" y="9"/>
                    <a:pt x="123" y="1"/>
                    <a:pt x="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6" name="Google Shape;12096;p31"/>
            <p:cNvSpPr/>
            <p:nvPr/>
          </p:nvSpPr>
          <p:spPr>
            <a:xfrm>
              <a:off x="4136025" y="3102275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20" y="0"/>
                  </a:moveTo>
                  <a:cubicBezTo>
                    <a:pt x="71" y="0"/>
                    <a:pt x="17" y="33"/>
                    <a:pt x="1" y="83"/>
                  </a:cubicBezTo>
                  <a:cubicBezTo>
                    <a:pt x="1" y="103"/>
                    <a:pt x="1" y="120"/>
                    <a:pt x="17" y="136"/>
                  </a:cubicBezTo>
                  <a:cubicBezTo>
                    <a:pt x="17" y="153"/>
                    <a:pt x="17" y="153"/>
                    <a:pt x="34" y="169"/>
                  </a:cubicBezTo>
                  <a:cubicBezTo>
                    <a:pt x="54" y="186"/>
                    <a:pt x="71" y="206"/>
                    <a:pt x="104" y="206"/>
                  </a:cubicBezTo>
                  <a:cubicBezTo>
                    <a:pt x="120" y="206"/>
                    <a:pt x="157" y="206"/>
                    <a:pt x="174" y="186"/>
                  </a:cubicBezTo>
                  <a:cubicBezTo>
                    <a:pt x="190" y="169"/>
                    <a:pt x="207" y="153"/>
                    <a:pt x="223" y="120"/>
                  </a:cubicBezTo>
                  <a:cubicBezTo>
                    <a:pt x="223" y="103"/>
                    <a:pt x="207" y="66"/>
                    <a:pt x="190" y="50"/>
                  </a:cubicBezTo>
                  <a:cubicBezTo>
                    <a:pt x="174" y="17"/>
                    <a:pt x="157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7" name="Google Shape;12097;p31"/>
            <p:cNvSpPr/>
            <p:nvPr/>
          </p:nvSpPr>
          <p:spPr>
            <a:xfrm>
              <a:off x="4137775" y="3009800"/>
              <a:ext cx="6000" cy="5200"/>
            </a:xfrm>
            <a:custGeom>
              <a:avLst/>
              <a:gdLst/>
              <a:ahLst/>
              <a:cxnLst/>
              <a:rect l="l" t="t" r="r" b="b"/>
              <a:pathLst>
                <a:path w="240" h="208" extrusionOk="0">
                  <a:moveTo>
                    <a:pt x="115" y="1"/>
                  </a:moveTo>
                  <a:cubicBezTo>
                    <a:pt x="105" y="1"/>
                    <a:pt x="96" y="2"/>
                    <a:pt x="87" y="5"/>
                  </a:cubicBezTo>
                  <a:cubicBezTo>
                    <a:pt x="34" y="21"/>
                    <a:pt x="1" y="92"/>
                    <a:pt x="34" y="141"/>
                  </a:cubicBezTo>
                  <a:cubicBezTo>
                    <a:pt x="46" y="180"/>
                    <a:pt x="77" y="208"/>
                    <a:pt x="112" y="208"/>
                  </a:cubicBezTo>
                  <a:cubicBezTo>
                    <a:pt x="126" y="208"/>
                    <a:pt x="140" y="204"/>
                    <a:pt x="153" y="195"/>
                  </a:cubicBezTo>
                  <a:cubicBezTo>
                    <a:pt x="223" y="174"/>
                    <a:pt x="240" y="125"/>
                    <a:pt x="223" y="71"/>
                  </a:cubicBezTo>
                  <a:cubicBezTo>
                    <a:pt x="210" y="30"/>
                    <a:pt x="160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8" name="Google Shape;12098;p31"/>
            <p:cNvSpPr/>
            <p:nvPr/>
          </p:nvSpPr>
          <p:spPr>
            <a:xfrm>
              <a:off x="4135625" y="303692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20" y="0"/>
                  </a:moveTo>
                  <a:cubicBezTo>
                    <a:pt x="70" y="0"/>
                    <a:pt x="33" y="17"/>
                    <a:pt x="17" y="70"/>
                  </a:cubicBezTo>
                  <a:cubicBezTo>
                    <a:pt x="0" y="70"/>
                    <a:pt x="0" y="87"/>
                    <a:pt x="0" y="87"/>
                  </a:cubicBezTo>
                  <a:lnTo>
                    <a:pt x="0" y="140"/>
                  </a:lnTo>
                  <a:cubicBezTo>
                    <a:pt x="17" y="173"/>
                    <a:pt x="33" y="190"/>
                    <a:pt x="70" y="206"/>
                  </a:cubicBezTo>
                  <a:lnTo>
                    <a:pt x="87" y="206"/>
                  </a:lnTo>
                  <a:cubicBezTo>
                    <a:pt x="95" y="209"/>
                    <a:pt x="104" y="210"/>
                    <a:pt x="112" y="210"/>
                  </a:cubicBezTo>
                  <a:cubicBezTo>
                    <a:pt x="166" y="210"/>
                    <a:pt x="206" y="166"/>
                    <a:pt x="206" y="120"/>
                  </a:cubicBezTo>
                  <a:cubicBezTo>
                    <a:pt x="206" y="103"/>
                    <a:pt x="206" y="70"/>
                    <a:pt x="190" y="54"/>
                  </a:cubicBezTo>
                  <a:cubicBezTo>
                    <a:pt x="173" y="17"/>
                    <a:pt x="153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9" name="Google Shape;12099;p31"/>
            <p:cNvSpPr/>
            <p:nvPr/>
          </p:nvSpPr>
          <p:spPr>
            <a:xfrm>
              <a:off x="4149725" y="3031025"/>
              <a:ext cx="6125" cy="5250"/>
            </a:xfrm>
            <a:custGeom>
              <a:avLst/>
              <a:gdLst/>
              <a:ahLst/>
              <a:cxnLst/>
              <a:rect l="l" t="t" r="r" b="b"/>
              <a:pathLst>
                <a:path w="245" h="210" extrusionOk="0">
                  <a:moveTo>
                    <a:pt x="124" y="0"/>
                  </a:moveTo>
                  <a:cubicBezTo>
                    <a:pt x="108" y="0"/>
                    <a:pt x="90" y="4"/>
                    <a:pt x="71" y="14"/>
                  </a:cubicBezTo>
                  <a:cubicBezTo>
                    <a:pt x="22" y="30"/>
                    <a:pt x="1" y="84"/>
                    <a:pt x="22" y="133"/>
                  </a:cubicBezTo>
                  <a:cubicBezTo>
                    <a:pt x="34" y="187"/>
                    <a:pt x="76" y="209"/>
                    <a:pt x="119" y="209"/>
                  </a:cubicBezTo>
                  <a:cubicBezTo>
                    <a:pt x="132" y="209"/>
                    <a:pt x="145" y="207"/>
                    <a:pt x="158" y="203"/>
                  </a:cubicBezTo>
                  <a:cubicBezTo>
                    <a:pt x="207" y="187"/>
                    <a:pt x="244" y="117"/>
                    <a:pt x="207" y="67"/>
                  </a:cubicBezTo>
                  <a:cubicBezTo>
                    <a:pt x="195" y="28"/>
                    <a:pt x="166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0" name="Google Shape;12100;p31"/>
            <p:cNvSpPr/>
            <p:nvPr/>
          </p:nvSpPr>
          <p:spPr>
            <a:xfrm>
              <a:off x="4182000" y="3059200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00" y="1"/>
                  </a:moveTo>
                  <a:cubicBezTo>
                    <a:pt x="57" y="1"/>
                    <a:pt x="15" y="44"/>
                    <a:pt x="0" y="90"/>
                  </a:cubicBezTo>
                  <a:cubicBezTo>
                    <a:pt x="0" y="107"/>
                    <a:pt x="0" y="123"/>
                    <a:pt x="17" y="140"/>
                  </a:cubicBezTo>
                  <a:cubicBezTo>
                    <a:pt x="17" y="140"/>
                    <a:pt x="17" y="156"/>
                    <a:pt x="33" y="156"/>
                  </a:cubicBezTo>
                  <a:cubicBezTo>
                    <a:pt x="50" y="193"/>
                    <a:pt x="70" y="210"/>
                    <a:pt x="103" y="210"/>
                  </a:cubicBezTo>
                  <a:cubicBezTo>
                    <a:pt x="153" y="210"/>
                    <a:pt x="207" y="177"/>
                    <a:pt x="223" y="123"/>
                  </a:cubicBezTo>
                  <a:cubicBezTo>
                    <a:pt x="223" y="90"/>
                    <a:pt x="207" y="74"/>
                    <a:pt x="190" y="37"/>
                  </a:cubicBezTo>
                  <a:cubicBezTo>
                    <a:pt x="190" y="20"/>
                    <a:pt x="153" y="4"/>
                    <a:pt x="120" y="4"/>
                  </a:cubicBezTo>
                  <a:cubicBezTo>
                    <a:pt x="113" y="2"/>
                    <a:pt x="107" y="1"/>
                    <a:pt x="1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1" name="Google Shape;12101;p31"/>
            <p:cNvSpPr/>
            <p:nvPr/>
          </p:nvSpPr>
          <p:spPr>
            <a:xfrm>
              <a:off x="4176425" y="3099300"/>
              <a:ext cx="6000" cy="5200"/>
            </a:xfrm>
            <a:custGeom>
              <a:avLst/>
              <a:gdLst/>
              <a:ahLst/>
              <a:cxnLst/>
              <a:rect l="l" t="t" r="r" b="b"/>
              <a:pathLst>
                <a:path w="240" h="208" extrusionOk="0">
                  <a:moveTo>
                    <a:pt x="133" y="1"/>
                  </a:moveTo>
                  <a:cubicBezTo>
                    <a:pt x="117" y="1"/>
                    <a:pt x="101" y="5"/>
                    <a:pt x="87" y="16"/>
                  </a:cubicBezTo>
                  <a:cubicBezTo>
                    <a:pt x="34" y="32"/>
                    <a:pt x="1" y="82"/>
                    <a:pt x="34" y="136"/>
                  </a:cubicBezTo>
                  <a:cubicBezTo>
                    <a:pt x="47" y="175"/>
                    <a:pt x="84" y="207"/>
                    <a:pt x="133" y="207"/>
                  </a:cubicBezTo>
                  <a:cubicBezTo>
                    <a:pt x="145" y="207"/>
                    <a:pt x="157" y="206"/>
                    <a:pt x="170" y="202"/>
                  </a:cubicBezTo>
                  <a:cubicBezTo>
                    <a:pt x="223" y="185"/>
                    <a:pt x="240" y="119"/>
                    <a:pt x="223" y="65"/>
                  </a:cubicBezTo>
                  <a:cubicBezTo>
                    <a:pt x="212" y="30"/>
                    <a:pt x="172" y="1"/>
                    <a:pt x="1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2" name="Google Shape;12102;p31"/>
            <p:cNvSpPr/>
            <p:nvPr/>
          </p:nvSpPr>
          <p:spPr>
            <a:xfrm>
              <a:off x="4177250" y="3071150"/>
              <a:ext cx="6000" cy="5050"/>
            </a:xfrm>
            <a:custGeom>
              <a:avLst/>
              <a:gdLst/>
              <a:ahLst/>
              <a:cxnLst/>
              <a:rect l="l" t="t" r="r" b="b"/>
              <a:pathLst>
                <a:path w="240" h="202" extrusionOk="0">
                  <a:moveTo>
                    <a:pt x="129" y="0"/>
                  </a:moveTo>
                  <a:cubicBezTo>
                    <a:pt x="114" y="0"/>
                    <a:pt x="100" y="3"/>
                    <a:pt x="87" y="8"/>
                  </a:cubicBezTo>
                  <a:cubicBezTo>
                    <a:pt x="34" y="25"/>
                    <a:pt x="1" y="91"/>
                    <a:pt x="34" y="144"/>
                  </a:cubicBezTo>
                  <a:cubicBezTo>
                    <a:pt x="49" y="181"/>
                    <a:pt x="80" y="202"/>
                    <a:pt x="124" y="202"/>
                  </a:cubicBezTo>
                  <a:cubicBezTo>
                    <a:pt x="139" y="202"/>
                    <a:pt x="156" y="199"/>
                    <a:pt x="174" y="194"/>
                  </a:cubicBezTo>
                  <a:cubicBezTo>
                    <a:pt x="223" y="177"/>
                    <a:pt x="240" y="111"/>
                    <a:pt x="223" y="58"/>
                  </a:cubicBezTo>
                  <a:cubicBezTo>
                    <a:pt x="211" y="21"/>
                    <a:pt x="170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3" name="Google Shape;12103;p31"/>
            <p:cNvSpPr/>
            <p:nvPr/>
          </p:nvSpPr>
          <p:spPr>
            <a:xfrm>
              <a:off x="4103350" y="2995575"/>
              <a:ext cx="5700" cy="5150"/>
            </a:xfrm>
            <a:custGeom>
              <a:avLst/>
              <a:gdLst/>
              <a:ahLst/>
              <a:cxnLst/>
              <a:rect l="l" t="t" r="r" b="b"/>
              <a:pathLst>
                <a:path w="228" h="206" extrusionOk="0">
                  <a:moveTo>
                    <a:pt x="106" y="1"/>
                  </a:moveTo>
                  <a:cubicBezTo>
                    <a:pt x="95" y="1"/>
                    <a:pt x="83" y="2"/>
                    <a:pt x="71" y="5"/>
                  </a:cubicBezTo>
                  <a:cubicBezTo>
                    <a:pt x="21" y="21"/>
                    <a:pt x="1" y="92"/>
                    <a:pt x="21" y="145"/>
                  </a:cubicBezTo>
                  <a:cubicBezTo>
                    <a:pt x="21" y="162"/>
                    <a:pt x="38" y="178"/>
                    <a:pt x="54" y="178"/>
                  </a:cubicBezTo>
                  <a:cubicBezTo>
                    <a:pt x="64" y="197"/>
                    <a:pt x="86" y="205"/>
                    <a:pt x="110" y="205"/>
                  </a:cubicBezTo>
                  <a:cubicBezTo>
                    <a:pt x="126" y="205"/>
                    <a:pt x="144" y="201"/>
                    <a:pt x="157" y="195"/>
                  </a:cubicBezTo>
                  <a:cubicBezTo>
                    <a:pt x="190" y="195"/>
                    <a:pt x="227" y="145"/>
                    <a:pt x="227" y="108"/>
                  </a:cubicBezTo>
                  <a:cubicBezTo>
                    <a:pt x="227" y="92"/>
                    <a:pt x="227" y="75"/>
                    <a:pt x="207" y="75"/>
                  </a:cubicBezTo>
                  <a:cubicBezTo>
                    <a:pt x="193" y="31"/>
                    <a:pt x="157" y="1"/>
                    <a:pt x="1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4" name="Google Shape;12104;p31"/>
            <p:cNvSpPr/>
            <p:nvPr/>
          </p:nvSpPr>
          <p:spPr>
            <a:xfrm>
              <a:off x="4173450" y="3021775"/>
              <a:ext cx="5575" cy="5275"/>
            </a:xfrm>
            <a:custGeom>
              <a:avLst/>
              <a:gdLst/>
              <a:ahLst/>
              <a:cxnLst/>
              <a:rect l="l" t="t" r="r" b="b"/>
              <a:pathLst>
                <a:path w="223" h="211" extrusionOk="0">
                  <a:moveTo>
                    <a:pt x="94" y="0"/>
                  </a:moveTo>
                  <a:cubicBezTo>
                    <a:pt x="51" y="0"/>
                    <a:pt x="14" y="35"/>
                    <a:pt x="0" y="91"/>
                  </a:cubicBezTo>
                  <a:cubicBezTo>
                    <a:pt x="0" y="107"/>
                    <a:pt x="0" y="128"/>
                    <a:pt x="17" y="144"/>
                  </a:cubicBezTo>
                  <a:cubicBezTo>
                    <a:pt x="17" y="144"/>
                    <a:pt x="17" y="161"/>
                    <a:pt x="33" y="161"/>
                  </a:cubicBezTo>
                  <a:cubicBezTo>
                    <a:pt x="33" y="194"/>
                    <a:pt x="66" y="194"/>
                    <a:pt x="103" y="210"/>
                  </a:cubicBezTo>
                  <a:cubicBezTo>
                    <a:pt x="153" y="210"/>
                    <a:pt x="206" y="177"/>
                    <a:pt x="206" y="128"/>
                  </a:cubicBezTo>
                  <a:cubicBezTo>
                    <a:pt x="223" y="91"/>
                    <a:pt x="206" y="58"/>
                    <a:pt x="186" y="41"/>
                  </a:cubicBezTo>
                  <a:cubicBezTo>
                    <a:pt x="169" y="25"/>
                    <a:pt x="153" y="4"/>
                    <a:pt x="120" y="4"/>
                  </a:cubicBezTo>
                  <a:cubicBezTo>
                    <a:pt x="111" y="2"/>
                    <a:pt x="103" y="0"/>
                    <a:pt x="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5" name="Google Shape;12105;p31"/>
            <p:cNvSpPr/>
            <p:nvPr/>
          </p:nvSpPr>
          <p:spPr>
            <a:xfrm>
              <a:off x="4183225" y="3045450"/>
              <a:ext cx="5200" cy="5300"/>
            </a:xfrm>
            <a:custGeom>
              <a:avLst/>
              <a:gdLst/>
              <a:ahLst/>
              <a:cxnLst/>
              <a:rect l="l" t="t" r="r" b="b"/>
              <a:pathLst>
                <a:path w="208" h="212" extrusionOk="0">
                  <a:moveTo>
                    <a:pt x="94" y="1"/>
                  </a:moveTo>
                  <a:cubicBezTo>
                    <a:pt x="40" y="1"/>
                    <a:pt x="1" y="46"/>
                    <a:pt x="1" y="88"/>
                  </a:cubicBezTo>
                  <a:lnTo>
                    <a:pt x="1" y="125"/>
                  </a:lnTo>
                  <a:lnTo>
                    <a:pt x="1" y="142"/>
                  </a:lnTo>
                  <a:cubicBezTo>
                    <a:pt x="1" y="142"/>
                    <a:pt x="1" y="158"/>
                    <a:pt x="21" y="158"/>
                  </a:cubicBezTo>
                  <a:cubicBezTo>
                    <a:pt x="38" y="191"/>
                    <a:pt x="54" y="212"/>
                    <a:pt x="87" y="212"/>
                  </a:cubicBezTo>
                  <a:cubicBezTo>
                    <a:pt x="104" y="212"/>
                    <a:pt x="141" y="212"/>
                    <a:pt x="158" y="191"/>
                  </a:cubicBezTo>
                  <a:cubicBezTo>
                    <a:pt x="191" y="175"/>
                    <a:pt x="191" y="142"/>
                    <a:pt x="207" y="125"/>
                  </a:cubicBezTo>
                  <a:cubicBezTo>
                    <a:pt x="207" y="88"/>
                    <a:pt x="207" y="71"/>
                    <a:pt x="191" y="55"/>
                  </a:cubicBezTo>
                  <a:cubicBezTo>
                    <a:pt x="174" y="22"/>
                    <a:pt x="158" y="5"/>
                    <a:pt x="125" y="5"/>
                  </a:cubicBezTo>
                  <a:cubicBezTo>
                    <a:pt x="114" y="2"/>
                    <a:pt x="104" y="1"/>
                    <a:pt x="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6" name="Google Shape;12106;p31"/>
            <p:cNvSpPr/>
            <p:nvPr/>
          </p:nvSpPr>
          <p:spPr>
            <a:xfrm>
              <a:off x="4193550" y="2975475"/>
              <a:ext cx="5675" cy="5200"/>
            </a:xfrm>
            <a:custGeom>
              <a:avLst/>
              <a:gdLst/>
              <a:ahLst/>
              <a:cxnLst/>
              <a:rect l="l" t="t" r="r" b="b"/>
              <a:pathLst>
                <a:path w="227" h="208" extrusionOk="0">
                  <a:moveTo>
                    <a:pt x="140" y="1"/>
                  </a:moveTo>
                  <a:cubicBezTo>
                    <a:pt x="103" y="1"/>
                    <a:pt x="70" y="1"/>
                    <a:pt x="54" y="22"/>
                  </a:cubicBezTo>
                  <a:cubicBezTo>
                    <a:pt x="37" y="38"/>
                    <a:pt x="21" y="55"/>
                    <a:pt x="21" y="87"/>
                  </a:cubicBezTo>
                  <a:cubicBezTo>
                    <a:pt x="0" y="104"/>
                    <a:pt x="21" y="125"/>
                    <a:pt x="21" y="141"/>
                  </a:cubicBezTo>
                  <a:cubicBezTo>
                    <a:pt x="21" y="158"/>
                    <a:pt x="21" y="158"/>
                    <a:pt x="37" y="158"/>
                  </a:cubicBezTo>
                  <a:cubicBezTo>
                    <a:pt x="54" y="191"/>
                    <a:pt x="70" y="207"/>
                    <a:pt x="103" y="207"/>
                  </a:cubicBezTo>
                  <a:cubicBezTo>
                    <a:pt x="157" y="207"/>
                    <a:pt x="206" y="174"/>
                    <a:pt x="227" y="125"/>
                  </a:cubicBezTo>
                  <a:cubicBezTo>
                    <a:pt x="227" y="87"/>
                    <a:pt x="227" y="71"/>
                    <a:pt x="206" y="38"/>
                  </a:cubicBezTo>
                  <a:cubicBezTo>
                    <a:pt x="190" y="22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7" name="Google Shape;12107;p31"/>
            <p:cNvSpPr/>
            <p:nvPr/>
          </p:nvSpPr>
          <p:spPr>
            <a:xfrm>
              <a:off x="4189325" y="3003425"/>
              <a:ext cx="5575" cy="5175"/>
            </a:xfrm>
            <a:custGeom>
              <a:avLst/>
              <a:gdLst/>
              <a:ahLst/>
              <a:cxnLst/>
              <a:rect l="l" t="t" r="r" b="b"/>
              <a:pathLst>
                <a:path w="223" h="207" extrusionOk="0">
                  <a:moveTo>
                    <a:pt x="120" y="0"/>
                  </a:moveTo>
                  <a:cubicBezTo>
                    <a:pt x="66" y="0"/>
                    <a:pt x="17" y="37"/>
                    <a:pt x="0" y="87"/>
                  </a:cubicBezTo>
                  <a:cubicBezTo>
                    <a:pt x="0" y="103"/>
                    <a:pt x="0" y="120"/>
                    <a:pt x="17" y="140"/>
                  </a:cubicBezTo>
                  <a:lnTo>
                    <a:pt x="17" y="173"/>
                  </a:lnTo>
                  <a:cubicBezTo>
                    <a:pt x="33" y="190"/>
                    <a:pt x="66" y="206"/>
                    <a:pt x="87" y="206"/>
                  </a:cubicBezTo>
                  <a:cubicBezTo>
                    <a:pt x="120" y="206"/>
                    <a:pt x="153" y="206"/>
                    <a:pt x="169" y="190"/>
                  </a:cubicBezTo>
                  <a:cubicBezTo>
                    <a:pt x="190" y="173"/>
                    <a:pt x="206" y="157"/>
                    <a:pt x="206" y="120"/>
                  </a:cubicBezTo>
                  <a:cubicBezTo>
                    <a:pt x="223" y="103"/>
                    <a:pt x="206" y="70"/>
                    <a:pt x="190" y="54"/>
                  </a:cubicBezTo>
                  <a:cubicBezTo>
                    <a:pt x="169" y="17"/>
                    <a:pt x="153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8" name="Google Shape;12108;p31"/>
            <p:cNvSpPr/>
            <p:nvPr/>
          </p:nvSpPr>
          <p:spPr>
            <a:xfrm>
              <a:off x="4191475" y="2989550"/>
              <a:ext cx="5600" cy="4925"/>
            </a:xfrm>
            <a:custGeom>
              <a:avLst/>
              <a:gdLst/>
              <a:ahLst/>
              <a:cxnLst/>
              <a:rect l="l" t="t" r="r" b="b"/>
              <a:pathLst>
                <a:path w="224" h="197" extrusionOk="0">
                  <a:moveTo>
                    <a:pt x="110" y="0"/>
                  </a:moveTo>
                  <a:cubicBezTo>
                    <a:pt x="81" y="0"/>
                    <a:pt x="52" y="13"/>
                    <a:pt x="34" y="40"/>
                  </a:cubicBezTo>
                  <a:cubicBezTo>
                    <a:pt x="17" y="56"/>
                    <a:pt x="1" y="77"/>
                    <a:pt x="1" y="110"/>
                  </a:cubicBezTo>
                  <a:cubicBezTo>
                    <a:pt x="17" y="126"/>
                    <a:pt x="17" y="126"/>
                    <a:pt x="17" y="143"/>
                  </a:cubicBezTo>
                  <a:cubicBezTo>
                    <a:pt x="17" y="143"/>
                    <a:pt x="34" y="159"/>
                    <a:pt x="50" y="180"/>
                  </a:cubicBezTo>
                  <a:cubicBezTo>
                    <a:pt x="67" y="197"/>
                    <a:pt x="104" y="197"/>
                    <a:pt x="120" y="197"/>
                  </a:cubicBezTo>
                  <a:cubicBezTo>
                    <a:pt x="153" y="197"/>
                    <a:pt x="170" y="180"/>
                    <a:pt x="186" y="159"/>
                  </a:cubicBezTo>
                  <a:cubicBezTo>
                    <a:pt x="207" y="143"/>
                    <a:pt x="223" y="110"/>
                    <a:pt x="223" y="93"/>
                  </a:cubicBezTo>
                  <a:cubicBezTo>
                    <a:pt x="207" y="56"/>
                    <a:pt x="207" y="40"/>
                    <a:pt x="170" y="23"/>
                  </a:cubicBezTo>
                  <a:cubicBezTo>
                    <a:pt x="155" y="9"/>
                    <a:pt x="133" y="0"/>
                    <a:pt x="1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9" name="Google Shape;12109;p31"/>
            <p:cNvSpPr/>
            <p:nvPr/>
          </p:nvSpPr>
          <p:spPr>
            <a:xfrm>
              <a:off x="4160550" y="3023475"/>
              <a:ext cx="5600" cy="5075"/>
            </a:xfrm>
            <a:custGeom>
              <a:avLst/>
              <a:gdLst/>
              <a:ahLst/>
              <a:cxnLst/>
              <a:rect l="l" t="t" r="r" b="b"/>
              <a:pathLst>
                <a:path w="224" h="203" extrusionOk="0">
                  <a:moveTo>
                    <a:pt x="108" y="0"/>
                  </a:moveTo>
                  <a:cubicBezTo>
                    <a:pt x="94" y="0"/>
                    <a:pt x="80" y="2"/>
                    <a:pt x="67" y="6"/>
                  </a:cubicBezTo>
                  <a:cubicBezTo>
                    <a:pt x="17" y="23"/>
                    <a:pt x="1" y="76"/>
                    <a:pt x="17" y="142"/>
                  </a:cubicBezTo>
                  <a:cubicBezTo>
                    <a:pt x="30" y="183"/>
                    <a:pt x="61" y="202"/>
                    <a:pt x="106" y="202"/>
                  </a:cubicBezTo>
                  <a:cubicBezTo>
                    <a:pt x="120" y="202"/>
                    <a:pt x="136" y="200"/>
                    <a:pt x="153" y="196"/>
                  </a:cubicBezTo>
                  <a:cubicBezTo>
                    <a:pt x="207" y="179"/>
                    <a:pt x="223" y="109"/>
                    <a:pt x="207" y="60"/>
                  </a:cubicBezTo>
                  <a:cubicBezTo>
                    <a:pt x="191" y="20"/>
                    <a:pt x="150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0" name="Google Shape;12110;p31"/>
            <p:cNvSpPr/>
            <p:nvPr/>
          </p:nvSpPr>
          <p:spPr>
            <a:xfrm>
              <a:off x="4162625" y="3090875"/>
              <a:ext cx="5700" cy="5075"/>
            </a:xfrm>
            <a:custGeom>
              <a:avLst/>
              <a:gdLst/>
              <a:ahLst/>
              <a:cxnLst/>
              <a:rect l="l" t="t" r="r" b="b"/>
              <a:pathLst>
                <a:path w="228" h="203" extrusionOk="0">
                  <a:moveTo>
                    <a:pt x="115" y="1"/>
                  </a:moveTo>
                  <a:cubicBezTo>
                    <a:pt x="86" y="1"/>
                    <a:pt x="56" y="14"/>
                    <a:pt x="37" y="44"/>
                  </a:cubicBezTo>
                  <a:cubicBezTo>
                    <a:pt x="21" y="60"/>
                    <a:pt x="0" y="93"/>
                    <a:pt x="0" y="110"/>
                  </a:cubicBezTo>
                  <a:cubicBezTo>
                    <a:pt x="21" y="126"/>
                    <a:pt x="21" y="126"/>
                    <a:pt x="21" y="147"/>
                  </a:cubicBezTo>
                  <a:cubicBezTo>
                    <a:pt x="21" y="163"/>
                    <a:pt x="37" y="180"/>
                    <a:pt x="54" y="180"/>
                  </a:cubicBezTo>
                  <a:cubicBezTo>
                    <a:pt x="69" y="195"/>
                    <a:pt x="91" y="203"/>
                    <a:pt x="114" y="203"/>
                  </a:cubicBezTo>
                  <a:cubicBezTo>
                    <a:pt x="142" y="203"/>
                    <a:pt x="172" y="191"/>
                    <a:pt x="190" y="163"/>
                  </a:cubicBezTo>
                  <a:cubicBezTo>
                    <a:pt x="206" y="147"/>
                    <a:pt x="227" y="126"/>
                    <a:pt x="227" y="93"/>
                  </a:cubicBezTo>
                  <a:cubicBezTo>
                    <a:pt x="206" y="60"/>
                    <a:pt x="206" y="44"/>
                    <a:pt x="173" y="23"/>
                  </a:cubicBezTo>
                  <a:cubicBezTo>
                    <a:pt x="159" y="9"/>
                    <a:pt x="137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1" name="Google Shape;12111;p31"/>
            <p:cNvSpPr/>
            <p:nvPr/>
          </p:nvSpPr>
          <p:spPr>
            <a:xfrm>
              <a:off x="4162625" y="3105250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24" y="1"/>
                  </a:moveTo>
                  <a:cubicBezTo>
                    <a:pt x="70" y="1"/>
                    <a:pt x="21" y="17"/>
                    <a:pt x="0" y="67"/>
                  </a:cubicBezTo>
                  <a:lnTo>
                    <a:pt x="0" y="87"/>
                  </a:lnTo>
                  <a:lnTo>
                    <a:pt x="0" y="137"/>
                  </a:lnTo>
                  <a:cubicBezTo>
                    <a:pt x="21" y="170"/>
                    <a:pt x="37" y="190"/>
                    <a:pt x="54" y="207"/>
                  </a:cubicBezTo>
                  <a:lnTo>
                    <a:pt x="87" y="207"/>
                  </a:lnTo>
                  <a:cubicBezTo>
                    <a:pt x="94" y="209"/>
                    <a:pt x="100" y="210"/>
                    <a:pt x="107" y="210"/>
                  </a:cubicBezTo>
                  <a:cubicBezTo>
                    <a:pt x="152" y="210"/>
                    <a:pt x="192" y="163"/>
                    <a:pt x="206" y="120"/>
                  </a:cubicBezTo>
                  <a:cubicBezTo>
                    <a:pt x="206" y="87"/>
                    <a:pt x="206" y="67"/>
                    <a:pt x="190" y="50"/>
                  </a:cubicBezTo>
                  <a:cubicBezTo>
                    <a:pt x="173" y="17"/>
                    <a:pt x="140" y="1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2" name="Google Shape;12112;p31"/>
            <p:cNvSpPr/>
            <p:nvPr/>
          </p:nvSpPr>
          <p:spPr>
            <a:xfrm>
              <a:off x="4162625" y="3009900"/>
              <a:ext cx="5700" cy="5200"/>
            </a:xfrm>
            <a:custGeom>
              <a:avLst/>
              <a:gdLst/>
              <a:ahLst/>
              <a:cxnLst/>
              <a:rect l="l" t="t" r="r" b="b"/>
              <a:pathLst>
                <a:path w="228" h="208" extrusionOk="0">
                  <a:moveTo>
                    <a:pt x="140" y="1"/>
                  </a:moveTo>
                  <a:cubicBezTo>
                    <a:pt x="70" y="1"/>
                    <a:pt x="21" y="34"/>
                    <a:pt x="21" y="88"/>
                  </a:cubicBezTo>
                  <a:cubicBezTo>
                    <a:pt x="0" y="104"/>
                    <a:pt x="21" y="121"/>
                    <a:pt x="21" y="137"/>
                  </a:cubicBezTo>
                  <a:cubicBezTo>
                    <a:pt x="21" y="154"/>
                    <a:pt x="21" y="154"/>
                    <a:pt x="37" y="170"/>
                  </a:cubicBezTo>
                  <a:cubicBezTo>
                    <a:pt x="54" y="191"/>
                    <a:pt x="70" y="207"/>
                    <a:pt x="103" y="207"/>
                  </a:cubicBezTo>
                  <a:cubicBezTo>
                    <a:pt x="157" y="207"/>
                    <a:pt x="206" y="170"/>
                    <a:pt x="227" y="121"/>
                  </a:cubicBezTo>
                  <a:cubicBezTo>
                    <a:pt x="227" y="88"/>
                    <a:pt x="227" y="67"/>
                    <a:pt x="206" y="34"/>
                  </a:cubicBezTo>
                  <a:cubicBezTo>
                    <a:pt x="190" y="17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3" name="Google Shape;12113;p31"/>
            <p:cNvSpPr/>
            <p:nvPr/>
          </p:nvSpPr>
          <p:spPr>
            <a:xfrm>
              <a:off x="4159225" y="3042075"/>
              <a:ext cx="5575" cy="5275"/>
            </a:xfrm>
            <a:custGeom>
              <a:avLst/>
              <a:gdLst/>
              <a:ahLst/>
              <a:cxnLst/>
              <a:rect l="l" t="t" r="r" b="b"/>
              <a:pathLst>
                <a:path w="223" h="211" extrusionOk="0">
                  <a:moveTo>
                    <a:pt x="136" y="0"/>
                  </a:moveTo>
                  <a:cubicBezTo>
                    <a:pt x="70" y="0"/>
                    <a:pt x="17" y="37"/>
                    <a:pt x="17" y="87"/>
                  </a:cubicBezTo>
                  <a:cubicBezTo>
                    <a:pt x="0" y="103"/>
                    <a:pt x="17" y="140"/>
                    <a:pt x="17" y="157"/>
                  </a:cubicBezTo>
                  <a:lnTo>
                    <a:pt x="33" y="173"/>
                  </a:lnTo>
                  <a:cubicBezTo>
                    <a:pt x="54" y="190"/>
                    <a:pt x="70" y="206"/>
                    <a:pt x="103" y="206"/>
                  </a:cubicBezTo>
                  <a:cubicBezTo>
                    <a:pt x="112" y="209"/>
                    <a:pt x="121" y="211"/>
                    <a:pt x="130" y="211"/>
                  </a:cubicBezTo>
                  <a:cubicBezTo>
                    <a:pt x="173" y="211"/>
                    <a:pt x="209" y="178"/>
                    <a:pt x="223" y="120"/>
                  </a:cubicBezTo>
                  <a:cubicBezTo>
                    <a:pt x="223" y="103"/>
                    <a:pt x="223" y="70"/>
                    <a:pt x="206" y="54"/>
                  </a:cubicBezTo>
                  <a:cubicBezTo>
                    <a:pt x="190" y="37"/>
                    <a:pt x="157" y="17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4" name="Google Shape;12114;p31"/>
            <p:cNvSpPr/>
            <p:nvPr/>
          </p:nvSpPr>
          <p:spPr>
            <a:xfrm>
              <a:off x="4165700" y="3063875"/>
              <a:ext cx="6025" cy="5075"/>
            </a:xfrm>
            <a:custGeom>
              <a:avLst/>
              <a:gdLst/>
              <a:ahLst/>
              <a:cxnLst/>
              <a:rect l="l" t="t" r="r" b="b"/>
              <a:pathLst>
                <a:path w="241" h="203" extrusionOk="0">
                  <a:moveTo>
                    <a:pt x="116" y="0"/>
                  </a:moveTo>
                  <a:cubicBezTo>
                    <a:pt x="101" y="0"/>
                    <a:pt x="84" y="2"/>
                    <a:pt x="67" y="6"/>
                  </a:cubicBezTo>
                  <a:cubicBezTo>
                    <a:pt x="17" y="23"/>
                    <a:pt x="1" y="93"/>
                    <a:pt x="17" y="143"/>
                  </a:cubicBezTo>
                  <a:cubicBezTo>
                    <a:pt x="30" y="183"/>
                    <a:pt x="73" y="202"/>
                    <a:pt x="114" y="202"/>
                  </a:cubicBezTo>
                  <a:cubicBezTo>
                    <a:pt x="128" y="202"/>
                    <a:pt x="141" y="200"/>
                    <a:pt x="154" y="196"/>
                  </a:cubicBezTo>
                  <a:cubicBezTo>
                    <a:pt x="207" y="176"/>
                    <a:pt x="240" y="110"/>
                    <a:pt x="207" y="56"/>
                  </a:cubicBezTo>
                  <a:cubicBezTo>
                    <a:pt x="192" y="19"/>
                    <a:pt x="160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5" name="Google Shape;12115;p31"/>
            <p:cNvSpPr/>
            <p:nvPr/>
          </p:nvSpPr>
          <p:spPr>
            <a:xfrm>
              <a:off x="4169950" y="3052075"/>
              <a:ext cx="5575" cy="5225"/>
            </a:xfrm>
            <a:custGeom>
              <a:avLst/>
              <a:gdLst/>
              <a:ahLst/>
              <a:cxnLst/>
              <a:rect l="l" t="t" r="r" b="b"/>
              <a:pathLst>
                <a:path w="223" h="209" extrusionOk="0">
                  <a:moveTo>
                    <a:pt x="97" y="0"/>
                  </a:moveTo>
                  <a:cubicBezTo>
                    <a:pt x="87" y="0"/>
                    <a:pt x="78" y="4"/>
                    <a:pt x="70" y="13"/>
                  </a:cubicBezTo>
                  <a:cubicBezTo>
                    <a:pt x="37" y="13"/>
                    <a:pt x="16" y="29"/>
                    <a:pt x="16" y="66"/>
                  </a:cubicBezTo>
                  <a:cubicBezTo>
                    <a:pt x="0" y="83"/>
                    <a:pt x="0" y="116"/>
                    <a:pt x="0" y="153"/>
                  </a:cubicBezTo>
                  <a:cubicBezTo>
                    <a:pt x="12" y="190"/>
                    <a:pt x="55" y="208"/>
                    <a:pt x="98" y="208"/>
                  </a:cubicBezTo>
                  <a:cubicBezTo>
                    <a:pt x="112" y="208"/>
                    <a:pt x="127" y="206"/>
                    <a:pt x="140" y="202"/>
                  </a:cubicBezTo>
                  <a:cubicBezTo>
                    <a:pt x="190" y="186"/>
                    <a:pt x="223" y="116"/>
                    <a:pt x="206" y="66"/>
                  </a:cubicBezTo>
                  <a:cubicBezTo>
                    <a:pt x="190" y="50"/>
                    <a:pt x="157" y="13"/>
                    <a:pt x="140" y="13"/>
                  </a:cubicBezTo>
                  <a:cubicBezTo>
                    <a:pt x="122" y="4"/>
                    <a:pt x="108" y="0"/>
                    <a:pt x="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6" name="Google Shape;12116;p31"/>
            <p:cNvSpPr/>
            <p:nvPr/>
          </p:nvSpPr>
          <p:spPr>
            <a:xfrm>
              <a:off x="4164775" y="3078000"/>
              <a:ext cx="6125" cy="5075"/>
            </a:xfrm>
            <a:custGeom>
              <a:avLst/>
              <a:gdLst/>
              <a:ahLst/>
              <a:cxnLst/>
              <a:rect l="l" t="t" r="r" b="b"/>
              <a:pathLst>
                <a:path w="245" h="203" extrusionOk="0">
                  <a:moveTo>
                    <a:pt x="126" y="0"/>
                  </a:moveTo>
                  <a:cubicBezTo>
                    <a:pt x="114" y="0"/>
                    <a:pt x="101" y="2"/>
                    <a:pt x="87" y="6"/>
                  </a:cubicBezTo>
                  <a:cubicBezTo>
                    <a:pt x="38" y="23"/>
                    <a:pt x="1" y="93"/>
                    <a:pt x="17" y="146"/>
                  </a:cubicBezTo>
                  <a:cubicBezTo>
                    <a:pt x="33" y="184"/>
                    <a:pt x="74" y="202"/>
                    <a:pt x="116" y="202"/>
                  </a:cubicBezTo>
                  <a:cubicBezTo>
                    <a:pt x="130" y="202"/>
                    <a:pt x="144" y="200"/>
                    <a:pt x="158" y="196"/>
                  </a:cubicBezTo>
                  <a:cubicBezTo>
                    <a:pt x="207" y="179"/>
                    <a:pt x="244" y="126"/>
                    <a:pt x="223" y="60"/>
                  </a:cubicBezTo>
                  <a:cubicBezTo>
                    <a:pt x="199" y="20"/>
                    <a:pt x="164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7" name="Google Shape;12117;p31"/>
            <p:cNvSpPr/>
            <p:nvPr/>
          </p:nvSpPr>
          <p:spPr>
            <a:xfrm>
              <a:off x="4170350" y="3035650"/>
              <a:ext cx="5700" cy="5250"/>
            </a:xfrm>
            <a:custGeom>
              <a:avLst/>
              <a:gdLst/>
              <a:ahLst/>
              <a:cxnLst/>
              <a:rect l="l" t="t" r="r" b="b"/>
              <a:pathLst>
                <a:path w="228" h="210" extrusionOk="0">
                  <a:moveTo>
                    <a:pt x="124" y="0"/>
                  </a:moveTo>
                  <a:cubicBezTo>
                    <a:pt x="93" y="0"/>
                    <a:pt x="58" y="14"/>
                    <a:pt x="38" y="35"/>
                  </a:cubicBezTo>
                  <a:cubicBezTo>
                    <a:pt x="21" y="51"/>
                    <a:pt x="0" y="88"/>
                    <a:pt x="21" y="105"/>
                  </a:cubicBezTo>
                  <a:lnTo>
                    <a:pt x="21" y="138"/>
                  </a:lnTo>
                  <a:cubicBezTo>
                    <a:pt x="21" y="154"/>
                    <a:pt x="38" y="171"/>
                    <a:pt x="54" y="191"/>
                  </a:cubicBezTo>
                  <a:cubicBezTo>
                    <a:pt x="66" y="204"/>
                    <a:pt x="84" y="209"/>
                    <a:pt x="103" y="209"/>
                  </a:cubicBezTo>
                  <a:cubicBezTo>
                    <a:pt x="134" y="209"/>
                    <a:pt x="170" y="194"/>
                    <a:pt x="190" y="171"/>
                  </a:cubicBezTo>
                  <a:cubicBezTo>
                    <a:pt x="227" y="121"/>
                    <a:pt x="227" y="51"/>
                    <a:pt x="174" y="18"/>
                  </a:cubicBezTo>
                  <a:cubicBezTo>
                    <a:pt x="161" y="6"/>
                    <a:pt x="143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8" name="Google Shape;12118;p31"/>
            <p:cNvSpPr/>
            <p:nvPr/>
          </p:nvSpPr>
          <p:spPr>
            <a:xfrm>
              <a:off x="4184975" y="2952725"/>
              <a:ext cx="5200" cy="5275"/>
            </a:xfrm>
            <a:custGeom>
              <a:avLst/>
              <a:gdLst/>
              <a:ahLst/>
              <a:cxnLst/>
              <a:rect l="l" t="t" r="r" b="b"/>
              <a:pathLst>
                <a:path w="208" h="211" extrusionOk="0">
                  <a:moveTo>
                    <a:pt x="110" y="1"/>
                  </a:moveTo>
                  <a:cubicBezTo>
                    <a:pt x="75" y="1"/>
                    <a:pt x="41" y="16"/>
                    <a:pt x="17" y="37"/>
                  </a:cubicBezTo>
                  <a:cubicBezTo>
                    <a:pt x="1" y="53"/>
                    <a:pt x="1" y="86"/>
                    <a:pt x="1" y="123"/>
                  </a:cubicBezTo>
                  <a:lnTo>
                    <a:pt x="1" y="140"/>
                  </a:lnTo>
                  <a:cubicBezTo>
                    <a:pt x="1" y="156"/>
                    <a:pt x="17" y="173"/>
                    <a:pt x="34" y="189"/>
                  </a:cubicBezTo>
                  <a:cubicBezTo>
                    <a:pt x="55" y="210"/>
                    <a:pt x="88" y="210"/>
                    <a:pt x="104" y="210"/>
                  </a:cubicBezTo>
                  <a:cubicBezTo>
                    <a:pt x="137" y="210"/>
                    <a:pt x="174" y="189"/>
                    <a:pt x="191" y="173"/>
                  </a:cubicBezTo>
                  <a:cubicBezTo>
                    <a:pt x="207" y="156"/>
                    <a:pt x="207" y="123"/>
                    <a:pt x="207" y="86"/>
                  </a:cubicBezTo>
                  <a:cubicBezTo>
                    <a:pt x="207" y="70"/>
                    <a:pt x="191" y="37"/>
                    <a:pt x="174" y="20"/>
                  </a:cubicBezTo>
                  <a:cubicBezTo>
                    <a:pt x="154" y="6"/>
                    <a:pt x="132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9" name="Google Shape;12119;p31"/>
            <p:cNvSpPr/>
            <p:nvPr/>
          </p:nvSpPr>
          <p:spPr>
            <a:xfrm>
              <a:off x="4086650" y="3027525"/>
              <a:ext cx="5600" cy="5200"/>
            </a:xfrm>
            <a:custGeom>
              <a:avLst/>
              <a:gdLst/>
              <a:ahLst/>
              <a:cxnLst/>
              <a:rect l="l" t="t" r="r" b="b"/>
              <a:pathLst>
                <a:path w="224" h="208" extrusionOk="0">
                  <a:moveTo>
                    <a:pt x="137" y="1"/>
                  </a:moveTo>
                  <a:cubicBezTo>
                    <a:pt x="71" y="1"/>
                    <a:pt x="17" y="34"/>
                    <a:pt x="17" y="83"/>
                  </a:cubicBezTo>
                  <a:cubicBezTo>
                    <a:pt x="1" y="104"/>
                    <a:pt x="17" y="121"/>
                    <a:pt x="17" y="137"/>
                  </a:cubicBezTo>
                  <a:cubicBezTo>
                    <a:pt x="17" y="154"/>
                    <a:pt x="17" y="154"/>
                    <a:pt x="34" y="170"/>
                  </a:cubicBezTo>
                  <a:cubicBezTo>
                    <a:pt x="50" y="187"/>
                    <a:pt x="71" y="207"/>
                    <a:pt x="104" y="207"/>
                  </a:cubicBezTo>
                  <a:cubicBezTo>
                    <a:pt x="120" y="207"/>
                    <a:pt x="153" y="207"/>
                    <a:pt x="174" y="187"/>
                  </a:cubicBezTo>
                  <a:cubicBezTo>
                    <a:pt x="207" y="170"/>
                    <a:pt x="207" y="154"/>
                    <a:pt x="223" y="121"/>
                  </a:cubicBezTo>
                  <a:cubicBezTo>
                    <a:pt x="223" y="67"/>
                    <a:pt x="190" y="17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0" name="Google Shape;12120;p31"/>
            <p:cNvSpPr/>
            <p:nvPr/>
          </p:nvSpPr>
          <p:spPr>
            <a:xfrm>
              <a:off x="4082325" y="2981975"/>
              <a:ext cx="5600" cy="4925"/>
            </a:xfrm>
            <a:custGeom>
              <a:avLst/>
              <a:gdLst/>
              <a:ahLst/>
              <a:cxnLst/>
              <a:rect l="l" t="t" r="r" b="b"/>
              <a:pathLst>
                <a:path w="224" h="197" extrusionOk="0">
                  <a:moveTo>
                    <a:pt x="104" y="1"/>
                  </a:moveTo>
                  <a:cubicBezTo>
                    <a:pt x="71" y="1"/>
                    <a:pt x="54" y="17"/>
                    <a:pt x="38" y="34"/>
                  </a:cubicBezTo>
                  <a:cubicBezTo>
                    <a:pt x="17" y="50"/>
                    <a:pt x="1" y="87"/>
                    <a:pt x="1" y="104"/>
                  </a:cubicBezTo>
                  <a:cubicBezTo>
                    <a:pt x="17" y="120"/>
                    <a:pt x="17" y="120"/>
                    <a:pt x="17" y="137"/>
                  </a:cubicBezTo>
                  <a:cubicBezTo>
                    <a:pt x="17" y="153"/>
                    <a:pt x="38" y="174"/>
                    <a:pt x="54" y="174"/>
                  </a:cubicBezTo>
                  <a:cubicBezTo>
                    <a:pt x="69" y="188"/>
                    <a:pt x="90" y="196"/>
                    <a:pt x="113" y="196"/>
                  </a:cubicBezTo>
                  <a:cubicBezTo>
                    <a:pt x="142" y="196"/>
                    <a:pt x="172" y="183"/>
                    <a:pt x="190" y="153"/>
                  </a:cubicBezTo>
                  <a:cubicBezTo>
                    <a:pt x="223" y="120"/>
                    <a:pt x="223" y="50"/>
                    <a:pt x="174" y="17"/>
                  </a:cubicBezTo>
                  <a:cubicBezTo>
                    <a:pt x="157" y="1"/>
                    <a:pt x="141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1" name="Google Shape;12121;p31"/>
            <p:cNvSpPr/>
            <p:nvPr/>
          </p:nvSpPr>
          <p:spPr>
            <a:xfrm>
              <a:off x="4082750" y="304042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24" y="0"/>
                  </a:moveTo>
                  <a:cubicBezTo>
                    <a:pt x="70" y="0"/>
                    <a:pt x="21" y="33"/>
                    <a:pt x="0" y="83"/>
                  </a:cubicBezTo>
                  <a:lnTo>
                    <a:pt x="0" y="136"/>
                  </a:lnTo>
                  <a:cubicBezTo>
                    <a:pt x="21" y="153"/>
                    <a:pt x="21" y="153"/>
                    <a:pt x="21" y="169"/>
                  </a:cubicBezTo>
                  <a:cubicBezTo>
                    <a:pt x="37" y="186"/>
                    <a:pt x="70" y="206"/>
                    <a:pt x="87" y="206"/>
                  </a:cubicBezTo>
                  <a:cubicBezTo>
                    <a:pt x="95" y="209"/>
                    <a:pt x="104" y="210"/>
                    <a:pt x="112" y="210"/>
                  </a:cubicBezTo>
                  <a:cubicBezTo>
                    <a:pt x="168" y="210"/>
                    <a:pt x="206" y="163"/>
                    <a:pt x="206" y="120"/>
                  </a:cubicBezTo>
                  <a:cubicBezTo>
                    <a:pt x="206" y="83"/>
                    <a:pt x="206" y="66"/>
                    <a:pt x="190" y="50"/>
                  </a:cubicBezTo>
                  <a:cubicBezTo>
                    <a:pt x="173" y="17"/>
                    <a:pt x="157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2" name="Google Shape;12122;p31"/>
            <p:cNvSpPr/>
            <p:nvPr/>
          </p:nvSpPr>
          <p:spPr>
            <a:xfrm>
              <a:off x="4088825" y="3014150"/>
              <a:ext cx="5575" cy="5250"/>
            </a:xfrm>
            <a:custGeom>
              <a:avLst/>
              <a:gdLst/>
              <a:ahLst/>
              <a:cxnLst/>
              <a:rect l="l" t="t" r="r" b="b"/>
              <a:pathLst>
                <a:path w="223" h="210" extrusionOk="0">
                  <a:moveTo>
                    <a:pt x="103" y="0"/>
                  </a:moveTo>
                  <a:cubicBezTo>
                    <a:pt x="66" y="0"/>
                    <a:pt x="50" y="21"/>
                    <a:pt x="33" y="37"/>
                  </a:cubicBezTo>
                  <a:cubicBezTo>
                    <a:pt x="17" y="54"/>
                    <a:pt x="0" y="87"/>
                    <a:pt x="17" y="124"/>
                  </a:cubicBezTo>
                  <a:lnTo>
                    <a:pt x="17" y="140"/>
                  </a:lnTo>
                  <a:cubicBezTo>
                    <a:pt x="17" y="157"/>
                    <a:pt x="33" y="173"/>
                    <a:pt x="50" y="190"/>
                  </a:cubicBezTo>
                  <a:cubicBezTo>
                    <a:pt x="70" y="204"/>
                    <a:pt x="90" y="209"/>
                    <a:pt x="108" y="209"/>
                  </a:cubicBezTo>
                  <a:cubicBezTo>
                    <a:pt x="139" y="209"/>
                    <a:pt x="167" y="194"/>
                    <a:pt x="190" y="173"/>
                  </a:cubicBezTo>
                  <a:cubicBezTo>
                    <a:pt x="223" y="140"/>
                    <a:pt x="223" y="124"/>
                    <a:pt x="223" y="87"/>
                  </a:cubicBezTo>
                  <a:cubicBezTo>
                    <a:pt x="223" y="70"/>
                    <a:pt x="206" y="37"/>
                    <a:pt x="190" y="21"/>
                  </a:cubicBezTo>
                  <a:cubicBezTo>
                    <a:pt x="153" y="0"/>
                    <a:pt x="136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3" name="Google Shape;12123;p31"/>
            <p:cNvSpPr/>
            <p:nvPr/>
          </p:nvSpPr>
          <p:spPr>
            <a:xfrm>
              <a:off x="4086650" y="2937750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20" y="1"/>
                  </a:moveTo>
                  <a:cubicBezTo>
                    <a:pt x="104" y="1"/>
                    <a:pt x="71" y="1"/>
                    <a:pt x="50" y="17"/>
                  </a:cubicBezTo>
                  <a:cubicBezTo>
                    <a:pt x="34" y="34"/>
                    <a:pt x="17" y="67"/>
                    <a:pt x="1" y="88"/>
                  </a:cubicBezTo>
                  <a:cubicBezTo>
                    <a:pt x="1" y="104"/>
                    <a:pt x="1" y="121"/>
                    <a:pt x="17" y="137"/>
                  </a:cubicBezTo>
                  <a:cubicBezTo>
                    <a:pt x="17" y="153"/>
                    <a:pt x="17" y="153"/>
                    <a:pt x="34" y="170"/>
                  </a:cubicBezTo>
                  <a:cubicBezTo>
                    <a:pt x="50" y="191"/>
                    <a:pt x="71" y="207"/>
                    <a:pt x="104" y="207"/>
                  </a:cubicBezTo>
                  <a:cubicBezTo>
                    <a:pt x="110" y="209"/>
                    <a:pt x="116" y="210"/>
                    <a:pt x="123" y="210"/>
                  </a:cubicBezTo>
                  <a:cubicBezTo>
                    <a:pt x="166" y="210"/>
                    <a:pt x="209" y="164"/>
                    <a:pt x="223" y="121"/>
                  </a:cubicBezTo>
                  <a:cubicBezTo>
                    <a:pt x="223" y="104"/>
                    <a:pt x="207" y="67"/>
                    <a:pt x="190" y="50"/>
                  </a:cubicBezTo>
                  <a:cubicBezTo>
                    <a:pt x="174" y="17"/>
                    <a:pt x="153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4" name="Google Shape;12124;p31"/>
            <p:cNvSpPr/>
            <p:nvPr/>
          </p:nvSpPr>
          <p:spPr>
            <a:xfrm>
              <a:off x="4077175" y="2993525"/>
              <a:ext cx="5600" cy="5325"/>
            </a:xfrm>
            <a:custGeom>
              <a:avLst/>
              <a:gdLst/>
              <a:ahLst/>
              <a:cxnLst/>
              <a:rect l="l" t="t" r="r" b="b"/>
              <a:pathLst>
                <a:path w="224" h="213" extrusionOk="0">
                  <a:moveTo>
                    <a:pt x="141" y="0"/>
                  </a:moveTo>
                  <a:cubicBezTo>
                    <a:pt x="103" y="0"/>
                    <a:pt x="70" y="21"/>
                    <a:pt x="54" y="21"/>
                  </a:cubicBezTo>
                  <a:cubicBezTo>
                    <a:pt x="38" y="38"/>
                    <a:pt x="17" y="71"/>
                    <a:pt x="17" y="87"/>
                  </a:cubicBezTo>
                  <a:cubicBezTo>
                    <a:pt x="0" y="103"/>
                    <a:pt x="17" y="141"/>
                    <a:pt x="17" y="141"/>
                  </a:cubicBezTo>
                  <a:cubicBezTo>
                    <a:pt x="17" y="157"/>
                    <a:pt x="17" y="157"/>
                    <a:pt x="38" y="174"/>
                  </a:cubicBezTo>
                  <a:cubicBezTo>
                    <a:pt x="54" y="190"/>
                    <a:pt x="70" y="207"/>
                    <a:pt x="103" y="207"/>
                  </a:cubicBezTo>
                  <a:cubicBezTo>
                    <a:pt x="114" y="210"/>
                    <a:pt x="123" y="212"/>
                    <a:pt x="133" y="212"/>
                  </a:cubicBezTo>
                  <a:cubicBezTo>
                    <a:pt x="174" y="212"/>
                    <a:pt x="210" y="178"/>
                    <a:pt x="223" y="124"/>
                  </a:cubicBezTo>
                  <a:cubicBezTo>
                    <a:pt x="223" y="103"/>
                    <a:pt x="223" y="71"/>
                    <a:pt x="207" y="54"/>
                  </a:cubicBezTo>
                  <a:cubicBezTo>
                    <a:pt x="190" y="21"/>
                    <a:pt x="157" y="21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5" name="Google Shape;12125;p31"/>
            <p:cNvSpPr/>
            <p:nvPr/>
          </p:nvSpPr>
          <p:spPr>
            <a:xfrm>
              <a:off x="4082325" y="2966000"/>
              <a:ext cx="5600" cy="5050"/>
            </a:xfrm>
            <a:custGeom>
              <a:avLst/>
              <a:gdLst/>
              <a:ahLst/>
              <a:cxnLst/>
              <a:rect l="l" t="t" r="r" b="b"/>
              <a:pathLst>
                <a:path w="224" h="202" extrusionOk="0">
                  <a:moveTo>
                    <a:pt x="95" y="1"/>
                  </a:moveTo>
                  <a:cubicBezTo>
                    <a:pt x="53" y="1"/>
                    <a:pt x="14" y="33"/>
                    <a:pt x="1" y="91"/>
                  </a:cubicBezTo>
                  <a:cubicBezTo>
                    <a:pt x="1" y="108"/>
                    <a:pt x="1" y="124"/>
                    <a:pt x="17" y="141"/>
                  </a:cubicBezTo>
                  <a:lnTo>
                    <a:pt x="17" y="157"/>
                  </a:lnTo>
                  <a:cubicBezTo>
                    <a:pt x="38" y="174"/>
                    <a:pt x="71" y="194"/>
                    <a:pt x="87" y="194"/>
                  </a:cubicBezTo>
                  <a:cubicBezTo>
                    <a:pt x="97" y="199"/>
                    <a:pt x="106" y="201"/>
                    <a:pt x="116" y="201"/>
                  </a:cubicBezTo>
                  <a:cubicBezTo>
                    <a:pt x="140" y="201"/>
                    <a:pt x="162" y="188"/>
                    <a:pt x="174" y="174"/>
                  </a:cubicBezTo>
                  <a:cubicBezTo>
                    <a:pt x="190" y="157"/>
                    <a:pt x="207" y="141"/>
                    <a:pt x="207" y="108"/>
                  </a:cubicBezTo>
                  <a:cubicBezTo>
                    <a:pt x="223" y="91"/>
                    <a:pt x="207" y="54"/>
                    <a:pt x="190" y="38"/>
                  </a:cubicBezTo>
                  <a:cubicBezTo>
                    <a:pt x="174" y="21"/>
                    <a:pt x="157" y="5"/>
                    <a:pt x="120" y="5"/>
                  </a:cubicBezTo>
                  <a:cubicBezTo>
                    <a:pt x="112" y="2"/>
                    <a:pt x="103" y="1"/>
                    <a:pt x="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6" name="Google Shape;12126;p31"/>
            <p:cNvSpPr/>
            <p:nvPr/>
          </p:nvSpPr>
          <p:spPr>
            <a:xfrm>
              <a:off x="4084500" y="2951725"/>
              <a:ext cx="5575" cy="5325"/>
            </a:xfrm>
            <a:custGeom>
              <a:avLst/>
              <a:gdLst/>
              <a:ahLst/>
              <a:cxnLst/>
              <a:rect l="l" t="t" r="r" b="b"/>
              <a:pathLst>
                <a:path w="223" h="213" extrusionOk="0">
                  <a:moveTo>
                    <a:pt x="113" y="1"/>
                  </a:moveTo>
                  <a:cubicBezTo>
                    <a:pt x="84" y="1"/>
                    <a:pt x="54" y="14"/>
                    <a:pt x="33" y="44"/>
                  </a:cubicBezTo>
                  <a:cubicBezTo>
                    <a:pt x="17" y="60"/>
                    <a:pt x="0" y="93"/>
                    <a:pt x="0" y="110"/>
                  </a:cubicBezTo>
                  <a:cubicBezTo>
                    <a:pt x="0" y="126"/>
                    <a:pt x="17" y="126"/>
                    <a:pt x="17" y="147"/>
                  </a:cubicBezTo>
                  <a:cubicBezTo>
                    <a:pt x="17" y="163"/>
                    <a:pt x="33" y="180"/>
                    <a:pt x="54" y="180"/>
                  </a:cubicBezTo>
                  <a:cubicBezTo>
                    <a:pt x="70" y="196"/>
                    <a:pt x="87" y="213"/>
                    <a:pt x="120" y="213"/>
                  </a:cubicBezTo>
                  <a:cubicBezTo>
                    <a:pt x="157" y="196"/>
                    <a:pt x="173" y="196"/>
                    <a:pt x="190" y="163"/>
                  </a:cubicBezTo>
                  <a:cubicBezTo>
                    <a:pt x="206" y="147"/>
                    <a:pt x="223" y="126"/>
                    <a:pt x="206" y="93"/>
                  </a:cubicBezTo>
                  <a:cubicBezTo>
                    <a:pt x="206" y="60"/>
                    <a:pt x="206" y="44"/>
                    <a:pt x="173" y="23"/>
                  </a:cubicBezTo>
                  <a:cubicBezTo>
                    <a:pt x="157" y="9"/>
                    <a:pt x="135" y="1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7" name="Google Shape;12127;p31"/>
            <p:cNvSpPr/>
            <p:nvPr/>
          </p:nvSpPr>
          <p:spPr>
            <a:xfrm>
              <a:off x="4074175" y="2942825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00" y="1"/>
                  </a:moveTo>
                  <a:cubicBezTo>
                    <a:pt x="57" y="1"/>
                    <a:pt x="15" y="44"/>
                    <a:pt x="1" y="91"/>
                  </a:cubicBezTo>
                  <a:cubicBezTo>
                    <a:pt x="1" y="107"/>
                    <a:pt x="1" y="124"/>
                    <a:pt x="17" y="140"/>
                  </a:cubicBezTo>
                  <a:cubicBezTo>
                    <a:pt x="17" y="173"/>
                    <a:pt x="54" y="210"/>
                    <a:pt x="87" y="210"/>
                  </a:cubicBezTo>
                  <a:cubicBezTo>
                    <a:pt x="158" y="210"/>
                    <a:pt x="207" y="173"/>
                    <a:pt x="207" y="124"/>
                  </a:cubicBezTo>
                  <a:cubicBezTo>
                    <a:pt x="223" y="91"/>
                    <a:pt x="207" y="70"/>
                    <a:pt x="190" y="37"/>
                  </a:cubicBezTo>
                  <a:cubicBezTo>
                    <a:pt x="174" y="21"/>
                    <a:pt x="158" y="4"/>
                    <a:pt x="120" y="4"/>
                  </a:cubicBezTo>
                  <a:cubicBezTo>
                    <a:pt x="114" y="2"/>
                    <a:pt x="107" y="1"/>
                    <a:pt x="1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8" name="Google Shape;12128;p31"/>
            <p:cNvSpPr/>
            <p:nvPr/>
          </p:nvSpPr>
          <p:spPr>
            <a:xfrm>
              <a:off x="4080150" y="3053975"/>
              <a:ext cx="6125" cy="5075"/>
            </a:xfrm>
            <a:custGeom>
              <a:avLst/>
              <a:gdLst/>
              <a:ahLst/>
              <a:cxnLst/>
              <a:rect l="l" t="t" r="r" b="b"/>
              <a:pathLst>
                <a:path w="245" h="203" extrusionOk="0">
                  <a:moveTo>
                    <a:pt x="127" y="1"/>
                  </a:moveTo>
                  <a:cubicBezTo>
                    <a:pt x="114" y="1"/>
                    <a:pt x="101" y="3"/>
                    <a:pt x="88" y="7"/>
                  </a:cubicBezTo>
                  <a:cubicBezTo>
                    <a:pt x="38" y="23"/>
                    <a:pt x="1" y="93"/>
                    <a:pt x="22" y="143"/>
                  </a:cubicBezTo>
                  <a:cubicBezTo>
                    <a:pt x="34" y="183"/>
                    <a:pt x="75" y="202"/>
                    <a:pt x="117" y="202"/>
                  </a:cubicBezTo>
                  <a:cubicBezTo>
                    <a:pt x="130" y="202"/>
                    <a:pt x="144" y="200"/>
                    <a:pt x="158" y="196"/>
                  </a:cubicBezTo>
                  <a:cubicBezTo>
                    <a:pt x="207" y="180"/>
                    <a:pt x="244" y="110"/>
                    <a:pt x="228" y="56"/>
                  </a:cubicBezTo>
                  <a:cubicBezTo>
                    <a:pt x="200" y="19"/>
                    <a:pt x="165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9" name="Google Shape;12129;p31"/>
            <p:cNvSpPr/>
            <p:nvPr/>
          </p:nvSpPr>
          <p:spPr>
            <a:xfrm>
              <a:off x="4069450" y="3061700"/>
              <a:ext cx="6100" cy="5075"/>
            </a:xfrm>
            <a:custGeom>
              <a:avLst/>
              <a:gdLst/>
              <a:ahLst/>
              <a:cxnLst/>
              <a:rect l="l" t="t" r="r" b="b"/>
              <a:pathLst>
                <a:path w="244" h="203" extrusionOk="0">
                  <a:moveTo>
                    <a:pt x="128" y="1"/>
                  </a:moveTo>
                  <a:cubicBezTo>
                    <a:pt x="114" y="1"/>
                    <a:pt x="100" y="3"/>
                    <a:pt x="87" y="7"/>
                  </a:cubicBezTo>
                  <a:cubicBezTo>
                    <a:pt x="37" y="23"/>
                    <a:pt x="0" y="77"/>
                    <a:pt x="17" y="143"/>
                  </a:cubicBezTo>
                  <a:cubicBezTo>
                    <a:pt x="45" y="183"/>
                    <a:pt x="80" y="203"/>
                    <a:pt x="118" y="203"/>
                  </a:cubicBezTo>
                  <a:cubicBezTo>
                    <a:pt x="131" y="203"/>
                    <a:pt x="144" y="201"/>
                    <a:pt x="157" y="197"/>
                  </a:cubicBezTo>
                  <a:cubicBezTo>
                    <a:pt x="223" y="180"/>
                    <a:pt x="243" y="110"/>
                    <a:pt x="223" y="56"/>
                  </a:cubicBezTo>
                  <a:cubicBezTo>
                    <a:pt x="210" y="19"/>
                    <a:pt x="170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0" name="Google Shape;12130;p31"/>
            <p:cNvSpPr/>
            <p:nvPr/>
          </p:nvSpPr>
          <p:spPr>
            <a:xfrm>
              <a:off x="4069025" y="3047225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37" y="0"/>
                  </a:moveTo>
                  <a:cubicBezTo>
                    <a:pt x="71" y="0"/>
                    <a:pt x="17" y="38"/>
                    <a:pt x="17" y="87"/>
                  </a:cubicBezTo>
                  <a:cubicBezTo>
                    <a:pt x="1" y="104"/>
                    <a:pt x="17" y="120"/>
                    <a:pt x="17" y="141"/>
                  </a:cubicBezTo>
                  <a:cubicBezTo>
                    <a:pt x="17" y="157"/>
                    <a:pt x="17" y="157"/>
                    <a:pt x="34" y="174"/>
                  </a:cubicBezTo>
                  <a:cubicBezTo>
                    <a:pt x="54" y="190"/>
                    <a:pt x="71" y="207"/>
                    <a:pt x="104" y="207"/>
                  </a:cubicBezTo>
                  <a:cubicBezTo>
                    <a:pt x="111" y="209"/>
                    <a:pt x="118" y="210"/>
                    <a:pt x="125" y="210"/>
                  </a:cubicBezTo>
                  <a:cubicBezTo>
                    <a:pt x="170" y="210"/>
                    <a:pt x="209" y="166"/>
                    <a:pt x="223" y="120"/>
                  </a:cubicBezTo>
                  <a:cubicBezTo>
                    <a:pt x="223" y="87"/>
                    <a:pt x="223" y="71"/>
                    <a:pt x="207" y="54"/>
                  </a:cubicBezTo>
                  <a:cubicBezTo>
                    <a:pt x="190" y="17"/>
                    <a:pt x="157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1" name="Google Shape;12131;p31"/>
            <p:cNvSpPr/>
            <p:nvPr/>
          </p:nvSpPr>
          <p:spPr>
            <a:xfrm>
              <a:off x="4069850" y="3126200"/>
              <a:ext cx="5700" cy="5250"/>
            </a:xfrm>
            <a:custGeom>
              <a:avLst/>
              <a:gdLst/>
              <a:ahLst/>
              <a:cxnLst/>
              <a:rect l="l" t="t" r="r" b="b"/>
              <a:pathLst>
                <a:path w="228" h="210" extrusionOk="0">
                  <a:moveTo>
                    <a:pt x="103" y="0"/>
                  </a:moveTo>
                  <a:cubicBezTo>
                    <a:pt x="58" y="0"/>
                    <a:pt x="19" y="44"/>
                    <a:pt x="1" y="90"/>
                  </a:cubicBezTo>
                  <a:cubicBezTo>
                    <a:pt x="1" y="107"/>
                    <a:pt x="1" y="123"/>
                    <a:pt x="21" y="140"/>
                  </a:cubicBezTo>
                  <a:lnTo>
                    <a:pt x="21" y="156"/>
                  </a:lnTo>
                  <a:cubicBezTo>
                    <a:pt x="38" y="193"/>
                    <a:pt x="71" y="210"/>
                    <a:pt x="87" y="210"/>
                  </a:cubicBezTo>
                  <a:cubicBezTo>
                    <a:pt x="157" y="210"/>
                    <a:pt x="207" y="177"/>
                    <a:pt x="207" y="123"/>
                  </a:cubicBezTo>
                  <a:cubicBezTo>
                    <a:pt x="227" y="90"/>
                    <a:pt x="207" y="74"/>
                    <a:pt x="190" y="37"/>
                  </a:cubicBezTo>
                  <a:cubicBezTo>
                    <a:pt x="174" y="20"/>
                    <a:pt x="157" y="4"/>
                    <a:pt x="124" y="4"/>
                  </a:cubicBezTo>
                  <a:cubicBezTo>
                    <a:pt x="117" y="2"/>
                    <a:pt x="11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2" name="Google Shape;12132;p31"/>
            <p:cNvSpPr/>
            <p:nvPr/>
          </p:nvSpPr>
          <p:spPr>
            <a:xfrm>
              <a:off x="4070375" y="3033400"/>
              <a:ext cx="6000" cy="5200"/>
            </a:xfrm>
            <a:custGeom>
              <a:avLst/>
              <a:gdLst/>
              <a:ahLst/>
              <a:cxnLst/>
              <a:rect l="l" t="t" r="r" b="b"/>
              <a:pathLst>
                <a:path w="240" h="208" extrusionOk="0">
                  <a:moveTo>
                    <a:pt x="112" y="1"/>
                  </a:moveTo>
                  <a:cubicBezTo>
                    <a:pt x="102" y="1"/>
                    <a:pt x="92" y="2"/>
                    <a:pt x="83" y="5"/>
                  </a:cubicBezTo>
                  <a:cubicBezTo>
                    <a:pt x="33" y="22"/>
                    <a:pt x="0" y="92"/>
                    <a:pt x="17" y="141"/>
                  </a:cubicBezTo>
                  <a:cubicBezTo>
                    <a:pt x="41" y="180"/>
                    <a:pt x="75" y="208"/>
                    <a:pt x="111" y="208"/>
                  </a:cubicBezTo>
                  <a:cubicBezTo>
                    <a:pt x="125" y="208"/>
                    <a:pt x="139" y="204"/>
                    <a:pt x="153" y="195"/>
                  </a:cubicBezTo>
                  <a:cubicBezTo>
                    <a:pt x="206" y="178"/>
                    <a:pt x="239" y="125"/>
                    <a:pt x="223" y="75"/>
                  </a:cubicBezTo>
                  <a:cubicBezTo>
                    <a:pt x="209" y="31"/>
                    <a:pt x="159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3" name="Google Shape;12133;p31"/>
            <p:cNvSpPr/>
            <p:nvPr/>
          </p:nvSpPr>
          <p:spPr>
            <a:xfrm>
              <a:off x="4073775" y="3098600"/>
              <a:ext cx="5575" cy="5100"/>
            </a:xfrm>
            <a:custGeom>
              <a:avLst/>
              <a:gdLst/>
              <a:ahLst/>
              <a:cxnLst/>
              <a:rect l="l" t="t" r="r" b="b"/>
              <a:pathLst>
                <a:path w="223" h="204" extrusionOk="0">
                  <a:moveTo>
                    <a:pt x="105" y="1"/>
                  </a:moveTo>
                  <a:cubicBezTo>
                    <a:pt x="76" y="1"/>
                    <a:pt x="47" y="14"/>
                    <a:pt x="17" y="44"/>
                  </a:cubicBezTo>
                  <a:cubicBezTo>
                    <a:pt x="0" y="60"/>
                    <a:pt x="0" y="77"/>
                    <a:pt x="0" y="110"/>
                  </a:cubicBezTo>
                  <a:cubicBezTo>
                    <a:pt x="0" y="126"/>
                    <a:pt x="0" y="126"/>
                    <a:pt x="17" y="147"/>
                  </a:cubicBezTo>
                  <a:cubicBezTo>
                    <a:pt x="17" y="164"/>
                    <a:pt x="33" y="164"/>
                    <a:pt x="33" y="180"/>
                  </a:cubicBezTo>
                  <a:cubicBezTo>
                    <a:pt x="60" y="192"/>
                    <a:pt x="75" y="203"/>
                    <a:pt x="94" y="203"/>
                  </a:cubicBezTo>
                  <a:cubicBezTo>
                    <a:pt x="102" y="203"/>
                    <a:pt x="110" y="201"/>
                    <a:pt x="120" y="197"/>
                  </a:cubicBezTo>
                  <a:cubicBezTo>
                    <a:pt x="153" y="197"/>
                    <a:pt x="174" y="180"/>
                    <a:pt x="190" y="164"/>
                  </a:cubicBezTo>
                  <a:cubicBezTo>
                    <a:pt x="206" y="147"/>
                    <a:pt x="223" y="110"/>
                    <a:pt x="206" y="93"/>
                  </a:cubicBezTo>
                  <a:cubicBezTo>
                    <a:pt x="206" y="60"/>
                    <a:pt x="190" y="44"/>
                    <a:pt x="174" y="23"/>
                  </a:cubicBezTo>
                  <a:cubicBezTo>
                    <a:pt x="150" y="9"/>
                    <a:pt x="127" y="1"/>
                    <a:pt x="1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4" name="Google Shape;12134;p31"/>
            <p:cNvSpPr/>
            <p:nvPr/>
          </p:nvSpPr>
          <p:spPr>
            <a:xfrm>
              <a:off x="4075525" y="3084900"/>
              <a:ext cx="5600" cy="5100"/>
            </a:xfrm>
            <a:custGeom>
              <a:avLst/>
              <a:gdLst/>
              <a:ahLst/>
              <a:cxnLst/>
              <a:rect l="l" t="t" r="r" b="b"/>
              <a:pathLst>
                <a:path w="224" h="204" extrusionOk="0">
                  <a:moveTo>
                    <a:pt x="108" y="0"/>
                  </a:moveTo>
                  <a:cubicBezTo>
                    <a:pt x="94" y="0"/>
                    <a:pt x="80" y="2"/>
                    <a:pt x="66" y="7"/>
                  </a:cubicBezTo>
                  <a:cubicBezTo>
                    <a:pt x="17" y="23"/>
                    <a:pt x="0" y="77"/>
                    <a:pt x="17" y="143"/>
                  </a:cubicBezTo>
                  <a:cubicBezTo>
                    <a:pt x="17" y="143"/>
                    <a:pt x="33" y="159"/>
                    <a:pt x="33" y="180"/>
                  </a:cubicBezTo>
                  <a:cubicBezTo>
                    <a:pt x="57" y="191"/>
                    <a:pt x="82" y="203"/>
                    <a:pt x="112" y="203"/>
                  </a:cubicBezTo>
                  <a:cubicBezTo>
                    <a:pt x="125" y="203"/>
                    <a:pt x="138" y="201"/>
                    <a:pt x="153" y="196"/>
                  </a:cubicBezTo>
                  <a:cubicBezTo>
                    <a:pt x="186" y="180"/>
                    <a:pt x="207" y="143"/>
                    <a:pt x="223" y="110"/>
                  </a:cubicBezTo>
                  <a:cubicBezTo>
                    <a:pt x="223" y="93"/>
                    <a:pt x="223" y="77"/>
                    <a:pt x="207" y="56"/>
                  </a:cubicBezTo>
                  <a:cubicBezTo>
                    <a:pt x="191" y="19"/>
                    <a:pt x="150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5" name="Google Shape;12135;p31"/>
            <p:cNvSpPr/>
            <p:nvPr/>
          </p:nvSpPr>
          <p:spPr>
            <a:xfrm>
              <a:off x="4079325" y="3072875"/>
              <a:ext cx="5200" cy="4975"/>
            </a:xfrm>
            <a:custGeom>
              <a:avLst/>
              <a:gdLst/>
              <a:ahLst/>
              <a:cxnLst/>
              <a:rect l="l" t="t" r="r" b="b"/>
              <a:pathLst>
                <a:path w="208" h="199" extrusionOk="0">
                  <a:moveTo>
                    <a:pt x="95" y="1"/>
                  </a:moveTo>
                  <a:cubicBezTo>
                    <a:pt x="54" y="1"/>
                    <a:pt x="15" y="34"/>
                    <a:pt x="1" y="92"/>
                  </a:cubicBezTo>
                  <a:lnTo>
                    <a:pt x="1" y="145"/>
                  </a:lnTo>
                  <a:cubicBezTo>
                    <a:pt x="17" y="145"/>
                    <a:pt x="17" y="162"/>
                    <a:pt x="17" y="162"/>
                  </a:cubicBezTo>
                  <a:cubicBezTo>
                    <a:pt x="34" y="178"/>
                    <a:pt x="71" y="195"/>
                    <a:pt x="88" y="195"/>
                  </a:cubicBezTo>
                  <a:cubicBezTo>
                    <a:pt x="96" y="198"/>
                    <a:pt x="105" y="199"/>
                    <a:pt x="114" y="199"/>
                  </a:cubicBezTo>
                  <a:cubicBezTo>
                    <a:pt x="159" y="199"/>
                    <a:pt x="207" y="166"/>
                    <a:pt x="207" y="108"/>
                  </a:cubicBezTo>
                  <a:cubicBezTo>
                    <a:pt x="207" y="92"/>
                    <a:pt x="207" y="59"/>
                    <a:pt x="191" y="42"/>
                  </a:cubicBezTo>
                  <a:cubicBezTo>
                    <a:pt x="174" y="22"/>
                    <a:pt x="158" y="5"/>
                    <a:pt x="121" y="5"/>
                  </a:cubicBezTo>
                  <a:cubicBezTo>
                    <a:pt x="112" y="2"/>
                    <a:pt x="104" y="1"/>
                    <a:pt x="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6" name="Google Shape;12136;p31"/>
            <p:cNvSpPr/>
            <p:nvPr/>
          </p:nvSpPr>
          <p:spPr>
            <a:xfrm>
              <a:off x="4071600" y="3110225"/>
              <a:ext cx="5175" cy="5350"/>
            </a:xfrm>
            <a:custGeom>
              <a:avLst/>
              <a:gdLst/>
              <a:ahLst/>
              <a:cxnLst/>
              <a:rect l="l" t="t" r="r" b="b"/>
              <a:pathLst>
                <a:path w="207" h="214" extrusionOk="0">
                  <a:moveTo>
                    <a:pt x="91" y="1"/>
                  </a:moveTo>
                  <a:cubicBezTo>
                    <a:pt x="68" y="1"/>
                    <a:pt x="43" y="13"/>
                    <a:pt x="17" y="24"/>
                  </a:cubicBezTo>
                  <a:cubicBezTo>
                    <a:pt x="17" y="41"/>
                    <a:pt x="1" y="57"/>
                    <a:pt x="1" y="94"/>
                  </a:cubicBezTo>
                  <a:lnTo>
                    <a:pt x="1" y="144"/>
                  </a:lnTo>
                  <a:cubicBezTo>
                    <a:pt x="17" y="177"/>
                    <a:pt x="54" y="197"/>
                    <a:pt x="87" y="214"/>
                  </a:cubicBezTo>
                  <a:cubicBezTo>
                    <a:pt x="157" y="214"/>
                    <a:pt x="190" y="177"/>
                    <a:pt x="207" y="127"/>
                  </a:cubicBezTo>
                  <a:cubicBezTo>
                    <a:pt x="207" y="94"/>
                    <a:pt x="207" y="57"/>
                    <a:pt x="190" y="41"/>
                  </a:cubicBezTo>
                  <a:cubicBezTo>
                    <a:pt x="174" y="24"/>
                    <a:pt x="137" y="8"/>
                    <a:pt x="120" y="8"/>
                  </a:cubicBezTo>
                  <a:cubicBezTo>
                    <a:pt x="111" y="3"/>
                    <a:pt x="101" y="1"/>
                    <a:pt x="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7" name="Google Shape;12137;p31"/>
            <p:cNvSpPr/>
            <p:nvPr/>
          </p:nvSpPr>
          <p:spPr>
            <a:xfrm>
              <a:off x="4052325" y="3004650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93" y="1"/>
                  </a:moveTo>
                  <a:cubicBezTo>
                    <a:pt x="51" y="1"/>
                    <a:pt x="14" y="33"/>
                    <a:pt x="1" y="91"/>
                  </a:cubicBezTo>
                  <a:cubicBezTo>
                    <a:pt x="1" y="108"/>
                    <a:pt x="1" y="124"/>
                    <a:pt x="17" y="141"/>
                  </a:cubicBezTo>
                  <a:cubicBezTo>
                    <a:pt x="17" y="141"/>
                    <a:pt x="17" y="157"/>
                    <a:pt x="34" y="157"/>
                  </a:cubicBezTo>
                  <a:cubicBezTo>
                    <a:pt x="34" y="174"/>
                    <a:pt x="67" y="194"/>
                    <a:pt x="104" y="211"/>
                  </a:cubicBezTo>
                  <a:cubicBezTo>
                    <a:pt x="153" y="211"/>
                    <a:pt x="207" y="174"/>
                    <a:pt x="207" y="124"/>
                  </a:cubicBezTo>
                  <a:cubicBezTo>
                    <a:pt x="223" y="91"/>
                    <a:pt x="207" y="54"/>
                    <a:pt x="186" y="38"/>
                  </a:cubicBezTo>
                  <a:cubicBezTo>
                    <a:pt x="170" y="21"/>
                    <a:pt x="153" y="5"/>
                    <a:pt x="120" y="5"/>
                  </a:cubicBezTo>
                  <a:cubicBezTo>
                    <a:pt x="111" y="2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8" name="Google Shape;12138;p31"/>
            <p:cNvSpPr/>
            <p:nvPr/>
          </p:nvSpPr>
          <p:spPr>
            <a:xfrm>
              <a:off x="4038100" y="3009900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20" y="1"/>
                  </a:moveTo>
                  <a:cubicBezTo>
                    <a:pt x="104" y="1"/>
                    <a:pt x="71" y="1"/>
                    <a:pt x="54" y="17"/>
                  </a:cubicBezTo>
                  <a:cubicBezTo>
                    <a:pt x="17" y="34"/>
                    <a:pt x="17" y="67"/>
                    <a:pt x="1" y="88"/>
                  </a:cubicBezTo>
                  <a:cubicBezTo>
                    <a:pt x="1" y="104"/>
                    <a:pt x="1" y="121"/>
                    <a:pt x="17" y="137"/>
                  </a:cubicBezTo>
                  <a:lnTo>
                    <a:pt x="17" y="170"/>
                  </a:lnTo>
                  <a:cubicBezTo>
                    <a:pt x="34" y="191"/>
                    <a:pt x="71" y="207"/>
                    <a:pt x="87" y="207"/>
                  </a:cubicBezTo>
                  <a:cubicBezTo>
                    <a:pt x="96" y="209"/>
                    <a:pt x="105" y="210"/>
                    <a:pt x="113" y="210"/>
                  </a:cubicBezTo>
                  <a:cubicBezTo>
                    <a:pt x="169" y="210"/>
                    <a:pt x="207" y="164"/>
                    <a:pt x="207" y="121"/>
                  </a:cubicBezTo>
                  <a:cubicBezTo>
                    <a:pt x="223" y="88"/>
                    <a:pt x="207" y="67"/>
                    <a:pt x="190" y="50"/>
                  </a:cubicBezTo>
                  <a:cubicBezTo>
                    <a:pt x="174" y="17"/>
                    <a:pt x="15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9" name="Google Shape;12139;p31"/>
            <p:cNvSpPr/>
            <p:nvPr/>
          </p:nvSpPr>
          <p:spPr>
            <a:xfrm>
              <a:off x="4030800" y="2971975"/>
              <a:ext cx="6100" cy="5400"/>
            </a:xfrm>
            <a:custGeom>
              <a:avLst/>
              <a:gdLst/>
              <a:ahLst/>
              <a:cxnLst/>
              <a:rect l="l" t="t" r="r" b="b"/>
              <a:pathLst>
                <a:path w="244" h="216" extrusionOk="0">
                  <a:moveTo>
                    <a:pt x="116" y="1"/>
                  </a:moveTo>
                  <a:cubicBezTo>
                    <a:pt x="106" y="1"/>
                    <a:pt x="96" y="2"/>
                    <a:pt x="87" y="5"/>
                  </a:cubicBezTo>
                  <a:cubicBezTo>
                    <a:pt x="37" y="38"/>
                    <a:pt x="0" y="91"/>
                    <a:pt x="17" y="141"/>
                  </a:cubicBezTo>
                  <a:cubicBezTo>
                    <a:pt x="47" y="185"/>
                    <a:pt x="86" y="215"/>
                    <a:pt x="129" y="215"/>
                  </a:cubicBezTo>
                  <a:cubicBezTo>
                    <a:pt x="138" y="215"/>
                    <a:pt x="147" y="214"/>
                    <a:pt x="157" y="211"/>
                  </a:cubicBezTo>
                  <a:cubicBezTo>
                    <a:pt x="206" y="178"/>
                    <a:pt x="243" y="124"/>
                    <a:pt x="223" y="75"/>
                  </a:cubicBezTo>
                  <a:cubicBezTo>
                    <a:pt x="209" y="31"/>
                    <a:pt x="162" y="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0" name="Google Shape;12140;p31"/>
            <p:cNvSpPr/>
            <p:nvPr/>
          </p:nvSpPr>
          <p:spPr>
            <a:xfrm>
              <a:off x="4034300" y="3023200"/>
              <a:ext cx="6000" cy="5100"/>
            </a:xfrm>
            <a:custGeom>
              <a:avLst/>
              <a:gdLst/>
              <a:ahLst/>
              <a:cxnLst/>
              <a:rect l="l" t="t" r="r" b="b"/>
              <a:pathLst>
                <a:path w="240" h="204" extrusionOk="0">
                  <a:moveTo>
                    <a:pt x="83" y="1"/>
                  </a:moveTo>
                  <a:cubicBezTo>
                    <a:pt x="33" y="17"/>
                    <a:pt x="0" y="87"/>
                    <a:pt x="17" y="137"/>
                  </a:cubicBezTo>
                  <a:cubicBezTo>
                    <a:pt x="41" y="176"/>
                    <a:pt x="75" y="204"/>
                    <a:pt x="111" y="204"/>
                  </a:cubicBezTo>
                  <a:cubicBezTo>
                    <a:pt x="125" y="204"/>
                    <a:pt x="139" y="200"/>
                    <a:pt x="153" y="190"/>
                  </a:cubicBezTo>
                  <a:cubicBezTo>
                    <a:pt x="169" y="190"/>
                    <a:pt x="186" y="174"/>
                    <a:pt x="206" y="174"/>
                  </a:cubicBezTo>
                  <a:cubicBezTo>
                    <a:pt x="223" y="137"/>
                    <a:pt x="239" y="104"/>
                    <a:pt x="223" y="71"/>
                  </a:cubicBezTo>
                  <a:cubicBezTo>
                    <a:pt x="206" y="17"/>
                    <a:pt x="169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1" name="Google Shape;12141;p31"/>
            <p:cNvSpPr/>
            <p:nvPr/>
          </p:nvSpPr>
          <p:spPr>
            <a:xfrm>
              <a:off x="4042425" y="2979000"/>
              <a:ext cx="5200" cy="5250"/>
            </a:xfrm>
            <a:custGeom>
              <a:avLst/>
              <a:gdLst/>
              <a:ahLst/>
              <a:cxnLst/>
              <a:rect l="l" t="t" r="r" b="b"/>
              <a:pathLst>
                <a:path w="208" h="210" extrusionOk="0">
                  <a:moveTo>
                    <a:pt x="121" y="0"/>
                  </a:moveTo>
                  <a:cubicBezTo>
                    <a:pt x="67" y="0"/>
                    <a:pt x="1" y="33"/>
                    <a:pt x="1" y="87"/>
                  </a:cubicBezTo>
                  <a:lnTo>
                    <a:pt x="1" y="136"/>
                  </a:lnTo>
                  <a:cubicBezTo>
                    <a:pt x="1" y="153"/>
                    <a:pt x="17" y="153"/>
                    <a:pt x="17" y="169"/>
                  </a:cubicBezTo>
                  <a:cubicBezTo>
                    <a:pt x="34" y="190"/>
                    <a:pt x="50" y="206"/>
                    <a:pt x="88" y="206"/>
                  </a:cubicBezTo>
                  <a:cubicBezTo>
                    <a:pt x="94" y="208"/>
                    <a:pt x="100" y="209"/>
                    <a:pt x="107" y="209"/>
                  </a:cubicBezTo>
                  <a:cubicBezTo>
                    <a:pt x="154" y="209"/>
                    <a:pt x="207" y="163"/>
                    <a:pt x="207" y="120"/>
                  </a:cubicBezTo>
                  <a:cubicBezTo>
                    <a:pt x="207" y="103"/>
                    <a:pt x="207" y="66"/>
                    <a:pt x="191" y="50"/>
                  </a:cubicBezTo>
                  <a:cubicBezTo>
                    <a:pt x="170" y="17"/>
                    <a:pt x="154" y="17"/>
                    <a:pt x="1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2" name="Google Shape;12142;p31"/>
            <p:cNvSpPr/>
            <p:nvPr/>
          </p:nvSpPr>
          <p:spPr>
            <a:xfrm>
              <a:off x="4031725" y="2957825"/>
              <a:ext cx="6000" cy="5175"/>
            </a:xfrm>
            <a:custGeom>
              <a:avLst/>
              <a:gdLst/>
              <a:ahLst/>
              <a:cxnLst/>
              <a:rect l="l" t="t" r="r" b="b"/>
              <a:pathLst>
                <a:path w="240" h="207" extrusionOk="0">
                  <a:moveTo>
                    <a:pt x="113" y="0"/>
                  </a:moveTo>
                  <a:cubicBezTo>
                    <a:pt x="103" y="0"/>
                    <a:pt x="93" y="2"/>
                    <a:pt x="83" y="6"/>
                  </a:cubicBezTo>
                  <a:cubicBezTo>
                    <a:pt x="33" y="23"/>
                    <a:pt x="0" y="88"/>
                    <a:pt x="17" y="142"/>
                  </a:cubicBezTo>
                  <a:cubicBezTo>
                    <a:pt x="29" y="178"/>
                    <a:pt x="68" y="207"/>
                    <a:pt x="107" y="207"/>
                  </a:cubicBezTo>
                  <a:cubicBezTo>
                    <a:pt x="123" y="207"/>
                    <a:pt x="139" y="202"/>
                    <a:pt x="153" y="192"/>
                  </a:cubicBezTo>
                  <a:cubicBezTo>
                    <a:pt x="206" y="175"/>
                    <a:pt x="239" y="126"/>
                    <a:pt x="223" y="72"/>
                  </a:cubicBezTo>
                  <a:cubicBezTo>
                    <a:pt x="193" y="32"/>
                    <a:pt x="155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3" name="Google Shape;12143;p31"/>
            <p:cNvSpPr/>
            <p:nvPr/>
          </p:nvSpPr>
          <p:spPr>
            <a:xfrm>
              <a:off x="4101300" y="301107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99" y="0"/>
                  </a:moveTo>
                  <a:cubicBezTo>
                    <a:pt x="51" y="0"/>
                    <a:pt x="0" y="47"/>
                    <a:pt x="0" y="90"/>
                  </a:cubicBezTo>
                  <a:lnTo>
                    <a:pt x="0" y="144"/>
                  </a:lnTo>
                  <a:cubicBezTo>
                    <a:pt x="17" y="177"/>
                    <a:pt x="50" y="193"/>
                    <a:pt x="83" y="210"/>
                  </a:cubicBezTo>
                  <a:cubicBezTo>
                    <a:pt x="136" y="210"/>
                    <a:pt x="206" y="177"/>
                    <a:pt x="206" y="123"/>
                  </a:cubicBezTo>
                  <a:cubicBezTo>
                    <a:pt x="206" y="90"/>
                    <a:pt x="206" y="74"/>
                    <a:pt x="186" y="41"/>
                  </a:cubicBezTo>
                  <a:cubicBezTo>
                    <a:pt x="169" y="20"/>
                    <a:pt x="153" y="3"/>
                    <a:pt x="120" y="3"/>
                  </a:cubicBezTo>
                  <a:cubicBezTo>
                    <a:pt x="113" y="1"/>
                    <a:pt x="106" y="0"/>
                    <a:pt x="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4" name="Google Shape;12144;p31"/>
            <p:cNvSpPr/>
            <p:nvPr/>
          </p:nvSpPr>
          <p:spPr>
            <a:xfrm>
              <a:off x="4024800" y="3014000"/>
              <a:ext cx="5200" cy="4900"/>
            </a:xfrm>
            <a:custGeom>
              <a:avLst/>
              <a:gdLst/>
              <a:ahLst/>
              <a:cxnLst/>
              <a:rect l="l" t="t" r="r" b="b"/>
              <a:pathLst>
                <a:path w="208" h="196" extrusionOk="0">
                  <a:moveTo>
                    <a:pt x="96" y="1"/>
                  </a:moveTo>
                  <a:cubicBezTo>
                    <a:pt x="65" y="1"/>
                    <a:pt x="35" y="14"/>
                    <a:pt x="17" y="43"/>
                  </a:cubicBezTo>
                  <a:cubicBezTo>
                    <a:pt x="1" y="60"/>
                    <a:pt x="1" y="76"/>
                    <a:pt x="1" y="109"/>
                  </a:cubicBezTo>
                  <a:lnTo>
                    <a:pt x="1" y="130"/>
                  </a:lnTo>
                  <a:cubicBezTo>
                    <a:pt x="1" y="146"/>
                    <a:pt x="17" y="163"/>
                    <a:pt x="34" y="179"/>
                  </a:cubicBezTo>
                  <a:cubicBezTo>
                    <a:pt x="50" y="196"/>
                    <a:pt x="88" y="196"/>
                    <a:pt x="104" y="196"/>
                  </a:cubicBezTo>
                  <a:cubicBezTo>
                    <a:pt x="137" y="196"/>
                    <a:pt x="174" y="179"/>
                    <a:pt x="191" y="163"/>
                  </a:cubicBezTo>
                  <a:cubicBezTo>
                    <a:pt x="207" y="146"/>
                    <a:pt x="207" y="109"/>
                    <a:pt x="207" y="93"/>
                  </a:cubicBezTo>
                  <a:cubicBezTo>
                    <a:pt x="207" y="60"/>
                    <a:pt x="191" y="43"/>
                    <a:pt x="174" y="27"/>
                  </a:cubicBezTo>
                  <a:cubicBezTo>
                    <a:pt x="150" y="10"/>
                    <a:pt x="122" y="1"/>
                    <a:pt x="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5" name="Google Shape;12145;p31"/>
            <p:cNvSpPr/>
            <p:nvPr/>
          </p:nvSpPr>
          <p:spPr>
            <a:xfrm>
              <a:off x="4028625" y="2999500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97" y="0"/>
                  </a:moveTo>
                  <a:cubicBezTo>
                    <a:pt x="58" y="0"/>
                    <a:pt x="31" y="27"/>
                    <a:pt x="1" y="54"/>
                  </a:cubicBezTo>
                  <a:lnTo>
                    <a:pt x="1" y="91"/>
                  </a:lnTo>
                  <a:lnTo>
                    <a:pt x="1" y="141"/>
                  </a:lnTo>
                  <a:cubicBezTo>
                    <a:pt x="21" y="157"/>
                    <a:pt x="38" y="174"/>
                    <a:pt x="71" y="194"/>
                  </a:cubicBezTo>
                  <a:cubicBezTo>
                    <a:pt x="71" y="194"/>
                    <a:pt x="87" y="194"/>
                    <a:pt x="87" y="211"/>
                  </a:cubicBezTo>
                  <a:cubicBezTo>
                    <a:pt x="141" y="211"/>
                    <a:pt x="207" y="174"/>
                    <a:pt x="207" y="108"/>
                  </a:cubicBezTo>
                  <a:cubicBezTo>
                    <a:pt x="207" y="91"/>
                    <a:pt x="207" y="54"/>
                    <a:pt x="190" y="38"/>
                  </a:cubicBezTo>
                  <a:cubicBezTo>
                    <a:pt x="174" y="21"/>
                    <a:pt x="157" y="5"/>
                    <a:pt x="124" y="5"/>
                  </a:cubicBezTo>
                  <a:cubicBezTo>
                    <a:pt x="114" y="2"/>
                    <a:pt x="105" y="0"/>
                    <a:pt x="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6" name="Google Shape;12146;p31"/>
            <p:cNvSpPr/>
            <p:nvPr/>
          </p:nvSpPr>
          <p:spPr>
            <a:xfrm>
              <a:off x="4028625" y="2984925"/>
              <a:ext cx="5700" cy="5250"/>
            </a:xfrm>
            <a:custGeom>
              <a:avLst/>
              <a:gdLst/>
              <a:ahLst/>
              <a:cxnLst/>
              <a:rect l="l" t="t" r="r" b="b"/>
              <a:pathLst>
                <a:path w="228" h="210" extrusionOk="0">
                  <a:moveTo>
                    <a:pt x="128" y="1"/>
                  </a:moveTo>
                  <a:cubicBezTo>
                    <a:pt x="93" y="1"/>
                    <a:pt x="58" y="15"/>
                    <a:pt x="38" y="35"/>
                  </a:cubicBezTo>
                  <a:cubicBezTo>
                    <a:pt x="21" y="72"/>
                    <a:pt x="1" y="89"/>
                    <a:pt x="21" y="122"/>
                  </a:cubicBezTo>
                  <a:lnTo>
                    <a:pt x="21" y="138"/>
                  </a:lnTo>
                  <a:cubicBezTo>
                    <a:pt x="21" y="159"/>
                    <a:pt x="38" y="175"/>
                    <a:pt x="54" y="192"/>
                  </a:cubicBezTo>
                  <a:cubicBezTo>
                    <a:pt x="73" y="204"/>
                    <a:pt x="93" y="210"/>
                    <a:pt x="111" y="210"/>
                  </a:cubicBezTo>
                  <a:cubicBezTo>
                    <a:pt x="142" y="210"/>
                    <a:pt x="170" y="196"/>
                    <a:pt x="190" y="175"/>
                  </a:cubicBezTo>
                  <a:cubicBezTo>
                    <a:pt x="227" y="159"/>
                    <a:pt x="227" y="122"/>
                    <a:pt x="227" y="89"/>
                  </a:cubicBezTo>
                  <a:cubicBezTo>
                    <a:pt x="227" y="72"/>
                    <a:pt x="207" y="35"/>
                    <a:pt x="190" y="19"/>
                  </a:cubicBezTo>
                  <a:cubicBezTo>
                    <a:pt x="171" y="6"/>
                    <a:pt x="149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7" name="Google Shape;12147;p31"/>
            <p:cNvSpPr/>
            <p:nvPr/>
          </p:nvSpPr>
          <p:spPr>
            <a:xfrm>
              <a:off x="4066450" y="2984150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20" y="0"/>
                  </a:moveTo>
                  <a:cubicBezTo>
                    <a:pt x="71" y="0"/>
                    <a:pt x="17" y="33"/>
                    <a:pt x="1" y="87"/>
                  </a:cubicBezTo>
                  <a:cubicBezTo>
                    <a:pt x="1" y="103"/>
                    <a:pt x="1" y="120"/>
                    <a:pt x="17" y="136"/>
                  </a:cubicBezTo>
                  <a:lnTo>
                    <a:pt x="17" y="153"/>
                  </a:lnTo>
                  <a:cubicBezTo>
                    <a:pt x="34" y="190"/>
                    <a:pt x="71" y="206"/>
                    <a:pt x="87" y="206"/>
                  </a:cubicBezTo>
                  <a:cubicBezTo>
                    <a:pt x="157" y="206"/>
                    <a:pt x="207" y="169"/>
                    <a:pt x="207" y="120"/>
                  </a:cubicBezTo>
                  <a:cubicBezTo>
                    <a:pt x="223" y="87"/>
                    <a:pt x="207" y="66"/>
                    <a:pt x="190" y="33"/>
                  </a:cubicBezTo>
                  <a:cubicBezTo>
                    <a:pt x="174" y="17"/>
                    <a:pt x="15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8" name="Google Shape;12148;p31"/>
            <p:cNvSpPr/>
            <p:nvPr/>
          </p:nvSpPr>
          <p:spPr>
            <a:xfrm>
              <a:off x="4048425" y="295322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20" y="0"/>
                  </a:moveTo>
                  <a:cubicBezTo>
                    <a:pt x="54" y="0"/>
                    <a:pt x="0" y="33"/>
                    <a:pt x="0" y="87"/>
                  </a:cubicBezTo>
                  <a:lnTo>
                    <a:pt x="0" y="136"/>
                  </a:lnTo>
                  <a:cubicBezTo>
                    <a:pt x="0" y="153"/>
                    <a:pt x="0" y="153"/>
                    <a:pt x="17" y="169"/>
                  </a:cubicBezTo>
                  <a:cubicBezTo>
                    <a:pt x="33" y="190"/>
                    <a:pt x="54" y="207"/>
                    <a:pt x="87" y="207"/>
                  </a:cubicBezTo>
                  <a:cubicBezTo>
                    <a:pt x="93" y="209"/>
                    <a:pt x="99" y="210"/>
                    <a:pt x="106" y="210"/>
                  </a:cubicBezTo>
                  <a:cubicBezTo>
                    <a:pt x="149" y="210"/>
                    <a:pt x="192" y="163"/>
                    <a:pt x="206" y="120"/>
                  </a:cubicBezTo>
                  <a:cubicBezTo>
                    <a:pt x="206" y="103"/>
                    <a:pt x="206" y="66"/>
                    <a:pt x="190" y="50"/>
                  </a:cubicBezTo>
                  <a:cubicBezTo>
                    <a:pt x="173" y="17"/>
                    <a:pt x="136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9" name="Google Shape;12149;p31"/>
            <p:cNvSpPr/>
            <p:nvPr/>
          </p:nvSpPr>
          <p:spPr>
            <a:xfrm>
              <a:off x="4072425" y="2957975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4" y="0"/>
                  </a:moveTo>
                  <a:cubicBezTo>
                    <a:pt x="71" y="0"/>
                    <a:pt x="1" y="33"/>
                    <a:pt x="1" y="82"/>
                  </a:cubicBezTo>
                  <a:lnTo>
                    <a:pt x="1" y="136"/>
                  </a:lnTo>
                  <a:cubicBezTo>
                    <a:pt x="21" y="153"/>
                    <a:pt x="21" y="153"/>
                    <a:pt x="21" y="169"/>
                  </a:cubicBezTo>
                  <a:cubicBezTo>
                    <a:pt x="38" y="186"/>
                    <a:pt x="54" y="206"/>
                    <a:pt x="87" y="206"/>
                  </a:cubicBezTo>
                  <a:cubicBezTo>
                    <a:pt x="124" y="206"/>
                    <a:pt x="141" y="206"/>
                    <a:pt x="174" y="186"/>
                  </a:cubicBezTo>
                  <a:cubicBezTo>
                    <a:pt x="190" y="169"/>
                    <a:pt x="207" y="153"/>
                    <a:pt x="207" y="120"/>
                  </a:cubicBezTo>
                  <a:cubicBezTo>
                    <a:pt x="207" y="82"/>
                    <a:pt x="207" y="66"/>
                    <a:pt x="190" y="33"/>
                  </a:cubicBezTo>
                  <a:cubicBezTo>
                    <a:pt x="174" y="17"/>
                    <a:pt x="157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0" name="Google Shape;12150;p31"/>
            <p:cNvSpPr/>
            <p:nvPr/>
          </p:nvSpPr>
          <p:spPr>
            <a:xfrm>
              <a:off x="4062125" y="2945900"/>
              <a:ext cx="5175" cy="5225"/>
            </a:xfrm>
            <a:custGeom>
              <a:avLst/>
              <a:gdLst/>
              <a:ahLst/>
              <a:cxnLst/>
              <a:rect l="l" t="t" r="r" b="b"/>
              <a:pathLst>
                <a:path w="207" h="209" extrusionOk="0">
                  <a:moveTo>
                    <a:pt x="87" y="1"/>
                  </a:moveTo>
                  <a:cubicBezTo>
                    <a:pt x="71" y="1"/>
                    <a:pt x="38" y="17"/>
                    <a:pt x="21" y="34"/>
                  </a:cubicBezTo>
                  <a:cubicBezTo>
                    <a:pt x="0" y="71"/>
                    <a:pt x="0" y="87"/>
                    <a:pt x="0" y="120"/>
                  </a:cubicBezTo>
                  <a:lnTo>
                    <a:pt x="0" y="137"/>
                  </a:lnTo>
                  <a:cubicBezTo>
                    <a:pt x="21" y="153"/>
                    <a:pt x="21" y="174"/>
                    <a:pt x="38" y="190"/>
                  </a:cubicBezTo>
                  <a:cubicBezTo>
                    <a:pt x="56" y="203"/>
                    <a:pt x="78" y="208"/>
                    <a:pt x="100" y="208"/>
                  </a:cubicBezTo>
                  <a:cubicBezTo>
                    <a:pt x="135" y="208"/>
                    <a:pt x="170" y="194"/>
                    <a:pt x="190" y="174"/>
                  </a:cubicBezTo>
                  <a:cubicBezTo>
                    <a:pt x="207" y="153"/>
                    <a:pt x="207" y="120"/>
                    <a:pt x="207" y="87"/>
                  </a:cubicBezTo>
                  <a:cubicBezTo>
                    <a:pt x="207" y="71"/>
                    <a:pt x="190" y="34"/>
                    <a:pt x="174" y="17"/>
                  </a:cubicBezTo>
                  <a:cubicBezTo>
                    <a:pt x="157" y="1"/>
                    <a:pt x="124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1" name="Google Shape;12151;p31"/>
            <p:cNvSpPr/>
            <p:nvPr/>
          </p:nvSpPr>
          <p:spPr>
            <a:xfrm>
              <a:off x="4069025" y="2971925"/>
              <a:ext cx="5175" cy="5075"/>
            </a:xfrm>
            <a:custGeom>
              <a:avLst/>
              <a:gdLst/>
              <a:ahLst/>
              <a:cxnLst/>
              <a:rect l="l" t="t" r="r" b="b"/>
              <a:pathLst>
                <a:path w="207" h="203" extrusionOk="0">
                  <a:moveTo>
                    <a:pt x="98" y="0"/>
                  </a:moveTo>
                  <a:cubicBezTo>
                    <a:pt x="67" y="0"/>
                    <a:pt x="38" y="13"/>
                    <a:pt x="17" y="40"/>
                  </a:cubicBezTo>
                  <a:cubicBezTo>
                    <a:pt x="1" y="60"/>
                    <a:pt x="1" y="93"/>
                    <a:pt x="1" y="110"/>
                  </a:cubicBezTo>
                  <a:lnTo>
                    <a:pt x="1" y="143"/>
                  </a:lnTo>
                  <a:cubicBezTo>
                    <a:pt x="17" y="164"/>
                    <a:pt x="17" y="180"/>
                    <a:pt x="34" y="180"/>
                  </a:cubicBezTo>
                  <a:cubicBezTo>
                    <a:pt x="58" y="195"/>
                    <a:pt x="81" y="203"/>
                    <a:pt x="104" y="203"/>
                  </a:cubicBezTo>
                  <a:cubicBezTo>
                    <a:pt x="133" y="203"/>
                    <a:pt x="161" y="191"/>
                    <a:pt x="190" y="164"/>
                  </a:cubicBezTo>
                  <a:cubicBezTo>
                    <a:pt x="207" y="143"/>
                    <a:pt x="207" y="126"/>
                    <a:pt x="207" y="93"/>
                  </a:cubicBezTo>
                  <a:cubicBezTo>
                    <a:pt x="207" y="60"/>
                    <a:pt x="190" y="40"/>
                    <a:pt x="174" y="23"/>
                  </a:cubicBezTo>
                  <a:cubicBezTo>
                    <a:pt x="150" y="9"/>
                    <a:pt x="123" y="0"/>
                    <a:pt x="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2" name="Google Shape;12152;p31"/>
            <p:cNvSpPr/>
            <p:nvPr/>
          </p:nvSpPr>
          <p:spPr>
            <a:xfrm>
              <a:off x="4060050" y="2959200"/>
              <a:ext cx="5600" cy="5350"/>
            </a:xfrm>
            <a:custGeom>
              <a:avLst/>
              <a:gdLst/>
              <a:ahLst/>
              <a:cxnLst/>
              <a:rect l="l" t="t" r="r" b="b"/>
              <a:pathLst>
                <a:path w="224" h="214" extrusionOk="0">
                  <a:moveTo>
                    <a:pt x="121" y="0"/>
                  </a:moveTo>
                  <a:cubicBezTo>
                    <a:pt x="67" y="0"/>
                    <a:pt x="1" y="33"/>
                    <a:pt x="1" y="87"/>
                  </a:cubicBezTo>
                  <a:lnTo>
                    <a:pt x="1" y="137"/>
                  </a:lnTo>
                  <a:cubicBezTo>
                    <a:pt x="17" y="157"/>
                    <a:pt x="17" y="157"/>
                    <a:pt x="17" y="174"/>
                  </a:cubicBezTo>
                  <a:cubicBezTo>
                    <a:pt x="34" y="190"/>
                    <a:pt x="50" y="207"/>
                    <a:pt x="83" y="207"/>
                  </a:cubicBezTo>
                  <a:cubicBezTo>
                    <a:pt x="94" y="211"/>
                    <a:pt x="103" y="213"/>
                    <a:pt x="112" y="213"/>
                  </a:cubicBezTo>
                  <a:cubicBezTo>
                    <a:pt x="132" y="213"/>
                    <a:pt x="147" y="202"/>
                    <a:pt x="170" y="190"/>
                  </a:cubicBezTo>
                  <a:cubicBezTo>
                    <a:pt x="187" y="174"/>
                    <a:pt x="207" y="157"/>
                    <a:pt x="207" y="120"/>
                  </a:cubicBezTo>
                  <a:cubicBezTo>
                    <a:pt x="224" y="71"/>
                    <a:pt x="170" y="17"/>
                    <a:pt x="1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3" name="Google Shape;12153;p31"/>
            <p:cNvSpPr/>
            <p:nvPr/>
          </p:nvSpPr>
          <p:spPr>
            <a:xfrm>
              <a:off x="4075925" y="3007750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20" y="0"/>
                  </a:moveTo>
                  <a:cubicBezTo>
                    <a:pt x="67" y="0"/>
                    <a:pt x="17" y="33"/>
                    <a:pt x="1" y="87"/>
                  </a:cubicBezTo>
                  <a:cubicBezTo>
                    <a:pt x="1" y="103"/>
                    <a:pt x="1" y="120"/>
                    <a:pt x="17" y="120"/>
                  </a:cubicBezTo>
                  <a:lnTo>
                    <a:pt x="17" y="136"/>
                  </a:lnTo>
                  <a:cubicBezTo>
                    <a:pt x="17" y="153"/>
                    <a:pt x="17" y="153"/>
                    <a:pt x="34" y="174"/>
                  </a:cubicBezTo>
                  <a:cubicBezTo>
                    <a:pt x="50" y="190"/>
                    <a:pt x="67" y="207"/>
                    <a:pt x="104" y="207"/>
                  </a:cubicBezTo>
                  <a:cubicBezTo>
                    <a:pt x="120" y="207"/>
                    <a:pt x="153" y="207"/>
                    <a:pt x="170" y="190"/>
                  </a:cubicBezTo>
                  <a:cubicBezTo>
                    <a:pt x="191" y="174"/>
                    <a:pt x="207" y="153"/>
                    <a:pt x="224" y="120"/>
                  </a:cubicBezTo>
                  <a:cubicBezTo>
                    <a:pt x="224" y="103"/>
                    <a:pt x="207" y="70"/>
                    <a:pt x="207" y="50"/>
                  </a:cubicBezTo>
                  <a:cubicBezTo>
                    <a:pt x="191" y="33"/>
                    <a:pt x="153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4" name="Google Shape;12154;p31"/>
            <p:cNvSpPr/>
            <p:nvPr/>
          </p:nvSpPr>
          <p:spPr>
            <a:xfrm>
              <a:off x="4053150" y="2985650"/>
              <a:ext cx="6000" cy="5075"/>
            </a:xfrm>
            <a:custGeom>
              <a:avLst/>
              <a:gdLst/>
              <a:ahLst/>
              <a:cxnLst/>
              <a:rect l="l" t="t" r="r" b="b"/>
              <a:pathLst>
                <a:path w="240" h="203" extrusionOk="0">
                  <a:moveTo>
                    <a:pt x="127" y="0"/>
                  </a:moveTo>
                  <a:cubicBezTo>
                    <a:pt x="113" y="0"/>
                    <a:pt x="100" y="2"/>
                    <a:pt x="87" y="6"/>
                  </a:cubicBezTo>
                  <a:cubicBezTo>
                    <a:pt x="34" y="27"/>
                    <a:pt x="1" y="93"/>
                    <a:pt x="34" y="146"/>
                  </a:cubicBezTo>
                  <a:cubicBezTo>
                    <a:pt x="46" y="183"/>
                    <a:pt x="79" y="202"/>
                    <a:pt x="116" y="202"/>
                  </a:cubicBezTo>
                  <a:cubicBezTo>
                    <a:pt x="128" y="202"/>
                    <a:pt x="141" y="200"/>
                    <a:pt x="153" y="196"/>
                  </a:cubicBezTo>
                  <a:cubicBezTo>
                    <a:pt x="223" y="179"/>
                    <a:pt x="240" y="130"/>
                    <a:pt x="223" y="60"/>
                  </a:cubicBezTo>
                  <a:cubicBezTo>
                    <a:pt x="211" y="19"/>
                    <a:pt x="168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5" name="Google Shape;12155;p31"/>
            <p:cNvSpPr/>
            <p:nvPr/>
          </p:nvSpPr>
          <p:spPr>
            <a:xfrm>
              <a:off x="4055725" y="2972075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20" y="1"/>
                  </a:moveTo>
                  <a:cubicBezTo>
                    <a:pt x="71" y="1"/>
                    <a:pt x="17" y="34"/>
                    <a:pt x="1" y="87"/>
                  </a:cubicBezTo>
                  <a:cubicBezTo>
                    <a:pt x="1" y="104"/>
                    <a:pt x="1" y="120"/>
                    <a:pt x="17" y="137"/>
                  </a:cubicBezTo>
                  <a:cubicBezTo>
                    <a:pt x="17" y="158"/>
                    <a:pt x="17" y="158"/>
                    <a:pt x="34" y="174"/>
                  </a:cubicBezTo>
                  <a:cubicBezTo>
                    <a:pt x="50" y="191"/>
                    <a:pt x="71" y="207"/>
                    <a:pt x="104" y="207"/>
                  </a:cubicBezTo>
                  <a:cubicBezTo>
                    <a:pt x="111" y="209"/>
                    <a:pt x="117" y="210"/>
                    <a:pt x="124" y="210"/>
                  </a:cubicBezTo>
                  <a:cubicBezTo>
                    <a:pt x="167" y="210"/>
                    <a:pt x="209" y="167"/>
                    <a:pt x="223" y="120"/>
                  </a:cubicBezTo>
                  <a:cubicBezTo>
                    <a:pt x="223" y="104"/>
                    <a:pt x="207" y="71"/>
                    <a:pt x="190" y="54"/>
                  </a:cubicBezTo>
                  <a:cubicBezTo>
                    <a:pt x="174" y="17"/>
                    <a:pt x="153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6" name="Google Shape;12156;p31"/>
            <p:cNvSpPr/>
            <p:nvPr/>
          </p:nvSpPr>
          <p:spPr>
            <a:xfrm>
              <a:off x="4043675" y="2965075"/>
              <a:ext cx="5600" cy="5425"/>
            </a:xfrm>
            <a:custGeom>
              <a:avLst/>
              <a:gdLst/>
              <a:ahLst/>
              <a:cxnLst/>
              <a:rect l="l" t="t" r="r" b="b"/>
              <a:pathLst>
                <a:path w="224" h="217" extrusionOk="0">
                  <a:moveTo>
                    <a:pt x="96" y="1"/>
                  </a:moveTo>
                  <a:cubicBezTo>
                    <a:pt x="87" y="1"/>
                    <a:pt x="79" y="2"/>
                    <a:pt x="71" y="5"/>
                  </a:cubicBezTo>
                  <a:cubicBezTo>
                    <a:pt x="17" y="42"/>
                    <a:pt x="0" y="91"/>
                    <a:pt x="17" y="145"/>
                  </a:cubicBezTo>
                  <a:cubicBezTo>
                    <a:pt x="34" y="185"/>
                    <a:pt x="80" y="217"/>
                    <a:pt x="125" y="217"/>
                  </a:cubicBezTo>
                  <a:cubicBezTo>
                    <a:pt x="136" y="217"/>
                    <a:pt x="147" y="215"/>
                    <a:pt x="157" y="211"/>
                  </a:cubicBezTo>
                  <a:cubicBezTo>
                    <a:pt x="207" y="178"/>
                    <a:pt x="223" y="128"/>
                    <a:pt x="207" y="75"/>
                  </a:cubicBezTo>
                  <a:cubicBezTo>
                    <a:pt x="193" y="33"/>
                    <a:pt x="142" y="1"/>
                    <a:pt x="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7" name="Google Shape;12157;p31"/>
            <p:cNvSpPr/>
            <p:nvPr/>
          </p:nvSpPr>
          <p:spPr>
            <a:xfrm>
              <a:off x="4029150" y="3080725"/>
              <a:ext cx="6000" cy="4925"/>
            </a:xfrm>
            <a:custGeom>
              <a:avLst/>
              <a:gdLst/>
              <a:ahLst/>
              <a:cxnLst/>
              <a:rect l="l" t="t" r="r" b="b"/>
              <a:pathLst>
                <a:path w="240" h="197" extrusionOk="0">
                  <a:moveTo>
                    <a:pt x="103" y="0"/>
                  </a:moveTo>
                  <a:cubicBezTo>
                    <a:pt x="66" y="0"/>
                    <a:pt x="50" y="17"/>
                    <a:pt x="33" y="37"/>
                  </a:cubicBezTo>
                  <a:cubicBezTo>
                    <a:pt x="17" y="54"/>
                    <a:pt x="0" y="87"/>
                    <a:pt x="17" y="103"/>
                  </a:cubicBezTo>
                  <a:lnTo>
                    <a:pt x="17" y="141"/>
                  </a:lnTo>
                  <a:cubicBezTo>
                    <a:pt x="17" y="157"/>
                    <a:pt x="33" y="174"/>
                    <a:pt x="50" y="174"/>
                  </a:cubicBezTo>
                  <a:cubicBezTo>
                    <a:pt x="74" y="188"/>
                    <a:pt x="97" y="197"/>
                    <a:pt x="118" y="197"/>
                  </a:cubicBezTo>
                  <a:cubicBezTo>
                    <a:pt x="144" y="197"/>
                    <a:pt x="167" y="184"/>
                    <a:pt x="186" y="157"/>
                  </a:cubicBezTo>
                  <a:cubicBezTo>
                    <a:pt x="239" y="120"/>
                    <a:pt x="223" y="54"/>
                    <a:pt x="186" y="17"/>
                  </a:cubicBezTo>
                  <a:cubicBezTo>
                    <a:pt x="153" y="0"/>
                    <a:pt x="136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8" name="Google Shape;12158;p31"/>
            <p:cNvSpPr/>
            <p:nvPr/>
          </p:nvSpPr>
          <p:spPr>
            <a:xfrm>
              <a:off x="4031200" y="3050500"/>
              <a:ext cx="5700" cy="5400"/>
            </a:xfrm>
            <a:custGeom>
              <a:avLst/>
              <a:gdLst/>
              <a:ahLst/>
              <a:cxnLst/>
              <a:rect l="l" t="t" r="r" b="b"/>
              <a:pathLst>
                <a:path w="228" h="216" extrusionOk="0">
                  <a:moveTo>
                    <a:pt x="113" y="0"/>
                  </a:moveTo>
                  <a:cubicBezTo>
                    <a:pt x="85" y="0"/>
                    <a:pt x="56" y="13"/>
                    <a:pt x="38" y="43"/>
                  </a:cubicBezTo>
                  <a:cubicBezTo>
                    <a:pt x="21" y="59"/>
                    <a:pt x="1" y="92"/>
                    <a:pt x="1" y="113"/>
                  </a:cubicBezTo>
                  <a:cubicBezTo>
                    <a:pt x="21" y="129"/>
                    <a:pt x="21" y="129"/>
                    <a:pt x="21" y="146"/>
                  </a:cubicBezTo>
                  <a:cubicBezTo>
                    <a:pt x="21" y="162"/>
                    <a:pt x="38" y="179"/>
                    <a:pt x="54" y="179"/>
                  </a:cubicBezTo>
                  <a:cubicBezTo>
                    <a:pt x="71" y="195"/>
                    <a:pt x="104" y="216"/>
                    <a:pt x="124" y="216"/>
                  </a:cubicBezTo>
                  <a:cubicBezTo>
                    <a:pt x="157" y="195"/>
                    <a:pt x="174" y="195"/>
                    <a:pt x="190" y="162"/>
                  </a:cubicBezTo>
                  <a:cubicBezTo>
                    <a:pt x="207" y="146"/>
                    <a:pt x="227" y="129"/>
                    <a:pt x="227" y="92"/>
                  </a:cubicBezTo>
                  <a:cubicBezTo>
                    <a:pt x="207" y="59"/>
                    <a:pt x="207" y="43"/>
                    <a:pt x="174" y="26"/>
                  </a:cubicBezTo>
                  <a:cubicBezTo>
                    <a:pt x="159" y="9"/>
                    <a:pt x="136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9" name="Google Shape;12159;p31"/>
            <p:cNvSpPr/>
            <p:nvPr/>
          </p:nvSpPr>
          <p:spPr>
            <a:xfrm>
              <a:off x="4035950" y="3112975"/>
              <a:ext cx="5175" cy="5225"/>
            </a:xfrm>
            <a:custGeom>
              <a:avLst/>
              <a:gdLst/>
              <a:ahLst/>
              <a:cxnLst/>
              <a:rect l="l" t="t" r="r" b="b"/>
              <a:pathLst>
                <a:path w="207" h="209" extrusionOk="0">
                  <a:moveTo>
                    <a:pt x="87" y="1"/>
                  </a:moveTo>
                  <a:cubicBezTo>
                    <a:pt x="70" y="1"/>
                    <a:pt x="37" y="17"/>
                    <a:pt x="17" y="34"/>
                  </a:cubicBezTo>
                  <a:cubicBezTo>
                    <a:pt x="0" y="50"/>
                    <a:pt x="0" y="87"/>
                    <a:pt x="0" y="120"/>
                  </a:cubicBezTo>
                  <a:lnTo>
                    <a:pt x="0" y="137"/>
                  </a:lnTo>
                  <a:cubicBezTo>
                    <a:pt x="17" y="153"/>
                    <a:pt x="17" y="170"/>
                    <a:pt x="37" y="191"/>
                  </a:cubicBezTo>
                  <a:cubicBezTo>
                    <a:pt x="56" y="203"/>
                    <a:pt x="77" y="208"/>
                    <a:pt x="99" y="208"/>
                  </a:cubicBezTo>
                  <a:cubicBezTo>
                    <a:pt x="134" y="208"/>
                    <a:pt x="169" y="193"/>
                    <a:pt x="190" y="170"/>
                  </a:cubicBezTo>
                  <a:cubicBezTo>
                    <a:pt x="206" y="137"/>
                    <a:pt x="206" y="120"/>
                    <a:pt x="206" y="87"/>
                  </a:cubicBezTo>
                  <a:cubicBezTo>
                    <a:pt x="206" y="67"/>
                    <a:pt x="190" y="34"/>
                    <a:pt x="173" y="17"/>
                  </a:cubicBezTo>
                  <a:cubicBezTo>
                    <a:pt x="140" y="1"/>
                    <a:pt x="120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0" name="Google Shape;12160;p31"/>
            <p:cNvSpPr/>
            <p:nvPr/>
          </p:nvSpPr>
          <p:spPr>
            <a:xfrm>
              <a:off x="4029150" y="3064750"/>
              <a:ext cx="5575" cy="5025"/>
            </a:xfrm>
            <a:custGeom>
              <a:avLst/>
              <a:gdLst/>
              <a:ahLst/>
              <a:cxnLst/>
              <a:rect l="l" t="t" r="r" b="b"/>
              <a:pathLst>
                <a:path w="223" h="201" extrusionOk="0">
                  <a:moveTo>
                    <a:pt x="93" y="0"/>
                  </a:moveTo>
                  <a:cubicBezTo>
                    <a:pt x="50" y="0"/>
                    <a:pt x="14" y="33"/>
                    <a:pt x="0" y="91"/>
                  </a:cubicBezTo>
                  <a:cubicBezTo>
                    <a:pt x="0" y="108"/>
                    <a:pt x="0" y="124"/>
                    <a:pt x="17" y="141"/>
                  </a:cubicBezTo>
                  <a:lnTo>
                    <a:pt x="17" y="161"/>
                  </a:lnTo>
                  <a:cubicBezTo>
                    <a:pt x="33" y="178"/>
                    <a:pt x="66" y="194"/>
                    <a:pt x="83" y="194"/>
                  </a:cubicBezTo>
                  <a:cubicBezTo>
                    <a:pt x="93" y="199"/>
                    <a:pt x="104" y="201"/>
                    <a:pt x="114" y="201"/>
                  </a:cubicBezTo>
                  <a:cubicBezTo>
                    <a:pt x="138" y="201"/>
                    <a:pt x="158" y="189"/>
                    <a:pt x="169" y="178"/>
                  </a:cubicBezTo>
                  <a:cubicBezTo>
                    <a:pt x="186" y="161"/>
                    <a:pt x="206" y="141"/>
                    <a:pt x="206" y="108"/>
                  </a:cubicBezTo>
                  <a:cubicBezTo>
                    <a:pt x="223" y="91"/>
                    <a:pt x="206" y="58"/>
                    <a:pt x="186" y="37"/>
                  </a:cubicBezTo>
                  <a:cubicBezTo>
                    <a:pt x="169" y="21"/>
                    <a:pt x="153" y="4"/>
                    <a:pt x="120" y="4"/>
                  </a:cubicBezTo>
                  <a:cubicBezTo>
                    <a:pt x="111" y="2"/>
                    <a:pt x="102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1" name="Google Shape;12161;p31"/>
            <p:cNvSpPr/>
            <p:nvPr/>
          </p:nvSpPr>
          <p:spPr>
            <a:xfrm>
              <a:off x="4033375" y="3036500"/>
              <a:ext cx="5575" cy="5275"/>
            </a:xfrm>
            <a:custGeom>
              <a:avLst/>
              <a:gdLst/>
              <a:ahLst/>
              <a:cxnLst/>
              <a:rect l="l" t="t" r="r" b="b"/>
              <a:pathLst>
                <a:path w="223" h="211" extrusionOk="0">
                  <a:moveTo>
                    <a:pt x="140" y="1"/>
                  </a:moveTo>
                  <a:cubicBezTo>
                    <a:pt x="103" y="1"/>
                    <a:pt x="70" y="1"/>
                    <a:pt x="54" y="17"/>
                  </a:cubicBezTo>
                  <a:cubicBezTo>
                    <a:pt x="37" y="34"/>
                    <a:pt x="17" y="71"/>
                    <a:pt x="17" y="87"/>
                  </a:cubicBezTo>
                  <a:cubicBezTo>
                    <a:pt x="0" y="104"/>
                    <a:pt x="17" y="120"/>
                    <a:pt x="17" y="137"/>
                  </a:cubicBezTo>
                  <a:cubicBezTo>
                    <a:pt x="17" y="157"/>
                    <a:pt x="17" y="157"/>
                    <a:pt x="37" y="174"/>
                  </a:cubicBezTo>
                  <a:cubicBezTo>
                    <a:pt x="54" y="190"/>
                    <a:pt x="70" y="207"/>
                    <a:pt x="103" y="207"/>
                  </a:cubicBezTo>
                  <a:cubicBezTo>
                    <a:pt x="110" y="209"/>
                    <a:pt x="117" y="210"/>
                    <a:pt x="124" y="210"/>
                  </a:cubicBezTo>
                  <a:cubicBezTo>
                    <a:pt x="169" y="210"/>
                    <a:pt x="209" y="167"/>
                    <a:pt x="223" y="120"/>
                  </a:cubicBezTo>
                  <a:cubicBezTo>
                    <a:pt x="223" y="104"/>
                    <a:pt x="223" y="71"/>
                    <a:pt x="206" y="54"/>
                  </a:cubicBezTo>
                  <a:cubicBezTo>
                    <a:pt x="190" y="17"/>
                    <a:pt x="157" y="17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2" name="Google Shape;12162;p31"/>
            <p:cNvSpPr/>
            <p:nvPr/>
          </p:nvSpPr>
          <p:spPr>
            <a:xfrm>
              <a:off x="4043250" y="3057950"/>
              <a:ext cx="5200" cy="5175"/>
            </a:xfrm>
            <a:custGeom>
              <a:avLst/>
              <a:gdLst/>
              <a:ahLst/>
              <a:cxnLst/>
              <a:rect l="l" t="t" r="r" b="b"/>
              <a:pathLst>
                <a:path w="208" h="207" extrusionOk="0">
                  <a:moveTo>
                    <a:pt x="121" y="0"/>
                  </a:moveTo>
                  <a:cubicBezTo>
                    <a:pt x="55" y="0"/>
                    <a:pt x="1" y="37"/>
                    <a:pt x="1" y="87"/>
                  </a:cubicBezTo>
                  <a:lnTo>
                    <a:pt x="1" y="140"/>
                  </a:lnTo>
                  <a:cubicBezTo>
                    <a:pt x="1" y="157"/>
                    <a:pt x="17" y="157"/>
                    <a:pt x="17" y="173"/>
                  </a:cubicBezTo>
                  <a:cubicBezTo>
                    <a:pt x="34" y="190"/>
                    <a:pt x="55" y="206"/>
                    <a:pt x="88" y="206"/>
                  </a:cubicBezTo>
                  <a:cubicBezTo>
                    <a:pt x="137" y="206"/>
                    <a:pt x="191" y="173"/>
                    <a:pt x="207" y="124"/>
                  </a:cubicBezTo>
                  <a:cubicBezTo>
                    <a:pt x="207" y="87"/>
                    <a:pt x="207" y="70"/>
                    <a:pt x="191" y="54"/>
                  </a:cubicBezTo>
                  <a:cubicBezTo>
                    <a:pt x="174" y="21"/>
                    <a:pt x="137" y="0"/>
                    <a:pt x="1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3" name="Google Shape;12163;p31"/>
            <p:cNvSpPr/>
            <p:nvPr/>
          </p:nvSpPr>
          <p:spPr>
            <a:xfrm>
              <a:off x="4041500" y="3072000"/>
              <a:ext cx="5700" cy="5350"/>
            </a:xfrm>
            <a:custGeom>
              <a:avLst/>
              <a:gdLst/>
              <a:ahLst/>
              <a:cxnLst/>
              <a:rect l="l" t="t" r="r" b="b"/>
              <a:pathLst>
                <a:path w="228" h="214" extrusionOk="0">
                  <a:moveTo>
                    <a:pt x="104" y="0"/>
                  </a:moveTo>
                  <a:cubicBezTo>
                    <a:pt x="86" y="0"/>
                    <a:pt x="66" y="12"/>
                    <a:pt x="54" y="24"/>
                  </a:cubicBezTo>
                  <a:cubicBezTo>
                    <a:pt x="21" y="40"/>
                    <a:pt x="1" y="57"/>
                    <a:pt x="1" y="94"/>
                  </a:cubicBezTo>
                  <a:cubicBezTo>
                    <a:pt x="1" y="110"/>
                    <a:pt x="1" y="127"/>
                    <a:pt x="21" y="143"/>
                  </a:cubicBezTo>
                  <a:lnTo>
                    <a:pt x="21" y="160"/>
                  </a:lnTo>
                  <a:cubicBezTo>
                    <a:pt x="38" y="180"/>
                    <a:pt x="71" y="197"/>
                    <a:pt x="87" y="213"/>
                  </a:cubicBezTo>
                  <a:cubicBezTo>
                    <a:pt x="158" y="213"/>
                    <a:pt x="207" y="180"/>
                    <a:pt x="207" y="127"/>
                  </a:cubicBezTo>
                  <a:cubicBezTo>
                    <a:pt x="228" y="94"/>
                    <a:pt x="207" y="57"/>
                    <a:pt x="191" y="40"/>
                  </a:cubicBezTo>
                  <a:cubicBezTo>
                    <a:pt x="174" y="24"/>
                    <a:pt x="158" y="7"/>
                    <a:pt x="125" y="7"/>
                  </a:cubicBezTo>
                  <a:cubicBezTo>
                    <a:pt x="119" y="2"/>
                    <a:pt x="111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4" name="Google Shape;12164;p31"/>
            <p:cNvSpPr/>
            <p:nvPr/>
          </p:nvSpPr>
          <p:spPr>
            <a:xfrm>
              <a:off x="4039450" y="308837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00" y="1"/>
                  </a:moveTo>
                  <a:cubicBezTo>
                    <a:pt x="54" y="1"/>
                    <a:pt x="15" y="47"/>
                    <a:pt x="0" y="90"/>
                  </a:cubicBezTo>
                  <a:lnTo>
                    <a:pt x="0" y="144"/>
                  </a:lnTo>
                  <a:lnTo>
                    <a:pt x="17" y="160"/>
                  </a:lnTo>
                  <a:cubicBezTo>
                    <a:pt x="33" y="193"/>
                    <a:pt x="66" y="210"/>
                    <a:pt x="83" y="210"/>
                  </a:cubicBezTo>
                  <a:cubicBezTo>
                    <a:pt x="120" y="210"/>
                    <a:pt x="136" y="210"/>
                    <a:pt x="169" y="193"/>
                  </a:cubicBezTo>
                  <a:cubicBezTo>
                    <a:pt x="186" y="177"/>
                    <a:pt x="207" y="144"/>
                    <a:pt x="207" y="123"/>
                  </a:cubicBezTo>
                  <a:cubicBezTo>
                    <a:pt x="207" y="90"/>
                    <a:pt x="207" y="74"/>
                    <a:pt x="186" y="41"/>
                  </a:cubicBezTo>
                  <a:cubicBezTo>
                    <a:pt x="169" y="20"/>
                    <a:pt x="153" y="4"/>
                    <a:pt x="120" y="4"/>
                  </a:cubicBezTo>
                  <a:cubicBezTo>
                    <a:pt x="113" y="2"/>
                    <a:pt x="107" y="1"/>
                    <a:pt x="1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5" name="Google Shape;12165;p31"/>
            <p:cNvSpPr/>
            <p:nvPr/>
          </p:nvSpPr>
          <p:spPr>
            <a:xfrm>
              <a:off x="4035950" y="3099725"/>
              <a:ext cx="5575" cy="5300"/>
            </a:xfrm>
            <a:custGeom>
              <a:avLst/>
              <a:gdLst/>
              <a:ahLst/>
              <a:cxnLst/>
              <a:rect l="l" t="t" r="r" b="b"/>
              <a:pathLst>
                <a:path w="223" h="212" extrusionOk="0">
                  <a:moveTo>
                    <a:pt x="131" y="0"/>
                  </a:moveTo>
                  <a:cubicBezTo>
                    <a:pt x="117" y="0"/>
                    <a:pt x="102" y="5"/>
                    <a:pt x="87" y="15"/>
                  </a:cubicBezTo>
                  <a:cubicBezTo>
                    <a:pt x="37" y="32"/>
                    <a:pt x="0" y="81"/>
                    <a:pt x="17" y="135"/>
                  </a:cubicBezTo>
                  <a:cubicBezTo>
                    <a:pt x="37" y="152"/>
                    <a:pt x="37" y="168"/>
                    <a:pt x="54" y="185"/>
                  </a:cubicBezTo>
                  <a:cubicBezTo>
                    <a:pt x="77" y="199"/>
                    <a:pt x="101" y="212"/>
                    <a:pt x="126" y="212"/>
                  </a:cubicBezTo>
                  <a:cubicBezTo>
                    <a:pt x="136" y="212"/>
                    <a:pt x="146" y="210"/>
                    <a:pt x="157" y="205"/>
                  </a:cubicBezTo>
                  <a:cubicBezTo>
                    <a:pt x="190" y="185"/>
                    <a:pt x="223" y="152"/>
                    <a:pt x="223" y="119"/>
                  </a:cubicBezTo>
                  <a:lnTo>
                    <a:pt x="223" y="65"/>
                  </a:lnTo>
                  <a:cubicBezTo>
                    <a:pt x="199" y="30"/>
                    <a:pt x="167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6" name="Google Shape;12166;p31"/>
            <p:cNvSpPr/>
            <p:nvPr/>
          </p:nvSpPr>
          <p:spPr>
            <a:xfrm>
              <a:off x="4089225" y="3000925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29" y="0"/>
                  </a:moveTo>
                  <a:cubicBezTo>
                    <a:pt x="115" y="0"/>
                    <a:pt x="101" y="5"/>
                    <a:pt x="87" y="14"/>
                  </a:cubicBezTo>
                  <a:cubicBezTo>
                    <a:pt x="17" y="34"/>
                    <a:pt x="1" y="84"/>
                    <a:pt x="17" y="137"/>
                  </a:cubicBezTo>
                  <a:cubicBezTo>
                    <a:pt x="17" y="154"/>
                    <a:pt x="34" y="170"/>
                    <a:pt x="50" y="187"/>
                  </a:cubicBezTo>
                  <a:cubicBezTo>
                    <a:pt x="65" y="198"/>
                    <a:pt x="94" y="210"/>
                    <a:pt x="121" y="210"/>
                  </a:cubicBezTo>
                  <a:cubicBezTo>
                    <a:pt x="133" y="210"/>
                    <a:pt x="144" y="208"/>
                    <a:pt x="153" y="203"/>
                  </a:cubicBezTo>
                  <a:cubicBezTo>
                    <a:pt x="190" y="187"/>
                    <a:pt x="223" y="154"/>
                    <a:pt x="223" y="117"/>
                  </a:cubicBezTo>
                  <a:lnTo>
                    <a:pt x="223" y="67"/>
                  </a:lnTo>
                  <a:cubicBezTo>
                    <a:pt x="200" y="28"/>
                    <a:pt x="165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7" name="Google Shape;12167;p31"/>
            <p:cNvSpPr/>
            <p:nvPr/>
          </p:nvSpPr>
          <p:spPr>
            <a:xfrm>
              <a:off x="4096150" y="2959200"/>
              <a:ext cx="5575" cy="5175"/>
            </a:xfrm>
            <a:custGeom>
              <a:avLst/>
              <a:gdLst/>
              <a:ahLst/>
              <a:cxnLst/>
              <a:rect l="l" t="t" r="r" b="b"/>
              <a:pathLst>
                <a:path w="223" h="207" extrusionOk="0">
                  <a:moveTo>
                    <a:pt x="136" y="0"/>
                  </a:moveTo>
                  <a:cubicBezTo>
                    <a:pt x="66" y="0"/>
                    <a:pt x="17" y="33"/>
                    <a:pt x="17" y="87"/>
                  </a:cubicBezTo>
                  <a:cubicBezTo>
                    <a:pt x="0" y="104"/>
                    <a:pt x="17" y="120"/>
                    <a:pt x="17" y="137"/>
                  </a:cubicBezTo>
                  <a:cubicBezTo>
                    <a:pt x="17" y="157"/>
                    <a:pt x="17" y="157"/>
                    <a:pt x="33" y="174"/>
                  </a:cubicBezTo>
                  <a:cubicBezTo>
                    <a:pt x="49" y="190"/>
                    <a:pt x="66" y="207"/>
                    <a:pt x="103" y="207"/>
                  </a:cubicBezTo>
                  <a:cubicBezTo>
                    <a:pt x="153" y="207"/>
                    <a:pt x="206" y="174"/>
                    <a:pt x="223" y="120"/>
                  </a:cubicBezTo>
                  <a:cubicBezTo>
                    <a:pt x="223" y="87"/>
                    <a:pt x="223" y="71"/>
                    <a:pt x="206" y="33"/>
                  </a:cubicBezTo>
                  <a:cubicBezTo>
                    <a:pt x="186" y="17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8" name="Google Shape;12168;p31"/>
            <p:cNvSpPr/>
            <p:nvPr/>
          </p:nvSpPr>
          <p:spPr>
            <a:xfrm>
              <a:off x="4094800" y="2973200"/>
              <a:ext cx="5175" cy="5400"/>
            </a:xfrm>
            <a:custGeom>
              <a:avLst/>
              <a:gdLst/>
              <a:ahLst/>
              <a:cxnLst/>
              <a:rect l="l" t="t" r="r" b="b"/>
              <a:pathLst>
                <a:path w="207" h="216" extrusionOk="0">
                  <a:moveTo>
                    <a:pt x="94" y="1"/>
                  </a:moveTo>
                  <a:cubicBezTo>
                    <a:pt x="75" y="1"/>
                    <a:pt x="59" y="14"/>
                    <a:pt x="33" y="26"/>
                  </a:cubicBezTo>
                  <a:cubicBezTo>
                    <a:pt x="17" y="42"/>
                    <a:pt x="0" y="59"/>
                    <a:pt x="0" y="92"/>
                  </a:cubicBezTo>
                  <a:lnTo>
                    <a:pt x="0" y="146"/>
                  </a:lnTo>
                  <a:cubicBezTo>
                    <a:pt x="17" y="146"/>
                    <a:pt x="17" y="162"/>
                    <a:pt x="17" y="162"/>
                  </a:cubicBezTo>
                  <a:cubicBezTo>
                    <a:pt x="33" y="178"/>
                    <a:pt x="71" y="195"/>
                    <a:pt x="87" y="216"/>
                  </a:cubicBezTo>
                  <a:cubicBezTo>
                    <a:pt x="136" y="216"/>
                    <a:pt x="207" y="178"/>
                    <a:pt x="207" y="113"/>
                  </a:cubicBezTo>
                  <a:cubicBezTo>
                    <a:pt x="207" y="92"/>
                    <a:pt x="207" y="59"/>
                    <a:pt x="190" y="42"/>
                  </a:cubicBezTo>
                  <a:cubicBezTo>
                    <a:pt x="174" y="26"/>
                    <a:pt x="157" y="9"/>
                    <a:pt x="120" y="9"/>
                  </a:cubicBezTo>
                  <a:cubicBezTo>
                    <a:pt x="110" y="3"/>
                    <a:pt x="102" y="1"/>
                    <a:pt x="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9" name="Google Shape;12169;p31"/>
            <p:cNvSpPr/>
            <p:nvPr/>
          </p:nvSpPr>
          <p:spPr>
            <a:xfrm>
              <a:off x="4097775" y="2943325"/>
              <a:ext cx="5200" cy="5175"/>
            </a:xfrm>
            <a:custGeom>
              <a:avLst/>
              <a:gdLst/>
              <a:ahLst/>
              <a:cxnLst/>
              <a:rect l="l" t="t" r="r" b="b"/>
              <a:pathLst>
                <a:path w="208" h="207" extrusionOk="0">
                  <a:moveTo>
                    <a:pt x="121" y="1"/>
                  </a:moveTo>
                  <a:cubicBezTo>
                    <a:pt x="88" y="1"/>
                    <a:pt x="55" y="1"/>
                    <a:pt x="38" y="34"/>
                  </a:cubicBezTo>
                  <a:cubicBezTo>
                    <a:pt x="17" y="34"/>
                    <a:pt x="1" y="71"/>
                    <a:pt x="1" y="87"/>
                  </a:cubicBezTo>
                  <a:lnTo>
                    <a:pt x="1" y="137"/>
                  </a:lnTo>
                  <a:cubicBezTo>
                    <a:pt x="17" y="174"/>
                    <a:pt x="55" y="190"/>
                    <a:pt x="88" y="207"/>
                  </a:cubicBezTo>
                  <a:lnTo>
                    <a:pt x="104" y="207"/>
                  </a:lnTo>
                  <a:cubicBezTo>
                    <a:pt x="158" y="207"/>
                    <a:pt x="207" y="174"/>
                    <a:pt x="207" y="120"/>
                  </a:cubicBezTo>
                  <a:cubicBezTo>
                    <a:pt x="207" y="87"/>
                    <a:pt x="207" y="71"/>
                    <a:pt x="191" y="34"/>
                  </a:cubicBezTo>
                  <a:cubicBezTo>
                    <a:pt x="174" y="17"/>
                    <a:pt x="158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0" name="Google Shape;12170;p31"/>
            <p:cNvSpPr/>
            <p:nvPr/>
          </p:nvSpPr>
          <p:spPr>
            <a:xfrm>
              <a:off x="4075000" y="3021450"/>
              <a:ext cx="5700" cy="5275"/>
            </a:xfrm>
            <a:custGeom>
              <a:avLst/>
              <a:gdLst/>
              <a:ahLst/>
              <a:cxnLst/>
              <a:rect l="l" t="t" r="r" b="b"/>
              <a:pathLst>
                <a:path w="228" h="211" extrusionOk="0">
                  <a:moveTo>
                    <a:pt x="125" y="1"/>
                  </a:moveTo>
                  <a:cubicBezTo>
                    <a:pt x="71" y="1"/>
                    <a:pt x="21" y="38"/>
                    <a:pt x="1" y="87"/>
                  </a:cubicBezTo>
                  <a:cubicBezTo>
                    <a:pt x="1" y="104"/>
                    <a:pt x="1" y="120"/>
                    <a:pt x="21" y="141"/>
                  </a:cubicBezTo>
                  <a:lnTo>
                    <a:pt x="21" y="174"/>
                  </a:lnTo>
                  <a:cubicBezTo>
                    <a:pt x="38" y="190"/>
                    <a:pt x="71" y="207"/>
                    <a:pt x="87" y="207"/>
                  </a:cubicBezTo>
                  <a:cubicBezTo>
                    <a:pt x="97" y="209"/>
                    <a:pt x="106" y="210"/>
                    <a:pt x="114" y="210"/>
                  </a:cubicBezTo>
                  <a:cubicBezTo>
                    <a:pt x="170" y="210"/>
                    <a:pt x="207" y="167"/>
                    <a:pt x="207" y="120"/>
                  </a:cubicBezTo>
                  <a:cubicBezTo>
                    <a:pt x="228" y="87"/>
                    <a:pt x="207" y="71"/>
                    <a:pt x="190" y="54"/>
                  </a:cubicBezTo>
                  <a:cubicBezTo>
                    <a:pt x="174" y="17"/>
                    <a:pt x="157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1" name="Google Shape;12171;p31"/>
            <p:cNvSpPr/>
            <p:nvPr/>
          </p:nvSpPr>
          <p:spPr>
            <a:xfrm>
              <a:off x="4092625" y="2989625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100" y="1"/>
                  </a:moveTo>
                  <a:cubicBezTo>
                    <a:pt x="57" y="1"/>
                    <a:pt x="15" y="44"/>
                    <a:pt x="1" y="90"/>
                  </a:cubicBezTo>
                  <a:lnTo>
                    <a:pt x="1" y="140"/>
                  </a:lnTo>
                  <a:lnTo>
                    <a:pt x="17" y="156"/>
                  </a:lnTo>
                  <a:cubicBezTo>
                    <a:pt x="38" y="194"/>
                    <a:pt x="54" y="210"/>
                    <a:pt x="87" y="210"/>
                  </a:cubicBezTo>
                  <a:cubicBezTo>
                    <a:pt x="120" y="210"/>
                    <a:pt x="141" y="210"/>
                    <a:pt x="174" y="194"/>
                  </a:cubicBezTo>
                  <a:cubicBezTo>
                    <a:pt x="190" y="177"/>
                    <a:pt x="207" y="140"/>
                    <a:pt x="207" y="123"/>
                  </a:cubicBezTo>
                  <a:cubicBezTo>
                    <a:pt x="207" y="90"/>
                    <a:pt x="207" y="74"/>
                    <a:pt x="190" y="37"/>
                  </a:cubicBezTo>
                  <a:cubicBezTo>
                    <a:pt x="174" y="20"/>
                    <a:pt x="158" y="4"/>
                    <a:pt x="120" y="4"/>
                  </a:cubicBezTo>
                  <a:cubicBezTo>
                    <a:pt x="114" y="2"/>
                    <a:pt x="107" y="1"/>
                    <a:pt x="1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2" name="Google Shape;12172;p31"/>
            <p:cNvSpPr/>
            <p:nvPr/>
          </p:nvSpPr>
          <p:spPr>
            <a:xfrm>
              <a:off x="4015750" y="3070700"/>
              <a:ext cx="5175" cy="5050"/>
            </a:xfrm>
            <a:custGeom>
              <a:avLst/>
              <a:gdLst/>
              <a:ahLst/>
              <a:cxnLst/>
              <a:rect l="l" t="t" r="r" b="b"/>
              <a:pathLst>
                <a:path w="207" h="202" extrusionOk="0">
                  <a:moveTo>
                    <a:pt x="99" y="0"/>
                  </a:moveTo>
                  <a:cubicBezTo>
                    <a:pt x="68" y="0"/>
                    <a:pt x="39" y="13"/>
                    <a:pt x="21" y="43"/>
                  </a:cubicBezTo>
                  <a:cubicBezTo>
                    <a:pt x="0" y="59"/>
                    <a:pt x="0" y="92"/>
                    <a:pt x="0" y="109"/>
                  </a:cubicBezTo>
                  <a:lnTo>
                    <a:pt x="0" y="146"/>
                  </a:lnTo>
                  <a:cubicBezTo>
                    <a:pt x="21" y="162"/>
                    <a:pt x="21" y="179"/>
                    <a:pt x="37" y="179"/>
                  </a:cubicBezTo>
                  <a:cubicBezTo>
                    <a:pt x="59" y="194"/>
                    <a:pt x="86" y="202"/>
                    <a:pt x="111" y="202"/>
                  </a:cubicBezTo>
                  <a:cubicBezTo>
                    <a:pt x="142" y="202"/>
                    <a:pt x="172" y="190"/>
                    <a:pt x="190" y="162"/>
                  </a:cubicBezTo>
                  <a:cubicBezTo>
                    <a:pt x="206" y="146"/>
                    <a:pt x="206" y="129"/>
                    <a:pt x="206" y="92"/>
                  </a:cubicBezTo>
                  <a:cubicBezTo>
                    <a:pt x="206" y="59"/>
                    <a:pt x="190" y="43"/>
                    <a:pt x="173" y="26"/>
                  </a:cubicBezTo>
                  <a:cubicBezTo>
                    <a:pt x="151" y="9"/>
                    <a:pt x="124" y="0"/>
                    <a:pt x="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3" name="Google Shape;12173;p31"/>
            <p:cNvSpPr/>
            <p:nvPr/>
          </p:nvSpPr>
          <p:spPr>
            <a:xfrm>
              <a:off x="4019250" y="3056700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1"/>
                  </a:moveTo>
                  <a:cubicBezTo>
                    <a:pt x="66" y="1"/>
                    <a:pt x="17" y="34"/>
                    <a:pt x="0" y="87"/>
                  </a:cubicBezTo>
                  <a:lnTo>
                    <a:pt x="0" y="137"/>
                  </a:lnTo>
                  <a:cubicBezTo>
                    <a:pt x="17" y="153"/>
                    <a:pt x="17" y="153"/>
                    <a:pt x="17" y="174"/>
                  </a:cubicBezTo>
                  <a:cubicBezTo>
                    <a:pt x="33" y="190"/>
                    <a:pt x="66" y="207"/>
                    <a:pt x="87" y="207"/>
                  </a:cubicBezTo>
                  <a:cubicBezTo>
                    <a:pt x="120" y="207"/>
                    <a:pt x="136" y="207"/>
                    <a:pt x="169" y="190"/>
                  </a:cubicBezTo>
                  <a:cubicBezTo>
                    <a:pt x="190" y="174"/>
                    <a:pt x="206" y="153"/>
                    <a:pt x="206" y="120"/>
                  </a:cubicBezTo>
                  <a:cubicBezTo>
                    <a:pt x="206" y="87"/>
                    <a:pt x="206" y="71"/>
                    <a:pt x="190" y="34"/>
                  </a:cubicBezTo>
                  <a:cubicBezTo>
                    <a:pt x="169" y="17"/>
                    <a:pt x="153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4" name="Google Shape;12174;p31"/>
            <p:cNvSpPr/>
            <p:nvPr/>
          </p:nvSpPr>
          <p:spPr>
            <a:xfrm>
              <a:off x="4046675" y="3030375"/>
              <a:ext cx="5675" cy="5075"/>
            </a:xfrm>
            <a:custGeom>
              <a:avLst/>
              <a:gdLst/>
              <a:ahLst/>
              <a:cxnLst/>
              <a:rect l="l" t="t" r="r" b="b"/>
              <a:pathLst>
                <a:path w="227" h="203" extrusionOk="0">
                  <a:moveTo>
                    <a:pt x="113" y="0"/>
                  </a:moveTo>
                  <a:cubicBezTo>
                    <a:pt x="85" y="0"/>
                    <a:pt x="55" y="12"/>
                    <a:pt x="37" y="40"/>
                  </a:cubicBezTo>
                  <a:cubicBezTo>
                    <a:pt x="21" y="56"/>
                    <a:pt x="0" y="93"/>
                    <a:pt x="21" y="110"/>
                  </a:cubicBezTo>
                  <a:lnTo>
                    <a:pt x="21" y="143"/>
                  </a:lnTo>
                  <a:cubicBezTo>
                    <a:pt x="21" y="159"/>
                    <a:pt x="37" y="176"/>
                    <a:pt x="54" y="176"/>
                  </a:cubicBezTo>
                  <a:cubicBezTo>
                    <a:pt x="65" y="190"/>
                    <a:pt x="86" y="203"/>
                    <a:pt x="104" y="203"/>
                  </a:cubicBezTo>
                  <a:cubicBezTo>
                    <a:pt x="111" y="203"/>
                    <a:pt x="118" y="201"/>
                    <a:pt x="124" y="196"/>
                  </a:cubicBezTo>
                  <a:cubicBezTo>
                    <a:pt x="157" y="196"/>
                    <a:pt x="173" y="196"/>
                    <a:pt x="190" y="159"/>
                  </a:cubicBezTo>
                  <a:cubicBezTo>
                    <a:pt x="206" y="143"/>
                    <a:pt x="227" y="110"/>
                    <a:pt x="227" y="93"/>
                  </a:cubicBezTo>
                  <a:cubicBezTo>
                    <a:pt x="227" y="56"/>
                    <a:pt x="206" y="40"/>
                    <a:pt x="173" y="23"/>
                  </a:cubicBezTo>
                  <a:cubicBezTo>
                    <a:pt x="158" y="8"/>
                    <a:pt x="136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5" name="Google Shape;12175;p31"/>
            <p:cNvSpPr/>
            <p:nvPr/>
          </p:nvSpPr>
          <p:spPr>
            <a:xfrm>
              <a:off x="4024400" y="3092375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120" y="0"/>
                  </a:moveTo>
                  <a:cubicBezTo>
                    <a:pt x="87" y="0"/>
                    <a:pt x="50" y="17"/>
                    <a:pt x="33" y="17"/>
                  </a:cubicBezTo>
                  <a:cubicBezTo>
                    <a:pt x="17" y="33"/>
                    <a:pt x="0" y="66"/>
                    <a:pt x="0" y="87"/>
                  </a:cubicBezTo>
                  <a:lnTo>
                    <a:pt x="0" y="136"/>
                  </a:lnTo>
                  <a:cubicBezTo>
                    <a:pt x="0" y="153"/>
                    <a:pt x="0" y="153"/>
                    <a:pt x="17" y="169"/>
                  </a:cubicBezTo>
                  <a:cubicBezTo>
                    <a:pt x="33" y="190"/>
                    <a:pt x="50" y="206"/>
                    <a:pt x="87" y="206"/>
                  </a:cubicBezTo>
                  <a:cubicBezTo>
                    <a:pt x="95" y="209"/>
                    <a:pt x="104" y="211"/>
                    <a:pt x="112" y="211"/>
                  </a:cubicBezTo>
                  <a:cubicBezTo>
                    <a:pt x="154" y="211"/>
                    <a:pt x="193" y="178"/>
                    <a:pt x="207" y="120"/>
                  </a:cubicBezTo>
                  <a:cubicBezTo>
                    <a:pt x="207" y="103"/>
                    <a:pt x="207" y="66"/>
                    <a:pt x="190" y="50"/>
                  </a:cubicBezTo>
                  <a:cubicBezTo>
                    <a:pt x="170" y="17"/>
                    <a:pt x="137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6" name="Google Shape;12176;p31"/>
            <p:cNvSpPr/>
            <p:nvPr/>
          </p:nvSpPr>
          <p:spPr>
            <a:xfrm>
              <a:off x="4055325" y="3067425"/>
              <a:ext cx="5575" cy="5275"/>
            </a:xfrm>
            <a:custGeom>
              <a:avLst/>
              <a:gdLst/>
              <a:ahLst/>
              <a:cxnLst/>
              <a:rect l="l" t="t" r="r" b="b"/>
              <a:pathLst>
                <a:path w="223" h="211" extrusionOk="0">
                  <a:moveTo>
                    <a:pt x="136" y="1"/>
                  </a:moveTo>
                  <a:cubicBezTo>
                    <a:pt x="87" y="1"/>
                    <a:pt x="33" y="34"/>
                    <a:pt x="17" y="71"/>
                  </a:cubicBezTo>
                  <a:lnTo>
                    <a:pt x="17" y="104"/>
                  </a:lnTo>
                  <a:cubicBezTo>
                    <a:pt x="0" y="120"/>
                    <a:pt x="17" y="137"/>
                    <a:pt x="17" y="157"/>
                  </a:cubicBezTo>
                  <a:cubicBezTo>
                    <a:pt x="33" y="174"/>
                    <a:pt x="50" y="190"/>
                    <a:pt x="66" y="207"/>
                  </a:cubicBezTo>
                  <a:lnTo>
                    <a:pt x="103" y="207"/>
                  </a:lnTo>
                  <a:cubicBezTo>
                    <a:pt x="112" y="209"/>
                    <a:pt x="120" y="211"/>
                    <a:pt x="129" y="211"/>
                  </a:cubicBezTo>
                  <a:cubicBezTo>
                    <a:pt x="170" y="211"/>
                    <a:pt x="209" y="178"/>
                    <a:pt x="223" y="120"/>
                  </a:cubicBezTo>
                  <a:cubicBezTo>
                    <a:pt x="223" y="104"/>
                    <a:pt x="223" y="71"/>
                    <a:pt x="206" y="54"/>
                  </a:cubicBezTo>
                  <a:cubicBezTo>
                    <a:pt x="190" y="34"/>
                    <a:pt x="153" y="17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7" name="Google Shape;12177;p31"/>
            <p:cNvSpPr/>
            <p:nvPr/>
          </p:nvSpPr>
          <p:spPr>
            <a:xfrm>
              <a:off x="4056150" y="3132675"/>
              <a:ext cx="5175" cy="5400"/>
            </a:xfrm>
            <a:custGeom>
              <a:avLst/>
              <a:gdLst/>
              <a:ahLst/>
              <a:cxnLst/>
              <a:rect l="l" t="t" r="r" b="b"/>
              <a:pathLst>
                <a:path w="207" h="216" extrusionOk="0">
                  <a:moveTo>
                    <a:pt x="120" y="0"/>
                  </a:moveTo>
                  <a:cubicBezTo>
                    <a:pt x="70" y="0"/>
                    <a:pt x="0" y="37"/>
                    <a:pt x="0" y="87"/>
                  </a:cubicBezTo>
                  <a:lnTo>
                    <a:pt x="0" y="157"/>
                  </a:lnTo>
                  <a:lnTo>
                    <a:pt x="17" y="173"/>
                  </a:lnTo>
                  <a:cubicBezTo>
                    <a:pt x="33" y="190"/>
                    <a:pt x="54" y="206"/>
                    <a:pt x="87" y="206"/>
                  </a:cubicBezTo>
                  <a:cubicBezTo>
                    <a:pt x="97" y="213"/>
                    <a:pt x="105" y="215"/>
                    <a:pt x="113" y="215"/>
                  </a:cubicBezTo>
                  <a:cubicBezTo>
                    <a:pt x="132" y="215"/>
                    <a:pt x="147" y="202"/>
                    <a:pt x="173" y="190"/>
                  </a:cubicBezTo>
                  <a:cubicBezTo>
                    <a:pt x="190" y="173"/>
                    <a:pt x="206" y="157"/>
                    <a:pt x="206" y="124"/>
                  </a:cubicBezTo>
                  <a:cubicBezTo>
                    <a:pt x="206" y="103"/>
                    <a:pt x="206" y="70"/>
                    <a:pt x="190" y="54"/>
                  </a:cubicBezTo>
                  <a:cubicBezTo>
                    <a:pt x="173" y="37"/>
                    <a:pt x="157" y="21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8" name="Google Shape;12178;p31"/>
            <p:cNvSpPr/>
            <p:nvPr/>
          </p:nvSpPr>
          <p:spPr>
            <a:xfrm>
              <a:off x="4055725" y="3053225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23" y="0"/>
                  </a:moveTo>
                  <a:cubicBezTo>
                    <a:pt x="91" y="0"/>
                    <a:pt x="57" y="16"/>
                    <a:pt x="34" y="37"/>
                  </a:cubicBezTo>
                  <a:cubicBezTo>
                    <a:pt x="17" y="53"/>
                    <a:pt x="1" y="86"/>
                    <a:pt x="1" y="123"/>
                  </a:cubicBezTo>
                  <a:cubicBezTo>
                    <a:pt x="1" y="123"/>
                    <a:pt x="1" y="140"/>
                    <a:pt x="17" y="140"/>
                  </a:cubicBezTo>
                  <a:cubicBezTo>
                    <a:pt x="17" y="156"/>
                    <a:pt x="34" y="173"/>
                    <a:pt x="50" y="189"/>
                  </a:cubicBezTo>
                  <a:cubicBezTo>
                    <a:pt x="65" y="204"/>
                    <a:pt x="84" y="210"/>
                    <a:pt x="104" y="210"/>
                  </a:cubicBezTo>
                  <a:cubicBezTo>
                    <a:pt x="135" y="210"/>
                    <a:pt x="168" y="195"/>
                    <a:pt x="190" y="173"/>
                  </a:cubicBezTo>
                  <a:cubicBezTo>
                    <a:pt x="207" y="140"/>
                    <a:pt x="223" y="123"/>
                    <a:pt x="207" y="86"/>
                  </a:cubicBezTo>
                  <a:cubicBezTo>
                    <a:pt x="207" y="70"/>
                    <a:pt x="190" y="37"/>
                    <a:pt x="174" y="20"/>
                  </a:cubicBezTo>
                  <a:cubicBezTo>
                    <a:pt x="160" y="6"/>
                    <a:pt x="142" y="0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9" name="Google Shape;12179;p31"/>
            <p:cNvSpPr/>
            <p:nvPr/>
          </p:nvSpPr>
          <p:spPr>
            <a:xfrm>
              <a:off x="4057900" y="3040275"/>
              <a:ext cx="6000" cy="5425"/>
            </a:xfrm>
            <a:custGeom>
              <a:avLst/>
              <a:gdLst/>
              <a:ahLst/>
              <a:cxnLst/>
              <a:rect l="l" t="t" r="r" b="b"/>
              <a:pathLst>
                <a:path w="240" h="217" extrusionOk="0">
                  <a:moveTo>
                    <a:pt x="116" y="1"/>
                  </a:moveTo>
                  <a:cubicBezTo>
                    <a:pt x="106" y="1"/>
                    <a:pt x="97" y="2"/>
                    <a:pt x="87" y="6"/>
                  </a:cubicBezTo>
                  <a:cubicBezTo>
                    <a:pt x="17" y="39"/>
                    <a:pt x="0" y="89"/>
                    <a:pt x="17" y="142"/>
                  </a:cubicBezTo>
                  <a:cubicBezTo>
                    <a:pt x="31" y="184"/>
                    <a:pt x="82" y="216"/>
                    <a:pt x="127" y="216"/>
                  </a:cubicBezTo>
                  <a:cubicBezTo>
                    <a:pt x="136" y="216"/>
                    <a:pt x="145" y="215"/>
                    <a:pt x="153" y="212"/>
                  </a:cubicBezTo>
                  <a:cubicBezTo>
                    <a:pt x="207" y="175"/>
                    <a:pt x="240" y="126"/>
                    <a:pt x="207" y="72"/>
                  </a:cubicBezTo>
                  <a:cubicBezTo>
                    <a:pt x="193" y="32"/>
                    <a:pt x="156" y="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0" name="Google Shape;12180;p31"/>
            <p:cNvSpPr/>
            <p:nvPr/>
          </p:nvSpPr>
          <p:spPr>
            <a:xfrm>
              <a:off x="4058300" y="3118800"/>
              <a:ext cx="5200" cy="5100"/>
            </a:xfrm>
            <a:custGeom>
              <a:avLst/>
              <a:gdLst/>
              <a:ahLst/>
              <a:cxnLst/>
              <a:rect l="l" t="t" r="r" b="b"/>
              <a:pathLst>
                <a:path w="208" h="204" extrusionOk="0">
                  <a:moveTo>
                    <a:pt x="104" y="0"/>
                  </a:moveTo>
                  <a:cubicBezTo>
                    <a:pt x="75" y="0"/>
                    <a:pt x="47" y="13"/>
                    <a:pt x="17" y="40"/>
                  </a:cubicBezTo>
                  <a:cubicBezTo>
                    <a:pt x="1" y="61"/>
                    <a:pt x="1" y="94"/>
                    <a:pt x="1" y="110"/>
                  </a:cubicBezTo>
                  <a:cubicBezTo>
                    <a:pt x="1" y="127"/>
                    <a:pt x="1" y="127"/>
                    <a:pt x="17" y="143"/>
                  </a:cubicBezTo>
                  <a:cubicBezTo>
                    <a:pt x="17" y="164"/>
                    <a:pt x="34" y="180"/>
                    <a:pt x="34" y="180"/>
                  </a:cubicBezTo>
                  <a:cubicBezTo>
                    <a:pt x="60" y="192"/>
                    <a:pt x="76" y="203"/>
                    <a:pt x="95" y="203"/>
                  </a:cubicBezTo>
                  <a:cubicBezTo>
                    <a:pt x="103" y="203"/>
                    <a:pt x="111" y="201"/>
                    <a:pt x="120" y="197"/>
                  </a:cubicBezTo>
                  <a:cubicBezTo>
                    <a:pt x="137" y="197"/>
                    <a:pt x="174" y="197"/>
                    <a:pt x="191" y="164"/>
                  </a:cubicBezTo>
                  <a:cubicBezTo>
                    <a:pt x="207" y="143"/>
                    <a:pt x="207" y="110"/>
                    <a:pt x="207" y="94"/>
                  </a:cubicBezTo>
                  <a:cubicBezTo>
                    <a:pt x="207" y="61"/>
                    <a:pt x="191" y="40"/>
                    <a:pt x="174" y="23"/>
                  </a:cubicBezTo>
                  <a:cubicBezTo>
                    <a:pt x="150" y="9"/>
                    <a:pt x="127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1" name="Google Shape;12181;p31"/>
            <p:cNvSpPr/>
            <p:nvPr/>
          </p:nvSpPr>
          <p:spPr>
            <a:xfrm>
              <a:off x="4065225" y="3078150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0"/>
                  </a:moveTo>
                  <a:cubicBezTo>
                    <a:pt x="83" y="0"/>
                    <a:pt x="66" y="0"/>
                    <a:pt x="33" y="17"/>
                  </a:cubicBezTo>
                  <a:cubicBezTo>
                    <a:pt x="17" y="37"/>
                    <a:pt x="0" y="54"/>
                    <a:pt x="0" y="87"/>
                  </a:cubicBezTo>
                  <a:lnTo>
                    <a:pt x="0" y="140"/>
                  </a:lnTo>
                  <a:lnTo>
                    <a:pt x="17" y="157"/>
                  </a:lnTo>
                  <a:cubicBezTo>
                    <a:pt x="33" y="190"/>
                    <a:pt x="66" y="206"/>
                    <a:pt x="83" y="206"/>
                  </a:cubicBezTo>
                  <a:cubicBezTo>
                    <a:pt x="136" y="206"/>
                    <a:pt x="206" y="173"/>
                    <a:pt x="206" y="120"/>
                  </a:cubicBezTo>
                  <a:cubicBezTo>
                    <a:pt x="206" y="87"/>
                    <a:pt x="206" y="70"/>
                    <a:pt x="186" y="37"/>
                  </a:cubicBezTo>
                  <a:cubicBezTo>
                    <a:pt x="169" y="17"/>
                    <a:pt x="153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2" name="Google Shape;12182;p31"/>
            <p:cNvSpPr/>
            <p:nvPr/>
          </p:nvSpPr>
          <p:spPr>
            <a:xfrm>
              <a:off x="4048425" y="3016550"/>
              <a:ext cx="5575" cy="5100"/>
            </a:xfrm>
            <a:custGeom>
              <a:avLst/>
              <a:gdLst/>
              <a:ahLst/>
              <a:cxnLst/>
              <a:rect l="l" t="t" r="r" b="b"/>
              <a:pathLst>
                <a:path w="223" h="204" extrusionOk="0">
                  <a:moveTo>
                    <a:pt x="124" y="1"/>
                  </a:moveTo>
                  <a:cubicBezTo>
                    <a:pt x="111" y="1"/>
                    <a:pt x="99" y="3"/>
                    <a:pt x="87" y="7"/>
                  </a:cubicBezTo>
                  <a:cubicBezTo>
                    <a:pt x="33" y="28"/>
                    <a:pt x="0" y="94"/>
                    <a:pt x="17" y="147"/>
                  </a:cubicBezTo>
                  <a:cubicBezTo>
                    <a:pt x="33" y="164"/>
                    <a:pt x="33" y="164"/>
                    <a:pt x="54" y="180"/>
                  </a:cubicBezTo>
                  <a:cubicBezTo>
                    <a:pt x="65" y="192"/>
                    <a:pt x="94" y="204"/>
                    <a:pt x="122" y="204"/>
                  </a:cubicBezTo>
                  <a:cubicBezTo>
                    <a:pt x="134" y="204"/>
                    <a:pt x="146" y="202"/>
                    <a:pt x="157" y="197"/>
                  </a:cubicBezTo>
                  <a:cubicBezTo>
                    <a:pt x="190" y="180"/>
                    <a:pt x="223" y="147"/>
                    <a:pt x="223" y="110"/>
                  </a:cubicBezTo>
                  <a:lnTo>
                    <a:pt x="223" y="61"/>
                  </a:lnTo>
                  <a:cubicBezTo>
                    <a:pt x="198" y="20"/>
                    <a:pt x="161" y="1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3" name="Google Shape;12183;p31"/>
            <p:cNvSpPr/>
            <p:nvPr/>
          </p:nvSpPr>
          <p:spPr>
            <a:xfrm>
              <a:off x="4061300" y="3091450"/>
              <a:ext cx="5600" cy="4900"/>
            </a:xfrm>
            <a:custGeom>
              <a:avLst/>
              <a:gdLst/>
              <a:ahLst/>
              <a:cxnLst/>
              <a:rect l="l" t="t" r="r" b="b"/>
              <a:pathLst>
                <a:path w="224" h="196" extrusionOk="0">
                  <a:moveTo>
                    <a:pt x="87" y="0"/>
                  </a:moveTo>
                  <a:cubicBezTo>
                    <a:pt x="17" y="21"/>
                    <a:pt x="0" y="87"/>
                    <a:pt x="17" y="140"/>
                  </a:cubicBezTo>
                  <a:cubicBezTo>
                    <a:pt x="29" y="177"/>
                    <a:pt x="72" y="196"/>
                    <a:pt x="115" y="196"/>
                  </a:cubicBezTo>
                  <a:cubicBezTo>
                    <a:pt x="129" y="196"/>
                    <a:pt x="144" y="194"/>
                    <a:pt x="157" y="190"/>
                  </a:cubicBezTo>
                  <a:cubicBezTo>
                    <a:pt x="174" y="190"/>
                    <a:pt x="190" y="173"/>
                    <a:pt x="190" y="173"/>
                  </a:cubicBezTo>
                  <a:cubicBezTo>
                    <a:pt x="223" y="140"/>
                    <a:pt x="223" y="103"/>
                    <a:pt x="223" y="70"/>
                  </a:cubicBezTo>
                  <a:cubicBezTo>
                    <a:pt x="207" y="21"/>
                    <a:pt x="174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4" name="Google Shape;12184;p31"/>
            <p:cNvSpPr/>
            <p:nvPr/>
          </p:nvSpPr>
          <p:spPr>
            <a:xfrm>
              <a:off x="4060475" y="3104850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20" y="0"/>
                  </a:moveTo>
                  <a:cubicBezTo>
                    <a:pt x="104" y="0"/>
                    <a:pt x="66" y="0"/>
                    <a:pt x="50" y="17"/>
                  </a:cubicBezTo>
                  <a:cubicBezTo>
                    <a:pt x="17" y="33"/>
                    <a:pt x="17" y="66"/>
                    <a:pt x="0" y="83"/>
                  </a:cubicBezTo>
                  <a:cubicBezTo>
                    <a:pt x="0" y="103"/>
                    <a:pt x="0" y="120"/>
                    <a:pt x="17" y="136"/>
                  </a:cubicBezTo>
                  <a:lnTo>
                    <a:pt x="17" y="169"/>
                  </a:lnTo>
                  <a:cubicBezTo>
                    <a:pt x="33" y="186"/>
                    <a:pt x="66" y="206"/>
                    <a:pt x="87" y="206"/>
                  </a:cubicBezTo>
                  <a:cubicBezTo>
                    <a:pt x="95" y="208"/>
                    <a:pt x="104" y="209"/>
                    <a:pt x="111" y="209"/>
                  </a:cubicBezTo>
                  <a:cubicBezTo>
                    <a:pt x="166" y="209"/>
                    <a:pt x="207" y="163"/>
                    <a:pt x="207" y="120"/>
                  </a:cubicBezTo>
                  <a:cubicBezTo>
                    <a:pt x="223" y="83"/>
                    <a:pt x="207" y="66"/>
                    <a:pt x="190" y="50"/>
                  </a:cubicBezTo>
                  <a:cubicBezTo>
                    <a:pt x="170" y="17"/>
                    <a:pt x="153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5" name="Google Shape;12185;p31"/>
            <p:cNvSpPr/>
            <p:nvPr/>
          </p:nvSpPr>
          <p:spPr>
            <a:xfrm>
              <a:off x="4048000" y="3109875"/>
              <a:ext cx="5175" cy="5300"/>
            </a:xfrm>
            <a:custGeom>
              <a:avLst/>
              <a:gdLst/>
              <a:ahLst/>
              <a:cxnLst/>
              <a:rect l="l" t="t" r="r" b="b"/>
              <a:pathLst>
                <a:path w="207" h="212" extrusionOk="0">
                  <a:moveTo>
                    <a:pt x="98" y="1"/>
                  </a:moveTo>
                  <a:cubicBezTo>
                    <a:pt x="55" y="1"/>
                    <a:pt x="15" y="46"/>
                    <a:pt x="1" y="88"/>
                  </a:cubicBezTo>
                  <a:lnTo>
                    <a:pt x="1" y="141"/>
                  </a:lnTo>
                  <a:cubicBezTo>
                    <a:pt x="17" y="174"/>
                    <a:pt x="50" y="191"/>
                    <a:pt x="87" y="211"/>
                  </a:cubicBezTo>
                  <a:cubicBezTo>
                    <a:pt x="153" y="211"/>
                    <a:pt x="207" y="174"/>
                    <a:pt x="207" y="125"/>
                  </a:cubicBezTo>
                  <a:cubicBezTo>
                    <a:pt x="207" y="88"/>
                    <a:pt x="207" y="71"/>
                    <a:pt x="190" y="38"/>
                  </a:cubicBezTo>
                  <a:cubicBezTo>
                    <a:pt x="174" y="22"/>
                    <a:pt x="153" y="5"/>
                    <a:pt x="120" y="5"/>
                  </a:cubicBezTo>
                  <a:cubicBezTo>
                    <a:pt x="113" y="2"/>
                    <a:pt x="105" y="1"/>
                    <a:pt x="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6" name="Google Shape;12186;p31"/>
            <p:cNvSpPr/>
            <p:nvPr/>
          </p:nvSpPr>
          <p:spPr>
            <a:xfrm>
              <a:off x="4042850" y="2993375"/>
              <a:ext cx="5600" cy="5075"/>
            </a:xfrm>
            <a:custGeom>
              <a:avLst/>
              <a:gdLst/>
              <a:ahLst/>
              <a:cxnLst/>
              <a:rect l="l" t="t" r="r" b="b"/>
              <a:pathLst>
                <a:path w="224" h="203" extrusionOk="0">
                  <a:moveTo>
                    <a:pt x="110" y="0"/>
                  </a:moveTo>
                  <a:cubicBezTo>
                    <a:pt x="96" y="0"/>
                    <a:pt x="83" y="2"/>
                    <a:pt x="71" y="6"/>
                  </a:cubicBezTo>
                  <a:cubicBezTo>
                    <a:pt x="17" y="27"/>
                    <a:pt x="0" y="93"/>
                    <a:pt x="17" y="147"/>
                  </a:cubicBezTo>
                  <a:cubicBezTo>
                    <a:pt x="29" y="184"/>
                    <a:pt x="72" y="202"/>
                    <a:pt x="113" y="202"/>
                  </a:cubicBezTo>
                  <a:cubicBezTo>
                    <a:pt x="127" y="202"/>
                    <a:pt x="141" y="200"/>
                    <a:pt x="153" y="196"/>
                  </a:cubicBezTo>
                  <a:cubicBezTo>
                    <a:pt x="207" y="180"/>
                    <a:pt x="223" y="109"/>
                    <a:pt x="207" y="60"/>
                  </a:cubicBezTo>
                  <a:cubicBezTo>
                    <a:pt x="194" y="20"/>
                    <a:pt x="151" y="0"/>
                    <a:pt x="1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7" name="Google Shape;12187;p31"/>
            <p:cNvSpPr/>
            <p:nvPr/>
          </p:nvSpPr>
          <p:spPr>
            <a:xfrm>
              <a:off x="4044600" y="3042075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0"/>
                  </a:moveTo>
                  <a:cubicBezTo>
                    <a:pt x="83" y="0"/>
                    <a:pt x="50" y="0"/>
                    <a:pt x="34" y="37"/>
                  </a:cubicBezTo>
                  <a:cubicBezTo>
                    <a:pt x="17" y="37"/>
                    <a:pt x="1" y="70"/>
                    <a:pt x="1" y="87"/>
                  </a:cubicBezTo>
                  <a:lnTo>
                    <a:pt x="1" y="140"/>
                  </a:lnTo>
                  <a:cubicBezTo>
                    <a:pt x="17" y="173"/>
                    <a:pt x="50" y="190"/>
                    <a:pt x="83" y="206"/>
                  </a:cubicBezTo>
                  <a:lnTo>
                    <a:pt x="104" y="206"/>
                  </a:lnTo>
                  <a:cubicBezTo>
                    <a:pt x="153" y="206"/>
                    <a:pt x="207" y="173"/>
                    <a:pt x="207" y="120"/>
                  </a:cubicBezTo>
                  <a:cubicBezTo>
                    <a:pt x="207" y="87"/>
                    <a:pt x="207" y="70"/>
                    <a:pt x="186" y="37"/>
                  </a:cubicBezTo>
                  <a:cubicBezTo>
                    <a:pt x="170" y="17"/>
                    <a:pt x="153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8" name="Google Shape;12188;p31"/>
            <p:cNvSpPr/>
            <p:nvPr/>
          </p:nvSpPr>
          <p:spPr>
            <a:xfrm>
              <a:off x="4058725" y="3026050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07" y="0"/>
                  </a:moveTo>
                  <a:cubicBezTo>
                    <a:pt x="95" y="0"/>
                    <a:pt x="82" y="3"/>
                    <a:pt x="70" y="6"/>
                  </a:cubicBezTo>
                  <a:cubicBezTo>
                    <a:pt x="17" y="23"/>
                    <a:pt x="0" y="93"/>
                    <a:pt x="17" y="142"/>
                  </a:cubicBezTo>
                  <a:cubicBezTo>
                    <a:pt x="29" y="181"/>
                    <a:pt x="69" y="209"/>
                    <a:pt x="110" y="209"/>
                  </a:cubicBezTo>
                  <a:cubicBezTo>
                    <a:pt x="126" y="209"/>
                    <a:pt x="142" y="205"/>
                    <a:pt x="157" y="196"/>
                  </a:cubicBezTo>
                  <a:cubicBezTo>
                    <a:pt x="207" y="180"/>
                    <a:pt x="223" y="126"/>
                    <a:pt x="207" y="76"/>
                  </a:cubicBezTo>
                  <a:cubicBezTo>
                    <a:pt x="194" y="23"/>
                    <a:pt x="150" y="0"/>
                    <a:pt x="1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9" name="Google Shape;12189;p31"/>
            <p:cNvSpPr/>
            <p:nvPr/>
          </p:nvSpPr>
          <p:spPr>
            <a:xfrm>
              <a:off x="4050175" y="3094400"/>
              <a:ext cx="5575" cy="5150"/>
            </a:xfrm>
            <a:custGeom>
              <a:avLst/>
              <a:gdLst/>
              <a:ahLst/>
              <a:cxnLst/>
              <a:rect l="l" t="t" r="r" b="b"/>
              <a:pathLst>
                <a:path w="223" h="206" extrusionOk="0">
                  <a:moveTo>
                    <a:pt x="116" y="0"/>
                  </a:moveTo>
                  <a:cubicBezTo>
                    <a:pt x="106" y="0"/>
                    <a:pt x="96" y="2"/>
                    <a:pt x="87" y="6"/>
                  </a:cubicBezTo>
                  <a:cubicBezTo>
                    <a:pt x="17" y="22"/>
                    <a:pt x="0" y="88"/>
                    <a:pt x="17" y="142"/>
                  </a:cubicBezTo>
                  <a:cubicBezTo>
                    <a:pt x="17" y="158"/>
                    <a:pt x="33" y="175"/>
                    <a:pt x="50" y="175"/>
                  </a:cubicBezTo>
                  <a:cubicBezTo>
                    <a:pt x="59" y="196"/>
                    <a:pt x="81" y="205"/>
                    <a:pt x="104" y="205"/>
                  </a:cubicBezTo>
                  <a:cubicBezTo>
                    <a:pt x="121" y="205"/>
                    <a:pt x="139" y="200"/>
                    <a:pt x="153" y="191"/>
                  </a:cubicBezTo>
                  <a:cubicBezTo>
                    <a:pt x="190" y="191"/>
                    <a:pt x="223" y="158"/>
                    <a:pt x="223" y="109"/>
                  </a:cubicBezTo>
                  <a:lnTo>
                    <a:pt x="223" y="72"/>
                  </a:lnTo>
                  <a:cubicBezTo>
                    <a:pt x="196" y="32"/>
                    <a:pt x="156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0" name="Google Shape;12190;p31"/>
            <p:cNvSpPr/>
            <p:nvPr/>
          </p:nvSpPr>
          <p:spPr>
            <a:xfrm>
              <a:off x="4063475" y="2997825"/>
              <a:ext cx="5575" cy="5250"/>
            </a:xfrm>
            <a:custGeom>
              <a:avLst/>
              <a:gdLst/>
              <a:ahLst/>
              <a:cxnLst/>
              <a:rect l="l" t="t" r="r" b="b"/>
              <a:pathLst>
                <a:path w="223" h="210" extrusionOk="0">
                  <a:moveTo>
                    <a:pt x="121" y="0"/>
                  </a:moveTo>
                  <a:cubicBezTo>
                    <a:pt x="90" y="0"/>
                    <a:pt x="56" y="14"/>
                    <a:pt x="33" y="35"/>
                  </a:cubicBezTo>
                  <a:cubicBezTo>
                    <a:pt x="17" y="72"/>
                    <a:pt x="0" y="88"/>
                    <a:pt x="0" y="121"/>
                  </a:cubicBezTo>
                  <a:lnTo>
                    <a:pt x="17" y="138"/>
                  </a:lnTo>
                  <a:cubicBezTo>
                    <a:pt x="17" y="158"/>
                    <a:pt x="33" y="175"/>
                    <a:pt x="50" y="191"/>
                  </a:cubicBezTo>
                  <a:cubicBezTo>
                    <a:pt x="64" y="204"/>
                    <a:pt x="82" y="209"/>
                    <a:pt x="101" y="209"/>
                  </a:cubicBezTo>
                  <a:cubicBezTo>
                    <a:pt x="133" y="209"/>
                    <a:pt x="167" y="195"/>
                    <a:pt x="190" y="175"/>
                  </a:cubicBezTo>
                  <a:cubicBezTo>
                    <a:pt x="223" y="121"/>
                    <a:pt x="223" y="72"/>
                    <a:pt x="173" y="18"/>
                  </a:cubicBezTo>
                  <a:cubicBezTo>
                    <a:pt x="159" y="5"/>
                    <a:pt x="141" y="0"/>
                    <a:pt x="1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1" name="Google Shape;12191;p31"/>
            <p:cNvSpPr/>
            <p:nvPr/>
          </p:nvSpPr>
          <p:spPr>
            <a:xfrm>
              <a:off x="4051400" y="3082025"/>
              <a:ext cx="5600" cy="5225"/>
            </a:xfrm>
            <a:custGeom>
              <a:avLst/>
              <a:gdLst/>
              <a:ahLst/>
              <a:cxnLst/>
              <a:rect l="l" t="t" r="r" b="b"/>
              <a:pathLst>
                <a:path w="224" h="209" extrusionOk="0">
                  <a:moveTo>
                    <a:pt x="124" y="1"/>
                  </a:moveTo>
                  <a:cubicBezTo>
                    <a:pt x="93" y="1"/>
                    <a:pt x="58" y="15"/>
                    <a:pt x="38" y="35"/>
                  </a:cubicBezTo>
                  <a:cubicBezTo>
                    <a:pt x="17" y="68"/>
                    <a:pt x="1" y="89"/>
                    <a:pt x="1" y="122"/>
                  </a:cubicBezTo>
                  <a:lnTo>
                    <a:pt x="17" y="138"/>
                  </a:lnTo>
                  <a:cubicBezTo>
                    <a:pt x="17" y="155"/>
                    <a:pt x="38" y="171"/>
                    <a:pt x="54" y="192"/>
                  </a:cubicBezTo>
                  <a:cubicBezTo>
                    <a:pt x="71" y="208"/>
                    <a:pt x="87" y="208"/>
                    <a:pt x="120" y="208"/>
                  </a:cubicBezTo>
                  <a:cubicBezTo>
                    <a:pt x="157" y="208"/>
                    <a:pt x="174" y="192"/>
                    <a:pt x="190" y="171"/>
                  </a:cubicBezTo>
                  <a:cubicBezTo>
                    <a:pt x="207" y="155"/>
                    <a:pt x="223" y="122"/>
                    <a:pt x="207" y="89"/>
                  </a:cubicBezTo>
                  <a:cubicBezTo>
                    <a:pt x="207" y="68"/>
                    <a:pt x="207" y="35"/>
                    <a:pt x="174" y="18"/>
                  </a:cubicBezTo>
                  <a:cubicBezTo>
                    <a:pt x="161" y="6"/>
                    <a:pt x="143" y="1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2" name="Google Shape;12192;p31"/>
            <p:cNvSpPr/>
            <p:nvPr/>
          </p:nvSpPr>
          <p:spPr>
            <a:xfrm>
              <a:off x="4062650" y="3014650"/>
              <a:ext cx="6000" cy="5050"/>
            </a:xfrm>
            <a:custGeom>
              <a:avLst/>
              <a:gdLst/>
              <a:ahLst/>
              <a:cxnLst/>
              <a:rect l="l" t="t" r="r" b="b"/>
              <a:pathLst>
                <a:path w="240" h="202" extrusionOk="0">
                  <a:moveTo>
                    <a:pt x="83" y="1"/>
                  </a:moveTo>
                  <a:cubicBezTo>
                    <a:pt x="50" y="17"/>
                    <a:pt x="33" y="34"/>
                    <a:pt x="33" y="50"/>
                  </a:cubicBezTo>
                  <a:cubicBezTo>
                    <a:pt x="17" y="67"/>
                    <a:pt x="0" y="104"/>
                    <a:pt x="17" y="137"/>
                  </a:cubicBezTo>
                  <a:cubicBezTo>
                    <a:pt x="28" y="172"/>
                    <a:pt x="68" y="201"/>
                    <a:pt x="107" y="201"/>
                  </a:cubicBezTo>
                  <a:cubicBezTo>
                    <a:pt x="123" y="201"/>
                    <a:pt x="139" y="197"/>
                    <a:pt x="153" y="186"/>
                  </a:cubicBezTo>
                  <a:cubicBezTo>
                    <a:pt x="206" y="170"/>
                    <a:pt x="239" y="120"/>
                    <a:pt x="206" y="67"/>
                  </a:cubicBezTo>
                  <a:cubicBezTo>
                    <a:pt x="206" y="34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3" name="Google Shape;12193;p31"/>
            <p:cNvSpPr/>
            <p:nvPr/>
          </p:nvSpPr>
          <p:spPr>
            <a:xfrm>
              <a:off x="4352075" y="3085125"/>
              <a:ext cx="5575" cy="5200"/>
            </a:xfrm>
            <a:custGeom>
              <a:avLst/>
              <a:gdLst/>
              <a:ahLst/>
              <a:cxnLst/>
              <a:rect l="l" t="t" r="r" b="b"/>
              <a:pathLst>
                <a:path w="223" h="208" extrusionOk="0">
                  <a:moveTo>
                    <a:pt x="114" y="1"/>
                  </a:moveTo>
                  <a:cubicBezTo>
                    <a:pt x="99" y="1"/>
                    <a:pt x="84" y="5"/>
                    <a:pt x="70" y="14"/>
                  </a:cubicBezTo>
                  <a:cubicBezTo>
                    <a:pt x="17" y="31"/>
                    <a:pt x="0" y="84"/>
                    <a:pt x="17" y="134"/>
                  </a:cubicBezTo>
                  <a:cubicBezTo>
                    <a:pt x="30" y="178"/>
                    <a:pt x="80" y="208"/>
                    <a:pt x="125" y="208"/>
                  </a:cubicBezTo>
                  <a:cubicBezTo>
                    <a:pt x="135" y="208"/>
                    <a:pt x="144" y="207"/>
                    <a:pt x="153" y="204"/>
                  </a:cubicBezTo>
                  <a:cubicBezTo>
                    <a:pt x="206" y="187"/>
                    <a:pt x="223" y="117"/>
                    <a:pt x="206" y="68"/>
                  </a:cubicBezTo>
                  <a:cubicBezTo>
                    <a:pt x="194" y="29"/>
                    <a:pt x="154" y="1"/>
                    <a:pt x="1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4" name="Google Shape;12194;p31"/>
            <p:cNvSpPr/>
            <p:nvPr/>
          </p:nvSpPr>
          <p:spPr>
            <a:xfrm>
              <a:off x="4231775" y="3048975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1"/>
                  </a:moveTo>
                  <a:cubicBezTo>
                    <a:pt x="87" y="1"/>
                    <a:pt x="54" y="17"/>
                    <a:pt x="38" y="34"/>
                  </a:cubicBezTo>
                  <a:cubicBezTo>
                    <a:pt x="17" y="50"/>
                    <a:pt x="1" y="71"/>
                    <a:pt x="1" y="87"/>
                  </a:cubicBezTo>
                  <a:lnTo>
                    <a:pt x="1" y="153"/>
                  </a:lnTo>
                  <a:cubicBezTo>
                    <a:pt x="17" y="174"/>
                    <a:pt x="54" y="207"/>
                    <a:pt x="87" y="207"/>
                  </a:cubicBezTo>
                  <a:lnTo>
                    <a:pt x="104" y="207"/>
                  </a:lnTo>
                  <a:cubicBezTo>
                    <a:pt x="157" y="207"/>
                    <a:pt x="190" y="174"/>
                    <a:pt x="207" y="120"/>
                  </a:cubicBezTo>
                  <a:cubicBezTo>
                    <a:pt x="207" y="104"/>
                    <a:pt x="207" y="71"/>
                    <a:pt x="190" y="50"/>
                  </a:cubicBezTo>
                  <a:cubicBezTo>
                    <a:pt x="174" y="34"/>
                    <a:pt x="141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5" name="Google Shape;12195;p31"/>
            <p:cNvSpPr/>
            <p:nvPr/>
          </p:nvSpPr>
          <p:spPr>
            <a:xfrm>
              <a:off x="4243025" y="3060375"/>
              <a:ext cx="5175" cy="5075"/>
            </a:xfrm>
            <a:custGeom>
              <a:avLst/>
              <a:gdLst/>
              <a:ahLst/>
              <a:cxnLst/>
              <a:rect l="l" t="t" r="r" b="b"/>
              <a:pathLst>
                <a:path w="207" h="203" extrusionOk="0">
                  <a:moveTo>
                    <a:pt x="94" y="1"/>
                  </a:moveTo>
                  <a:cubicBezTo>
                    <a:pt x="64" y="1"/>
                    <a:pt x="35" y="14"/>
                    <a:pt x="17" y="43"/>
                  </a:cubicBezTo>
                  <a:cubicBezTo>
                    <a:pt x="0" y="60"/>
                    <a:pt x="0" y="93"/>
                    <a:pt x="0" y="109"/>
                  </a:cubicBezTo>
                  <a:lnTo>
                    <a:pt x="0" y="146"/>
                  </a:lnTo>
                  <a:cubicBezTo>
                    <a:pt x="17" y="163"/>
                    <a:pt x="17" y="179"/>
                    <a:pt x="33" y="179"/>
                  </a:cubicBezTo>
                  <a:cubicBezTo>
                    <a:pt x="55" y="194"/>
                    <a:pt x="82" y="202"/>
                    <a:pt x="107" y="202"/>
                  </a:cubicBezTo>
                  <a:cubicBezTo>
                    <a:pt x="138" y="202"/>
                    <a:pt x="168" y="190"/>
                    <a:pt x="186" y="163"/>
                  </a:cubicBezTo>
                  <a:cubicBezTo>
                    <a:pt x="206" y="146"/>
                    <a:pt x="206" y="109"/>
                    <a:pt x="206" y="93"/>
                  </a:cubicBezTo>
                  <a:cubicBezTo>
                    <a:pt x="206" y="60"/>
                    <a:pt x="186" y="43"/>
                    <a:pt x="169" y="27"/>
                  </a:cubicBezTo>
                  <a:cubicBezTo>
                    <a:pt x="147" y="10"/>
                    <a:pt x="120" y="1"/>
                    <a:pt x="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6" name="Google Shape;12196;p31"/>
            <p:cNvSpPr/>
            <p:nvPr/>
          </p:nvSpPr>
          <p:spPr>
            <a:xfrm>
              <a:off x="4235700" y="3023525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96" y="0"/>
                  </a:moveTo>
                  <a:cubicBezTo>
                    <a:pt x="86" y="0"/>
                    <a:pt x="76" y="1"/>
                    <a:pt x="66" y="4"/>
                  </a:cubicBezTo>
                  <a:cubicBezTo>
                    <a:pt x="17" y="37"/>
                    <a:pt x="0" y="91"/>
                    <a:pt x="17" y="140"/>
                  </a:cubicBezTo>
                  <a:cubicBezTo>
                    <a:pt x="17" y="161"/>
                    <a:pt x="33" y="177"/>
                    <a:pt x="33" y="177"/>
                  </a:cubicBezTo>
                  <a:cubicBezTo>
                    <a:pt x="66" y="210"/>
                    <a:pt x="120" y="210"/>
                    <a:pt x="153" y="210"/>
                  </a:cubicBezTo>
                  <a:cubicBezTo>
                    <a:pt x="190" y="194"/>
                    <a:pt x="207" y="161"/>
                    <a:pt x="223" y="124"/>
                  </a:cubicBezTo>
                  <a:cubicBezTo>
                    <a:pt x="223" y="107"/>
                    <a:pt x="223" y="91"/>
                    <a:pt x="207" y="74"/>
                  </a:cubicBezTo>
                  <a:cubicBezTo>
                    <a:pt x="193" y="30"/>
                    <a:pt x="143" y="0"/>
                    <a:pt x="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7" name="Google Shape;12197;p31"/>
            <p:cNvSpPr/>
            <p:nvPr/>
          </p:nvSpPr>
          <p:spPr>
            <a:xfrm>
              <a:off x="4240450" y="2992775"/>
              <a:ext cx="6000" cy="5200"/>
            </a:xfrm>
            <a:custGeom>
              <a:avLst/>
              <a:gdLst/>
              <a:ahLst/>
              <a:cxnLst/>
              <a:rect l="l" t="t" r="r" b="b"/>
              <a:pathLst>
                <a:path w="240" h="208" extrusionOk="0">
                  <a:moveTo>
                    <a:pt x="126" y="1"/>
                  </a:moveTo>
                  <a:cubicBezTo>
                    <a:pt x="112" y="1"/>
                    <a:pt x="97" y="5"/>
                    <a:pt x="83" y="14"/>
                  </a:cubicBezTo>
                  <a:cubicBezTo>
                    <a:pt x="33" y="30"/>
                    <a:pt x="0" y="84"/>
                    <a:pt x="17" y="133"/>
                  </a:cubicBezTo>
                  <a:cubicBezTo>
                    <a:pt x="30" y="178"/>
                    <a:pt x="80" y="208"/>
                    <a:pt x="125" y="208"/>
                  </a:cubicBezTo>
                  <a:cubicBezTo>
                    <a:pt x="135" y="208"/>
                    <a:pt x="144" y="206"/>
                    <a:pt x="153" y="204"/>
                  </a:cubicBezTo>
                  <a:cubicBezTo>
                    <a:pt x="206" y="187"/>
                    <a:pt x="239" y="117"/>
                    <a:pt x="223" y="68"/>
                  </a:cubicBezTo>
                  <a:cubicBezTo>
                    <a:pt x="196" y="29"/>
                    <a:pt x="163" y="1"/>
                    <a:pt x="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8" name="Google Shape;12198;p31"/>
            <p:cNvSpPr/>
            <p:nvPr/>
          </p:nvSpPr>
          <p:spPr>
            <a:xfrm>
              <a:off x="4239500" y="3011550"/>
              <a:ext cx="5200" cy="5300"/>
            </a:xfrm>
            <a:custGeom>
              <a:avLst/>
              <a:gdLst/>
              <a:ahLst/>
              <a:cxnLst/>
              <a:rect l="l" t="t" r="r" b="b"/>
              <a:pathLst>
                <a:path w="208" h="212" extrusionOk="0">
                  <a:moveTo>
                    <a:pt x="121" y="1"/>
                  </a:moveTo>
                  <a:cubicBezTo>
                    <a:pt x="71" y="1"/>
                    <a:pt x="17" y="38"/>
                    <a:pt x="1" y="88"/>
                  </a:cubicBezTo>
                  <a:lnTo>
                    <a:pt x="1" y="141"/>
                  </a:lnTo>
                  <a:cubicBezTo>
                    <a:pt x="17" y="158"/>
                    <a:pt x="17" y="158"/>
                    <a:pt x="17" y="174"/>
                  </a:cubicBezTo>
                  <a:cubicBezTo>
                    <a:pt x="38" y="191"/>
                    <a:pt x="71" y="207"/>
                    <a:pt x="88" y="207"/>
                  </a:cubicBezTo>
                  <a:cubicBezTo>
                    <a:pt x="98" y="210"/>
                    <a:pt x="108" y="212"/>
                    <a:pt x="118" y="212"/>
                  </a:cubicBezTo>
                  <a:cubicBezTo>
                    <a:pt x="171" y="212"/>
                    <a:pt x="207" y="167"/>
                    <a:pt x="207" y="125"/>
                  </a:cubicBezTo>
                  <a:cubicBezTo>
                    <a:pt x="207" y="104"/>
                    <a:pt x="207" y="71"/>
                    <a:pt x="191" y="55"/>
                  </a:cubicBezTo>
                  <a:cubicBezTo>
                    <a:pt x="174" y="22"/>
                    <a:pt x="158" y="22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9" name="Google Shape;12199;p31"/>
            <p:cNvSpPr/>
            <p:nvPr/>
          </p:nvSpPr>
          <p:spPr>
            <a:xfrm>
              <a:off x="4229200" y="2986200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10" y="0"/>
                  </a:moveTo>
                  <a:cubicBezTo>
                    <a:pt x="56" y="0"/>
                    <a:pt x="17" y="45"/>
                    <a:pt x="17" y="87"/>
                  </a:cubicBezTo>
                  <a:cubicBezTo>
                    <a:pt x="1" y="108"/>
                    <a:pt x="17" y="124"/>
                    <a:pt x="17" y="141"/>
                  </a:cubicBezTo>
                  <a:cubicBezTo>
                    <a:pt x="17" y="141"/>
                    <a:pt x="17" y="157"/>
                    <a:pt x="38" y="157"/>
                  </a:cubicBezTo>
                  <a:cubicBezTo>
                    <a:pt x="54" y="190"/>
                    <a:pt x="71" y="190"/>
                    <a:pt x="104" y="211"/>
                  </a:cubicBezTo>
                  <a:cubicBezTo>
                    <a:pt x="157" y="211"/>
                    <a:pt x="207" y="174"/>
                    <a:pt x="223" y="124"/>
                  </a:cubicBezTo>
                  <a:cubicBezTo>
                    <a:pt x="223" y="87"/>
                    <a:pt x="223" y="71"/>
                    <a:pt x="207" y="38"/>
                  </a:cubicBezTo>
                  <a:cubicBezTo>
                    <a:pt x="190" y="21"/>
                    <a:pt x="157" y="5"/>
                    <a:pt x="141" y="5"/>
                  </a:cubicBezTo>
                  <a:cubicBezTo>
                    <a:pt x="130" y="2"/>
                    <a:pt x="120" y="0"/>
                    <a:pt x="1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0" name="Google Shape;12200;p31"/>
            <p:cNvSpPr/>
            <p:nvPr/>
          </p:nvSpPr>
          <p:spPr>
            <a:xfrm>
              <a:off x="4230550" y="2972350"/>
              <a:ext cx="6000" cy="5075"/>
            </a:xfrm>
            <a:custGeom>
              <a:avLst/>
              <a:gdLst/>
              <a:ahLst/>
              <a:cxnLst/>
              <a:rect l="l" t="t" r="r" b="b"/>
              <a:pathLst>
                <a:path w="240" h="203" extrusionOk="0">
                  <a:moveTo>
                    <a:pt x="126" y="0"/>
                  </a:moveTo>
                  <a:cubicBezTo>
                    <a:pt x="112" y="0"/>
                    <a:pt x="99" y="2"/>
                    <a:pt x="87" y="6"/>
                  </a:cubicBezTo>
                  <a:cubicBezTo>
                    <a:pt x="33" y="23"/>
                    <a:pt x="0" y="93"/>
                    <a:pt x="17" y="147"/>
                  </a:cubicBezTo>
                  <a:cubicBezTo>
                    <a:pt x="42" y="184"/>
                    <a:pt x="78" y="202"/>
                    <a:pt x="115" y="202"/>
                  </a:cubicBezTo>
                  <a:cubicBezTo>
                    <a:pt x="128" y="202"/>
                    <a:pt x="140" y="200"/>
                    <a:pt x="153" y="196"/>
                  </a:cubicBezTo>
                  <a:cubicBezTo>
                    <a:pt x="223" y="180"/>
                    <a:pt x="239" y="109"/>
                    <a:pt x="223" y="60"/>
                  </a:cubicBezTo>
                  <a:cubicBezTo>
                    <a:pt x="210" y="20"/>
                    <a:pt x="168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1" name="Google Shape;12201;p31"/>
            <p:cNvSpPr/>
            <p:nvPr/>
          </p:nvSpPr>
          <p:spPr>
            <a:xfrm>
              <a:off x="4229625" y="3000325"/>
              <a:ext cx="6100" cy="5400"/>
            </a:xfrm>
            <a:custGeom>
              <a:avLst/>
              <a:gdLst/>
              <a:ahLst/>
              <a:cxnLst/>
              <a:rect l="l" t="t" r="r" b="b"/>
              <a:pathLst>
                <a:path w="244" h="216" extrusionOk="0">
                  <a:moveTo>
                    <a:pt x="116" y="0"/>
                  </a:moveTo>
                  <a:cubicBezTo>
                    <a:pt x="106" y="0"/>
                    <a:pt x="96" y="2"/>
                    <a:pt x="87" y="5"/>
                  </a:cubicBezTo>
                  <a:cubicBezTo>
                    <a:pt x="37" y="38"/>
                    <a:pt x="0" y="91"/>
                    <a:pt x="37" y="141"/>
                  </a:cubicBezTo>
                  <a:cubicBezTo>
                    <a:pt x="51" y="185"/>
                    <a:pt x="87" y="215"/>
                    <a:pt x="129" y="215"/>
                  </a:cubicBezTo>
                  <a:cubicBezTo>
                    <a:pt x="138" y="215"/>
                    <a:pt x="147" y="214"/>
                    <a:pt x="157" y="211"/>
                  </a:cubicBezTo>
                  <a:cubicBezTo>
                    <a:pt x="227" y="194"/>
                    <a:pt x="243" y="124"/>
                    <a:pt x="227" y="75"/>
                  </a:cubicBezTo>
                  <a:cubicBezTo>
                    <a:pt x="210" y="31"/>
                    <a:pt x="162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2" name="Google Shape;12202;p31"/>
            <p:cNvSpPr/>
            <p:nvPr/>
          </p:nvSpPr>
          <p:spPr>
            <a:xfrm>
              <a:off x="4270025" y="3047550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96" y="1"/>
                  </a:moveTo>
                  <a:cubicBezTo>
                    <a:pt x="41" y="1"/>
                    <a:pt x="0" y="47"/>
                    <a:pt x="0" y="91"/>
                  </a:cubicBezTo>
                  <a:lnTo>
                    <a:pt x="0" y="144"/>
                  </a:lnTo>
                  <a:lnTo>
                    <a:pt x="17" y="161"/>
                  </a:lnTo>
                  <a:cubicBezTo>
                    <a:pt x="33" y="194"/>
                    <a:pt x="54" y="194"/>
                    <a:pt x="87" y="210"/>
                  </a:cubicBezTo>
                  <a:cubicBezTo>
                    <a:pt x="136" y="210"/>
                    <a:pt x="190" y="177"/>
                    <a:pt x="206" y="128"/>
                  </a:cubicBezTo>
                  <a:cubicBezTo>
                    <a:pt x="206" y="91"/>
                    <a:pt x="206" y="58"/>
                    <a:pt x="190" y="41"/>
                  </a:cubicBezTo>
                  <a:cubicBezTo>
                    <a:pt x="174" y="25"/>
                    <a:pt x="136" y="4"/>
                    <a:pt x="120" y="4"/>
                  </a:cubicBezTo>
                  <a:cubicBezTo>
                    <a:pt x="112" y="2"/>
                    <a:pt x="103" y="1"/>
                    <a:pt x="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3" name="Google Shape;12203;p31"/>
            <p:cNvSpPr/>
            <p:nvPr/>
          </p:nvSpPr>
          <p:spPr>
            <a:xfrm>
              <a:off x="4244675" y="3047475"/>
              <a:ext cx="6100" cy="5075"/>
            </a:xfrm>
            <a:custGeom>
              <a:avLst/>
              <a:gdLst/>
              <a:ahLst/>
              <a:cxnLst/>
              <a:rect l="l" t="t" r="r" b="b"/>
              <a:pathLst>
                <a:path w="244" h="203" extrusionOk="0">
                  <a:moveTo>
                    <a:pt x="128" y="1"/>
                  </a:moveTo>
                  <a:cubicBezTo>
                    <a:pt x="114" y="1"/>
                    <a:pt x="100" y="3"/>
                    <a:pt x="87" y="7"/>
                  </a:cubicBezTo>
                  <a:cubicBezTo>
                    <a:pt x="37" y="28"/>
                    <a:pt x="0" y="94"/>
                    <a:pt x="37" y="147"/>
                  </a:cubicBezTo>
                  <a:cubicBezTo>
                    <a:pt x="50" y="184"/>
                    <a:pt x="81" y="203"/>
                    <a:pt x="125" y="203"/>
                  </a:cubicBezTo>
                  <a:cubicBezTo>
                    <a:pt x="140" y="203"/>
                    <a:pt x="156" y="201"/>
                    <a:pt x="173" y="197"/>
                  </a:cubicBezTo>
                  <a:cubicBezTo>
                    <a:pt x="223" y="180"/>
                    <a:pt x="243" y="110"/>
                    <a:pt x="223" y="61"/>
                  </a:cubicBezTo>
                  <a:cubicBezTo>
                    <a:pt x="210" y="20"/>
                    <a:pt x="170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4" name="Google Shape;12204;p31"/>
            <p:cNvSpPr/>
            <p:nvPr/>
          </p:nvSpPr>
          <p:spPr>
            <a:xfrm>
              <a:off x="4276000" y="3021050"/>
              <a:ext cx="5700" cy="5325"/>
            </a:xfrm>
            <a:custGeom>
              <a:avLst/>
              <a:gdLst/>
              <a:ahLst/>
              <a:cxnLst/>
              <a:rect l="l" t="t" r="r" b="b"/>
              <a:pathLst>
                <a:path w="228" h="213" extrusionOk="0">
                  <a:moveTo>
                    <a:pt x="104" y="0"/>
                  </a:moveTo>
                  <a:cubicBezTo>
                    <a:pt x="71" y="17"/>
                    <a:pt x="54" y="17"/>
                    <a:pt x="38" y="54"/>
                  </a:cubicBezTo>
                  <a:cubicBezTo>
                    <a:pt x="21" y="70"/>
                    <a:pt x="0" y="103"/>
                    <a:pt x="0" y="120"/>
                  </a:cubicBezTo>
                  <a:cubicBezTo>
                    <a:pt x="0" y="136"/>
                    <a:pt x="0" y="136"/>
                    <a:pt x="21" y="157"/>
                  </a:cubicBezTo>
                  <a:cubicBezTo>
                    <a:pt x="21" y="173"/>
                    <a:pt x="38" y="173"/>
                    <a:pt x="54" y="190"/>
                  </a:cubicBezTo>
                  <a:cubicBezTo>
                    <a:pt x="69" y="205"/>
                    <a:pt x="91" y="213"/>
                    <a:pt x="114" y="213"/>
                  </a:cubicBezTo>
                  <a:cubicBezTo>
                    <a:pt x="143" y="213"/>
                    <a:pt x="172" y="201"/>
                    <a:pt x="190" y="173"/>
                  </a:cubicBezTo>
                  <a:cubicBezTo>
                    <a:pt x="207" y="157"/>
                    <a:pt x="227" y="120"/>
                    <a:pt x="207" y="103"/>
                  </a:cubicBezTo>
                  <a:cubicBezTo>
                    <a:pt x="207" y="70"/>
                    <a:pt x="190" y="54"/>
                    <a:pt x="174" y="33"/>
                  </a:cubicBezTo>
                  <a:cubicBezTo>
                    <a:pt x="157" y="17"/>
                    <a:pt x="124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5" name="Google Shape;12205;p31"/>
            <p:cNvSpPr/>
            <p:nvPr/>
          </p:nvSpPr>
          <p:spPr>
            <a:xfrm>
              <a:off x="4264450" y="3001775"/>
              <a:ext cx="3850" cy="4250"/>
            </a:xfrm>
            <a:custGeom>
              <a:avLst/>
              <a:gdLst/>
              <a:ahLst/>
              <a:cxnLst/>
              <a:rect l="l" t="t" r="r" b="b"/>
              <a:pathLst>
                <a:path w="154" h="170" extrusionOk="0">
                  <a:moveTo>
                    <a:pt x="17" y="0"/>
                  </a:moveTo>
                  <a:cubicBezTo>
                    <a:pt x="17" y="17"/>
                    <a:pt x="1" y="33"/>
                    <a:pt x="1" y="50"/>
                  </a:cubicBezTo>
                  <a:cubicBezTo>
                    <a:pt x="1" y="66"/>
                    <a:pt x="1" y="83"/>
                    <a:pt x="17" y="103"/>
                  </a:cubicBezTo>
                  <a:lnTo>
                    <a:pt x="17" y="120"/>
                  </a:lnTo>
                  <a:cubicBezTo>
                    <a:pt x="34" y="153"/>
                    <a:pt x="71" y="169"/>
                    <a:pt x="87" y="169"/>
                  </a:cubicBezTo>
                  <a:cubicBezTo>
                    <a:pt x="120" y="169"/>
                    <a:pt x="137" y="169"/>
                    <a:pt x="153" y="153"/>
                  </a:cubicBezTo>
                  <a:cubicBezTo>
                    <a:pt x="104" y="103"/>
                    <a:pt x="71" y="50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6" name="Google Shape;12206;p31"/>
            <p:cNvSpPr/>
            <p:nvPr/>
          </p:nvSpPr>
          <p:spPr>
            <a:xfrm>
              <a:off x="4273950" y="3034675"/>
              <a:ext cx="5575" cy="5250"/>
            </a:xfrm>
            <a:custGeom>
              <a:avLst/>
              <a:gdLst/>
              <a:ahLst/>
              <a:cxnLst/>
              <a:rect l="l" t="t" r="r" b="b"/>
              <a:pathLst>
                <a:path w="223" h="210" extrusionOk="0">
                  <a:moveTo>
                    <a:pt x="100" y="1"/>
                  </a:moveTo>
                  <a:cubicBezTo>
                    <a:pt x="54" y="1"/>
                    <a:pt x="14" y="47"/>
                    <a:pt x="0" y="90"/>
                  </a:cubicBezTo>
                  <a:cubicBezTo>
                    <a:pt x="0" y="107"/>
                    <a:pt x="0" y="127"/>
                    <a:pt x="17" y="144"/>
                  </a:cubicBezTo>
                  <a:lnTo>
                    <a:pt x="17" y="160"/>
                  </a:lnTo>
                  <a:cubicBezTo>
                    <a:pt x="33" y="193"/>
                    <a:pt x="66" y="193"/>
                    <a:pt x="82" y="210"/>
                  </a:cubicBezTo>
                  <a:cubicBezTo>
                    <a:pt x="120" y="210"/>
                    <a:pt x="153" y="210"/>
                    <a:pt x="169" y="193"/>
                  </a:cubicBezTo>
                  <a:cubicBezTo>
                    <a:pt x="186" y="177"/>
                    <a:pt x="206" y="144"/>
                    <a:pt x="206" y="127"/>
                  </a:cubicBezTo>
                  <a:cubicBezTo>
                    <a:pt x="223" y="57"/>
                    <a:pt x="186" y="4"/>
                    <a:pt x="120" y="4"/>
                  </a:cubicBezTo>
                  <a:cubicBezTo>
                    <a:pt x="113" y="2"/>
                    <a:pt x="106" y="1"/>
                    <a:pt x="1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7" name="Google Shape;12207;p31"/>
            <p:cNvSpPr/>
            <p:nvPr/>
          </p:nvSpPr>
          <p:spPr>
            <a:xfrm>
              <a:off x="4253725" y="2991450"/>
              <a:ext cx="5200" cy="4825"/>
            </a:xfrm>
            <a:custGeom>
              <a:avLst/>
              <a:gdLst/>
              <a:ahLst/>
              <a:cxnLst/>
              <a:rect l="l" t="t" r="r" b="b"/>
              <a:pathLst>
                <a:path w="208" h="193" extrusionOk="0">
                  <a:moveTo>
                    <a:pt x="88" y="1"/>
                  </a:moveTo>
                  <a:cubicBezTo>
                    <a:pt x="34" y="1"/>
                    <a:pt x="1" y="34"/>
                    <a:pt x="1" y="83"/>
                  </a:cubicBezTo>
                  <a:lnTo>
                    <a:pt x="1" y="137"/>
                  </a:lnTo>
                  <a:lnTo>
                    <a:pt x="17" y="154"/>
                  </a:lnTo>
                  <a:cubicBezTo>
                    <a:pt x="34" y="170"/>
                    <a:pt x="50" y="186"/>
                    <a:pt x="88" y="186"/>
                  </a:cubicBezTo>
                  <a:cubicBezTo>
                    <a:pt x="97" y="190"/>
                    <a:pt x="107" y="192"/>
                    <a:pt x="116" y="192"/>
                  </a:cubicBezTo>
                  <a:cubicBezTo>
                    <a:pt x="156" y="192"/>
                    <a:pt x="194" y="160"/>
                    <a:pt x="207" y="121"/>
                  </a:cubicBezTo>
                  <a:cubicBezTo>
                    <a:pt x="153" y="83"/>
                    <a:pt x="120" y="34"/>
                    <a:pt x="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8" name="Google Shape;12208;p31"/>
            <p:cNvSpPr/>
            <p:nvPr/>
          </p:nvSpPr>
          <p:spPr>
            <a:xfrm>
              <a:off x="4225400" y="3017025"/>
              <a:ext cx="5175" cy="5375"/>
            </a:xfrm>
            <a:custGeom>
              <a:avLst/>
              <a:gdLst/>
              <a:ahLst/>
              <a:cxnLst/>
              <a:rect l="l" t="t" r="r" b="b"/>
              <a:pathLst>
                <a:path w="207" h="215" extrusionOk="0">
                  <a:moveTo>
                    <a:pt x="93" y="0"/>
                  </a:moveTo>
                  <a:cubicBezTo>
                    <a:pt x="73" y="0"/>
                    <a:pt x="56" y="14"/>
                    <a:pt x="33" y="25"/>
                  </a:cubicBezTo>
                  <a:cubicBezTo>
                    <a:pt x="17" y="42"/>
                    <a:pt x="0" y="58"/>
                    <a:pt x="0" y="91"/>
                  </a:cubicBezTo>
                  <a:lnTo>
                    <a:pt x="0" y="145"/>
                  </a:lnTo>
                  <a:cubicBezTo>
                    <a:pt x="17" y="145"/>
                    <a:pt x="17" y="161"/>
                    <a:pt x="17" y="161"/>
                  </a:cubicBezTo>
                  <a:cubicBezTo>
                    <a:pt x="33" y="178"/>
                    <a:pt x="66" y="194"/>
                    <a:pt x="87" y="215"/>
                  </a:cubicBezTo>
                  <a:cubicBezTo>
                    <a:pt x="136" y="215"/>
                    <a:pt x="206" y="178"/>
                    <a:pt x="206" y="128"/>
                  </a:cubicBezTo>
                  <a:cubicBezTo>
                    <a:pt x="206" y="91"/>
                    <a:pt x="206" y="58"/>
                    <a:pt x="190" y="42"/>
                  </a:cubicBezTo>
                  <a:cubicBezTo>
                    <a:pt x="169" y="25"/>
                    <a:pt x="153" y="9"/>
                    <a:pt x="120" y="9"/>
                  </a:cubicBezTo>
                  <a:cubicBezTo>
                    <a:pt x="110" y="3"/>
                    <a:pt x="101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9" name="Google Shape;12209;p31"/>
            <p:cNvSpPr/>
            <p:nvPr/>
          </p:nvSpPr>
          <p:spPr>
            <a:xfrm>
              <a:off x="4245600" y="3033175"/>
              <a:ext cx="6000" cy="5250"/>
            </a:xfrm>
            <a:custGeom>
              <a:avLst/>
              <a:gdLst/>
              <a:ahLst/>
              <a:cxnLst/>
              <a:rect l="l" t="t" r="r" b="b"/>
              <a:pathLst>
                <a:path w="240" h="210" extrusionOk="0">
                  <a:moveTo>
                    <a:pt x="130" y="1"/>
                  </a:moveTo>
                  <a:cubicBezTo>
                    <a:pt x="114" y="1"/>
                    <a:pt x="98" y="5"/>
                    <a:pt x="83" y="14"/>
                  </a:cubicBezTo>
                  <a:cubicBezTo>
                    <a:pt x="33" y="31"/>
                    <a:pt x="0" y="84"/>
                    <a:pt x="17" y="134"/>
                  </a:cubicBezTo>
                  <a:cubicBezTo>
                    <a:pt x="42" y="187"/>
                    <a:pt x="79" y="210"/>
                    <a:pt x="118" y="210"/>
                  </a:cubicBezTo>
                  <a:cubicBezTo>
                    <a:pt x="129" y="210"/>
                    <a:pt x="141" y="208"/>
                    <a:pt x="153" y="204"/>
                  </a:cubicBezTo>
                  <a:cubicBezTo>
                    <a:pt x="223" y="187"/>
                    <a:pt x="239" y="117"/>
                    <a:pt x="223" y="64"/>
                  </a:cubicBezTo>
                  <a:cubicBezTo>
                    <a:pt x="211" y="28"/>
                    <a:pt x="171" y="1"/>
                    <a:pt x="1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0" name="Google Shape;12210;p31"/>
            <p:cNvSpPr/>
            <p:nvPr/>
          </p:nvSpPr>
          <p:spPr>
            <a:xfrm>
              <a:off x="4250750" y="3005000"/>
              <a:ext cx="5575" cy="5100"/>
            </a:xfrm>
            <a:custGeom>
              <a:avLst/>
              <a:gdLst/>
              <a:ahLst/>
              <a:cxnLst/>
              <a:rect l="l" t="t" r="r" b="b"/>
              <a:pathLst>
                <a:path w="223" h="204" extrusionOk="0">
                  <a:moveTo>
                    <a:pt x="95" y="1"/>
                  </a:moveTo>
                  <a:cubicBezTo>
                    <a:pt x="64" y="1"/>
                    <a:pt x="35" y="13"/>
                    <a:pt x="17" y="40"/>
                  </a:cubicBezTo>
                  <a:cubicBezTo>
                    <a:pt x="0" y="57"/>
                    <a:pt x="0" y="94"/>
                    <a:pt x="0" y="110"/>
                  </a:cubicBezTo>
                  <a:lnTo>
                    <a:pt x="0" y="143"/>
                  </a:lnTo>
                  <a:cubicBezTo>
                    <a:pt x="17" y="160"/>
                    <a:pt x="17" y="180"/>
                    <a:pt x="33" y="180"/>
                  </a:cubicBezTo>
                  <a:cubicBezTo>
                    <a:pt x="55" y="195"/>
                    <a:pt x="81" y="203"/>
                    <a:pt x="106" y="203"/>
                  </a:cubicBezTo>
                  <a:cubicBezTo>
                    <a:pt x="137" y="203"/>
                    <a:pt x="167" y="190"/>
                    <a:pt x="186" y="160"/>
                  </a:cubicBezTo>
                  <a:cubicBezTo>
                    <a:pt x="223" y="127"/>
                    <a:pt x="223" y="57"/>
                    <a:pt x="169" y="24"/>
                  </a:cubicBezTo>
                  <a:cubicBezTo>
                    <a:pt x="147" y="9"/>
                    <a:pt x="121" y="1"/>
                    <a:pt x="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1" name="Google Shape;12211;p31"/>
            <p:cNvSpPr/>
            <p:nvPr/>
          </p:nvSpPr>
          <p:spPr>
            <a:xfrm>
              <a:off x="4249825" y="3021550"/>
              <a:ext cx="5575" cy="5250"/>
            </a:xfrm>
            <a:custGeom>
              <a:avLst/>
              <a:gdLst/>
              <a:ahLst/>
              <a:cxnLst/>
              <a:rect l="l" t="t" r="r" b="b"/>
              <a:pathLst>
                <a:path w="223" h="210" extrusionOk="0">
                  <a:moveTo>
                    <a:pt x="110" y="1"/>
                  </a:moveTo>
                  <a:cubicBezTo>
                    <a:pt x="99" y="1"/>
                    <a:pt x="87" y="5"/>
                    <a:pt x="70" y="13"/>
                  </a:cubicBezTo>
                  <a:cubicBezTo>
                    <a:pt x="54" y="13"/>
                    <a:pt x="37" y="34"/>
                    <a:pt x="17" y="50"/>
                  </a:cubicBezTo>
                  <a:cubicBezTo>
                    <a:pt x="0" y="83"/>
                    <a:pt x="0" y="116"/>
                    <a:pt x="17" y="153"/>
                  </a:cubicBezTo>
                  <a:cubicBezTo>
                    <a:pt x="32" y="191"/>
                    <a:pt x="73" y="209"/>
                    <a:pt x="115" y="209"/>
                  </a:cubicBezTo>
                  <a:cubicBezTo>
                    <a:pt x="129" y="209"/>
                    <a:pt x="144" y="207"/>
                    <a:pt x="157" y="203"/>
                  </a:cubicBezTo>
                  <a:cubicBezTo>
                    <a:pt x="206" y="186"/>
                    <a:pt x="223" y="116"/>
                    <a:pt x="206" y="67"/>
                  </a:cubicBezTo>
                  <a:cubicBezTo>
                    <a:pt x="190" y="34"/>
                    <a:pt x="173" y="13"/>
                    <a:pt x="140" y="13"/>
                  </a:cubicBezTo>
                  <a:cubicBezTo>
                    <a:pt x="130" y="5"/>
                    <a:pt x="121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2" name="Google Shape;12212;p31"/>
            <p:cNvSpPr/>
            <p:nvPr/>
          </p:nvSpPr>
          <p:spPr>
            <a:xfrm>
              <a:off x="4233950" y="3037325"/>
              <a:ext cx="5575" cy="5175"/>
            </a:xfrm>
            <a:custGeom>
              <a:avLst/>
              <a:gdLst/>
              <a:ahLst/>
              <a:cxnLst/>
              <a:rect l="l" t="t" r="r" b="b"/>
              <a:pathLst>
                <a:path w="223" h="207" extrusionOk="0">
                  <a:moveTo>
                    <a:pt x="113" y="0"/>
                  </a:moveTo>
                  <a:cubicBezTo>
                    <a:pt x="83" y="0"/>
                    <a:pt x="56" y="15"/>
                    <a:pt x="33" y="38"/>
                  </a:cubicBezTo>
                  <a:cubicBezTo>
                    <a:pt x="0" y="71"/>
                    <a:pt x="0" y="87"/>
                    <a:pt x="0" y="124"/>
                  </a:cubicBezTo>
                  <a:cubicBezTo>
                    <a:pt x="0" y="124"/>
                    <a:pt x="0" y="141"/>
                    <a:pt x="17" y="141"/>
                  </a:cubicBezTo>
                  <a:cubicBezTo>
                    <a:pt x="17" y="157"/>
                    <a:pt x="33" y="174"/>
                    <a:pt x="33" y="190"/>
                  </a:cubicBezTo>
                  <a:cubicBezTo>
                    <a:pt x="70" y="207"/>
                    <a:pt x="87" y="207"/>
                    <a:pt x="120" y="207"/>
                  </a:cubicBezTo>
                  <a:cubicBezTo>
                    <a:pt x="157" y="207"/>
                    <a:pt x="173" y="190"/>
                    <a:pt x="190" y="174"/>
                  </a:cubicBezTo>
                  <a:cubicBezTo>
                    <a:pt x="206" y="157"/>
                    <a:pt x="223" y="124"/>
                    <a:pt x="206" y="87"/>
                  </a:cubicBezTo>
                  <a:cubicBezTo>
                    <a:pt x="206" y="71"/>
                    <a:pt x="190" y="38"/>
                    <a:pt x="173" y="21"/>
                  </a:cubicBezTo>
                  <a:cubicBezTo>
                    <a:pt x="152" y="7"/>
                    <a:pt x="132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3" name="Google Shape;12213;p31"/>
            <p:cNvSpPr/>
            <p:nvPr/>
          </p:nvSpPr>
          <p:spPr>
            <a:xfrm>
              <a:off x="4226625" y="3095675"/>
              <a:ext cx="5175" cy="5025"/>
            </a:xfrm>
            <a:custGeom>
              <a:avLst/>
              <a:gdLst/>
              <a:ahLst/>
              <a:cxnLst/>
              <a:rect l="l" t="t" r="r" b="b"/>
              <a:pathLst>
                <a:path w="207" h="201" extrusionOk="0">
                  <a:moveTo>
                    <a:pt x="88" y="0"/>
                  </a:moveTo>
                  <a:cubicBezTo>
                    <a:pt x="38" y="0"/>
                    <a:pt x="1" y="33"/>
                    <a:pt x="1" y="91"/>
                  </a:cubicBezTo>
                  <a:lnTo>
                    <a:pt x="1" y="140"/>
                  </a:lnTo>
                  <a:lnTo>
                    <a:pt x="17" y="161"/>
                  </a:lnTo>
                  <a:cubicBezTo>
                    <a:pt x="38" y="177"/>
                    <a:pt x="54" y="194"/>
                    <a:pt x="87" y="194"/>
                  </a:cubicBezTo>
                  <a:cubicBezTo>
                    <a:pt x="97" y="199"/>
                    <a:pt x="105" y="201"/>
                    <a:pt x="113" y="201"/>
                  </a:cubicBezTo>
                  <a:cubicBezTo>
                    <a:pt x="132" y="201"/>
                    <a:pt x="146" y="189"/>
                    <a:pt x="157" y="177"/>
                  </a:cubicBezTo>
                  <a:cubicBezTo>
                    <a:pt x="190" y="161"/>
                    <a:pt x="207" y="140"/>
                    <a:pt x="207" y="107"/>
                  </a:cubicBezTo>
                  <a:cubicBezTo>
                    <a:pt x="207" y="91"/>
                    <a:pt x="207" y="58"/>
                    <a:pt x="190" y="37"/>
                  </a:cubicBezTo>
                  <a:cubicBezTo>
                    <a:pt x="174" y="21"/>
                    <a:pt x="141" y="4"/>
                    <a:pt x="120" y="4"/>
                  </a:cubicBezTo>
                  <a:cubicBezTo>
                    <a:pt x="109" y="2"/>
                    <a:pt x="98" y="0"/>
                    <a:pt x="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4" name="Google Shape;12214;p31"/>
            <p:cNvSpPr/>
            <p:nvPr/>
          </p:nvSpPr>
          <p:spPr>
            <a:xfrm>
              <a:off x="4228800" y="307907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20" y="0"/>
                  </a:moveTo>
                  <a:cubicBezTo>
                    <a:pt x="87" y="0"/>
                    <a:pt x="70" y="0"/>
                    <a:pt x="33" y="17"/>
                  </a:cubicBezTo>
                  <a:cubicBezTo>
                    <a:pt x="17" y="33"/>
                    <a:pt x="0" y="66"/>
                    <a:pt x="0" y="83"/>
                  </a:cubicBezTo>
                  <a:lnTo>
                    <a:pt x="0" y="136"/>
                  </a:lnTo>
                  <a:cubicBezTo>
                    <a:pt x="0" y="153"/>
                    <a:pt x="17" y="153"/>
                    <a:pt x="17" y="169"/>
                  </a:cubicBezTo>
                  <a:cubicBezTo>
                    <a:pt x="33" y="186"/>
                    <a:pt x="54" y="207"/>
                    <a:pt x="87" y="207"/>
                  </a:cubicBezTo>
                  <a:cubicBezTo>
                    <a:pt x="93" y="209"/>
                    <a:pt x="99" y="210"/>
                    <a:pt x="106" y="210"/>
                  </a:cubicBezTo>
                  <a:cubicBezTo>
                    <a:pt x="149" y="210"/>
                    <a:pt x="192" y="163"/>
                    <a:pt x="206" y="120"/>
                  </a:cubicBezTo>
                  <a:cubicBezTo>
                    <a:pt x="206" y="83"/>
                    <a:pt x="206" y="66"/>
                    <a:pt x="190" y="50"/>
                  </a:cubicBezTo>
                  <a:cubicBezTo>
                    <a:pt x="173" y="17"/>
                    <a:pt x="136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5" name="Google Shape;12215;p31"/>
            <p:cNvSpPr/>
            <p:nvPr/>
          </p:nvSpPr>
          <p:spPr>
            <a:xfrm>
              <a:off x="4230125" y="3065150"/>
              <a:ext cx="5600" cy="5300"/>
            </a:xfrm>
            <a:custGeom>
              <a:avLst/>
              <a:gdLst/>
              <a:ahLst/>
              <a:cxnLst/>
              <a:rect l="l" t="t" r="r" b="b"/>
              <a:pathLst>
                <a:path w="224" h="212" extrusionOk="0">
                  <a:moveTo>
                    <a:pt x="93" y="1"/>
                  </a:moveTo>
                  <a:cubicBezTo>
                    <a:pt x="51" y="1"/>
                    <a:pt x="14" y="33"/>
                    <a:pt x="1" y="92"/>
                  </a:cubicBezTo>
                  <a:cubicBezTo>
                    <a:pt x="1" y="108"/>
                    <a:pt x="1" y="125"/>
                    <a:pt x="17" y="145"/>
                  </a:cubicBezTo>
                  <a:cubicBezTo>
                    <a:pt x="17" y="145"/>
                    <a:pt x="17" y="162"/>
                    <a:pt x="34" y="162"/>
                  </a:cubicBezTo>
                  <a:cubicBezTo>
                    <a:pt x="34" y="178"/>
                    <a:pt x="67" y="195"/>
                    <a:pt x="104" y="211"/>
                  </a:cubicBezTo>
                  <a:cubicBezTo>
                    <a:pt x="153" y="211"/>
                    <a:pt x="207" y="178"/>
                    <a:pt x="207" y="125"/>
                  </a:cubicBezTo>
                  <a:cubicBezTo>
                    <a:pt x="223" y="92"/>
                    <a:pt x="207" y="59"/>
                    <a:pt x="186" y="42"/>
                  </a:cubicBezTo>
                  <a:cubicBezTo>
                    <a:pt x="170" y="21"/>
                    <a:pt x="153" y="5"/>
                    <a:pt x="120" y="5"/>
                  </a:cubicBezTo>
                  <a:cubicBezTo>
                    <a:pt x="111" y="2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6" name="Google Shape;12216;p31"/>
            <p:cNvSpPr/>
            <p:nvPr/>
          </p:nvSpPr>
          <p:spPr>
            <a:xfrm>
              <a:off x="4223225" y="3106750"/>
              <a:ext cx="5600" cy="5200"/>
            </a:xfrm>
            <a:custGeom>
              <a:avLst/>
              <a:gdLst/>
              <a:ahLst/>
              <a:cxnLst/>
              <a:rect l="l" t="t" r="r" b="b"/>
              <a:pathLst>
                <a:path w="224" h="208" extrusionOk="0">
                  <a:moveTo>
                    <a:pt x="114" y="1"/>
                  </a:moveTo>
                  <a:cubicBezTo>
                    <a:pt x="101" y="1"/>
                    <a:pt x="86" y="3"/>
                    <a:pt x="71" y="7"/>
                  </a:cubicBezTo>
                  <a:cubicBezTo>
                    <a:pt x="17" y="27"/>
                    <a:pt x="1" y="93"/>
                    <a:pt x="17" y="147"/>
                  </a:cubicBezTo>
                  <a:cubicBezTo>
                    <a:pt x="17" y="163"/>
                    <a:pt x="34" y="180"/>
                    <a:pt x="50" y="180"/>
                  </a:cubicBezTo>
                  <a:cubicBezTo>
                    <a:pt x="62" y="199"/>
                    <a:pt x="84" y="207"/>
                    <a:pt x="107" y="207"/>
                  </a:cubicBezTo>
                  <a:cubicBezTo>
                    <a:pt x="123" y="207"/>
                    <a:pt x="139" y="203"/>
                    <a:pt x="153" y="196"/>
                  </a:cubicBezTo>
                  <a:cubicBezTo>
                    <a:pt x="190" y="196"/>
                    <a:pt x="207" y="163"/>
                    <a:pt x="223" y="110"/>
                  </a:cubicBezTo>
                  <a:cubicBezTo>
                    <a:pt x="223" y="93"/>
                    <a:pt x="223" y="93"/>
                    <a:pt x="207" y="77"/>
                  </a:cubicBezTo>
                  <a:cubicBezTo>
                    <a:pt x="194" y="23"/>
                    <a:pt x="160" y="1"/>
                    <a:pt x="1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7" name="Google Shape;12217;p31"/>
            <p:cNvSpPr/>
            <p:nvPr/>
          </p:nvSpPr>
          <p:spPr>
            <a:xfrm>
              <a:off x="4237350" y="3101600"/>
              <a:ext cx="5700" cy="5075"/>
            </a:xfrm>
            <a:custGeom>
              <a:avLst/>
              <a:gdLst/>
              <a:ahLst/>
              <a:cxnLst/>
              <a:rect l="l" t="t" r="r" b="b"/>
              <a:pathLst>
                <a:path w="228" h="203" extrusionOk="0">
                  <a:moveTo>
                    <a:pt x="111" y="0"/>
                  </a:moveTo>
                  <a:cubicBezTo>
                    <a:pt x="98" y="0"/>
                    <a:pt x="84" y="2"/>
                    <a:pt x="70" y="6"/>
                  </a:cubicBezTo>
                  <a:cubicBezTo>
                    <a:pt x="21" y="27"/>
                    <a:pt x="0" y="77"/>
                    <a:pt x="21" y="147"/>
                  </a:cubicBezTo>
                  <a:cubicBezTo>
                    <a:pt x="21" y="147"/>
                    <a:pt x="37" y="163"/>
                    <a:pt x="37" y="180"/>
                  </a:cubicBezTo>
                  <a:cubicBezTo>
                    <a:pt x="61" y="191"/>
                    <a:pt x="84" y="203"/>
                    <a:pt x="115" y="203"/>
                  </a:cubicBezTo>
                  <a:cubicBezTo>
                    <a:pt x="127" y="203"/>
                    <a:pt x="141" y="201"/>
                    <a:pt x="157" y="196"/>
                  </a:cubicBezTo>
                  <a:cubicBezTo>
                    <a:pt x="190" y="180"/>
                    <a:pt x="207" y="147"/>
                    <a:pt x="227" y="110"/>
                  </a:cubicBezTo>
                  <a:cubicBezTo>
                    <a:pt x="227" y="93"/>
                    <a:pt x="227" y="77"/>
                    <a:pt x="207" y="60"/>
                  </a:cubicBezTo>
                  <a:cubicBezTo>
                    <a:pt x="194" y="20"/>
                    <a:pt x="154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8" name="Google Shape;12218;p31"/>
            <p:cNvSpPr/>
            <p:nvPr/>
          </p:nvSpPr>
          <p:spPr>
            <a:xfrm>
              <a:off x="4243025" y="3140000"/>
              <a:ext cx="5575" cy="5175"/>
            </a:xfrm>
            <a:custGeom>
              <a:avLst/>
              <a:gdLst/>
              <a:ahLst/>
              <a:cxnLst/>
              <a:rect l="l" t="t" r="r" b="b"/>
              <a:pathLst>
                <a:path w="223" h="207" extrusionOk="0">
                  <a:moveTo>
                    <a:pt x="136" y="0"/>
                  </a:moveTo>
                  <a:cubicBezTo>
                    <a:pt x="66" y="0"/>
                    <a:pt x="17" y="37"/>
                    <a:pt x="17" y="87"/>
                  </a:cubicBezTo>
                  <a:cubicBezTo>
                    <a:pt x="0" y="103"/>
                    <a:pt x="17" y="120"/>
                    <a:pt x="17" y="140"/>
                  </a:cubicBezTo>
                  <a:cubicBezTo>
                    <a:pt x="17" y="157"/>
                    <a:pt x="17" y="157"/>
                    <a:pt x="33" y="173"/>
                  </a:cubicBezTo>
                  <a:cubicBezTo>
                    <a:pt x="50" y="190"/>
                    <a:pt x="66" y="206"/>
                    <a:pt x="103" y="206"/>
                  </a:cubicBezTo>
                  <a:cubicBezTo>
                    <a:pt x="120" y="206"/>
                    <a:pt x="153" y="206"/>
                    <a:pt x="169" y="190"/>
                  </a:cubicBezTo>
                  <a:cubicBezTo>
                    <a:pt x="206" y="173"/>
                    <a:pt x="206" y="140"/>
                    <a:pt x="223" y="120"/>
                  </a:cubicBezTo>
                  <a:cubicBezTo>
                    <a:pt x="223" y="87"/>
                    <a:pt x="223" y="70"/>
                    <a:pt x="206" y="37"/>
                  </a:cubicBezTo>
                  <a:cubicBezTo>
                    <a:pt x="186" y="17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9" name="Google Shape;12219;p31"/>
            <p:cNvSpPr/>
            <p:nvPr/>
          </p:nvSpPr>
          <p:spPr>
            <a:xfrm>
              <a:off x="4238675" y="3089150"/>
              <a:ext cx="5200" cy="5400"/>
            </a:xfrm>
            <a:custGeom>
              <a:avLst/>
              <a:gdLst/>
              <a:ahLst/>
              <a:cxnLst/>
              <a:rect l="l" t="t" r="r" b="b"/>
              <a:pathLst>
                <a:path w="208" h="216" extrusionOk="0">
                  <a:moveTo>
                    <a:pt x="96" y="0"/>
                  </a:moveTo>
                  <a:cubicBezTo>
                    <a:pt x="65" y="0"/>
                    <a:pt x="35" y="13"/>
                    <a:pt x="17" y="43"/>
                  </a:cubicBezTo>
                  <a:cubicBezTo>
                    <a:pt x="1" y="59"/>
                    <a:pt x="1" y="92"/>
                    <a:pt x="1" y="113"/>
                  </a:cubicBezTo>
                  <a:lnTo>
                    <a:pt x="1" y="146"/>
                  </a:lnTo>
                  <a:cubicBezTo>
                    <a:pt x="17" y="162"/>
                    <a:pt x="17" y="179"/>
                    <a:pt x="34" y="179"/>
                  </a:cubicBezTo>
                  <a:cubicBezTo>
                    <a:pt x="71" y="195"/>
                    <a:pt x="88" y="216"/>
                    <a:pt x="121" y="216"/>
                  </a:cubicBezTo>
                  <a:cubicBezTo>
                    <a:pt x="137" y="216"/>
                    <a:pt x="174" y="195"/>
                    <a:pt x="191" y="162"/>
                  </a:cubicBezTo>
                  <a:cubicBezTo>
                    <a:pt x="207" y="146"/>
                    <a:pt x="207" y="129"/>
                    <a:pt x="207" y="92"/>
                  </a:cubicBezTo>
                  <a:cubicBezTo>
                    <a:pt x="207" y="59"/>
                    <a:pt x="191" y="43"/>
                    <a:pt x="174" y="26"/>
                  </a:cubicBezTo>
                  <a:cubicBezTo>
                    <a:pt x="150" y="9"/>
                    <a:pt x="122" y="0"/>
                    <a:pt x="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0" name="Google Shape;12220;p31"/>
            <p:cNvSpPr/>
            <p:nvPr/>
          </p:nvSpPr>
          <p:spPr>
            <a:xfrm>
              <a:off x="4235275" y="3116800"/>
              <a:ext cx="5200" cy="5275"/>
            </a:xfrm>
            <a:custGeom>
              <a:avLst/>
              <a:gdLst/>
              <a:ahLst/>
              <a:cxnLst/>
              <a:rect l="l" t="t" r="r" b="b"/>
              <a:pathLst>
                <a:path w="208" h="211" extrusionOk="0">
                  <a:moveTo>
                    <a:pt x="120" y="0"/>
                  </a:moveTo>
                  <a:cubicBezTo>
                    <a:pt x="50" y="0"/>
                    <a:pt x="1" y="38"/>
                    <a:pt x="1" y="87"/>
                  </a:cubicBezTo>
                  <a:lnTo>
                    <a:pt x="1" y="157"/>
                  </a:lnTo>
                  <a:cubicBezTo>
                    <a:pt x="17" y="174"/>
                    <a:pt x="50" y="207"/>
                    <a:pt x="83" y="207"/>
                  </a:cubicBezTo>
                  <a:cubicBezTo>
                    <a:pt x="93" y="209"/>
                    <a:pt x="102" y="211"/>
                    <a:pt x="110" y="211"/>
                  </a:cubicBezTo>
                  <a:cubicBezTo>
                    <a:pt x="153" y="211"/>
                    <a:pt x="190" y="178"/>
                    <a:pt x="207" y="120"/>
                  </a:cubicBezTo>
                  <a:cubicBezTo>
                    <a:pt x="207" y="103"/>
                    <a:pt x="207" y="70"/>
                    <a:pt x="186" y="54"/>
                  </a:cubicBezTo>
                  <a:cubicBezTo>
                    <a:pt x="170" y="38"/>
                    <a:pt x="137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1" name="Google Shape;12221;p31"/>
            <p:cNvSpPr/>
            <p:nvPr/>
          </p:nvSpPr>
          <p:spPr>
            <a:xfrm>
              <a:off x="4222825" y="3119775"/>
              <a:ext cx="5575" cy="5425"/>
            </a:xfrm>
            <a:custGeom>
              <a:avLst/>
              <a:gdLst/>
              <a:ahLst/>
              <a:cxnLst/>
              <a:rect l="l" t="t" r="r" b="b"/>
              <a:pathLst>
                <a:path w="223" h="217" extrusionOk="0">
                  <a:moveTo>
                    <a:pt x="103" y="1"/>
                  </a:moveTo>
                  <a:cubicBezTo>
                    <a:pt x="66" y="22"/>
                    <a:pt x="50" y="22"/>
                    <a:pt x="33" y="55"/>
                  </a:cubicBezTo>
                  <a:cubicBezTo>
                    <a:pt x="17" y="71"/>
                    <a:pt x="0" y="104"/>
                    <a:pt x="0" y="125"/>
                  </a:cubicBezTo>
                  <a:cubicBezTo>
                    <a:pt x="17" y="141"/>
                    <a:pt x="17" y="141"/>
                    <a:pt x="17" y="158"/>
                  </a:cubicBezTo>
                  <a:cubicBezTo>
                    <a:pt x="17" y="174"/>
                    <a:pt x="33" y="174"/>
                    <a:pt x="50" y="191"/>
                  </a:cubicBezTo>
                  <a:cubicBezTo>
                    <a:pt x="66" y="207"/>
                    <a:pt x="89" y="217"/>
                    <a:pt x="113" y="217"/>
                  </a:cubicBezTo>
                  <a:cubicBezTo>
                    <a:pt x="141" y="217"/>
                    <a:pt x="169" y="203"/>
                    <a:pt x="190" y="174"/>
                  </a:cubicBezTo>
                  <a:cubicBezTo>
                    <a:pt x="206" y="158"/>
                    <a:pt x="223" y="125"/>
                    <a:pt x="223" y="104"/>
                  </a:cubicBezTo>
                  <a:cubicBezTo>
                    <a:pt x="206" y="71"/>
                    <a:pt x="206" y="55"/>
                    <a:pt x="169" y="38"/>
                  </a:cubicBezTo>
                  <a:cubicBezTo>
                    <a:pt x="153" y="22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2" name="Google Shape;12222;p31"/>
            <p:cNvSpPr/>
            <p:nvPr/>
          </p:nvSpPr>
          <p:spPr>
            <a:xfrm>
              <a:off x="4216325" y="3071750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1"/>
                  </a:moveTo>
                  <a:cubicBezTo>
                    <a:pt x="70" y="1"/>
                    <a:pt x="0" y="34"/>
                    <a:pt x="0" y="87"/>
                  </a:cubicBezTo>
                  <a:lnTo>
                    <a:pt x="0" y="137"/>
                  </a:lnTo>
                  <a:cubicBezTo>
                    <a:pt x="17" y="153"/>
                    <a:pt x="17" y="153"/>
                    <a:pt x="17" y="170"/>
                  </a:cubicBezTo>
                  <a:cubicBezTo>
                    <a:pt x="37" y="190"/>
                    <a:pt x="54" y="207"/>
                    <a:pt x="87" y="207"/>
                  </a:cubicBezTo>
                  <a:cubicBezTo>
                    <a:pt x="120" y="207"/>
                    <a:pt x="140" y="207"/>
                    <a:pt x="173" y="190"/>
                  </a:cubicBezTo>
                  <a:cubicBezTo>
                    <a:pt x="190" y="170"/>
                    <a:pt x="206" y="153"/>
                    <a:pt x="206" y="120"/>
                  </a:cubicBezTo>
                  <a:cubicBezTo>
                    <a:pt x="206" y="87"/>
                    <a:pt x="206" y="67"/>
                    <a:pt x="190" y="50"/>
                  </a:cubicBezTo>
                  <a:cubicBezTo>
                    <a:pt x="173" y="17"/>
                    <a:pt x="15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3" name="Google Shape;12223;p31"/>
            <p:cNvSpPr/>
            <p:nvPr/>
          </p:nvSpPr>
          <p:spPr>
            <a:xfrm>
              <a:off x="4218075" y="2979250"/>
              <a:ext cx="6000" cy="5075"/>
            </a:xfrm>
            <a:custGeom>
              <a:avLst/>
              <a:gdLst/>
              <a:ahLst/>
              <a:cxnLst/>
              <a:rect l="l" t="t" r="r" b="b"/>
              <a:pathLst>
                <a:path w="240" h="203" extrusionOk="0">
                  <a:moveTo>
                    <a:pt x="124" y="0"/>
                  </a:moveTo>
                  <a:cubicBezTo>
                    <a:pt x="112" y="0"/>
                    <a:pt x="99" y="2"/>
                    <a:pt x="87" y="7"/>
                  </a:cubicBezTo>
                  <a:cubicBezTo>
                    <a:pt x="17" y="23"/>
                    <a:pt x="0" y="93"/>
                    <a:pt x="17" y="143"/>
                  </a:cubicBezTo>
                  <a:cubicBezTo>
                    <a:pt x="29" y="183"/>
                    <a:pt x="72" y="202"/>
                    <a:pt x="114" y="202"/>
                  </a:cubicBezTo>
                  <a:cubicBezTo>
                    <a:pt x="127" y="202"/>
                    <a:pt x="141" y="200"/>
                    <a:pt x="153" y="196"/>
                  </a:cubicBezTo>
                  <a:cubicBezTo>
                    <a:pt x="207" y="180"/>
                    <a:pt x="240" y="126"/>
                    <a:pt x="207" y="56"/>
                  </a:cubicBezTo>
                  <a:cubicBezTo>
                    <a:pt x="194" y="19"/>
                    <a:pt x="161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4" name="Google Shape;12224;p31"/>
            <p:cNvSpPr/>
            <p:nvPr/>
          </p:nvSpPr>
          <p:spPr>
            <a:xfrm>
              <a:off x="4215900" y="2992125"/>
              <a:ext cx="5600" cy="5075"/>
            </a:xfrm>
            <a:custGeom>
              <a:avLst/>
              <a:gdLst/>
              <a:ahLst/>
              <a:cxnLst/>
              <a:rect l="l" t="t" r="r" b="b"/>
              <a:pathLst>
                <a:path w="224" h="203" extrusionOk="0">
                  <a:moveTo>
                    <a:pt x="112" y="0"/>
                  </a:moveTo>
                  <a:cubicBezTo>
                    <a:pt x="83" y="0"/>
                    <a:pt x="54" y="13"/>
                    <a:pt x="34" y="40"/>
                  </a:cubicBezTo>
                  <a:cubicBezTo>
                    <a:pt x="17" y="56"/>
                    <a:pt x="1" y="94"/>
                    <a:pt x="1" y="110"/>
                  </a:cubicBezTo>
                  <a:cubicBezTo>
                    <a:pt x="1" y="127"/>
                    <a:pt x="17" y="127"/>
                    <a:pt x="17" y="143"/>
                  </a:cubicBezTo>
                  <a:cubicBezTo>
                    <a:pt x="17" y="159"/>
                    <a:pt x="34" y="180"/>
                    <a:pt x="54" y="180"/>
                  </a:cubicBezTo>
                  <a:cubicBezTo>
                    <a:pt x="69" y="195"/>
                    <a:pt x="91" y="203"/>
                    <a:pt x="113" y="203"/>
                  </a:cubicBezTo>
                  <a:cubicBezTo>
                    <a:pt x="142" y="203"/>
                    <a:pt x="172" y="190"/>
                    <a:pt x="190" y="159"/>
                  </a:cubicBezTo>
                  <a:cubicBezTo>
                    <a:pt x="207" y="143"/>
                    <a:pt x="223" y="127"/>
                    <a:pt x="207" y="94"/>
                  </a:cubicBezTo>
                  <a:cubicBezTo>
                    <a:pt x="207" y="56"/>
                    <a:pt x="207" y="40"/>
                    <a:pt x="174" y="23"/>
                  </a:cubicBezTo>
                  <a:cubicBezTo>
                    <a:pt x="157" y="9"/>
                    <a:pt x="135" y="0"/>
                    <a:pt x="1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5" name="Google Shape;12225;p31"/>
            <p:cNvSpPr/>
            <p:nvPr/>
          </p:nvSpPr>
          <p:spPr>
            <a:xfrm>
              <a:off x="4218900" y="2965025"/>
              <a:ext cx="5600" cy="5075"/>
            </a:xfrm>
            <a:custGeom>
              <a:avLst/>
              <a:gdLst/>
              <a:ahLst/>
              <a:cxnLst/>
              <a:rect l="l" t="t" r="r" b="b"/>
              <a:pathLst>
                <a:path w="224" h="203" extrusionOk="0">
                  <a:moveTo>
                    <a:pt x="110" y="1"/>
                  </a:moveTo>
                  <a:cubicBezTo>
                    <a:pt x="96" y="1"/>
                    <a:pt x="83" y="3"/>
                    <a:pt x="70" y="7"/>
                  </a:cubicBezTo>
                  <a:cubicBezTo>
                    <a:pt x="17" y="27"/>
                    <a:pt x="0" y="77"/>
                    <a:pt x="17" y="147"/>
                  </a:cubicBezTo>
                  <a:cubicBezTo>
                    <a:pt x="32" y="184"/>
                    <a:pt x="73" y="202"/>
                    <a:pt x="115" y="202"/>
                  </a:cubicBezTo>
                  <a:cubicBezTo>
                    <a:pt x="129" y="202"/>
                    <a:pt x="144" y="200"/>
                    <a:pt x="157" y="196"/>
                  </a:cubicBezTo>
                  <a:cubicBezTo>
                    <a:pt x="207" y="180"/>
                    <a:pt x="223" y="110"/>
                    <a:pt x="207" y="60"/>
                  </a:cubicBezTo>
                  <a:cubicBezTo>
                    <a:pt x="194" y="20"/>
                    <a:pt x="151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6" name="Google Shape;12226;p31"/>
            <p:cNvSpPr/>
            <p:nvPr/>
          </p:nvSpPr>
          <p:spPr>
            <a:xfrm>
              <a:off x="4220650" y="3043825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20" y="0"/>
                  </a:moveTo>
                  <a:cubicBezTo>
                    <a:pt x="104" y="0"/>
                    <a:pt x="71" y="0"/>
                    <a:pt x="50" y="17"/>
                  </a:cubicBezTo>
                  <a:cubicBezTo>
                    <a:pt x="17" y="33"/>
                    <a:pt x="17" y="50"/>
                    <a:pt x="0" y="87"/>
                  </a:cubicBezTo>
                  <a:cubicBezTo>
                    <a:pt x="0" y="103"/>
                    <a:pt x="0" y="120"/>
                    <a:pt x="17" y="136"/>
                  </a:cubicBezTo>
                  <a:lnTo>
                    <a:pt x="17" y="153"/>
                  </a:lnTo>
                  <a:cubicBezTo>
                    <a:pt x="33" y="190"/>
                    <a:pt x="71" y="190"/>
                    <a:pt x="87" y="207"/>
                  </a:cubicBezTo>
                  <a:cubicBezTo>
                    <a:pt x="153" y="207"/>
                    <a:pt x="207" y="174"/>
                    <a:pt x="207" y="120"/>
                  </a:cubicBezTo>
                  <a:cubicBezTo>
                    <a:pt x="223" y="87"/>
                    <a:pt x="207" y="70"/>
                    <a:pt x="190" y="33"/>
                  </a:cubicBezTo>
                  <a:cubicBezTo>
                    <a:pt x="174" y="17"/>
                    <a:pt x="153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7" name="Google Shape;12227;p31"/>
            <p:cNvSpPr/>
            <p:nvPr/>
          </p:nvSpPr>
          <p:spPr>
            <a:xfrm>
              <a:off x="4221475" y="3030125"/>
              <a:ext cx="5600" cy="5325"/>
            </a:xfrm>
            <a:custGeom>
              <a:avLst/>
              <a:gdLst/>
              <a:ahLst/>
              <a:cxnLst/>
              <a:rect l="l" t="t" r="r" b="b"/>
              <a:pathLst>
                <a:path w="224" h="213" extrusionOk="0">
                  <a:moveTo>
                    <a:pt x="120" y="0"/>
                  </a:moveTo>
                  <a:cubicBezTo>
                    <a:pt x="120" y="0"/>
                    <a:pt x="104" y="0"/>
                    <a:pt x="87" y="17"/>
                  </a:cubicBezTo>
                  <a:cubicBezTo>
                    <a:pt x="17" y="33"/>
                    <a:pt x="0" y="83"/>
                    <a:pt x="17" y="153"/>
                  </a:cubicBezTo>
                  <a:cubicBezTo>
                    <a:pt x="32" y="193"/>
                    <a:pt x="74" y="212"/>
                    <a:pt x="116" y="212"/>
                  </a:cubicBezTo>
                  <a:cubicBezTo>
                    <a:pt x="130" y="212"/>
                    <a:pt x="144" y="210"/>
                    <a:pt x="157" y="206"/>
                  </a:cubicBezTo>
                  <a:cubicBezTo>
                    <a:pt x="174" y="206"/>
                    <a:pt x="190" y="186"/>
                    <a:pt x="190" y="169"/>
                  </a:cubicBezTo>
                  <a:cubicBezTo>
                    <a:pt x="223" y="153"/>
                    <a:pt x="223" y="103"/>
                    <a:pt x="223" y="66"/>
                  </a:cubicBezTo>
                  <a:cubicBezTo>
                    <a:pt x="207" y="33"/>
                    <a:pt x="174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8" name="Google Shape;12228;p31"/>
            <p:cNvSpPr/>
            <p:nvPr/>
          </p:nvSpPr>
          <p:spPr>
            <a:xfrm>
              <a:off x="4215500" y="3006400"/>
              <a:ext cx="5575" cy="5300"/>
            </a:xfrm>
            <a:custGeom>
              <a:avLst/>
              <a:gdLst/>
              <a:ahLst/>
              <a:cxnLst/>
              <a:rect l="l" t="t" r="r" b="b"/>
              <a:pathLst>
                <a:path w="223" h="212" extrusionOk="0">
                  <a:moveTo>
                    <a:pt x="136" y="1"/>
                  </a:moveTo>
                  <a:cubicBezTo>
                    <a:pt x="87" y="1"/>
                    <a:pt x="33" y="21"/>
                    <a:pt x="17" y="71"/>
                  </a:cubicBezTo>
                  <a:lnTo>
                    <a:pt x="17" y="87"/>
                  </a:lnTo>
                  <a:cubicBezTo>
                    <a:pt x="0" y="104"/>
                    <a:pt x="17" y="124"/>
                    <a:pt x="17" y="141"/>
                  </a:cubicBezTo>
                  <a:cubicBezTo>
                    <a:pt x="33" y="174"/>
                    <a:pt x="50" y="190"/>
                    <a:pt x="70" y="207"/>
                  </a:cubicBezTo>
                  <a:lnTo>
                    <a:pt x="103" y="207"/>
                  </a:lnTo>
                  <a:cubicBezTo>
                    <a:pt x="111" y="210"/>
                    <a:pt x="118" y="211"/>
                    <a:pt x="126" y="211"/>
                  </a:cubicBezTo>
                  <a:cubicBezTo>
                    <a:pt x="168" y="211"/>
                    <a:pt x="209" y="166"/>
                    <a:pt x="223" y="124"/>
                  </a:cubicBezTo>
                  <a:cubicBezTo>
                    <a:pt x="223" y="87"/>
                    <a:pt x="223" y="71"/>
                    <a:pt x="206" y="54"/>
                  </a:cubicBezTo>
                  <a:cubicBezTo>
                    <a:pt x="190" y="21"/>
                    <a:pt x="15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9" name="Google Shape;12229;p31"/>
            <p:cNvSpPr/>
            <p:nvPr/>
          </p:nvSpPr>
          <p:spPr>
            <a:xfrm>
              <a:off x="4216325" y="3087625"/>
              <a:ext cx="5575" cy="5350"/>
            </a:xfrm>
            <a:custGeom>
              <a:avLst/>
              <a:gdLst/>
              <a:ahLst/>
              <a:cxnLst/>
              <a:rect l="l" t="t" r="r" b="b"/>
              <a:pathLst>
                <a:path w="223" h="214" extrusionOk="0">
                  <a:moveTo>
                    <a:pt x="103" y="1"/>
                  </a:moveTo>
                  <a:cubicBezTo>
                    <a:pt x="70" y="1"/>
                    <a:pt x="54" y="17"/>
                    <a:pt x="37" y="50"/>
                  </a:cubicBezTo>
                  <a:cubicBezTo>
                    <a:pt x="17" y="71"/>
                    <a:pt x="0" y="87"/>
                    <a:pt x="0" y="120"/>
                  </a:cubicBezTo>
                  <a:cubicBezTo>
                    <a:pt x="0" y="120"/>
                    <a:pt x="0" y="137"/>
                    <a:pt x="17" y="137"/>
                  </a:cubicBezTo>
                  <a:cubicBezTo>
                    <a:pt x="17" y="153"/>
                    <a:pt x="37" y="174"/>
                    <a:pt x="54" y="190"/>
                  </a:cubicBezTo>
                  <a:cubicBezTo>
                    <a:pt x="69" y="205"/>
                    <a:pt x="91" y="213"/>
                    <a:pt x="114" y="213"/>
                  </a:cubicBezTo>
                  <a:cubicBezTo>
                    <a:pt x="142" y="213"/>
                    <a:pt x="172" y="201"/>
                    <a:pt x="190" y="174"/>
                  </a:cubicBezTo>
                  <a:cubicBezTo>
                    <a:pt x="223" y="120"/>
                    <a:pt x="223" y="71"/>
                    <a:pt x="173" y="34"/>
                  </a:cubicBezTo>
                  <a:cubicBezTo>
                    <a:pt x="157" y="17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0" name="Google Shape;12230;p31"/>
            <p:cNvSpPr/>
            <p:nvPr/>
          </p:nvSpPr>
          <p:spPr>
            <a:xfrm>
              <a:off x="4218475" y="3057600"/>
              <a:ext cx="5200" cy="5100"/>
            </a:xfrm>
            <a:custGeom>
              <a:avLst/>
              <a:gdLst/>
              <a:ahLst/>
              <a:cxnLst/>
              <a:rect l="l" t="t" r="r" b="b"/>
              <a:pathLst>
                <a:path w="208" h="204" extrusionOk="0">
                  <a:moveTo>
                    <a:pt x="103" y="1"/>
                  </a:moveTo>
                  <a:cubicBezTo>
                    <a:pt x="75" y="1"/>
                    <a:pt x="47" y="15"/>
                    <a:pt x="17" y="35"/>
                  </a:cubicBezTo>
                  <a:cubicBezTo>
                    <a:pt x="1" y="68"/>
                    <a:pt x="1" y="84"/>
                    <a:pt x="1" y="117"/>
                  </a:cubicBezTo>
                  <a:cubicBezTo>
                    <a:pt x="1" y="117"/>
                    <a:pt x="1" y="138"/>
                    <a:pt x="17" y="138"/>
                  </a:cubicBezTo>
                  <a:cubicBezTo>
                    <a:pt x="17" y="154"/>
                    <a:pt x="34" y="171"/>
                    <a:pt x="34" y="187"/>
                  </a:cubicBezTo>
                  <a:cubicBezTo>
                    <a:pt x="71" y="204"/>
                    <a:pt x="87" y="204"/>
                    <a:pt x="120" y="204"/>
                  </a:cubicBezTo>
                  <a:cubicBezTo>
                    <a:pt x="158" y="204"/>
                    <a:pt x="174" y="187"/>
                    <a:pt x="191" y="171"/>
                  </a:cubicBezTo>
                  <a:cubicBezTo>
                    <a:pt x="207" y="154"/>
                    <a:pt x="207" y="117"/>
                    <a:pt x="207" y="101"/>
                  </a:cubicBezTo>
                  <a:cubicBezTo>
                    <a:pt x="207" y="68"/>
                    <a:pt x="191" y="51"/>
                    <a:pt x="174" y="35"/>
                  </a:cubicBezTo>
                  <a:cubicBezTo>
                    <a:pt x="150" y="10"/>
                    <a:pt x="126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1" name="Google Shape;12231;p31"/>
            <p:cNvSpPr/>
            <p:nvPr/>
          </p:nvSpPr>
          <p:spPr>
            <a:xfrm>
              <a:off x="4296625" y="3057125"/>
              <a:ext cx="5675" cy="5200"/>
            </a:xfrm>
            <a:custGeom>
              <a:avLst/>
              <a:gdLst/>
              <a:ahLst/>
              <a:cxnLst/>
              <a:rect l="l" t="t" r="r" b="b"/>
              <a:pathLst>
                <a:path w="227" h="208" extrusionOk="0">
                  <a:moveTo>
                    <a:pt x="87" y="0"/>
                  </a:moveTo>
                  <a:cubicBezTo>
                    <a:pt x="70" y="0"/>
                    <a:pt x="37" y="17"/>
                    <a:pt x="21" y="33"/>
                  </a:cubicBezTo>
                  <a:cubicBezTo>
                    <a:pt x="0" y="70"/>
                    <a:pt x="0" y="87"/>
                    <a:pt x="0" y="120"/>
                  </a:cubicBezTo>
                  <a:lnTo>
                    <a:pt x="0" y="136"/>
                  </a:lnTo>
                  <a:cubicBezTo>
                    <a:pt x="21" y="157"/>
                    <a:pt x="21" y="173"/>
                    <a:pt x="37" y="190"/>
                  </a:cubicBezTo>
                  <a:cubicBezTo>
                    <a:pt x="56" y="203"/>
                    <a:pt x="78" y="208"/>
                    <a:pt x="100" y="208"/>
                  </a:cubicBezTo>
                  <a:cubicBezTo>
                    <a:pt x="135" y="208"/>
                    <a:pt x="169" y="194"/>
                    <a:pt x="190" y="173"/>
                  </a:cubicBezTo>
                  <a:cubicBezTo>
                    <a:pt x="227" y="120"/>
                    <a:pt x="206" y="70"/>
                    <a:pt x="173" y="17"/>
                  </a:cubicBezTo>
                  <a:cubicBezTo>
                    <a:pt x="140" y="0"/>
                    <a:pt x="124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2" name="Google Shape;12232;p31"/>
            <p:cNvSpPr/>
            <p:nvPr/>
          </p:nvSpPr>
          <p:spPr>
            <a:xfrm>
              <a:off x="4363200" y="3091950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20" y="1"/>
                  </a:moveTo>
                  <a:cubicBezTo>
                    <a:pt x="71" y="1"/>
                    <a:pt x="17" y="34"/>
                    <a:pt x="0" y="83"/>
                  </a:cubicBezTo>
                  <a:cubicBezTo>
                    <a:pt x="0" y="104"/>
                    <a:pt x="0" y="137"/>
                    <a:pt x="17" y="153"/>
                  </a:cubicBezTo>
                  <a:lnTo>
                    <a:pt x="38" y="170"/>
                  </a:lnTo>
                  <a:cubicBezTo>
                    <a:pt x="54" y="186"/>
                    <a:pt x="71" y="207"/>
                    <a:pt x="104" y="207"/>
                  </a:cubicBezTo>
                  <a:cubicBezTo>
                    <a:pt x="112" y="210"/>
                    <a:pt x="121" y="211"/>
                    <a:pt x="129" y="211"/>
                  </a:cubicBezTo>
                  <a:cubicBezTo>
                    <a:pt x="172" y="211"/>
                    <a:pt x="209" y="176"/>
                    <a:pt x="223" y="120"/>
                  </a:cubicBezTo>
                  <a:cubicBezTo>
                    <a:pt x="223" y="104"/>
                    <a:pt x="207" y="67"/>
                    <a:pt x="190" y="50"/>
                  </a:cubicBezTo>
                  <a:cubicBezTo>
                    <a:pt x="174" y="17"/>
                    <a:pt x="157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3" name="Google Shape;12233;p31"/>
            <p:cNvSpPr/>
            <p:nvPr/>
          </p:nvSpPr>
          <p:spPr>
            <a:xfrm>
              <a:off x="4383400" y="3045575"/>
              <a:ext cx="3025" cy="5175"/>
            </a:xfrm>
            <a:custGeom>
              <a:avLst/>
              <a:gdLst/>
              <a:ahLst/>
              <a:cxnLst/>
              <a:rect l="l" t="t" r="r" b="b"/>
              <a:pathLst>
                <a:path w="121" h="207" extrusionOk="0">
                  <a:moveTo>
                    <a:pt x="120" y="0"/>
                  </a:moveTo>
                  <a:cubicBezTo>
                    <a:pt x="104" y="0"/>
                    <a:pt x="87" y="17"/>
                    <a:pt x="71" y="17"/>
                  </a:cubicBezTo>
                  <a:cubicBezTo>
                    <a:pt x="17" y="33"/>
                    <a:pt x="1" y="104"/>
                    <a:pt x="17" y="153"/>
                  </a:cubicBezTo>
                  <a:cubicBezTo>
                    <a:pt x="17" y="170"/>
                    <a:pt x="34" y="170"/>
                    <a:pt x="54" y="186"/>
                  </a:cubicBezTo>
                  <a:cubicBezTo>
                    <a:pt x="71" y="207"/>
                    <a:pt x="87" y="207"/>
                    <a:pt x="120" y="207"/>
                  </a:cubicBezTo>
                  <a:lnTo>
                    <a:pt x="1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4" name="Google Shape;12234;p31"/>
            <p:cNvSpPr/>
            <p:nvPr/>
          </p:nvSpPr>
          <p:spPr>
            <a:xfrm>
              <a:off x="4122725" y="3108500"/>
              <a:ext cx="5175" cy="5075"/>
            </a:xfrm>
            <a:custGeom>
              <a:avLst/>
              <a:gdLst/>
              <a:ahLst/>
              <a:cxnLst/>
              <a:rect l="l" t="t" r="r" b="b"/>
              <a:pathLst>
                <a:path w="207" h="203" extrusionOk="0">
                  <a:moveTo>
                    <a:pt x="96" y="0"/>
                  </a:moveTo>
                  <a:cubicBezTo>
                    <a:pt x="65" y="0"/>
                    <a:pt x="35" y="12"/>
                    <a:pt x="17" y="40"/>
                  </a:cubicBezTo>
                  <a:cubicBezTo>
                    <a:pt x="1" y="60"/>
                    <a:pt x="1" y="77"/>
                    <a:pt x="1" y="110"/>
                  </a:cubicBezTo>
                  <a:lnTo>
                    <a:pt x="1" y="143"/>
                  </a:lnTo>
                  <a:lnTo>
                    <a:pt x="34" y="180"/>
                  </a:lnTo>
                  <a:cubicBezTo>
                    <a:pt x="58" y="195"/>
                    <a:pt x="84" y="203"/>
                    <a:pt x="110" y="203"/>
                  </a:cubicBezTo>
                  <a:cubicBezTo>
                    <a:pt x="141" y="203"/>
                    <a:pt x="170" y="191"/>
                    <a:pt x="190" y="163"/>
                  </a:cubicBezTo>
                  <a:cubicBezTo>
                    <a:pt x="207" y="143"/>
                    <a:pt x="207" y="110"/>
                    <a:pt x="207" y="93"/>
                  </a:cubicBezTo>
                  <a:cubicBezTo>
                    <a:pt x="207" y="60"/>
                    <a:pt x="190" y="40"/>
                    <a:pt x="174" y="23"/>
                  </a:cubicBezTo>
                  <a:cubicBezTo>
                    <a:pt x="150" y="8"/>
                    <a:pt x="122" y="0"/>
                    <a:pt x="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5" name="Google Shape;12235;p31"/>
            <p:cNvSpPr/>
            <p:nvPr/>
          </p:nvSpPr>
          <p:spPr>
            <a:xfrm>
              <a:off x="4383000" y="2999200"/>
              <a:ext cx="850" cy="2075"/>
            </a:xfrm>
            <a:custGeom>
              <a:avLst/>
              <a:gdLst/>
              <a:ahLst/>
              <a:cxnLst/>
              <a:rect l="l" t="t" r="r" b="b"/>
              <a:pathLst>
                <a:path w="34" h="83" extrusionOk="0">
                  <a:moveTo>
                    <a:pt x="33" y="0"/>
                  </a:moveTo>
                  <a:lnTo>
                    <a:pt x="33" y="0"/>
                  </a:lnTo>
                  <a:cubicBezTo>
                    <a:pt x="33" y="17"/>
                    <a:pt x="17" y="50"/>
                    <a:pt x="0" y="83"/>
                  </a:cubicBezTo>
                  <a:lnTo>
                    <a:pt x="17" y="66"/>
                  </a:lnTo>
                  <a:cubicBezTo>
                    <a:pt x="33" y="50"/>
                    <a:pt x="33" y="17"/>
                    <a:pt x="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6" name="Google Shape;12236;p31"/>
            <p:cNvSpPr/>
            <p:nvPr/>
          </p:nvSpPr>
          <p:spPr>
            <a:xfrm>
              <a:off x="4369275" y="3066200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120" y="0"/>
                  </a:moveTo>
                  <a:cubicBezTo>
                    <a:pt x="67" y="0"/>
                    <a:pt x="17" y="33"/>
                    <a:pt x="1" y="83"/>
                  </a:cubicBezTo>
                  <a:lnTo>
                    <a:pt x="1" y="153"/>
                  </a:lnTo>
                  <a:cubicBezTo>
                    <a:pt x="17" y="153"/>
                    <a:pt x="17" y="169"/>
                    <a:pt x="17" y="169"/>
                  </a:cubicBezTo>
                  <a:cubicBezTo>
                    <a:pt x="34" y="186"/>
                    <a:pt x="67" y="206"/>
                    <a:pt x="83" y="206"/>
                  </a:cubicBezTo>
                  <a:cubicBezTo>
                    <a:pt x="94" y="209"/>
                    <a:pt x="105" y="210"/>
                    <a:pt x="115" y="210"/>
                  </a:cubicBezTo>
                  <a:cubicBezTo>
                    <a:pt x="169" y="210"/>
                    <a:pt x="207" y="175"/>
                    <a:pt x="207" y="120"/>
                  </a:cubicBezTo>
                  <a:cubicBezTo>
                    <a:pt x="207" y="103"/>
                    <a:pt x="207" y="66"/>
                    <a:pt x="186" y="50"/>
                  </a:cubicBezTo>
                  <a:cubicBezTo>
                    <a:pt x="170" y="33"/>
                    <a:pt x="153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7" name="Google Shape;12237;p31"/>
            <p:cNvSpPr/>
            <p:nvPr/>
          </p:nvSpPr>
          <p:spPr>
            <a:xfrm>
              <a:off x="4376500" y="3010650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103" y="1"/>
                  </a:moveTo>
                  <a:cubicBezTo>
                    <a:pt x="58" y="1"/>
                    <a:pt x="18" y="44"/>
                    <a:pt x="0" y="91"/>
                  </a:cubicBezTo>
                  <a:lnTo>
                    <a:pt x="0" y="140"/>
                  </a:lnTo>
                  <a:cubicBezTo>
                    <a:pt x="21" y="140"/>
                    <a:pt x="21" y="161"/>
                    <a:pt x="21" y="161"/>
                  </a:cubicBezTo>
                  <a:cubicBezTo>
                    <a:pt x="37" y="194"/>
                    <a:pt x="54" y="210"/>
                    <a:pt x="87" y="210"/>
                  </a:cubicBezTo>
                  <a:cubicBezTo>
                    <a:pt x="124" y="210"/>
                    <a:pt x="140" y="210"/>
                    <a:pt x="173" y="194"/>
                  </a:cubicBezTo>
                  <a:cubicBezTo>
                    <a:pt x="190" y="177"/>
                    <a:pt x="206" y="140"/>
                    <a:pt x="206" y="124"/>
                  </a:cubicBezTo>
                  <a:cubicBezTo>
                    <a:pt x="206" y="91"/>
                    <a:pt x="206" y="74"/>
                    <a:pt x="190" y="37"/>
                  </a:cubicBezTo>
                  <a:cubicBezTo>
                    <a:pt x="173" y="20"/>
                    <a:pt x="157" y="4"/>
                    <a:pt x="124" y="4"/>
                  </a:cubicBezTo>
                  <a:cubicBezTo>
                    <a:pt x="117" y="2"/>
                    <a:pt x="11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8" name="Google Shape;12238;p31"/>
            <p:cNvSpPr/>
            <p:nvPr/>
          </p:nvSpPr>
          <p:spPr>
            <a:xfrm>
              <a:off x="4376500" y="3026600"/>
              <a:ext cx="5700" cy="5225"/>
            </a:xfrm>
            <a:custGeom>
              <a:avLst/>
              <a:gdLst/>
              <a:ahLst/>
              <a:cxnLst/>
              <a:rect l="l" t="t" r="r" b="b"/>
              <a:pathLst>
                <a:path w="228" h="209" extrusionOk="0">
                  <a:moveTo>
                    <a:pt x="103" y="1"/>
                  </a:moveTo>
                  <a:cubicBezTo>
                    <a:pt x="70" y="1"/>
                    <a:pt x="54" y="17"/>
                    <a:pt x="37" y="38"/>
                  </a:cubicBezTo>
                  <a:cubicBezTo>
                    <a:pt x="21" y="54"/>
                    <a:pt x="0" y="87"/>
                    <a:pt x="0" y="120"/>
                  </a:cubicBezTo>
                  <a:lnTo>
                    <a:pt x="21" y="141"/>
                  </a:lnTo>
                  <a:cubicBezTo>
                    <a:pt x="21" y="158"/>
                    <a:pt x="37" y="174"/>
                    <a:pt x="54" y="191"/>
                  </a:cubicBezTo>
                  <a:cubicBezTo>
                    <a:pt x="66" y="203"/>
                    <a:pt x="85" y="209"/>
                    <a:pt x="104" y="209"/>
                  </a:cubicBezTo>
                  <a:cubicBezTo>
                    <a:pt x="135" y="209"/>
                    <a:pt x="170" y="194"/>
                    <a:pt x="190" y="174"/>
                  </a:cubicBezTo>
                  <a:cubicBezTo>
                    <a:pt x="227" y="120"/>
                    <a:pt x="227" y="54"/>
                    <a:pt x="173" y="17"/>
                  </a:cubicBezTo>
                  <a:cubicBezTo>
                    <a:pt x="157" y="1"/>
                    <a:pt x="12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9" name="Google Shape;12239;p31"/>
            <p:cNvSpPr/>
            <p:nvPr/>
          </p:nvSpPr>
          <p:spPr>
            <a:xfrm>
              <a:off x="4370100" y="3052375"/>
              <a:ext cx="5600" cy="5350"/>
            </a:xfrm>
            <a:custGeom>
              <a:avLst/>
              <a:gdLst/>
              <a:ahLst/>
              <a:cxnLst/>
              <a:rect l="l" t="t" r="r" b="b"/>
              <a:pathLst>
                <a:path w="224" h="214" extrusionOk="0">
                  <a:moveTo>
                    <a:pt x="120" y="1"/>
                  </a:moveTo>
                  <a:cubicBezTo>
                    <a:pt x="71" y="1"/>
                    <a:pt x="17" y="38"/>
                    <a:pt x="1" y="87"/>
                  </a:cubicBezTo>
                  <a:lnTo>
                    <a:pt x="1" y="141"/>
                  </a:lnTo>
                  <a:cubicBezTo>
                    <a:pt x="1" y="141"/>
                    <a:pt x="17" y="141"/>
                    <a:pt x="17" y="157"/>
                  </a:cubicBezTo>
                  <a:lnTo>
                    <a:pt x="17" y="174"/>
                  </a:lnTo>
                  <a:cubicBezTo>
                    <a:pt x="34" y="190"/>
                    <a:pt x="71" y="207"/>
                    <a:pt x="87" y="207"/>
                  </a:cubicBezTo>
                  <a:cubicBezTo>
                    <a:pt x="97" y="212"/>
                    <a:pt x="107" y="214"/>
                    <a:pt x="116" y="214"/>
                  </a:cubicBezTo>
                  <a:cubicBezTo>
                    <a:pt x="139" y="214"/>
                    <a:pt x="159" y="202"/>
                    <a:pt x="174" y="190"/>
                  </a:cubicBezTo>
                  <a:cubicBezTo>
                    <a:pt x="190" y="174"/>
                    <a:pt x="207" y="157"/>
                    <a:pt x="207" y="120"/>
                  </a:cubicBezTo>
                  <a:cubicBezTo>
                    <a:pt x="223" y="104"/>
                    <a:pt x="207" y="71"/>
                    <a:pt x="207" y="54"/>
                  </a:cubicBezTo>
                  <a:cubicBezTo>
                    <a:pt x="190" y="38"/>
                    <a:pt x="153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0" name="Google Shape;12240;p31"/>
            <p:cNvSpPr/>
            <p:nvPr/>
          </p:nvSpPr>
          <p:spPr>
            <a:xfrm>
              <a:off x="4371350" y="3038500"/>
              <a:ext cx="5675" cy="5350"/>
            </a:xfrm>
            <a:custGeom>
              <a:avLst/>
              <a:gdLst/>
              <a:ahLst/>
              <a:cxnLst/>
              <a:rect l="l" t="t" r="r" b="b"/>
              <a:pathLst>
                <a:path w="227" h="214" extrusionOk="0">
                  <a:moveTo>
                    <a:pt x="103" y="0"/>
                  </a:moveTo>
                  <a:cubicBezTo>
                    <a:pt x="85" y="0"/>
                    <a:pt x="65" y="12"/>
                    <a:pt x="54" y="24"/>
                  </a:cubicBezTo>
                  <a:cubicBezTo>
                    <a:pt x="37" y="40"/>
                    <a:pt x="21" y="57"/>
                    <a:pt x="0" y="94"/>
                  </a:cubicBezTo>
                  <a:cubicBezTo>
                    <a:pt x="0" y="110"/>
                    <a:pt x="0" y="127"/>
                    <a:pt x="21" y="143"/>
                  </a:cubicBezTo>
                  <a:cubicBezTo>
                    <a:pt x="21" y="143"/>
                    <a:pt x="21" y="160"/>
                    <a:pt x="37" y="160"/>
                  </a:cubicBezTo>
                  <a:cubicBezTo>
                    <a:pt x="37" y="180"/>
                    <a:pt x="70" y="197"/>
                    <a:pt x="103" y="213"/>
                  </a:cubicBezTo>
                  <a:cubicBezTo>
                    <a:pt x="157" y="213"/>
                    <a:pt x="206" y="180"/>
                    <a:pt x="206" y="127"/>
                  </a:cubicBezTo>
                  <a:cubicBezTo>
                    <a:pt x="227" y="94"/>
                    <a:pt x="206" y="57"/>
                    <a:pt x="190" y="40"/>
                  </a:cubicBezTo>
                  <a:cubicBezTo>
                    <a:pt x="173" y="24"/>
                    <a:pt x="157" y="7"/>
                    <a:pt x="124" y="7"/>
                  </a:cubicBezTo>
                  <a:cubicBezTo>
                    <a:pt x="118" y="2"/>
                    <a:pt x="111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1" name="Google Shape;12241;p31"/>
            <p:cNvSpPr/>
            <p:nvPr/>
          </p:nvSpPr>
          <p:spPr>
            <a:xfrm>
              <a:off x="4227550" y="3158025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120" y="1"/>
                  </a:moveTo>
                  <a:cubicBezTo>
                    <a:pt x="50" y="1"/>
                    <a:pt x="1" y="38"/>
                    <a:pt x="1" y="87"/>
                  </a:cubicBezTo>
                  <a:lnTo>
                    <a:pt x="1" y="157"/>
                  </a:lnTo>
                  <a:cubicBezTo>
                    <a:pt x="1" y="157"/>
                    <a:pt x="1" y="174"/>
                    <a:pt x="17" y="174"/>
                  </a:cubicBezTo>
                  <a:cubicBezTo>
                    <a:pt x="34" y="190"/>
                    <a:pt x="50" y="207"/>
                    <a:pt x="83" y="207"/>
                  </a:cubicBezTo>
                  <a:cubicBezTo>
                    <a:pt x="92" y="210"/>
                    <a:pt x="101" y="211"/>
                    <a:pt x="110" y="211"/>
                  </a:cubicBezTo>
                  <a:cubicBezTo>
                    <a:pt x="153" y="211"/>
                    <a:pt x="190" y="178"/>
                    <a:pt x="207" y="120"/>
                  </a:cubicBezTo>
                  <a:cubicBezTo>
                    <a:pt x="207" y="104"/>
                    <a:pt x="207" y="71"/>
                    <a:pt x="186" y="54"/>
                  </a:cubicBezTo>
                  <a:cubicBezTo>
                    <a:pt x="170" y="38"/>
                    <a:pt x="137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2" name="Google Shape;12242;p31"/>
            <p:cNvSpPr/>
            <p:nvPr/>
          </p:nvSpPr>
          <p:spPr>
            <a:xfrm>
              <a:off x="4385975" y="3192875"/>
              <a:ext cx="450" cy="1675"/>
            </a:xfrm>
            <a:custGeom>
              <a:avLst/>
              <a:gdLst/>
              <a:ahLst/>
              <a:cxnLst/>
              <a:rect l="l" t="t" r="r" b="b"/>
              <a:pathLst>
                <a:path w="18" h="67" extrusionOk="0">
                  <a:moveTo>
                    <a:pt x="17" y="0"/>
                  </a:moveTo>
                  <a:cubicBezTo>
                    <a:pt x="17" y="0"/>
                    <a:pt x="17" y="17"/>
                    <a:pt x="1" y="17"/>
                  </a:cubicBezTo>
                  <a:cubicBezTo>
                    <a:pt x="1" y="33"/>
                    <a:pt x="1" y="50"/>
                    <a:pt x="17" y="66"/>
                  </a:cubicBezTo>
                  <a:lnTo>
                    <a:pt x="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3" name="Google Shape;12243;p31"/>
            <p:cNvSpPr/>
            <p:nvPr/>
          </p:nvSpPr>
          <p:spPr>
            <a:xfrm>
              <a:off x="4115000" y="3227600"/>
              <a:ext cx="6000" cy="5325"/>
            </a:xfrm>
            <a:custGeom>
              <a:avLst/>
              <a:gdLst/>
              <a:ahLst/>
              <a:cxnLst/>
              <a:rect l="l" t="t" r="r" b="b"/>
              <a:pathLst>
                <a:path w="240" h="213" extrusionOk="0">
                  <a:moveTo>
                    <a:pt x="137" y="1"/>
                  </a:moveTo>
                  <a:cubicBezTo>
                    <a:pt x="120" y="1"/>
                    <a:pt x="104" y="1"/>
                    <a:pt x="87" y="17"/>
                  </a:cubicBezTo>
                  <a:cubicBezTo>
                    <a:pt x="33" y="38"/>
                    <a:pt x="1" y="87"/>
                    <a:pt x="17" y="157"/>
                  </a:cubicBezTo>
                  <a:cubicBezTo>
                    <a:pt x="42" y="194"/>
                    <a:pt x="78" y="213"/>
                    <a:pt x="116" y="213"/>
                  </a:cubicBezTo>
                  <a:cubicBezTo>
                    <a:pt x="128" y="213"/>
                    <a:pt x="141" y="211"/>
                    <a:pt x="153" y="207"/>
                  </a:cubicBezTo>
                  <a:cubicBezTo>
                    <a:pt x="174" y="207"/>
                    <a:pt x="190" y="190"/>
                    <a:pt x="207" y="174"/>
                  </a:cubicBezTo>
                  <a:cubicBezTo>
                    <a:pt x="223" y="157"/>
                    <a:pt x="240" y="104"/>
                    <a:pt x="223" y="71"/>
                  </a:cubicBezTo>
                  <a:cubicBezTo>
                    <a:pt x="207" y="38"/>
                    <a:pt x="174" y="17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4" name="Google Shape;12244;p31"/>
            <p:cNvSpPr/>
            <p:nvPr/>
          </p:nvSpPr>
          <p:spPr>
            <a:xfrm>
              <a:off x="4174675" y="3256875"/>
              <a:ext cx="4775" cy="2075"/>
            </a:xfrm>
            <a:custGeom>
              <a:avLst/>
              <a:gdLst/>
              <a:ahLst/>
              <a:cxnLst/>
              <a:rect l="l" t="t" r="r" b="b"/>
              <a:pathLst>
                <a:path w="191" h="83" extrusionOk="0">
                  <a:moveTo>
                    <a:pt x="104" y="0"/>
                  </a:moveTo>
                  <a:cubicBezTo>
                    <a:pt x="71" y="0"/>
                    <a:pt x="34" y="17"/>
                    <a:pt x="1" y="33"/>
                  </a:cubicBezTo>
                  <a:cubicBezTo>
                    <a:pt x="71" y="50"/>
                    <a:pt x="120" y="66"/>
                    <a:pt x="190" y="83"/>
                  </a:cubicBezTo>
                  <a:cubicBezTo>
                    <a:pt x="190" y="66"/>
                    <a:pt x="174" y="66"/>
                    <a:pt x="174" y="50"/>
                  </a:cubicBezTo>
                  <a:cubicBezTo>
                    <a:pt x="157" y="33"/>
                    <a:pt x="120" y="17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5" name="Google Shape;12245;p31"/>
            <p:cNvSpPr/>
            <p:nvPr/>
          </p:nvSpPr>
          <p:spPr>
            <a:xfrm>
              <a:off x="4006350" y="2982800"/>
              <a:ext cx="3450" cy="4775"/>
            </a:xfrm>
            <a:custGeom>
              <a:avLst/>
              <a:gdLst/>
              <a:ahLst/>
              <a:cxnLst/>
              <a:rect l="l" t="t" r="r" b="b"/>
              <a:pathLst>
                <a:path w="138" h="191" extrusionOk="0">
                  <a:moveTo>
                    <a:pt x="104" y="1"/>
                  </a:moveTo>
                  <a:cubicBezTo>
                    <a:pt x="67" y="71"/>
                    <a:pt x="34" y="120"/>
                    <a:pt x="1" y="174"/>
                  </a:cubicBezTo>
                  <a:cubicBezTo>
                    <a:pt x="17" y="190"/>
                    <a:pt x="34" y="190"/>
                    <a:pt x="50" y="190"/>
                  </a:cubicBezTo>
                  <a:cubicBezTo>
                    <a:pt x="67" y="190"/>
                    <a:pt x="104" y="174"/>
                    <a:pt x="121" y="157"/>
                  </a:cubicBezTo>
                  <a:cubicBezTo>
                    <a:pt x="137" y="120"/>
                    <a:pt x="137" y="104"/>
                    <a:pt x="137" y="71"/>
                  </a:cubicBezTo>
                  <a:cubicBezTo>
                    <a:pt x="137" y="54"/>
                    <a:pt x="121" y="17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6" name="Google Shape;12246;p31"/>
            <p:cNvSpPr/>
            <p:nvPr/>
          </p:nvSpPr>
          <p:spPr>
            <a:xfrm>
              <a:off x="4361550" y="3029600"/>
              <a:ext cx="4250" cy="4425"/>
            </a:xfrm>
            <a:custGeom>
              <a:avLst/>
              <a:gdLst/>
              <a:ahLst/>
              <a:cxnLst/>
              <a:rect l="l" t="t" r="r" b="b"/>
              <a:pathLst>
                <a:path w="170" h="177" extrusionOk="0">
                  <a:moveTo>
                    <a:pt x="137" y="0"/>
                  </a:moveTo>
                  <a:cubicBezTo>
                    <a:pt x="83" y="54"/>
                    <a:pt x="50" y="104"/>
                    <a:pt x="0" y="157"/>
                  </a:cubicBezTo>
                  <a:cubicBezTo>
                    <a:pt x="17" y="174"/>
                    <a:pt x="33" y="174"/>
                    <a:pt x="50" y="174"/>
                  </a:cubicBezTo>
                  <a:cubicBezTo>
                    <a:pt x="59" y="176"/>
                    <a:pt x="68" y="177"/>
                    <a:pt x="77" y="177"/>
                  </a:cubicBezTo>
                  <a:cubicBezTo>
                    <a:pt x="132" y="177"/>
                    <a:pt x="170" y="133"/>
                    <a:pt x="170" y="87"/>
                  </a:cubicBezTo>
                  <a:cubicBezTo>
                    <a:pt x="170" y="71"/>
                    <a:pt x="170" y="38"/>
                    <a:pt x="153" y="21"/>
                  </a:cubicBezTo>
                  <a:cubicBezTo>
                    <a:pt x="153" y="0"/>
                    <a:pt x="137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7" name="Google Shape;12247;p31"/>
            <p:cNvSpPr/>
            <p:nvPr/>
          </p:nvSpPr>
          <p:spPr>
            <a:xfrm>
              <a:off x="4230125" y="3221525"/>
              <a:ext cx="5175" cy="4975"/>
            </a:xfrm>
            <a:custGeom>
              <a:avLst/>
              <a:gdLst/>
              <a:ahLst/>
              <a:cxnLst/>
              <a:rect l="l" t="t" r="r" b="b"/>
              <a:pathLst>
                <a:path w="207" h="199" extrusionOk="0">
                  <a:moveTo>
                    <a:pt x="93" y="0"/>
                  </a:moveTo>
                  <a:cubicBezTo>
                    <a:pt x="51" y="0"/>
                    <a:pt x="14" y="33"/>
                    <a:pt x="1" y="91"/>
                  </a:cubicBezTo>
                  <a:lnTo>
                    <a:pt x="1" y="140"/>
                  </a:lnTo>
                  <a:cubicBezTo>
                    <a:pt x="17" y="140"/>
                    <a:pt x="17" y="157"/>
                    <a:pt x="17" y="157"/>
                  </a:cubicBezTo>
                  <a:cubicBezTo>
                    <a:pt x="34" y="178"/>
                    <a:pt x="67" y="194"/>
                    <a:pt x="83" y="194"/>
                  </a:cubicBezTo>
                  <a:cubicBezTo>
                    <a:pt x="95" y="197"/>
                    <a:pt x="107" y="198"/>
                    <a:pt x="117" y="198"/>
                  </a:cubicBezTo>
                  <a:cubicBezTo>
                    <a:pt x="170" y="198"/>
                    <a:pt x="207" y="166"/>
                    <a:pt x="207" y="107"/>
                  </a:cubicBezTo>
                  <a:cubicBezTo>
                    <a:pt x="207" y="91"/>
                    <a:pt x="207" y="54"/>
                    <a:pt x="186" y="37"/>
                  </a:cubicBezTo>
                  <a:cubicBezTo>
                    <a:pt x="170" y="21"/>
                    <a:pt x="153" y="4"/>
                    <a:pt x="120" y="4"/>
                  </a:cubicBezTo>
                  <a:cubicBezTo>
                    <a:pt x="111" y="2"/>
                    <a:pt x="102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8" name="Google Shape;12248;p31"/>
            <p:cNvSpPr/>
            <p:nvPr/>
          </p:nvSpPr>
          <p:spPr>
            <a:xfrm>
              <a:off x="4021825" y="2963950"/>
              <a:ext cx="3425" cy="3425"/>
            </a:xfrm>
            <a:custGeom>
              <a:avLst/>
              <a:gdLst/>
              <a:ahLst/>
              <a:cxnLst/>
              <a:rect l="l" t="t" r="r" b="b"/>
              <a:pathLst>
                <a:path w="137" h="137" extrusionOk="0">
                  <a:moveTo>
                    <a:pt x="136" y="0"/>
                  </a:moveTo>
                  <a:cubicBezTo>
                    <a:pt x="87" y="50"/>
                    <a:pt x="50" y="87"/>
                    <a:pt x="0" y="120"/>
                  </a:cubicBezTo>
                  <a:cubicBezTo>
                    <a:pt x="17" y="136"/>
                    <a:pt x="33" y="136"/>
                    <a:pt x="50" y="136"/>
                  </a:cubicBezTo>
                  <a:cubicBezTo>
                    <a:pt x="66" y="120"/>
                    <a:pt x="103" y="120"/>
                    <a:pt x="120" y="87"/>
                  </a:cubicBezTo>
                  <a:cubicBezTo>
                    <a:pt x="136" y="70"/>
                    <a:pt x="136" y="50"/>
                    <a:pt x="136" y="17"/>
                  </a:cubicBezTo>
                  <a:lnTo>
                    <a:pt x="1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9" name="Google Shape;12249;p31"/>
            <p:cNvSpPr/>
            <p:nvPr/>
          </p:nvSpPr>
          <p:spPr>
            <a:xfrm>
              <a:off x="4383000" y="3058875"/>
              <a:ext cx="3425" cy="5175"/>
            </a:xfrm>
            <a:custGeom>
              <a:avLst/>
              <a:gdLst/>
              <a:ahLst/>
              <a:cxnLst/>
              <a:rect l="l" t="t" r="r" b="b"/>
              <a:pathLst>
                <a:path w="137" h="207" extrusionOk="0">
                  <a:moveTo>
                    <a:pt x="103" y="0"/>
                  </a:moveTo>
                  <a:cubicBezTo>
                    <a:pt x="70" y="0"/>
                    <a:pt x="50" y="17"/>
                    <a:pt x="33" y="33"/>
                  </a:cubicBezTo>
                  <a:cubicBezTo>
                    <a:pt x="17" y="66"/>
                    <a:pt x="0" y="87"/>
                    <a:pt x="0" y="120"/>
                  </a:cubicBezTo>
                  <a:cubicBezTo>
                    <a:pt x="17" y="120"/>
                    <a:pt x="17" y="136"/>
                    <a:pt x="17" y="136"/>
                  </a:cubicBezTo>
                  <a:cubicBezTo>
                    <a:pt x="17" y="153"/>
                    <a:pt x="33" y="169"/>
                    <a:pt x="50" y="190"/>
                  </a:cubicBezTo>
                  <a:cubicBezTo>
                    <a:pt x="70" y="206"/>
                    <a:pt x="103" y="206"/>
                    <a:pt x="136" y="206"/>
                  </a:cubicBezTo>
                  <a:lnTo>
                    <a:pt x="1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0" name="Google Shape;12250;p31"/>
            <p:cNvSpPr/>
            <p:nvPr/>
          </p:nvSpPr>
          <p:spPr>
            <a:xfrm>
              <a:off x="4308675" y="3048575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20" y="0"/>
                  </a:moveTo>
                  <a:cubicBezTo>
                    <a:pt x="104" y="0"/>
                    <a:pt x="71" y="0"/>
                    <a:pt x="54" y="17"/>
                  </a:cubicBezTo>
                  <a:cubicBezTo>
                    <a:pt x="17" y="33"/>
                    <a:pt x="17" y="50"/>
                    <a:pt x="0" y="87"/>
                  </a:cubicBezTo>
                  <a:cubicBezTo>
                    <a:pt x="0" y="103"/>
                    <a:pt x="0" y="120"/>
                    <a:pt x="17" y="136"/>
                  </a:cubicBezTo>
                  <a:lnTo>
                    <a:pt x="17" y="169"/>
                  </a:lnTo>
                  <a:cubicBezTo>
                    <a:pt x="33" y="190"/>
                    <a:pt x="71" y="206"/>
                    <a:pt x="87" y="206"/>
                  </a:cubicBezTo>
                  <a:cubicBezTo>
                    <a:pt x="157" y="206"/>
                    <a:pt x="207" y="169"/>
                    <a:pt x="207" y="120"/>
                  </a:cubicBezTo>
                  <a:cubicBezTo>
                    <a:pt x="223" y="87"/>
                    <a:pt x="207" y="66"/>
                    <a:pt x="190" y="33"/>
                  </a:cubicBezTo>
                  <a:cubicBezTo>
                    <a:pt x="174" y="17"/>
                    <a:pt x="15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1" name="Google Shape;12251;p31"/>
            <p:cNvSpPr/>
            <p:nvPr/>
          </p:nvSpPr>
          <p:spPr>
            <a:xfrm>
              <a:off x="4296200" y="3041250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20" y="0"/>
                  </a:moveTo>
                  <a:cubicBezTo>
                    <a:pt x="71" y="0"/>
                    <a:pt x="17" y="33"/>
                    <a:pt x="1" y="87"/>
                  </a:cubicBezTo>
                  <a:cubicBezTo>
                    <a:pt x="1" y="103"/>
                    <a:pt x="1" y="120"/>
                    <a:pt x="17" y="136"/>
                  </a:cubicBezTo>
                  <a:cubicBezTo>
                    <a:pt x="17" y="153"/>
                    <a:pt x="17" y="153"/>
                    <a:pt x="38" y="173"/>
                  </a:cubicBezTo>
                  <a:cubicBezTo>
                    <a:pt x="54" y="190"/>
                    <a:pt x="71" y="206"/>
                    <a:pt x="104" y="206"/>
                  </a:cubicBezTo>
                  <a:cubicBezTo>
                    <a:pt x="120" y="206"/>
                    <a:pt x="157" y="206"/>
                    <a:pt x="174" y="190"/>
                  </a:cubicBezTo>
                  <a:cubicBezTo>
                    <a:pt x="190" y="173"/>
                    <a:pt x="207" y="136"/>
                    <a:pt x="223" y="120"/>
                  </a:cubicBezTo>
                  <a:cubicBezTo>
                    <a:pt x="223" y="87"/>
                    <a:pt x="207" y="70"/>
                    <a:pt x="190" y="33"/>
                  </a:cubicBezTo>
                  <a:cubicBezTo>
                    <a:pt x="174" y="17"/>
                    <a:pt x="15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2" name="Google Shape;12252;p31"/>
            <p:cNvSpPr/>
            <p:nvPr/>
          </p:nvSpPr>
          <p:spPr>
            <a:xfrm>
              <a:off x="4257550" y="3040675"/>
              <a:ext cx="6100" cy="5075"/>
            </a:xfrm>
            <a:custGeom>
              <a:avLst/>
              <a:gdLst/>
              <a:ahLst/>
              <a:cxnLst/>
              <a:rect l="l" t="t" r="r" b="b"/>
              <a:pathLst>
                <a:path w="244" h="203" extrusionOk="0">
                  <a:moveTo>
                    <a:pt x="126" y="1"/>
                  </a:moveTo>
                  <a:cubicBezTo>
                    <a:pt x="114" y="1"/>
                    <a:pt x="100" y="3"/>
                    <a:pt x="87" y="7"/>
                  </a:cubicBezTo>
                  <a:cubicBezTo>
                    <a:pt x="17" y="23"/>
                    <a:pt x="0" y="73"/>
                    <a:pt x="17" y="143"/>
                  </a:cubicBezTo>
                  <a:cubicBezTo>
                    <a:pt x="33" y="183"/>
                    <a:pt x="74" y="203"/>
                    <a:pt x="116" y="203"/>
                  </a:cubicBezTo>
                  <a:cubicBezTo>
                    <a:pt x="130" y="203"/>
                    <a:pt x="144" y="201"/>
                    <a:pt x="157" y="196"/>
                  </a:cubicBezTo>
                  <a:cubicBezTo>
                    <a:pt x="207" y="176"/>
                    <a:pt x="244" y="110"/>
                    <a:pt x="223" y="56"/>
                  </a:cubicBezTo>
                  <a:cubicBezTo>
                    <a:pt x="198" y="19"/>
                    <a:pt x="164" y="1"/>
                    <a:pt x="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3" name="Google Shape;12253;p31"/>
            <p:cNvSpPr/>
            <p:nvPr/>
          </p:nvSpPr>
          <p:spPr>
            <a:xfrm>
              <a:off x="4242500" y="3074750"/>
              <a:ext cx="5700" cy="5175"/>
            </a:xfrm>
            <a:custGeom>
              <a:avLst/>
              <a:gdLst/>
              <a:ahLst/>
              <a:cxnLst/>
              <a:rect l="l" t="t" r="r" b="b"/>
              <a:pathLst>
                <a:path w="228" h="207" extrusionOk="0">
                  <a:moveTo>
                    <a:pt x="124" y="0"/>
                  </a:moveTo>
                  <a:cubicBezTo>
                    <a:pt x="71" y="0"/>
                    <a:pt x="38" y="17"/>
                    <a:pt x="21" y="70"/>
                  </a:cubicBezTo>
                  <a:lnTo>
                    <a:pt x="1" y="87"/>
                  </a:lnTo>
                  <a:cubicBezTo>
                    <a:pt x="1" y="103"/>
                    <a:pt x="1" y="120"/>
                    <a:pt x="21" y="136"/>
                  </a:cubicBezTo>
                  <a:cubicBezTo>
                    <a:pt x="21" y="173"/>
                    <a:pt x="38" y="190"/>
                    <a:pt x="71" y="190"/>
                  </a:cubicBezTo>
                  <a:cubicBezTo>
                    <a:pt x="71" y="206"/>
                    <a:pt x="87" y="206"/>
                    <a:pt x="87" y="206"/>
                  </a:cubicBezTo>
                  <a:cubicBezTo>
                    <a:pt x="157" y="206"/>
                    <a:pt x="207" y="173"/>
                    <a:pt x="207" y="120"/>
                  </a:cubicBezTo>
                  <a:cubicBezTo>
                    <a:pt x="227" y="87"/>
                    <a:pt x="207" y="70"/>
                    <a:pt x="190" y="33"/>
                  </a:cubicBezTo>
                  <a:cubicBezTo>
                    <a:pt x="174" y="17"/>
                    <a:pt x="157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4" name="Google Shape;12254;p31"/>
            <p:cNvSpPr/>
            <p:nvPr/>
          </p:nvSpPr>
          <p:spPr>
            <a:xfrm>
              <a:off x="4282900" y="3047200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11" y="0"/>
                  </a:moveTo>
                  <a:cubicBezTo>
                    <a:pt x="75" y="0"/>
                    <a:pt x="40" y="15"/>
                    <a:pt x="17" y="39"/>
                  </a:cubicBezTo>
                  <a:cubicBezTo>
                    <a:pt x="1" y="72"/>
                    <a:pt x="1" y="88"/>
                    <a:pt x="1" y="121"/>
                  </a:cubicBezTo>
                  <a:lnTo>
                    <a:pt x="1" y="142"/>
                  </a:lnTo>
                  <a:cubicBezTo>
                    <a:pt x="17" y="158"/>
                    <a:pt x="17" y="175"/>
                    <a:pt x="34" y="191"/>
                  </a:cubicBezTo>
                  <a:cubicBezTo>
                    <a:pt x="54" y="204"/>
                    <a:pt x="77" y="209"/>
                    <a:pt x="99" y="209"/>
                  </a:cubicBezTo>
                  <a:cubicBezTo>
                    <a:pt x="135" y="209"/>
                    <a:pt x="170" y="195"/>
                    <a:pt x="190" y="175"/>
                  </a:cubicBezTo>
                  <a:cubicBezTo>
                    <a:pt x="207" y="158"/>
                    <a:pt x="207" y="121"/>
                    <a:pt x="207" y="88"/>
                  </a:cubicBezTo>
                  <a:cubicBezTo>
                    <a:pt x="207" y="72"/>
                    <a:pt x="190" y="39"/>
                    <a:pt x="174" y="18"/>
                  </a:cubicBezTo>
                  <a:cubicBezTo>
                    <a:pt x="154" y="6"/>
                    <a:pt x="132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5" name="Google Shape;12255;p31"/>
            <p:cNvSpPr/>
            <p:nvPr/>
          </p:nvSpPr>
          <p:spPr>
            <a:xfrm>
              <a:off x="4291450" y="3069175"/>
              <a:ext cx="5200" cy="5175"/>
            </a:xfrm>
            <a:custGeom>
              <a:avLst/>
              <a:gdLst/>
              <a:ahLst/>
              <a:cxnLst/>
              <a:rect l="l" t="t" r="r" b="b"/>
              <a:pathLst>
                <a:path w="208" h="207" extrusionOk="0">
                  <a:moveTo>
                    <a:pt x="125" y="1"/>
                  </a:moveTo>
                  <a:cubicBezTo>
                    <a:pt x="87" y="1"/>
                    <a:pt x="71" y="1"/>
                    <a:pt x="38" y="17"/>
                  </a:cubicBezTo>
                  <a:cubicBezTo>
                    <a:pt x="22" y="34"/>
                    <a:pt x="1" y="50"/>
                    <a:pt x="1" y="87"/>
                  </a:cubicBezTo>
                  <a:lnTo>
                    <a:pt x="1" y="137"/>
                  </a:lnTo>
                  <a:lnTo>
                    <a:pt x="22" y="153"/>
                  </a:lnTo>
                  <a:cubicBezTo>
                    <a:pt x="38" y="190"/>
                    <a:pt x="55" y="190"/>
                    <a:pt x="87" y="207"/>
                  </a:cubicBezTo>
                  <a:cubicBezTo>
                    <a:pt x="141" y="207"/>
                    <a:pt x="191" y="170"/>
                    <a:pt x="207" y="120"/>
                  </a:cubicBezTo>
                  <a:cubicBezTo>
                    <a:pt x="207" y="87"/>
                    <a:pt x="207" y="50"/>
                    <a:pt x="191" y="34"/>
                  </a:cubicBezTo>
                  <a:cubicBezTo>
                    <a:pt x="174" y="17"/>
                    <a:pt x="141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6" name="Google Shape;12256;p31"/>
            <p:cNvSpPr/>
            <p:nvPr/>
          </p:nvSpPr>
          <p:spPr>
            <a:xfrm>
              <a:off x="4256300" y="3054425"/>
              <a:ext cx="5600" cy="5300"/>
            </a:xfrm>
            <a:custGeom>
              <a:avLst/>
              <a:gdLst/>
              <a:ahLst/>
              <a:cxnLst/>
              <a:rect l="l" t="t" r="r" b="b"/>
              <a:pathLst>
                <a:path w="224" h="212" extrusionOk="0">
                  <a:moveTo>
                    <a:pt x="94" y="1"/>
                  </a:moveTo>
                  <a:cubicBezTo>
                    <a:pt x="51" y="1"/>
                    <a:pt x="15" y="34"/>
                    <a:pt x="1" y="92"/>
                  </a:cubicBezTo>
                  <a:cubicBezTo>
                    <a:pt x="1" y="108"/>
                    <a:pt x="1" y="125"/>
                    <a:pt x="17" y="141"/>
                  </a:cubicBezTo>
                  <a:lnTo>
                    <a:pt x="17" y="162"/>
                  </a:lnTo>
                  <a:cubicBezTo>
                    <a:pt x="34" y="178"/>
                    <a:pt x="67" y="195"/>
                    <a:pt x="88" y="211"/>
                  </a:cubicBezTo>
                  <a:cubicBezTo>
                    <a:pt x="154" y="211"/>
                    <a:pt x="207" y="178"/>
                    <a:pt x="207" y="125"/>
                  </a:cubicBezTo>
                  <a:cubicBezTo>
                    <a:pt x="224" y="92"/>
                    <a:pt x="207" y="59"/>
                    <a:pt x="191" y="38"/>
                  </a:cubicBezTo>
                  <a:cubicBezTo>
                    <a:pt x="170" y="22"/>
                    <a:pt x="154" y="5"/>
                    <a:pt x="121" y="5"/>
                  </a:cubicBezTo>
                  <a:cubicBezTo>
                    <a:pt x="111" y="2"/>
                    <a:pt x="102" y="1"/>
                    <a:pt x="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7" name="Google Shape;12257;p31"/>
            <p:cNvSpPr/>
            <p:nvPr/>
          </p:nvSpPr>
          <p:spPr>
            <a:xfrm>
              <a:off x="4263125" y="3014950"/>
              <a:ext cx="5175" cy="5300"/>
            </a:xfrm>
            <a:custGeom>
              <a:avLst/>
              <a:gdLst/>
              <a:ahLst/>
              <a:cxnLst/>
              <a:rect l="l" t="t" r="r" b="b"/>
              <a:pathLst>
                <a:path w="207" h="212" extrusionOk="0">
                  <a:moveTo>
                    <a:pt x="97" y="1"/>
                  </a:moveTo>
                  <a:cubicBezTo>
                    <a:pt x="54" y="1"/>
                    <a:pt x="17" y="34"/>
                    <a:pt x="0" y="92"/>
                  </a:cubicBezTo>
                  <a:lnTo>
                    <a:pt x="0" y="125"/>
                  </a:lnTo>
                  <a:cubicBezTo>
                    <a:pt x="0" y="125"/>
                    <a:pt x="0" y="141"/>
                    <a:pt x="21" y="141"/>
                  </a:cubicBezTo>
                  <a:lnTo>
                    <a:pt x="21" y="158"/>
                  </a:lnTo>
                  <a:cubicBezTo>
                    <a:pt x="37" y="195"/>
                    <a:pt x="70" y="195"/>
                    <a:pt x="87" y="211"/>
                  </a:cubicBezTo>
                  <a:cubicBezTo>
                    <a:pt x="124" y="211"/>
                    <a:pt x="157" y="195"/>
                    <a:pt x="173" y="195"/>
                  </a:cubicBezTo>
                  <a:cubicBezTo>
                    <a:pt x="190" y="174"/>
                    <a:pt x="206" y="141"/>
                    <a:pt x="206" y="125"/>
                  </a:cubicBezTo>
                  <a:cubicBezTo>
                    <a:pt x="206" y="92"/>
                    <a:pt x="206" y="71"/>
                    <a:pt x="190" y="55"/>
                  </a:cubicBezTo>
                  <a:cubicBezTo>
                    <a:pt x="190" y="22"/>
                    <a:pt x="157" y="5"/>
                    <a:pt x="124" y="5"/>
                  </a:cubicBezTo>
                  <a:cubicBezTo>
                    <a:pt x="115" y="2"/>
                    <a:pt x="106" y="1"/>
                    <a:pt x="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8" name="Google Shape;12258;p31"/>
            <p:cNvSpPr/>
            <p:nvPr/>
          </p:nvSpPr>
          <p:spPr>
            <a:xfrm>
              <a:off x="4262300" y="3028675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94" y="0"/>
                  </a:moveTo>
                  <a:cubicBezTo>
                    <a:pt x="53" y="0"/>
                    <a:pt x="14" y="33"/>
                    <a:pt x="0" y="91"/>
                  </a:cubicBezTo>
                  <a:lnTo>
                    <a:pt x="0" y="141"/>
                  </a:lnTo>
                  <a:cubicBezTo>
                    <a:pt x="17" y="141"/>
                    <a:pt x="17" y="161"/>
                    <a:pt x="17" y="161"/>
                  </a:cubicBezTo>
                  <a:cubicBezTo>
                    <a:pt x="33" y="194"/>
                    <a:pt x="54" y="194"/>
                    <a:pt x="87" y="211"/>
                  </a:cubicBezTo>
                  <a:cubicBezTo>
                    <a:pt x="136" y="211"/>
                    <a:pt x="206" y="178"/>
                    <a:pt x="206" y="124"/>
                  </a:cubicBezTo>
                  <a:cubicBezTo>
                    <a:pt x="206" y="91"/>
                    <a:pt x="206" y="58"/>
                    <a:pt x="190" y="37"/>
                  </a:cubicBezTo>
                  <a:cubicBezTo>
                    <a:pt x="173" y="21"/>
                    <a:pt x="157" y="4"/>
                    <a:pt x="120" y="4"/>
                  </a:cubicBezTo>
                  <a:cubicBezTo>
                    <a:pt x="111" y="2"/>
                    <a:pt x="103" y="0"/>
                    <a:pt x="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9" name="Google Shape;12259;p31"/>
            <p:cNvSpPr/>
            <p:nvPr/>
          </p:nvSpPr>
          <p:spPr>
            <a:xfrm>
              <a:off x="4208175" y="3048875"/>
              <a:ext cx="5175" cy="4975"/>
            </a:xfrm>
            <a:custGeom>
              <a:avLst/>
              <a:gdLst/>
              <a:ahLst/>
              <a:cxnLst/>
              <a:rect l="l" t="t" r="r" b="b"/>
              <a:pathLst>
                <a:path w="207" h="199" extrusionOk="0">
                  <a:moveTo>
                    <a:pt x="95" y="0"/>
                  </a:moveTo>
                  <a:cubicBezTo>
                    <a:pt x="54" y="0"/>
                    <a:pt x="14" y="33"/>
                    <a:pt x="1" y="91"/>
                  </a:cubicBezTo>
                  <a:lnTo>
                    <a:pt x="1" y="141"/>
                  </a:lnTo>
                  <a:cubicBezTo>
                    <a:pt x="17" y="178"/>
                    <a:pt x="54" y="194"/>
                    <a:pt x="87" y="194"/>
                  </a:cubicBezTo>
                  <a:cubicBezTo>
                    <a:pt x="99" y="197"/>
                    <a:pt x="110" y="198"/>
                    <a:pt x="121" y="198"/>
                  </a:cubicBezTo>
                  <a:cubicBezTo>
                    <a:pt x="173" y="198"/>
                    <a:pt x="207" y="166"/>
                    <a:pt x="207" y="108"/>
                  </a:cubicBezTo>
                  <a:cubicBezTo>
                    <a:pt x="207" y="91"/>
                    <a:pt x="207" y="54"/>
                    <a:pt x="190" y="38"/>
                  </a:cubicBezTo>
                  <a:cubicBezTo>
                    <a:pt x="174" y="21"/>
                    <a:pt x="157" y="5"/>
                    <a:pt x="120" y="5"/>
                  </a:cubicBezTo>
                  <a:cubicBezTo>
                    <a:pt x="112" y="2"/>
                    <a:pt x="103" y="0"/>
                    <a:pt x="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0" name="Google Shape;12260;p31"/>
            <p:cNvSpPr/>
            <p:nvPr/>
          </p:nvSpPr>
          <p:spPr>
            <a:xfrm>
              <a:off x="4210350" y="3033350"/>
              <a:ext cx="5575" cy="5100"/>
            </a:xfrm>
            <a:custGeom>
              <a:avLst/>
              <a:gdLst/>
              <a:ahLst/>
              <a:cxnLst/>
              <a:rect l="l" t="t" r="r" b="b"/>
              <a:pathLst>
                <a:path w="223" h="204" extrusionOk="0">
                  <a:moveTo>
                    <a:pt x="124" y="1"/>
                  </a:moveTo>
                  <a:cubicBezTo>
                    <a:pt x="112" y="1"/>
                    <a:pt x="99" y="3"/>
                    <a:pt x="87" y="7"/>
                  </a:cubicBezTo>
                  <a:cubicBezTo>
                    <a:pt x="17" y="24"/>
                    <a:pt x="0" y="94"/>
                    <a:pt x="17" y="143"/>
                  </a:cubicBezTo>
                  <a:cubicBezTo>
                    <a:pt x="17" y="160"/>
                    <a:pt x="33" y="160"/>
                    <a:pt x="50" y="180"/>
                  </a:cubicBezTo>
                  <a:cubicBezTo>
                    <a:pt x="64" y="192"/>
                    <a:pt x="93" y="204"/>
                    <a:pt x="121" y="204"/>
                  </a:cubicBezTo>
                  <a:cubicBezTo>
                    <a:pt x="132" y="204"/>
                    <a:pt x="143" y="202"/>
                    <a:pt x="153" y="197"/>
                  </a:cubicBezTo>
                  <a:cubicBezTo>
                    <a:pt x="190" y="180"/>
                    <a:pt x="223" y="143"/>
                    <a:pt x="223" y="110"/>
                  </a:cubicBezTo>
                  <a:lnTo>
                    <a:pt x="223" y="57"/>
                  </a:lnTo>
                  <a:cubicBezTo>
                    <a:pt x="198" y="19"/>
                    <a:pt x="162" y="1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1" name="Google Shape;12261;p31"/>
            <p:cNvSpPr/>
            <p:nvPr/>
          </p:nvSpPr>
          <p:spPr>
            <a:xfrm>
              <a:off x="4206425" y="3063925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90" y="0"/>
                  </a:moveTo>
                  <a:cubicBezTo>
                    <a:pt x="37" y="0"/>
                    <a:pt x="1" y="33"/>
                    <a:pt x="1" y="91"/>
                  </a:cubicBezTo>
                  <a:lnTo>
                    <a:pt x="1" y="141"/>
                  </a:lnTo>
                  <a:lnTo>
                    <a:pt x="21" y="157"/>
                  </a:lnTo>
                  <a:cubicBezTo>
                    <a:pt x="38" y="174"/>
                    <a:pt x="54" y="194"/>
                    <a:pt x="87" y="211"/>
                  </a:cubicBezTo>
                  <a:cubicBezTo>
                    <a:pt x="124" y="211"/>
                    <a:pt x="141" y="194"/>
                    <a:pt x="157" y="174"/>
                  </a:cubicBezTo>
                  <a:cubicBezTo>
                    <a:pt x="190" y="174"/>
                    <a:pt x="207" y="141"/>
                    <a:pt x="207" y="124"/>
                  </a:cubicBezTo>
                  <a:cubicBezTo>
                    <a:pt x="207" y="91"/>
                    <a:pt x="207" y="54"/>
                    <a:pt x="190" y="37"/>
                  </a:cubicBezTo>
                  <a:cubicBezTo>
                    <a:pt x="174" y="21"/>
                    <a:pt x="141" y="4"/>
                    <a:pt x="124" y="4"/>
                  </a:cubicBezTo>
                  <a:cubicBezTo>
                    <a:pt x="112" y="2"/>
                    <a:pt x="101" y="0"/>
                    <a:pt x="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2" name="Google Shape;12262;p31"/>
            <p:cNvSpPr/>
            <p:nvPr/>
          </p:nvSpPr>
          <p:spPr>
            <a:xfrm>
              <a:off x="4202600" y="3077775"/>
              <a:ext cx="5600" cy="5300"/>
            </a:xfrm>
            <a:custGeom>
              <a:avLst/>
              <a:gdLst/>
              <a:ahLst/>
              <a:cxnLst/>
              <a:rect l="l" t="t" r="r" b="b"/>
              <a:pathLst>
                <a:path w="224" h="212" extrusionOk="0">
                  <a:moveTo>
                    <a:pt x="112" y="1"/>
                  </a:moveTo>
                  <a:cubicBezTo>
                    <a:pt x="83" y="1"/>
                    <a:pt x="54" y="14"/>
                    <a:pt x="34" y="32"/>
                  </a:cubicBezTo>
                  <a:cubicBezTo>
                    <a:pt x="17" y="69"/>
                    <a:pt x="1" y="85"/>
                    <a:pt x="17" y="118"/>
                  </a:cubicBezTo>
                  <a:lnTo>
                    <a:pt x="17" y="135"/>
                  </a:lnTo>
                  <a:cubicBezTo>
                    <a:pt x="17" y="155"/>
                    <a:pt x="34" y="172"/>
                    <a:pt x="50" y="188"/>
                  </a:cubicBezTo>
                  <a:cubicBezTo>
                    <a:pt x="67" y="203"/>
                    <a:pt x="90" y="211"/>
                    <a:pt x="113" y="211"/>
                  </a:cubicBezTo>
                  <a:cubicBezTo>
                    <a:pt x="141" y="211"/>
                    <a:pt x="170" y="199"/>
                    <a:pt x="191" y="172"/>
                  </a:cubicBezTo>
                  <a:cubicBezTo>
                    <a:pt x="207" y="155"/>
                    <a:pt x="224" y="118"/>
                    <a:pt x="224" y="102"/>
                  </a:cubicBezTo>
                  <a:cubicBezTo>
                    <a:pt x="224" y="69"/>
                    <a:pt x="207" y="52"/>
                    <a:pt x="174" y="32"/>
                  </a:cubicBezTo>
                  <a:cubicBezTo>
                    <a:pt x="157" y="9"/>
                    <a:pt x="135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3" name="Google Shape;12263;p31"/>
            <p:cNvSpPr/>
            <p:nvPr/>
          </p:nvSpPr>
          <p:spPr>
            <a:xfrm>
              <a:off x="4209000" y="3127450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04" y="0"/>
                  </a:moveTo>
                  <a:cubicBezTo>
                    <a:pt x="59" y="0"/>
                    <a:pt x="19" y="47"/>
                    <a:pt x="1" y="90"/>
                  </a:cubicBezTo>
                  <a:lnTo>
                    <a:pt x="1" y="143"/>
                  </a:lnTo>
                  <a:cubicBezTo>
                    <a:pt x="21" y="143"/>
                    <a:pt x="21" y="160"/>
                    <a:pt x="21" y="160"/>
                  </a:cubicBezTo>
                  <a:cubicBezTo>
                    <a:pt x="38" y="193"/>
                    <a:pt x="71" y="193"/>
                    <a:pt x="87" y="209"/>
                  </a:cubicBezTo>
                  <a:cubicBezTo>
                    <a:pt x="157" y="209"/>
                    <a:pt x="207" y="176"/>
                    <a:pt x="207" y="127"/>
                  </a:cubicBezTo>
                  <a:cubicBezTo>
                    <a:pt x="207" y="90"/>
                    <a:pt x="207" y="57"/>
                    <a:pt x="190" y="40"/>
                  </a:cubicBezTo>
                  <a:cubicBezTo>
                    <a:pt x="174" y="24"/>
                    <a:pt x="157" y="3"/>
                    <a:pt x="124" y="3"/>
                  </a:cubicBezTo>
                  <a:cubicBezTo>
                    <a:pt x="118" y="1"/>
                    <a:pt x="111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4" name="Google Shape;12264;p31"/>
            <p:cNvSpPr/>
            <p:nvPr/>
          </p:nvSpPr>
          <p:spPr>
            <a:xfrm>
              <a:off x="4267450" y="3060900"/>
              <a:ext cx="6000" cy="5425"/>
            </a:xfrm>
            <a:custGeom>
              <a:avLst/>
              <a:gdLst/>
              <a:ahLst/>
              <a:cxnLst/>
              <a:rect l="l" t="t" r="r" b="b"/>
              <a:pathLst>
                <a:path w="240" h="217" extrusionOk="0">
                  <a:moveTo>
                    <a:pt x="107" y="0"/>
                  </a:moveTo>
                  <a:cubicBezTo>
                    <a:pt x="95" y="0"/>
                    <a:pt x="83" y="2"/>
                    <a:pt x="70" y="6"/>
                  </a:cubicBezTo>
                  <a:cubicBezTo>
                    <a:pt x="17" y="39"/>
                    <a:pt x="0" y="88"/>
                    <a:pt x="17" y="142"/>
                  </a:cubicBezTo>
                  <a:cubicBezTo>
                    <a:pt x="31" y="183"/>
                    <a:pt x="82" y="216"/>
                    <a:pt x="130" y="216"/>
                  </a:cubicBezTo>
                  <a:cubicBezTo>
                    <a:pt x="139" y="216"/>
                    <a:pt x="148" y="215"/>
                    <a:pt x="157" y="212"/>
                  </a:cubicBezTo>
                  <a:cubicBezTo>
                    <a:pt x="206" y="175"/>
                    <a:pt x="239" y="125"/>
                    <a:pt x="206" y="72"/>
                  </a:cubicBezTo>
                  <a:cubicBezTo>
                    <a:pt x="193" y="32"/>
                    <a:pt x="156" y="0"/>
                    <a:pt x="1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5" name="Google Shape;12265;p31"/>
            <p:cNvSpPr/>
            <p:nvPr/>
          </p:nvSpPr>
          <p:spPr>
            <a:xfrm>
              <a:off x="4286300" y="3033400"/>
              <a:ext cx="5700" cy="5050"/>
            </a:xfrm>
            <a:custGeom>
              <a:avLst/>
              <a:gdLst/>
              <a:ahLst/>
              <a:cxnLst/>
              <a:rect l="l" t="t" r="r" b="b"/>
              <a:pathLst>
                <a:path w="228" h="202" extrusionOk="0">
                  <a:moveTo>
                    <a:pt x="98" y="1"/>
                  </a:moveTo>
                  <a:cubicBezTo>
                    <a:pt x="55" y="1"/>
                    <a:pt x="18" y="34"/>
                    <a:pt x="1" y="92"/>
                  </a:cubicBezTo>
                  <a:cubicBezTo>
                    <a:pt x="1" y="108"/>
                    <a:pt x="1" y="125"/>
                    <a:pt x="21" y="141"/>
                  </a:cubicBezTo>
                  <a:lnTo>
                    <a:pt x="21" y="158"/>
                  </a:lnTo>
                  <a:cubicBezTo>
                    <a:pt x="38" y="178"/>
                    <a:pt x="71" y="195"/>
                    <a:pt x="87" y="195"/>
                  </a:cubicBezTo>
                  <a:cubicBezTo>
                    <a:pt x="98" y="200"/>
                    <a:pt x="109" y="202"/>
                    <a:pt x="119" y="202"/>
                  </a:cubicBezTo>
                  <a:cubicBezTo>
                    <a:pt x="142" y="202"/>
                    <a:pt x="162" y="190"/>
                    <a:pt x="174" y="178"/>
                  </a:cubicBezTo>
                  <a:cubicBezTo>
                    <a:pt x="190" y="158"/>
                    <a:pt x="207" y="141"/>
                    <a:pt x="207" y="108"/>
                  </a:cubicBezTo>
                  <a:cubicBezTo>
                    <a:pt x="228" y="92"/>
                    <a:pt x="207" y="55"/>
                    <a:pt x="190" y="38"/>
                  </a:cubicBezTo>
                  <a:cubicBezTo>
                    <a:pt x="174" y="22"/>
                    <a:pt x="157" y="5"/>
                    <a:pt x="124" y="5"/>
                  </a:cubicBezTo>
                  <a:cubicBezTo>
                    <a:pt x="115" y="2"/>
                    <a:pt x="106" y="1"/>
                    <a:pt x="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6" name="Google Shape;12266;p31"/>
            <p:cNvSpPr/>
            <p:nvPr/>
          </p:nvSpPr>
          <p:spPr>
            <a:xfrm>
              <a:off x="4211175" y="3099700"/>
              <a:ext cx="5575" cy="5175"/>
            </a:xfrm>
            <a:custGeom>
              <a:avLst/>
              <a:gdLst/>
              <a:ahLst/>
              <a:cxnLst/>
              <a:rect l="l" t="t" r="r" b="b"/>
              <a:pathLst>
                <a:path w="223" h="207" extrusionOk="0">
                  <a:moveTo>
                    <a:pt x="120" y="0"/>
                  </a:moveTo>
                  <a:cubicBezTo>
                    <a:pt x="103" y="0"/>
                    <a:pt x="70" y="0"/>
                    <a:pt x="54" y="16"/>
                  </a:cubicBezTo>
                  <a:cubicBezTo>
                    <a:pt x="17" y="33"/>
                    <a:pt x="17" y="49"/>
                    <a:pt x="0" y="82"/>
                  </a:cubicBezTo>
                  <a:cubicBezTo>
                    <a:pt x="0" y="103"/>
                    <a:pt x="0" y="120"/>
                    <a:pt x="17" y="136"/>
                  </a:cubicBezTo>
                  <a:lnTo>
                    <a:pt x="17" y="153"/>
                  </a:lnTo>
                  <a:cubicBezTo>
                    <a:pt x="37" y="186"/>
                    <a:pt x="70" y="206"/>
                    <a:pt x="87" y="206"/>
                  </a:cubicBezTo>
                  <a:cubicBezTo>
                    <a:pt x="157" y="206"/>
                    <a:pt x="206" y="169"/>
                    <a:pt x="206" y="120"/>
                  </a:cubicBezTo>
                  <a:cubicBezTo>
                    <a:pt x="223" y="82"/>
                    <a:pt x="206" y="66"/>
                    <a:pt x="190" y="33"/>
                  </a:cubicBezTo>
                  <a:cubicBezTo>
                    <a:pt x="173" y="16"/>
                    <a:pt x="15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7" name="Google Shape;12267;p31"/>
            <p:cNvSpPr/>
            <p:nvPr/>
          </p:nvSpPr>
          <p:spPr>
            <a:xfrm>
              <a:off x="4209925" y="3113700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93" y="1"/>
                  </a:moveTo>
                  <a:cubicBezTo>
                    <a:pt x="51" y="1"/>
                    <a:pt x="14" y="33"/>
                    <a:pt x="1" y="91"/>
                  </a:cubicBezTo>
                  <a:lnTo>
                    <a:pt x="1" y="124"/>
                  </a:lnTo>
                  <a:lnTo>
                    <a:pt x="17" y="141"/>
                  </a:lnTo>
                  <a:lnTo>
                    <a:pt x="17" y="162"/>
                  </a:lnTo>
                  <a:cubicBezTo>
                    <a:pt x="34" y="194"/>
                    <a:pt x="67" y="194"/>
                    <a:pt x="87" y="211"/>
                  </a:cubicBezTo>
                  <a:cubicBezTo>
                    <a:pt x="120" y="211"/>
                    <a:pt x="153" y="194"/>
                    <a:pt x="170" y="194"/>
                  </a:cubicBezTo>
                  <a:cubicBezTo>
                    <a:pt x="190" y="178"/>
                    <a:pt x="207" y="141"/>
                    <a:pt x="207" y="124"/>
                  </a:cubicBezTo>
                  <a:cubicBezTo>
                    <a:pt x="223" y="91"/>
                    <a:pt x="207" y="75"/>
                    <a:pt x="207" y="58"/>
                  </a:cubicBezTo>
                  <a:cubicBezTo>
                    <a:pt x="190" y="21"/>
                    <a:pt x="153" y="5"/>
                    <a:pt x="120" y="5"/>
                  </a:cubicBezTo>
                  <a:cubicBezTo>
                    <a:pt x="111" y="2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8" name="Google Shape;12268;p31"/>
            <p:cNvSpPr/>
            <p:nvPr/>
          </p:nvSpPr>
          <p:spPr>
            <a:xfrm>
              <a:off x="4364550" y="3078050"/>
              <a:ext cx="6000" cy="5375"/>
            </a:xfrm>
            <a:custGeom>
              <a:avLst/>
              <a:gdLst/>
              <a:ahLst/>
              <a:cxnLst/>
              <a:rect l="l" t="t" r="r" b="b"/>
              <a:pathLst>
                <a:path w="240" h="215" extrusionOk="0">
                  <a:moveTo>
                    <a:pt x="113" y="0"/>
                  </a:moveTo>
                  <a:cubicBezTo>
                    <a:pt x="104" y="0"/>
                    <a:pt x="95" y="1"/>
                    <a:pt x="87" y="4"/>
                  </a:cubicBezTo>
                  <a:cubicBezTo>
                    <a:pt x="33" y="41"/>
                    <a:pt x="0" y="91"/>
                    <a:pt x="17" y="144"/>
                  </a:cubicBezTo>
                  <a:cubicBezTo>
                    <a:pt x="30" y="185"/>
                    <a:pt x="80" y="215"/>
                    <a:pt x="125" y="215"/>
                  </a:cubicBezTo>
                  <a:cubicBezTo>
                    <a:pt x="134" y="215"/>
                    <a:pt x="144" y="213"/>
                    <a:pt x="153" y="210"/>
                  </a:cubicBezTo>
                  <a:cubicBezTo>
                    <a:pt x="206" y="194"/>
                    <a:pt x="239" y="124"/>
                    <a:pt x="223" y="74"/>
                  </a:cubicBezTo>
                  <a:cubicBezTo>
                    <a:pt x="195" y="30"/>
                    <a:pt x="154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9" name="Google Shape;12269;p31"/>
            <p:cNvSpPr/>
            <p:nvPr/>
          </p:nvSpPr>
          <p:spPr>
            <a:xfrm>
              <a:off x="4204775" y="2980950"/>
              <a:ext cx="5175" cy="4975"/>
            </a:xfrm>
            <a:custGeom>
              <a:avLst/>
              <a:gdLst/>
              <a:ahLst/>
              <a:cxnLst/>
              <a:rect l="l" t="t" r="r" b="b"/>
              <a:pathLst>
                <a:path w="207" h="199" extrusionOk="0">
                  <a:moveTo>
                    <a:pt x="90" y="0"/>
                  </a:moveTo>
                  <a:cubicBezTo>
                    <a:pt x="67" y="0"/>
                    <a:pt x="45" y="14"/>
                    <a:pt x="34" y="25"/>
                  </a:cubicBezTo>
                  <a:cubicBezTo>
                    <a:pt x="17" y="42"/>
                    <a:pt x="1" y="58"/>
                    <a:pt x="1" y="91"/>
                  </a:cubicBezTo>
                  <a:lnTo>
                    <a:pt x="1" y="145"/>
                  </a:lnTo>
                  <a:cubicBezTo>
                    <a:pt x="17" y="178"/>
                    <a:pt x="50" y="194"/>
                    <a:pt x="87" y="194"/>
                  </a:cubicBezTo>
                  <a:lnTo>
                    <a:pt x="104" y="194"/>
                  </a:lnTo>
                  <a:cubicBezTo>
                    <a:pt x="111" y="197"/>
                    <a:pt x="119" y="199"/>
                    <a:pt x="126" y="199"/>
                  </a:cubicBezTo>
                  <a:cubicBezTo>
                    <a:pt x="168" y="199"/>
                    <a:pt x="207" y="154"/>
                    <a:pt x="207" y="112"/>
                  </a:cubicBezTo>
                  <a:cubicBezTo>
                    <a:pt x="207" y="91"/>
                    <a:pt x="207" y="58"/>
                    <a:pt x="190" y="42"/>
                  </a:cubicBezTo>
                  <a:cubicBezTo>
                    <a:pt x="170" y="25"/>
                    <a:pt x="153" y="9"/>
                    <a:pt x="120" y="9"/>
                  </a:cubicBezTo>
                  <a:cubicBezTo>
                    <a:pt x="110" y="3"/>
                    <a:pt x="100" y="0"/>
                    <a:pt x="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0" name="Google Shape;12270;p31"/>
            <p:cNvSpPr/>
            <p:nvPr/>
          </p:nvSpPr>
          <p:spPr>
            <a:xfrm>
              <a:off x="4203425" y="2996950"/>
              <a:ext cx="5200" cy="5250"/>
            </a:xfrm>
            <a:custGeom>
              <a:avLst/>
              <a:gdLst/>
              <a:ahLst/>
              <a:cxnLst/>
              <a:rect l="l" t="t" r="r" b="b"/>
              <a:pathLst>
                <a:path w="208" h="210" extrusionOk="0">
                  <a:moveTo>
                    <a:pt x="95" y="0"/>
                  </a:moveTo>
                  <a:cubicBezTo>
                    <a:pt x="41" y="0"/>
                    <a:pt x="1" y="44"/>
                    <a:pt x="1" y="90"/>
                  </a:cubicBezTo>
                  <a:lnTo>
                    <a:pt x="1" y="140"/>
                  </a:lnTo>
                  <a:lnTo>
                    <a:pt x="17" y="156"/>
                  </a:lnTo>
                  <a:cubicBezTo>
                    <a:pt x="38" y="193"/>
                    <a:pt x="55" y="193"/>
                    <a:pt x="88" y="210"/>
                  </a:cubicBezTo>
                  <a:cubicBezTo>
                    <a:pt x="141" y="210"/>
                    <a:pt x="191" y="173"/>
                    <a:pt x="207" y="123"/>
                  </a:cubicBezTo>
                  <a:cubicBezTo>
                    <a:pt x="207" y="90"/>
                    <a:pt x="207" y="53"/>
                    <a:pt x="191" y="37"/>
                  </a:cubicBezTo>
                  <a:cubicBezTo>
                    <a:pt x="174" y="20"/>
                    <a:pt x="141" y="4"/>
                    <a:pt x="121" y="4"/>
                  </a:cubicBezTo>
                  <a:cubicBezTo>
                    <a:pt x="112" y="1"/>
                    <a:pt x="103" y="0"/>
                    <a:pt x="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1" name="Google Shape;12271;p31"/>
            <p:cNvSpPr/>
            <p:nvPr/>
          </p:nvSpPr>
          <p:spPr>
            <a:xfrm>
              <a:off x="4206950" y="2969150"/>
              <a:ext cx="5575" cy="5125"/>
            </a:xfrm>
            <a:custGeom>
              <a:avLst/>
              <a:gdLst/>
              <a:ahLst/>
              <a:cxnLst/>
              <a:rect l="l" t="t" r="r" b="b"/>
              <a:pathLst>
                <a:path w="223" h="205" extrusionOk="0">
                  <a:moveTo>
                    <a:pt x="109" y="0"/>
                  </a:moveTo>
                  <a:cubicBezTo>
                    <a:pt x="80" y="0"/>
                    <a:pt x="51" y="13"/>
                    <a:pt x="33" y="31"/>
                  </a:cubicBezTo>
                  <a:cubicBezTo>
                    <a:pt x="17" y="68"/>
                    <a:pt x="0" y="85"/>
                    <a:pt x="17" y="118"/>
                  </a:cubicBezTo>
                  <a:lnTo>
                    <a:pt x="17" y="134"/>
                  </a:lnTo>
                  <a:cubicBezTo>
                    <a:pt x="17" y="151"/>
                    <a:pt x="33" y="171"/>
                    <a:pt x="50" y="188"/>
                  </a:cubicBezTo>
                  <a:cubicBezTo>
                    <a:pt x="66" y="204"/>
                    <a:pt x="103" y="204"/>
                    <a:pt x="120" y="204"/>
                  </a:cubicBezTo>
                  <a:cubicBezTo>
                    <a:pt x="153" y="204"/>
                    <a:pt x="169" y="188"/>
                    <a:pt x="186" y="171"/>
                  </a:cubicBezTo>
                  <a:cubicBezTo>
                    <a:pt x="206" y="151"/>
                    <a:pt x="223" y="118"/>
                    <a:pt x="223" y="101"/>
                  </a:cubicBezTo>
                  <a:cubicBezTo>
                    <a:pt x="223" y="68"/>
                    <a:pt x="206" y="48"/>
                    <a:pt x="169" y="31"/>
                  </a:cubicBezTo>
                  <a:cubicBezTo>
                    <a:pt x="154" y="9"/>
                    <a:pt x="132" y="0"/>
                    <a:pt x="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2" name="Google Shape;12272;p31"/>
            <p:cNvSpPr/>
            <p:nvPr/>
          </p:nvSpPr>
          <p:spPr>
            <a:xfrm>
              <a:off x="4211575" y="3020875"/>
              <a:ext cx="5700" cy="5350"/>
            </a:xfrm>
            <a:custGeom>
              <a:avLst/>
              <a:gdLst/>
              <a:ahLst/>
              <a:cxnLst/>
              <a:rect l="l" t="t" r="r" b="b"/>
              <a:pathLst>
                <a:path w="228" h="214" extrusionOk="0">
                  <a:moveTo>
                    <a:pt x="114" y="1"/>
                  </a:moveTo>
                  <a:cubicBezTo>
                    <a:pt x="85" y="1"/>
                    <a:pt x="56" y="13"/>
                    <a:pt x="38" y="40"/>
                  </a:cubicBezTo>
                  <a:cubicBezTo>
                    <a:pt x="21" y="61"/>
                    <a:pt x="1" y="94"/>
                    <a:pt x="1" y="110"/>
                  </a:cubicBezTo>
                  <a:cubicBezTo>
                    <a:pt x="1" y="127"/>
                    <a:pt x="21" y="143"/>
                    <a:pt x="21" y="143"/>
                  </a:cubicBezTo>
                  <a:cubicBezTo>
                    <a:pt x="21" y="164"/>
                    <a:pt x="38" y="180"/>
                    <a:pt x="54" y="197"/>
                  </a:cubicBezTo>
                  <a:cubicBezTo>
                    <a:pt x="71" y="213"/>
                    <a:pt x="87" y="213"/>
                    <a:pt x="124" y="213"/>
                  </a:cubicBezTo>
                  <a:cubicBezTo>
                    <a:pt x="157" y="213"/>
                    <a:pt x="174" y="197"/>
                    <a:pt x="190" y="180"/>
                  </a:cubicBezTo>
                  <a:cubicBezTo>
                    <a:pt x="207" y="143"/>
                    <a:pt x="227" y="127"/>
                    <a:pt x="227" y="94"/>
                  </a:cubicBezTo>
                  <a:cubicBezTo>
                    <a:pt x="207" y="77"/>
                    <a:pt x="207" y="40"/>
                    <a:pt x="174" y="24"/>
                  </a:cubicBezTo>
                  <a:cubicBezTo>
                    <a:pt x="159" y="9"/>
                    <a:pt x="137" y="1"/>
                    <a:pt x="1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3" name="Google Shape;12273;p31"/>
            <p:cNvSpPr/>
            <p:nvPr/>
          </p:nvSpPr>
          <p:spPr>
            <a:xfrm>
              <a:off x="4243025" y="2979825"/>
              <a:ext cx="4650" cy="4750"/>
            </a:xfrm>
            <a:custGeom>
              <a:avLst/>
              <a:gdLst/>
              <a:ahLst/>
              <a:cxnLst/>
              <a:rect l="l" t="t" r="r" b="b"/>
              <a:pathLst>
                <a:path w="186" h="190" extrusionOk="0">
                  <a:moveTo>
                    <a:pt x="33" y="0"/>
                  </a:moveTo>
                  <a:cubicBezTo>
                    <a:pt x="17" y="17"/>
                    <a:pt x="0" y="33"/>
                    <a:pt x="0" y="70"/>
                  </a:cubicBezTo>
                  <a:lnTo>
                    <a:pt x="0" y="120"/>
                  </a:lnTo>
                  <a:lnTo>
                    <a:pt x="17" y="136"/>
                  </a:lnTo>
                  <a:cubicBezTo>
                    <a:pt x="33" y="173"/>
                    <a:pt x="66" y="190"/>
                    <a:pt x="83" y="190"/>
                  </a:cubicBezTo>
                  <a:cubicBezTo>
                    <a:pt x="136" y="190"/>
                    <a:pt x="169" y="173"/>
                    <a:pt x="186" y="136"/>
                  </a:cubicBezTo>
                  <a:cubicBezTo>
                    <a:pt x="136" y="87"/>
                    <a:pt x="83" y="54"/>
                    <a:pt x="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4" name="Google Shape;12274;p31"/>
            <p:cNvSpPr/>
            <p:nvPr/>
          </p:nvSpPr>
          <p:spPr>
            <a:xfrm>
              <a:off x="4099125" y="3026125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10" y="0"/>
                  </a:moveTo>
                  <a:cubicBezTo>
                    <a:pt x="54" y="0"/>
                    <a:pt x="17" y="44"/>
                    <a:pt x="17" y="90"/>
                  </a:cubicBezTo>
                  <a:cubicBezTo>
                    <a:pt x="1" y="106"/>
                    <a:pt x="17" y="123"/>
                    <a:pt x="17" y="139"/>
                  </a:cubicBezTo>
                  <a:cubicBezTo>
                    <a:pt x="17" y="160"/>
                    <a:pt x="17" y="160"/>
                    <a:pt x="34" y="160"/>
                  </a:cubicBezTo>
                  <a:cubicBezTo>
                    <a:pt x="50" y="193"/>
                    <a:pt x="67" y="210"/>
                    <a:pt x="104" y="210"/>
                  </a:cubicBezTo>
                  <a:cubicBezTo>
                    <a:pt x="120" y="210"/>
                    <a:pt x="153" y="210"/>
                    <a:pt x="170" y="193"/>
                  </a:cubicBezTo>
                  <a:cubicBezTo>
                    <a:pt x="207" y="177"/>
                    <a:pt x="207" y="139"/>
                    <a:pt x="223" y="123"/>
                  </a:cubicBezTo>
                  <a:cubicBezTo>
                    <a:pt x="223" y="90"/>
                    <a:pt x="223" y="73"/>
                    <a:pt x="207" y="36"/>
                  </a:cubicBezTo>
                  <a:cubicBezTo>
                    <a:pt x="190" y="20"/>
                    <a:pt x="153" y="3"/>
                    <a:pt x="137" y="3"/>
                  </a:cubicBezTo>
                  <a:cubicBezTo>
                    <a:pt x="127" y="1"/>
                    <a:pt x="118" y="0"/>
                    <a:pt x="1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5" name="Google Shape;12275;p31"/>
            <p:cNvSpPr/>
            <p:nvPr/>
          </p:nvSpPr>
          <p:spPr>
            <a:xfrm>
              <a:off x="4201775" y="3010725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21" y="1"/>
                  </a:moveTo>
                  <a:cubicBezTo>
                    <a:pt x="104" y="1"/>
                    <a:pt x="67" y="1"/>
                    <a:pt x="50" y="17"/>
                  </a:cubicBezTo>
                  <a:cubicBezTo>
                    <a:pt x="17" y="34"/>
                    <a:pt x="1" y="71"/>
                    <a:pt x="1" y="88"/>
                  </a:cubicBezTo>
                  <a:cubicBezTo>
                    <a:pt x="1" y="104"/>
                    <a:pt x="1" y="121"/>
                    <a:pt x="17" y="137"/>
                  </a:cubicBezTo>
                  <a:lnTo>
                    <a:pt x="17" y="174"/>
                  </a:lnTo>
                  <a:cubicBezTo>
                    <a:pt x="34" y="191"/>
                    <a:pt x="67" y="207"/>
                    <a:pt x="83" y="207"/>
                  </a:cubicBezTo>
                  <a:cubicBezTo>
                    <a:pt x="93" y="209"/>
                    <a:pt x="102" y="210"/>
                    <a:pt x="111" y="210"/>
                  </a:cubicBezTo>
                  <a:cubicBezTo>
                    <a:pt x="167" y="210"/>
                    <a:pt x="207" y="167"/>
                    <a:pt x="207" y="121"/>
                  </a:cubicBezTo>
                  <a:cubicBezTo>
                    <a:pt x="224" y="104"/>
                    <a:pt x="207" y="71"/>
                    <a:pt x="187" y="55"/>
                  </a:cubicBezTo>
                  <a:cubicBezTo>
                    <a:pt x="170" y="17"/>
                    <a:pt x="154" y="17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6" name="Google Shape;12276;p31"/>
            <p:cNvSpPr/>
            <p:nvPr/>
          </p:nvSpPr>
          <p:spPr>
            <a:xfrm>
              <a:off x="4102125" y="3089800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0"/>
                  </a:moveTo>
                  <a:cubicBezTo>
                    <a:pt x="70" y="0"/>
                    <a:pt x="0" y="33"/>
                    <a:pt x="0" y="87"/>
                  </a:cubicBezTo>
                  <a:lnTo>
                    <a:pt x="0" y="136"/>
                  </a:lnTo>
                  <a:cubicBezTo>
                    <a:pt x="17" y="153"/>
                    <a:pt x="17" y="153"/>
                    <a:pt x="17" y="169"/>
                  </a:cubicBezTo>
                  <a:cubicBezTo>
                    <a:pt x="33" y="190"/>
                    <a:pt x="50" y="206"/>
                    <a:pt x="87" y="206"/>
                  </a:cubicBezTo>
                  <a:cubicBezTo>
                    <a:pt x="136" y="206"/>
                    <a:pt x="206" y="169"/>
                    <a:pt x="206" y="120"/>
                  </a:cubicBezTo>
                  <a:cubicBezTo>
                    <a:pt x="206" y="87"/>
                    <a:pt x="206" y="66"/>
                    <a:pt x="190" y="33"/>
                  </a:cubicBezTo>
                  <a:cubicBezTo>
                    <a:pt x="173" y="17"/>
                    <a:pt x="153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7" name="Google Shape;12277;p31"/>
            <p:cNvSpPr/>
            <p:nvPr/>
          </p:nvSpPr>
          <p:spPr>
            <a:xfrm>
              <a:off x="4199625" y="3027400"/>
              <a:ext cx="5175" cy="5325"/>
            </a:xfrm>
            <a:custGeom>
              <a:avLst/>
              <a:gdLst/>
              <a:ahLst/>
              <a:cxnLst/>
              <a:rect l="l" t="t" r="r" b="b"/>
              <a:pathLst>
                <a:path w="207" h="213" extrusionOk="0">
                  <a:moveTo>
                    <a:pt x="90" y="0"/>
                  </a:moveTo>
                  <a:cubicBezTo>
                    <a:pt x="49" y="0"/>
                    <a:pt x="14" y="35"/>
                    <a:pt x="0" y="88"/>
                  </a:cubicBezTo>
                  <a:lnTo>
                    <a:pt x="0" y="142"/>
                  </a:lnTo>
                  <a:cubicBezTo>
                    <a:pt x="17" y="142"/>
                    <a:pt x="17" y="159"/>
                    <a:pt x="17" y="159"/>
                  </a:cubicBezTo>
                  <a:cubicBezTo>
                    <a:pt x="33" y="175"/>
                    <a:pt x="66" y="192"/>
                    <a:pt x="87" y="212"/>
                  </a:cubicBezTo>
                  <a:cubicBezTo>
                    <a:pt x="120" y="212"/>
                    <a:pt x="136" y="192"/>
                    <a:pt x="169" y="175"/>
                  </a:cubicBezTo>
                  <a:cubicBezTo>
                    <a:pt x="190" y="175"/>
                    <a:pt x="207" y="142"/>
                    <a:pt x="207" y="126"/>
                  </a:cubicBezTo>
                  <a:cubicBezTo>
                    <a:pt x="207" y="88"/>
                    <a:pt x="207" y="55"/>
                    <a:pt x="190" y="39"/>
                  </a:cubicBezTo>
                  <a:cubicBezTo>
                    <a:pt x="169" y="22"/>
                    <a:pt x="153" y="6"/>
                    <a:pt x="120" y="6"/>
                  </a:cubicBezTo>
                  <a:cubicBezTo>
                    <a:pt x="110" y="2"/>
                    <a:pt x="100" y="0"/>
                    <a:pt x="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8" name="Google Shape;12278;p31"/>
            <p:cNvSpPr/>
            <p:nvPr/>
          </p:nvSpPr>
          <p:spPr>
            <a:xfrm>
              <a:off x="4095625" y="3040175"/>
              <a:ext cx="5700" cy="5150"/>
            </a:xfrm>
            <a:custGeom>
              <a:avLst/>
              <a:gdLst/>
              <a:ahLst/>
              <a:cxnLst/>
              <a:rect l="l" t="t" r="r" b="b"/>
              <a:pathLst>
                <a:path w="228" h="206" extrusionOk="0">
                  <a:moveTo>
                    <a:pt x="113" y="1"/>
                  </a:moveTo>
                  <a:cubicBezTo>
                    <a:pt x="85" y="1"/>
                    <a:pt x="56" y="14"/>
                    <a:pt x="38" y="43"/>
                  </a:cubicBezTo>
                  <a:cubicBezTo>
                    <a:pt x="21" y="60"/>
                    <a:pt x="0" y="93"/>
                    <a:pt x="0" y="113"/>
                  </a:cubicBezTo>
                  <a:cubicBezTo>
                    <a:pt x="0" y="130"/>
                    <a:pt x="21" y="130"/>
                    <a:pt x="21" y="146"/>
                  </a:cubicBezTo>
                  <a:cubicBezTo>
                    <a:pt x="21" y="163"/>
                    <a:pt x="38" y="179"/>
                    <a:pt x="54" y="179"/>
                  </a:cubicBezTo>
                  <a:cubicBezTo>
                    <a:pt x="69" y="196"/>
                    <a:pt x="92" y="205"/>
                    <a:pt x="115" y="205"/>
                  </a:cubicBezTo>
                  <a:cubicBezTo>
                    <a:pt x="143" y="205"/>
                    <a:pt x="172" y="192"/>
                    <a:pt x="190" y="163"/>
                  </a:cubicBezTo>
                  <a:cubicBezTo>
                    <a:pt x="207" y="146"/>
                    <a:pt x="227" y="113"/>
                    <a:pt x="227" y="93"/>
                  </a:cubicBezTo>
                  <a:cubicBezTo>
                    <a:pt x="207" y="60"/>
                    <a:pt x="207" y="43"/>
                    <a:pt x="174" y="27"/>
                  </a:cubicBezTo>
                  <a:cubicBezTo>
                    <a:pt x="159" y="10"/>
                    <a:pt x="136" y="1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9" name="Google Shape;12279;p31"/>
            <p:cNvSpPr/>
            <p:nvPr/>
          </p:nvSpPr>
          <p:spPr>
            <a:xfrm>
              <a:off x="4346500" y="3049300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99" y="1"/>
                  </a:moveTo>
                  <a:cubicBezTo>
                    <a:pt x="54" y="1"/>
                    <a:pt x="15" y="44"/>
                    <a:pt x="1" y="91"/>
                  </a:cubicBezTo>
                  <a:cubicBezTo>
                    <a:pt x="1" y="107"/>
                    <a:pt x="1" y="124"/>
                    <a:pt x="17" y="140"/>
                  </a:cubicBezTo>
                  <a:lnTo>
                    <a:pt x="17" y="161"/>
                  </a:lnTo>
                  <a:cubicBezTo>
                    <a:pt x="34" y="194"/>
                    <a:pt x="67" y="210"/>
                    <a:pt x="87" y="210"/>
                  </a:cubicBezTo>
                  <a:cubicBezTo>
                    <a:pt x="153" y="210"/>
                    <a:pt x="207" y="177"/>
                    <a:pt x="207" y="124"/>
                  </a:cubicBezTo>
                  <a:cubicBezTo>
                    <a:pt x="223" y="91"/>
                    <a:pt x="207" y="74"/>
                    <a:pt x="190" y="37"/>
                  </a:cubicBezTo>
                  <a:cubicBezTo>
                    <a:pt x="170" y="21"/>
                    <a:pt x="153" y="4"/>
                    <a:pt x="120" y="4"/>
                  </a:cubicBezTo>
                  <a:cubicBezTo>
                    <a:pt x="113" y="2"/>
                    <a:pt x="106" y="1"/>
                    <a:pt x="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0" name="Google Shape;12280;p31"/>
            <p:cNvSpPr/>
            <p:nvPr/>
          </p:nvSpPr>
          <p:spPr>
            <a:xfrm>
              <a:off x="4349900" y="3097975"/>
              <a:ext cx="5175" cy="5300"/>
            </a:xfrm>
            <a:custGeom>
              <a:avLst/>
              <a:gdLst/>
              <a:ahLst/>
              <a:cxnLst/>
              <a:rect l="l" t="t" r="r" b="b"/>
              <a:pathLst>
                <a:path w="207" h="212" extrusionOk="0">
                  <a:moveTo>
                    <a:pt x="103" y="1"/>
                  </a:moveTo>
                  <a:cubicBezTo>
                    <a:pt x="75" y="1"/>
                    <a:pt x="46" y="14"/>
                    <a:pt x="17" y="32"/>
                  </a:cubicBezTo>
                  <a:cubicBezTo>
                    <a:pt x="1" y="69"/>
                    <a:pt x="1" y="85"/>
                    <a:pt x="1" y="118"/>
                  </a:cubicBezTo>
                  <a:cubicBezTo>
                    <a:pt x="1" y="118"/>
                    <a:pt x="1" y="135"/>
                    <a:pt x="17" y="135"/>
                  </a:cubicBezTo>
                  <a:cubicBezTo>
                    <a:pt x="17" y="151"/>
                    <a:pt x="34" y="172"/>
                    <a:pt x="34" y="189"/>
                  </a:cubicBezTo>
                  <a:cubicBezTo>
                    <a:pt x="58" y="203"/>
                    <a:pt x="85" y="212"/>
                    <a:pt x="111" y="212"/>
                  </a:cubicBezTo>
                  <a:cubicBezTo>
                    <a:pt x="143" y="212"/>
                    <a:pt x="172" y="199"/>
                    <a:pt x="190" y="172"/>
                  </a:cubicBezTo>
                  <a:cubicBezTo>
                    <a:pt x="207" y="151"/>
                    <a:pt x="207" y="118"/>
                    <a:pt x="207" y="102"/>
                  </a:cubicBezTo>
                  <a:cubicBezTo>
                    <a:pt x="207" y="69"/>
                    <a:pt x="190" y="48"/>
                    <a:pt x="174" y="32"/>
                  </a:cubicBezTo>
                  <a:cubicBezTo>
                    <a:pt x="150" y="10"/>
                    <a:pt x="126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1" name="Google Shape;12281;p31"/>
            <p:cNvSpPr/>
            <p:nvPr/>
          </p:nvSpPr>
          <p:spPr>
            <a:xfrm>
              <a:off x="4349500" y="3112425"/>
              <a:ext cx="5575" cy="5325"/>
            </a:xfrm>
            <a:custGeom>
              <a:avLst/>
              <a:gdLst/>
              <a:ahLst/>
              <a:cxnLst/>
              <a:rect l="l" t="t" r="r" b="b"/>
              <a:pathLst>
                <a:path w="223" h="213" extrusionOk="0">
                  <a:moveTo>
                    <a:pt x="98" y="0"/>
                  </a:moveTo>
                  <a:cubicBezTo>
                    <a:pt x="67" y="0"/>
                    <a:pt x="30" y="29"/>
                    <a:pt x="17" y="56"/>
                  </a:cubicBezTo>
                  <a:cubicBezTo>
                    <a:pt x="17" y="72"/>
                    <a:pt x="17" y="72"/>
                    <a:pt x="0" y="89"/>
                  </a:cubicBezTo>
                  <a:cubicBezTo>
                    <a:pt x="0" y="109"/>
                    <a:pt x="0" y="126"/>
                    <a:pt x="17" y="142"/>
                  </a:cubicBezTo>
                  <a:cubicBezTo>
                    <a:pt x="17" y="159"/>
                    <a:pt x="50" y="192"/>
                    <a:pt x="70" y="192"/>
                  </a:cubicBezTo>
                  <a:cubicBezTo>
                    <a:pt x="70" y="192"/>
                    <a:pt x="87" y="213"/>
                    <a:pt x="103" y="213"/>
                  </a:cubicBezTo>
                  <a:cubicBezTo>
                    <a:pt x="153" y="213"/>
                    <a:pt x="206" y="175"/>
                    <a:pt x="223" y="126"/>
                  </a:cubicBezTo>
                  <a:cubicBezTo>
                    <a:pt x="223" y="89"/>
                    <a:pt x="206" y="56"/>
                    <a:pt x="190" y="39"/>
                  </a:cubicBezTo>
                  <a:cubicBezTo>
                    <a:pt x="173" y="23"/>
                    <a:pt x="153" y="6"/>
                    <a:pt x="120" y="6"/>
                  </a:cubicBezTo>
                  <a:cubicBezTo>
                    <a:pt x="113" y="2"/>
                    <a:pt x="106" y="0"/>
                    <a:pt x="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2" name="Google Shape;12282;p31"/>
            <p:cNvSpPr/>
            <p:nvPr/>
          </p:nvSpPr>
          <p:spPr>
            <a:xfrm>
              <a:off x="4342575" y="3061300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17" y="0"/>
                  </a:moveTo>
                  <a:cubicBezTo>
                    <a:pt x="103" y="0"/>
                    <a:pt x="88" y="3"/>
                    <a:pt x="71" y="6"/>
                  </a:cubicBezTo>
                  <a:cubicBezTo>
                    <a:pt x="17" y="23"/>
                    <a:pt x="1" y="93"/>
                    <a:pt x="17" y="142"/>
                  </a:cubicBezTo>
                  <a:cubicBezTo>
                    <a:pt x="17" y="159"/>
                    <a:pt x="38" y="175"/>
                    <a:pt x="54" y="175"/>
                  </a:cubicBezTo>
                  <a:cubicBezTo>
                    <a:pt x="64" y="198"/>
                    <a:pt x="86" y="207"/>
                    <a:pt x="110" y="207"/>
                  </a:cubicBezTo>
                  <a:cubicBezTo>
                    <a:pt x="126" y="207"/>
                    <a:pt x="143" y="203"/>
                    <a:pt x="158" y="196"/>
                  </a:cubicBezTo>
                  <a:cubicBezTo>
                    <a:pt x="191" y="196"/>
                    <a:pt x="224" y="159"/>
                    <a:pt x="224" y="109"/>
                  </a:cubicBezTo>
                  <a:cubicBezTo>
                    <a:pt x="224" y="93"/>
                    <a:pt x="224" y="72"/>
                    <a:pt x="207" y="72"/>
                  </a:cubicBezTo>
                  <a:cubicBezTo>
                    <a:pt x="194" y="22"/>
                    <a:pt x="163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3" name="Google Shape;12283;p31"/>
            <p:cNvSpPr/>
            <p:nvPr/>
          </p:nvSpPr>
          <p:spPr>
            <a:xfrm>
              <a:off x="4356800" y="3059275"/>
              <a:ext cx="6000" cy="5300"/>
            </a:xfrm>
            <a:custGeom>
              <a:avLst/>
              <a:gdLst/>
              <a:ahLst/>
              <a:cxnLst/>
              <a:rect l="l" t="t" r="r" b="b"/>
              <a:pathLst>
                <a:path w="240" h="212" extrusionOk="0">
                  <a:moveTo>
                    <a:pt x="67" y="1"/>
                  </a:moveTo>
                  <a:cubicBezTo>
                    <a:pt x="50" y="17"/>
                    <a:pt x="34" y="34"/>
                    <a:pt x="17" y="50"/>
                  </a:cubicBezTo>
                  <a:cubicBezTo>
                    <a:pt x="1" y="87"/>
                    <a:pt x="1" y="104"/>
                    <a:pt x="17" y="137"/>
                  </a:cubicBezTo>
                  <a:cubicBezTo>
                    <a:pt x="31" y="181"/>
                    <a:pt x="81" y="211"/>
                    <a:pt x="126" y="211"/>
                  </a:cubicBezTo>
                  <a:cubicBezTo>
                    <a:pt x="135" y="211"/>
                    <a:pt x="145" y="210"/>
                    <a:pt x="153" y="207"/>
                  </a:cubicBezTo>
                  <a:cubicBezTo>
                    <a:pt x="207" y="174"/>
                    <a:pt x="240" y="120"/>
                    <a:pt x="207" y="71"/>
                  </a:cubicBezTo>
                  <a:cubicBezTo>
                    <a:pt x="207" y="34"/>
                    <a:pt x="170" y="17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4" name="Google Shape;12284;p31"/>
            <p:cNvSpPr/>
            <p:nvPr/>
          </p:nvSpPr>
          <p:spPr>
            <a:xfrm>
              <a:off x="4357625" y="3042750"/>
              <a:ext cx="5600" cy="5150"/>
            </a:xfrm>
            <a:custGeom>
              <a:avLst/>
              <a:gdLst/>
              <a:ahLst/>
              <a:cxnLst/>
              <a:rect l="l" t="t" r="r" b="b"/>
              <a:pathLst>
                <a:path w="224" h="206" extrusionOk="0">
                  <a:moveTo>
                    <a:pt x="103" y="1"/>
                  </a:moveTo>
                  <a:cubicBezTo>
                    <a:pt x="75" y="1"/>
                    <a:pt x="47" y="14"/>
                    <a:pt x="17" y="43"/>
                  </a:cubicBezTo>
                  <a:cubicBezTo>
                    <a:pt x="1" y="60"/>
                    <a:pt x="1" y="76"/>
                    <a:pt x="1" y="113"/>
                  </a:cubicBezTo>
                  <a:cubicBezTo>
                    <a:pt x="1" y="130"/>
                    <a:pt x="1" y="130"/>
                    <a:pt x="17" y="146"/>
                  </a:cubicBezTo>
                  <a:cubicBezTo>
                    <a:pt x="17" y="163"/>
                    <a:pt x="34" y="163"/>
                    <a:pt x="34" y="179"/>
                  </a:cubicBezTo>
                  <a:cubicBezTo>
                    <a:pt x="58" y="196"/>
                    <a:pt x="86" y="206"/>
                    <a:pt x="112" y="206"/>
                  </a:cubicBezTo>
                  <a:cubicBezTo>
                    <a:pt x="143" y="206"/>
                    <a:pt x="172" y="192"/>
                    <a:pt x="190" y="163"/>
                  </a:cubicBezTo>
                  <a:cubicBezTo>
                    <a:pt x="223" y="130"/>
                    <a:pt x="223" y="60"/>
                    <a:pt x="174" y="27"/>
                  </a:cubicBezTo>
                  <a:cubicBezTo>
                    <a:pt x="150" y="10"/>
                    <a:pt x="126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5" name="Google Shape;12285;p31"/>
            <p:cNvSpPr/>
            <p:nvPr/>
          </p:nvSpPr>
          <p:spPr>
            <a:xfrm>
              <a:off x="4352475" y="3070725"/>
              <a:ext cx="6000" cy="5425"/>
            </a:xfrm>
            <a:custGeom>
              <a:avLst/>
              <a:gdLst/>
              <a:ahLst/>
              <a:cxnLst/>
              <a:rect l="l" t="t" r="r" b="b"/>
              <a:pathLst>
                <a:path w="240" h="217" extrusionOk="0">
                  <a:moveTo>
                    <a:pt x="113" y="1"/>
                  </a:moveTo>
                  <a:cubicBezTo>
                    <a:pt x="104" y="1"/>
                    <a:pt x="95" y="2"/>
                    <a:pt x="87" y="5"/>
                  </a:cubicBezTo>
                  <a:cubicBezTo>
                    <a:pt x="34" y="42"/>
                    <a:pt x="1" y="91"/>
                    <a:pt x="34" y="145"/>
                  </a:cubicBezTo>
                  <a:cubicBezTo>
                    <a:pt x="50" y="185"/>
                    <a:pt x="86" y="217"/>
                    <a:pt x="136" y="217"/>
                  </a:cubicBezTo>
                  <a:cubicBezTo>
                    <a:pt x="148" y="217"/>
                    <a:pt x="160" y="215"/>
                    <a:pt x="174" y="211"/>
                  </a:cubicBezTo>
                  <a:cubicBezTo>
                    <a:pt x="223" y="178"/>
                    <a:pt x="240" y="128"/>
                    <a:pt x="223" y="75"/>
                  </a:cubicBezTo>
                  <a:cubicBezTo>
                    <a:pt x="210" y="33"/>
                    <a:pt x="158" y="1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6" name="Google Shape;12286;p31"/>
            <p:cNvSpPr/>
            <p:nvPr/>
          </p:nvSpPr>
          <p:spPr>
            <a:xfrm>
              <a:off x="4023050" y="3026100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17" y="0"/>
                  </a:moveTo>
                  <a:cubicBezTo>
                    <a:pt x="107" y="0"/>
                    <a:pt x="97" y="1"/>
                    <a:pt x="87" y="4"/>
                  </a:cubicBezTo>
                  <a:cubicBezTo>
                    <a:pt x="38" y="37"/>
                    <a:pt x="1" y="91"/>
                    <a:pt x="17" y="140"/>
                  </a:cubicBezTo>
                  <a:cubicBezTo>
                    <a:pt x="38" y="161"/>
                    <a:pt x="38" y="178"/>
                    <a:pt x="54" y="178"/>
                  </a:cubicBezTo>
                  <a:cubicBezTo>
                    <a:pt x="87" y="211"/>
                    <a:pt x="120" y="211"/>
                    <a:pt x="158" y="211"/>
                  </a:cubicBezTo>
                  <a:cubicBezTo>
                    <a:pt x="207" y="194"/>
                    <a:pt x="224" y="161"/>
                    <a:pt x="224" y="107"/>
                  </a:cubicBezTo>
                  <a:lnTo>
                    <a:pt x="224" y="74"/>
                  </a:lnTo>
                  <a:cubicBezTo>
                    <a:pt x="210" y="30"/>
                    <a:pt x="163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7" name="Google Shape;12287;p31"/>
            <p:cNvSpPr/>
            <p:nvPr/>
          </p:nvSpPr>
          <p:spPr>
            <a:xfrm>
              <a:off x="4124475" y="3011400"/>
              <a:ext cx="5600" cy="5350"/>
            </a:xfrm>
            <a:custGeom>
              <a:avLst/>
              <a:gdLst/>
              <a:ahLst/>
              <a:cxnLst/>
              <a:rect l="l" t="t" r="r" b="b"/>
              <a:pathLst>
                <a:path w="224" h="214" extrusionOk="0">
                  <a:moveTo>
                    <a:pt x="108" y="0"/>
                  </a:moveTo>
                  <a:cubicBezTo>
                    <a:pt x="83" y="0"/>
                    <a:pt x="57" y="13"/>
                    <a:pt x="34" y="28"/>
                  </a:cubicBezTo>
                  <a:cubicBezTo>
                    <a:pt x="17" y="44"/>
                    <a:pt x="17" y="61"/>
                    <a:pt x="17" y="94"/>
                  </a:cubicBezTo>
                  <a:cubicBezTo>
                    <a:pt x="1" y="110"/>
                    <a:pt x="17" y="131"/>
                    <a:pt x="17" y="147"/>
                  </a:cubicBezTo>
                  <a:cubicBezTo>
                    <a:pt x="34" y="180"/>
                    <a:pt x="67" y="197"/>
                    <a:pt x="104" y="213"/>
                  </a:cubicBezTo>
                  <a:cubicBezTo>
                    <a:pt x="153" y="213"/>
                    <a:pt x="207" y="180"/>
                    <a:pt x="223" y="131"/>
                  </a:cubicBezTo>
                  <a:cubicBezTo>
                    <a:pt x="223" y="94"/>
                    <a:pt x="223" y="61"/>
                    <a:pt x="207" y="44"/>
                  </a:cubicBezTo>
                  <a:cubicBezTo>
                    <a:pt x="186" y="28"/>
                    <a:pt x="153" y="7"/>
                    <a:pt x="137" y="7"/>
                  </a:cubicBezTo>
                  <a:cubicBezTo>
                    <a:pt x="127" y="2"/>
                    <a:pt x="118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8" name="Google Shape;12288;p31"/>
            <p:cNvSpPr/>
            <p:nvPr/>
          </p:nvSpPr>
          <p:spPr>
            <a:xfrm>
              <a:off x="4119325" y="3057875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11" y="0"/>
                  </a:moveTo>
                  <a:cubicBezTo>
                    <a:pt x="55" y="0"/>
                    <a:pt x="17" y="47"/>
                    <a:pt x="17" y="90"/>
                  </a:cubicBezTo>
                  <a:cubicBezTo>
                    <a:pt x="1" y="106"/>
                    <a:pt x="17" y="127"/>
                    <a:pt x="17" y="143"/>
                  </a:cubicBezTo>
                  <a:cubicBezTo>
                    <a:pt x="17" y="143"/>
                    <a:pt x="17" y="160"/>
                    <a:pt x="34" y="160"/>
                  </a:cubicBezTo>
                  <a:cubicBezTo>
                    <a:pt x="50" y="193"/>
                    <a:pt x="67" y="193"/>
                    <a:pt x="104" y="209"/>
                  </a:cubicBezTo>
                  <a:cubicBezTo>
                    <a:pt x="120" y="209"/>
                    <a:pt x="153" y="209"/>
                    <a:pt x="170" y="193"/>
                  </a:cubicBezTo>
                  <a:cubicBezTo>
                    <a:pt x="207" y="176"/>
                    <a:pt x="207" y="143"/>
                    <a:pt x="223" y="127"/>
                  </a:cubicBezTo>
                  <a:cubicBezTo>
                    <a:pt x="223" y="90"/>
                    <a:pt x="223" y="73"/>
                    <a:pt x="207" y="40"/>
                  </a:cubicBezTo>
                  <a:cubicBezTo>
                    <a:pt x="186" y="24"/>
                    <a:pt x="153" y="3"/>
                    <a:pt x="137" y="3"/>
                  </a:cubicBezTo>
                  <a:cubicBezTo>
                    <a:pt x="128" y="1"/>
                    <a:pt x="119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9" name="Google Shape;12289;p31"/>
            <p:cNvSpPr/>
            <p:nvPr/>
          </p:nvSpPr>
          <p:spPr>
            <a:xfrm>
              <a:off x="4127050" y="2999850"/>
              <a:ext cx="5200" cy="5100"/>
            </a:xfrm>
            <a:custGeom>
              <a:avLst/>
              <a:gdLst/>
              <a:ahLst/>
              <a:cxnLst/>
              <a:rect l="l" t="t" r="r" b="b"/>
              <a:pathLst>
                <a:path w="208" h="204" extrusionOk="0">
                  <a:moveTo>
                    <a:pt x="96" y="1"/>
                  </a:moveTo>
                  <a:cubicBezTo>
                    <a:pt x="65" y="1"/>
                    <a:pt x="36" y="13"/>
                    <a:pt x="17" y="40"/>
                  </a:cubicBezTo>
                  <a:cubicBezTo>
                    <a:pt x="1" y="57"/>
                    <a:pt x="1" y="77"/>
                    <a:pt x="1" y="110"/>
                  </a:cubicBezTo>
                  <a:lnTo>
                    <a:pt x="1" y="143"/>
                  </a:lnTo>
                  <a:cubicBezTo>
                    <a:pt x="17" y="160"/>
                    <a:pt x="17" y="160"/>
                    <a:pt x="34" y="180"/>
                  </a:cubicBezTo>
                  <a:cubicBezTo>
                    <a:pt x="57" y="192"/>
                    <a:pt x="72" y="204"/>
                    <a:pt x="92" y="204"/>
                  </a:cubicBezTo>
                  <a:cubicBezTo>
                    <a:pt x="100" y="204"/>
                    <a:pt x="110" y="202"/>
                    <a:pt x="120" y="197"/>
                  </a:cubicBezTo>
                  <a:cubicBezTo>
                    <a:pt x="137" y="197"/>
                    <a:pt x="170" y="180"/>
                    <a:pt x="186" y="160"/>
                  </a:cubicBezTo>
                  <a:cubicBezTo>
                    <a:pt x="207" y="143"/>
                    <a:pt x="207" y="110"/>
                    <a:pt x="207" y="94"/>
                  </a:cubicBezTo>
                  <a:cubicBezTo>
                    <a:pt x="207" y="57"/>
                    <a:pt x="186" y="40"/>
                    <a:pt x="170" y="24"/>
                  </a:cubicBezTo>
                  <a:cubicBezTo>
                    <a:pt x="148" y="9"/>
                    <a:pt x="121" y="1"/>
                    <a:pt x="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0" name="Google Shape;12290;p31"/>
            <p:cNvSpPr/>
            <p:nvPr/>
          </p:nvSpPr>
          <p:spPr>
            <a:xfrm>
              <a:off x="4340925" y="3075000"/>
              <a:ext cx="5600" cy="5325"/>
            </a:xfrm>
            <a:custGeom>
              <a:avLst/>
              <a:gdLst/>
              <a:ahLst/>
              <a:cxnLst/>
              <a:rect l="l" t="t" r="r" b="b"/>
              <a:pathLst>
                <a:path w="224" h="213" extrusionOk="0">
                  <a:moveTo>
                    <a:pt x="110" y="0"/>
                  </a:moveTo>
                  <a:cubicBezTo>
                    <a:pt x="81" y="0"/>
                    <a:pt x="52" y="13"/>
                    <a:pt x="34" y="40"/>
                  </a:cubicBezTo>
                  <a:cubicBezTo>
                    <a:pt x="17" y="60"/>
                    <a:pt x="1" y="93"/>
                    <a:pt x="1" y="110"/>
                  </a:cubicBezTo>
                  <a:cubicBezTo>
                    <a:pt x="1" y="126"/>
                    <a:pt x="17" y="126"/>
                    <a:pt x="17" y="143"/>
                  </a:cubicBezTo>
                  <a:cubicBezTo>
                    <a:pt x="17" y="163"/>
                    <a:pt x="34" y="180"/>
                    <a:pt x="50" y="180"/>
                  </a:cubicBezTo>
                  <a:cubicBezTo>
                    <a:pt x="67" y="196"/>
                    <a:pt x="83" y="213"/>
                    <a:pt x="120" y="213"/>
                  </a:cubicBezTo>
                  <a:cubicBezTo>
                    <a:pt x="153" y="213"/>
                    <a:pt x="170" y="196"/>
                    <a:pt x="186" y="180"/>
                  </a:cubicBezTo>
                  <a:cubicBezTo>
                    <a:pt x="207" y="143"/>
                    <a:pt x="224" y="126"/>
                    <a:pt x="224" y="93"/>
                  </a:cubicBezTo>
                  <a:cubicBezTo>
                    <a:pt x="207" y="77"/>
                    <a:pt x="207" y="40"/>
                    <a:pt x="170" y="23"/>
                  </a:cubicBezTo>
                  <a:cubicBezTo>
                    <a:pt x="155" y="8"/>
                    <a:pt x="133" y="0"/>
                    <a:pt x="1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1" name="Google Shape;12291;p31"/>
            <p:cNvSpPr/>
            <p:nvPr/>
          </p:nvSpPr>
          <p:spPr>
            <a:xfrm>
              <a:off x="4102950" y="3075975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1"/>
                  </a:moveTo>
                  <a:cubicBezTo>
                    <a:pt x="70" y="1"/>
                    <a:pt x="17" y="38"/>
                    <a:pt x="0" y="87"/>
                  </a:cubicBezTo>
                  <a:lnTo>
                    <a:pt x="0" y="124"/>
                  </a:lnTo>
                  <a:lnTo>
                    <a:pt x="0" y="141"/>
                  </a:lnTo>
                  <a:cubicBezTo>
                    <a:pt x="17" y="157"/>
                    <a:pt x="17" y="157"/>
                    <a:pt x="17" y="174"/>
                  </a:cubicBezTo>
                  <a:cubicBezTo>
                    <a:pt x="37" y="190"/>
                    <a:pt x="70" y="207"/>
                    <a:pt x="87" y="207"/>
                  </a:cubicBezTo>
                  <a:cubicBezTo>
                    <a:pt x="120" y="207"/>
                    <a:pt x="140" y="207"/>
                    <a:pt x="173" y="190"/>
                  </a:cubicBezTo>
                  <a:cubicBezTo>
                    <a:pt x="190" y="174"/>
                    <a:pt x="206" y="141"/>
                    <a:pt x="206" y="124"/>
                  </a:cubicBezTo>
                  <a:cubicBezTo>
                    <a:pt x="206" y="87"/>
                    <a:pt x="206" y="71"/>
                    <a:pt x="190" y="54"/>
                  </a:cubicBezTo>
                  <a:cubicBezTo>
                    <a:pt x="190" y="21"/>
                    <a:pt x="15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2" name="Google Shape;12292;p31"/>
            <p:cNvSpPr/>
            <p:nvPr/>
          </p:nvSpPr>
          <p:spPr>
            <a:xfrm>
              <a:off x="4123150" y="3027425"/>
              <a:ext cx="5575" cy="5300"/>
            </a:xfrm>
            <a:custGeom>
              <a:avLst/>
              <a:gdLst/>
              <a:ahLst/>
              <a:cxnLst/>
              <a:rect l="l" t="t" r="r" b="b"/>
              <a:pathLst>
                <a:path w="223" h="212" extrusionOk="0">
                  <a:moveTo>
                    <a:pt x="97" y="0"/>
                  </a:moveTo>
                  <a:cubicBezTo>
                    <a:pt x="55" y="0"/>
                    <a:pt x="14" y="45"/>
                    <a:pt x="0" y="87"/>
                  </a:cubicBezTo>
                  <a:cubicBezTo>
                    <a:pt x="0" y="108"/>
                    <a:pt x="0" y="125"/>
                    <a:pt x="17" y="141"/>
                  </a:cubicBezTo>
                  <a:lnTo>
                    <a:pt x="17" y="158"/>
                  </a:lnTo>
                  <a:cubicBezTo>
                    <a:pt x="33" y="191"/>
                    <a:pt x="70" y="211"/>
                    <a:pt x="87" y="211"/>
                  </a:cubicBezTo>
                  <a:cubicBezTo>
                    <a:pt x="157" y="211"/>
                    <a:pt x="206" y="174"/>
                    <a:pt x="206" y="125"/>
                  </a:cubicBezTo>
                  <a:cubicBezTo>
                    <a:pt x="223" y="87"/>
                    <a:pt x="206" y="71"/>
                    <a:pt x="190" y="38"/>
                  </a:cubicBezTo>
                  <a:cubicBezTo>
                    <a:pt x="173" y="21"/>
                    <a:pt x="157" y="5"/>
                    <a:pt x="120" y="5"/>
                  </a:cubicBezTo>
                  <a:cubicBezTo>
                    <a:pt x="112" y="2"/>
                    <a:pt x="105" y="0"/>
                    <a:pt x="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3" name="Google Shape;12293;p31"/>
            <p:cNvSpPr/>
            <p:nvPr/>
          </p:nvSpPr>
          <p:spPr>
            <a:xfrm>
              <a:off x="4121900" y="3041250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120" y="0"/>
                  </a:moveTo>
                  <a:cubicBezTo>
                    <a:pt x="83" y="0"/>
                    <a:pt x="50" y="17"/>
                    <a:pt x="34" y="33"/>
                  </a:cubicBezTo>
                  <a:cubicBezTo>
                    <a:pt x="17" y="50"/>
                    <a:pt x="1" y="70"/>
                    <a:pt x="1" y="103"/>
                  </a:cubicBezTo>
                  <a:lnTo>
                    <a:pt x="1" y="153"/>
                  </a:lnTo>
                  <a:cubicBezTo>
                    <a:pt x="1" y="153"/>
                    <a:pt x="1" y="173"/>
                    <a:pt x="17" y="173"/>
                  </a:cubicBezTo>
                  <a:cubicBezTo>
                    <a:pt x="34" y="190"/>
                    <a:pt x="50" y="206"/>
                    <a:pt x="83" y="206"/>
                  </a:cubicBezTo>
                  <a:cubicBezTo>
                    <a:pt x="92" y="209"/>
                    <a:pt x="101" y="211"/>
                    <a:pt x="110" y="211"/>
                  </a:cubicBezTo>
                  <a:cubicBezTo>
                    <a:pt x="153" y="211"/>
                    <a:pt x="190" y="178"/>
                    <a:pt x="207" y="120"/>
                  </a:cubicBezTo>
                  <a:cubicBezTo>
                    <a:pt x="207" y="103"/>
                    <a:pt x="207" y="70"/>
                    <a:pt x="186" y="50"/>
                  </a:cubicBezTo>
                  <a:cubicBezTo>
                    <a:pt x="170" y="33"/>
                    <a:pt x="137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4" name="Google Shape;12294;p31"/>
            <p:cNvSpPr/>
            <p:nvPr/>
          </p:nvSpPr>
          <p:spPr>
            <a:xfrm>
              <a:off x="4115825" y="3082475"/>
              <a:ext cx="5600" cy="5125"/>
            </a:xfrm>
            <a:custGeom>
              <a:avLst/>
              <a:gdLst/>
              <a:ahLst/>
              <a:cxnLst/>
              <a:rect l="l" t="t" r="r" b="b"/>
              <a:pathLst>
                <a:path w="224" h="205" extrusionOk="0">
                  <a:moveTo>
                    <a:pt x="104" y="0"/>
                  </a:moveTo>
                  <a:cubicBezTo>
                    <a:pt x="71" y="0"/>
                    <a:pt x="54" y="17"/>
                    <a:pt x="38" y="33"/>
                  </a:cubicBezTo>
                  <a:cubicBezTo>
                    <a:pt x="17" y="50"/>
                    <a:pt x="0" y="87"/>
                    <a:pt x="0" y="104"/>
                  </a:cubicBezTo>
                  <a:cubicBezTo>
                    <a:pt x="0" y="120"/>
                    <a:pt x="0" y="120"/>
                    <a:pt x="17" y="137"/>
                  </a:cubicBezTo>
                  <a:cubicBezTo>
                    <a:pt x="17" y="153"/>
                    <a:pt x="38" y="174"/>
                    <a:pt x="54" y="174"/>
                  </a:cubicBezTo>
                  <a:cubicBezTo>
                    <a:pt x="69" y="196"/>
                    <a:pt x="91" y="205"/>
                    <a:pt x="115" y="205"/>
                  </a:cubicBezTo>
                  <a:cubicBezTo>
                    <a:pt x="143" y="205"/>
                    <a:pt x="172" y="192"/>
                    <a:pt x="190" y="174"/>
                  </a:cubicBezTo>
                  <a:cubicBezTo>
                    <a:pt x="207" y="137"/>
                    <a:pt x="223" y="120"/>
                    <a:pt x="207" y="87"/>
                  </a:cubicBezTo>
                  <a:cubicBezTo>
                    <a:pt x="207" y="71"/>
                    <a:pt x="190" y="33"/>
                    <a:pt x="174" y="17"/>
                  </a:cubicBezTo>
                  <a:cubicBezTo>
                    <a:pt x="15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5" name="Google Shape;12295;p31"/>
            <p:cNvSpPr/>
            <p:nvPr/>
          </p:nvSpPr>
          <p:spPr>
            <a:xfrm>
              <a:off x="4122725" y="2962925"/>
              <a:ext cx="6000" cy="5050"/>
            </a:xfrm>
            <a:custGeom>
              <a:avLst/>
              <a:gdLst/>
              <a:ahLst/>
              <a:cxnLst/>
              <a:rect l="l" t="t" r="r" b="b"/>
              <a:pathLst>
                <a:path w="240" h="202" extrusionOk="0">
                  <a:moveTo>
                    <a:pt x="129" y="0"/>
                  </a:moveTo>
                  <a:cubicBezTo>
                    <a:pt x="114" y="0"/>
                    <a:pt x="100" y="3"/>
                    <a:pt x="87" y="8"/>
                  </a:cubicBezTo>
                  <a:cubicBezTo>
                    <a:pt x="34" y="25"/>
                    <a:pt x="1" y="74"/>
                    <a:pt x="17" y="144"/>
                  </a:cubicBezTo>
                  <a:cubicBezTo>
                    <a:pt x="42" y="181"/>
                    <a:pt x="77" y="202"/>
                    <a:pt x="114" y="202"/>
                  </a:cubicBezTo>
                  <a:cubicBezTo>
                    <a:pt x="127" y="202"/>
                    <a:pt x="140" y="199"/>
                    <a:pt x="153" y="194"/>
                  </a:cubicBezTo>
                  <a:cubicBezTo>
                    <a:pt x="207" y="177"/>
                    <a:pt x="240" y="111"/>
                    <a:pt x="223" y="58"/>
                  </a:cubicBezTo>
                  <a:cubicBezTo>
                    <a:pt x="211" y="21"/>
                    <a:pt x="170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6" name="Google Shape;12296;p31"/>
            <p:cNvSpPr/>
            <p:nvPr/>
          </p:nvSpPr>
          <p:spPr>
            <a:xfrm>
              <a:off x="4116225" y="3069075"/>
              <a:ext cx="5700" cy="5275"/>
            </a:xfrm>
            <a:custGeom>
              <a:avLst/>
              <a:gdLst/>
              <a:ahLst/>
              <a:cxnLst/>
              <a:rect l="l" t="t" r="r" b="b"/>
              <a:pathLst>
                <a:path w="228" h="211" extrusionOk="0">
                  <a:moveTo>
                    <a:pt x="100" y="0"/>
                  </a:moveTo>
                  <a:cubicBezTo>
                    <a:pt x="90" y="0"/>
                    <a:pt x="81" y="2"/>
                    <a:pt x="71" y="5"/>
                  </a:cubicBezTo>
                  <a:cubicBezTo>
                    <a:pt x="22" y="38"/>
                    <a:pt x="1" y="91"/>
                    <a:pt x="22" y="141"/>
                  </a:cubicBezTo>
                  <a:cubicBezTo>
                    <a:pt x="22" y="157"/>
                    <a:pt x="38" y="174"/>
                    <a:pt x="38" y="194"/>
                  </a:cubicBezTo>
                  <a:cubicBezTo>
                    <a:pt x="71" y="211"/>
                    <a:pt x="104" y="211"/>
                    <a:pt x="158" y="211"/>
                  </a:cubicBezTo>
                  <a:cubicBezTo>
                    <a:pt x="191" y="194"/>
                    <a:pt x="207" y="157"/>
                    <a:pt x="228" y="124"/>
                  </a:cubicBezTo>
                  <a:cubicBezTo>
                    <a:pt x="228" y="108"/>
                    <a:pt x="228" y="91"/>
                    <a:pt x="207" y="71"/>
                  </a:cubicBezTo>
                  <a:cubicBezTo>
                    <a:pt x="194" y="30"/>
                    <a:pt x="146" y="0"/>
                    <a:pt x="1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7" name="Google Shape;12297;p31"/>
            <p:cNvSpPr/>
            <p:nvPr/>
          </p:nvSpPr>
          <p:spPr>
            <a:xfrm>
              <a:off x="4108500" y="2968675"/>
              <a:ext cx="5700" cy="5300"/>
            </a:xfrm>
            <a:custGeom>
              <a:avLst/>
              <a:gdLst/>
              <a:ahLst/>
              <a:cxnLst/>
              <a:rect l="l" t="t" r="r" b="b"/>
              <a:pathLst>
                <a:path w="228" h="212" extrusionOk="0">
                  <a:moveTo>
                    <a:pt x="124" y="1"/>
                  </a:moveTo>
                  <a:cubicBezTo>
                    <a:pt x="87" y="1"/>
                    <a:pt x="38" y="34"/>
                    <a:pt x="21" y="67"/>
                  </a:cubicBezTo>
                  <a:cubicBezTo>
                    <a:pt x="21" y="87"/>
                    <a:pt x="21" y="87"/>
                    <a:pt x="1" y="104"/>
                  </a:cubicBezTo>
                  <a:cubicBezTo>
                    <a:pt x="1" y="120"/>
                    <a:pt x="1" y="137"/>
                    <a:pt x="21" y="153"/>
                  </a:cubicBezTo>
                  <a:cubicBezTo>
                    <a:pt x="21" y="170"/>
                    <a:pt x="54" y="190"/>
                    <a:pt x="71" y="207"/>
                  </a:cubicBezTo>
                  <a:lnTo>
                    <a:pt x="104" y="207"/>
                  </a:lnTo>
                  <a:cubicBezTo>
                    <a:pt x="113" y="210"/>
                    <a:pt x="122" y="211"/>
                    <a:pt x="131" y="211"/>
                  </a:cubicBezTo>
                  <a:cubicBezTo>
                    <a:pt x="173" y="211"/>
                    <a:pt x="210" y="179"/>
                    <a:pt x="228" y="120"/>
                  </a:cubicBezTo>
                  <a:cubicBezTo>
                    <a:pt x="228" y="104"/>
                    <a:pt x="207" y="67"/>
                    <a:pt x="190" y="50"/>
                  </a:cubicBezTo>
                  <a:cubicBezTo>
                    <a:pt x="190" y="34"/>
                    <a:pt x="157" y="17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8" name="Google Shape;12298;p31"/>
            <p:cNvSpPr/>
            <p:nvPr/>
          </p:nvSpPr>
          <p:spPr>
            <a:xfrm>
              <a:off x="4111600" y="3020050"/>
              <a:ext cx="5175" cy="5100"/>
            </a:xfrm>
            <a:custGeom>
              <a:avLst/>
              <a:gdLst/>
              <a:ahLst/>
              <a:cxnLst/>
              <a:rect l="l" t="t" r="r" b="b"/>
              <a:pathLst>
                <a:path w="207" h="204" extrusionOk="0">
                  <a:moveTo>
                    <a:pt x="96" y="1"/>
                  </a:moveTo>
                  <a:cubicBezTo>
                    <a:pt x="64" y="1"/>
                    <a:pt x="35" y="13"/>
                    <a:pt x="17" y="40"/>
                  </a:cubicBezTo>
                  <a:cubicBezTo>
                    <a:pt x="0" y="57"/>
                    <a:pt x="0" y="94"/>
                    <a:pt x="0" y="110"/>
                  </a:cubicBezTo>
                  <a:lnTo>
                    <a:pt x="0" y="143"/>
                  </a:lnTo>
                  <a:cubicBezTo>
                    <a:pt x="17" y="160"/>
                    <a:pt x="17" y="176"/>
                    <a:pt x="33" y="176"/>
                  </a:cubicBezTo>
                  <a:cubicBezTo>
                    <a:pt x="57" y="191"/>
                    <a:pt x="72" y="204"/>
                    <a:pt x="92" y="204"/>
                  </a:cubicBezTo>
                  <a:cubicBezTo>
                    <a:pt x="100" y="204"/>
                    <a:pt x="109" y="202"/>
                    <a:pt x="120" y="197"/>
                  </a:cubicBezTo>
                  <a:cubicBezTo>
                    <a:pt x="137" y="197"/>
                    <a:pt x="169" y="197"/>
                    <a:pt x="186" y="160"/>
                  </a:cubicBezTo>
                  <a:cubicBezTo>
                    <a:pt x="207" y="143"/>
                    <a:pt x="207" y="110"/>
                    <a:pt x="207" y="94"/>
                  </a:cubicBezTo>
                  <a:cubicBezTo>
                    <a:pt x="207" y="57"/>
                    <a:pt x="186" y="40"/>
                    <a:pt x="169" y="24"/>
                  </a:cubicBezTo>
                  <a:cubicBezTo>
                    <a:pt x="147" y="9"/>
                    <a:pt x="121" y="1"/>
                    <a:pt x="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9" name="Google Shape;12299;p31"/>
            <p:cNvSpPr/>
            <p:nvPr/>
          </p:nvSpPr>
          <p:spPr>
            <a:xfrm>
              <a:off x="4113650" y="3006000"/>
              <a:ext cx="5200" cy="5250"/>
            </a:xfrm>
            <a:custGeom>
              <a:avLst/>
              <a:gdLst/>
              <a:ahLst/>
              <a:cxnLst/>
              <a:rect l="l" t="t" r="r" b="b"/>
              <a:pathLst>
                <a:path w="208" h="210" extrusionOk="0">
                  <a:moveTo>
                    <a:pt x="125" y="0"/>
                  </a:moveTo>
                  <a:cubicBezTo>
                    <a:pt x="87" y="0"/>
                    <a:pt x="71" y="0"/>
                    <a:pt x="55" y="17"/>
                  </a:cubicBezTo>
                  <a:cubicBezTo>
                    <a:pt x="22" y="37"/>
                    <a:pt x="1" y="70"/>
                    <a:pt x="1" y="87"/>
                  </a:cubicBezTo>
                  <a:lnTo>
                    <a:pt x="1" y="140"/>
                  </a:lnTo>
                  <a:cubicBezTo>
                    <a:pt x="22" y="157"/>
                    <a:pt x="22" y="157"/>
                    <a:pt x="22" y="173"/>
                  </a:cubicBezTo>
                  <a:cubicBezTo>
                    <a:pt x="38" y="190"/>
                    <a:pt x="71" y="206"/>
                    <a:pt x="87" y="206"/>
                  </a:cubicBezTo>
                  <a:cubicBezTo>
                    <a:pt x="97" y="209"/>
                    <a:pt x="106" y="210"/>
                    <a:pt x="114" y="210"/>
                  </a:cubicBezTo>
                  <a:cubicBezTo>
                    <a:pt x="170" y="210"/>
                    <a:pt x="207" y="166"/>
                    <a:pt x="207" y="120"/>
                  </a:cubicBezTo>
                  <a:cubicBezTo>
                    <a:pt x="207" y="87"/>
                    <a:pt x="207" y="70"/>
                    <a:pt x="191" y="54"/>
                  </a:cubicBezTo>
                  <a:cubicBezTo>
                    <a:pt x="174" y="17"/>
                    <a:pt x="158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0" name="Google Shape;12300;p31"/>
            <p:cNvSpPr/>
            <p:nvPr/>
          </p:nvSpPr>
          <p:spPr>
            <a:xfrm>
              <a:off x="4104275" y="3061850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20" y="1"/>
                  </a:moveTo>
                  <a:cubicBezTo>
                    <a:pt x="104" y="1"/>
                    <a:pt x="67" y="1"/>
                    <a:pt x="50" y="17"/>
                  </a:cubicBezTo>
                  <a:cubicBezTo>
                    <a:pt x="17" y="34"/>
                    <a:pt x="1" y="71"/>
                    <a:pt x="1" y="87"/>
                  </a:cubicBezTo>
                  <a:cubicBezTo>
                    <a:pt x="1" y="104"/>
                    <a:pt x="1" y="120"/>
                    <a:pt x="17" y="137"/>
                  </a:cubicBezTo>
                  <a:lnTo>
                    <a:pt x="17" y="174"/>
                  </a:lnTo>
                  <a:cubicBezTo>
                    <a:pt x="34" y="191"/>
                    <a:pt x="67" y="207"/>
                    <a:pt x="87" y="207"/>
                  </a:cubicBezTo>
                  <a:cubicBezTo>
                    <a:pt x="96" y="209"/>
                    <a:pt x="105" y="210"/>
                    <a:pt x="113" y="210"/>
                  </a:cubicBezTo>
                  <a:cubicBezTo>
                    <a:pt x="167" y="210"/>
                    <a:pt x="207" y="167"/>
                    <a:pt x="207" y="120"/>
                  </a:cubicBezTo>
                  <a:cubicBezTo>
                    <a:pt x="223" y="104"/>
                    <a:pt x="207" y="71"/>
                    <a:pt x="190" y="50"/>
                  </a:cubicBezTo>
                  <a:cubicBezTo>
                    <a:pt x="170" y="17"/>
                    <a:pt x="153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1" name="Google Shape;12301;p31"/>
            <p:cNvSpPr/>
            <p:nvPr/>
          </p:nvSpPr>
          <p:spPr>
            <a:xfrm>
              <a:off x="4113650" y="3095775"/>
              <a:ext cx="5700" cy="5175"/>
            </a:xfrm>
            <a:custGeom>
              <a:avLst/>
              <a:gdLst/>
              <a:ahLst/>
              <a:cxnLst/>
              <a:rect l="l" t="t" r="r" b="b"/>
              <a:pathLst>
                <a:path w="228" h="207" extrusionOk="0">
                  <a:moveTo>
                    <a:pt x="125" y="0"/>
                  </a:moveTo>
                  <a:cubicBezTo>
                    <a:pt x="71" y="0"/>
                    <a:pt x="22" y="33"/>
                    <a:pt x="1" y="87"/>
                  </a:cubicBezTo>
                  <a:cubicBezTo>
                    <a:pt x="1" y="103"/>
                    <a:pt x="1" y="120"/>
                    <a:pt x="22" y="136"/>
                  </a:cubicBezTo>
                  <a:lnTo>
                    <a:pt x="22" y="173"/>
                  </a:lnTo>
                  <a:cubicBezTo>
                    <a:pt x="38" y="190"/>
                    <a:pt x="71" y="206"/>
                    <a:pt x="87" y="206"/>
                  </a:cubicBezTo>
                  <a:cubicBezTo>
                    <a:pt x="125" y="206"/>
                    <a:pt x="158" y="206"/>
                    <a:pt x="174" y="190"/>
                  </a:cubicBezTo>
                  <a:cubicBezTo>
                    <a:pt x="191" y="173"/>
                    <a:pt x="207" y="157"/>
                    <a:pt x="207" y="120"/>
                  </a:cubicBezTo>
                  <a:cubicBezTo>
                    <a:pt x="228" y="70"/>
                    <a:pt x="191" y="17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2" name="Google Shape;12302;p31"/>
            <p:cNvSpPr/>
            <p:nvPr/>
          </p:nvSpPr>
          <p:spPr>
            <a:xfrm>
              <a:off x="4109425" y="3050050"/>
              <a:ext cx="5600" cy="5100"/>
            </a:xfrm>
            <a:custGeom>
              <a:avLst/>
              <a:gdLst/>
              <a:ahLst/>
              <a:cxnLst/>
              <a:rect l="l" t="t" r="r" b="b"/>
              <a:pathLst>
                <a:path w="224" h="204" extrusionOk="0">
                  <a:moveTo>
                    <a:pt x="121" y="0"/>
                  </a:moveTo>
                  <a:cubicBezTo>
                    <a:pt x="115" y="0"/>
                    <a:pt x="109" y="2"/>
                    <a:pt x="104" y="7"/>
                  </a:cubicBezTo>
                  <a:cubicBezTo>
                    <a:pt x="67" y="7"/>
                    <a:pt x="34" y="28"/>
                    <a:pt x="17" y="44"/>
                  </a:cubicBezTo>
                  <a:cubicBezTo>
                    <a:pt x="1" y="61"/>
                    <a:pt x="1" y="94"/>
                    <a:pt x="1" y="110"/>
                  </a:cubicBezTo>
                  <a:cubicBezTo>
                    <a:pt x="1" y="131"/>
                    <a:pt x="1" y="131"/>
                    <a:pt x="17" y="147"/>
                  </a:cubicBezTo>
                  <a:cubicBezTo>
                    <a:pt x="17" y="164"/>
                    <a:pt x="34" y="180"/>
                    <a:pt x="34" y="180"/>
                  </a:cubicBezTo>
                  <a:cubicBezTo>
                    <a:pt x="58" y="195"/>
                    <a:pt x="85" y="203"/>
                    <a:pt x="110" y="203"/>
                  </a:cubicBezTo>
                  <a:cubicBezTo>
                    <a:pt x="141" y="203"/>
                    <a:pt x="170" y="191"/>
                    <a:pt x="191" y="164"/>
                  </a:cubicBezTo>
                  <a:cubicBezTo>
                    <a:pt x="224" y="131"/>
                    <a:pt x="224" y="61"/>
                    <a:pt x="170" y="28"/>
                  </a:cubicBezTo>
                  <a:cubicBezTo>
                    <a:pt x="158" y="13"/>
                    <a:pt x="138" y="0"/>
                    <a:pt x="1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3" name="Google Shape;12303;p31"/>
            <p:cNvSpPr/>
            <p:nvPr/>
          </p:nvSpPr>
          <p:spPr>
            <a:xfrm>
              <a:off x="4109025" y="295442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13" y="1"/>
                  </a:moveTo>
                  <a:cubicBezTo>
                    <a:pt x="80" y="1"/>
                    <a:pt x="48" y="16"/>
                    <a:pt x="17" y="39"/>
                  </a:cubicBezTo>
                  <a:cubicBezTo>
                    <a:pt x="0" y="55"/>
                    <a:pt x="0" y="88"/>
                    <a:pt x="0" y="121"/>
                  </a:cubicBezTo>
                  <a:cubicBezTo>
                    <a:pt x="0" y="121"/>
                    <a:pt x="0" y="142"/>
                    <a:pt x="17" y="142"/>
                  </a:cubicBezTo>
                  <a:cubicBezTo>
                    <a:pt x="17" y="159"/>
                    <a:pt x="33" y="175"/>
                    <a:pt x="33" y="191"/>
                  </a:cubicBezTo>
                  <a:cubicBezTo>
                    <a:pt x="52" y="204"/>
                    <a:pt x="74" y="209"/>
                    <a:pt x="96" y="209"/>
                  </a:cubicBezTo>
                  <a:cubicBezTo>
                    <a:pt x="131" y="209"/>
                    <a:pt x="166" y="195"/>
                    <a:pt x="186" y="175"/>
                  </a:cubicBezTo>
                  <a:cubicBezTo>
                    <a:pt x="207" y="142"/>
                    <a:pt x="207" y="121"/>
                    <a:pt x="207" y="88"/>
                  </a:cubicBezTo>
                  <a:cubicBezTo>
                    <a:pt x="207" y="72"/>
                    <a:pt x="186" y="39"/>
                    <a:pt x="169" y="18"/>
                  </a:cubicBezTo>
                  <a:cubicBezTo>
                    <a:pt x="151" y="6"/>
                    <a:pt x="132" y="1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4" name="Google Shape;12304;p31"/>
            <p:cNvSpPr/>
            <p:nvPr/>
          </p:nvSpPr>
          <p:spPr>
            <a:xfrm>
              <a:off x="4109425" y="3033925"/>
              <a:ext cx="5200" cy="5350"/>
            </a:xfrm>
            <a:custGeom>
              <a:avLst/>
              <a:gdLst/>
              <a:ahLst/>
              <a:cxnLst/>
              <a:rect l="l" t="t" r="r" b="b"/>
              <a:pathLst>
                <a:path w="208" h="214" extrusionOk="0">
                  <a:moveTo>
                    <a:pt x="120" y="1"/>
                  </a:moveTo>
                  <a:cubicBezTo>
                    <a:pt x="50" y="1"/>
                    <a:pt x="1" y="34"/>
                    <a:pt x="1" y="87"/>
                  </a:cubicBezTo>
                  <a:lnTo>
                    <a:pt x="1" y="157"/>
                  </a:lnTo>
                  <a:lnTo>
                    <a:pt x="17" y="174"/>
                  </a:lnTo>
                  <a:cubicBezTo>
                    <a:pt x="34" y="190"/>
                    <a:pt x="50" y="207"/>
                    <a:pt x="87" y="207"/>
                  </a:cubicBezTo>
                  <a:cubicBezTo>
                    <a:pt x="97" y="212"/>
                    <a:pt x="105" y="214"/>
                    <a:pt x="113" y="214"/>
                  </a:cubicBezTo>
                  <a:cubicBezTo>
                    <a:pt x="130" y="214"/>
                    <a:pt x="142" y="202"/>
                    <a:pt x="153" y="190"/>
                  </a:cubicBezTo>
                  <a:cubicBezTo>
                    <a:pt x="191" y="174"/>
                    <a:pt x="207" y="157"/>
                    <a:pt x="207" y="120"/>
                  </a:cubicBezTo>
                  <a:cubicBezTo>
                    <a:pt x="207" y="104"/>
                    <a:pt x="207" y="71"/>
                    <a:pt x="191" y="54"/>
                  </a:cubicBezTo>
                  <a:cubicBezTo>
                    <a:pt x="170" y="34"/>
                    <a:pt x="137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5" name="Google Shape;12305;p31"/>
            <p:cNvSpPr/>
            <p:nvPr/>
          </p:nvSpPr>
          <p:spPr>
            <a:xfrm>
              <a:off x="4317225" y="3070975"/>
              <a:ext cx="5700" cy="5250"/>
            </a:xfrm>
            <a:custGeom>
              <a:avLst/>
              <a:gdLst/>
              <a:ahLst/>
              <a:cxnLst/>
              <a:rect l="l" t="t" r="r" b="b"/>
              <a:pathLst>
                <a:path w="228" h="210" extrusionOk="0">
                  <a:moveTo>
                    <a:pt x="132" y="0"/>
                  </a:moveTo>
                  <a:cubicBezTo>
                    <a:pt x="117" y="0"/>
                    <a:pt x="102" y="5"/>
                    <a:pt x="87" y="15"/>
                  </a:cubicBezTo>
                  <a:cubicBezTo>
                    <a:pt x="38" y="32"/>
                    <a:pt x="1" y="81"/>
                    <a:pt x="21" y="135"/>
                  </a:cubicBezTo>
                  <a:cubicBezTo>
                    <a:pt x="38" y="151"/>
                    <a:pt x="38" y="168"/>
                    <a:pt x="54" y="184"/>
                  </a:cubicBezTo>
                  <a:cubicBezTo>
                    <a:pt x="77" y="196"/>
                    <a:pt x="102" y="209"/>
                    <a:pt x="127" y="209"/>
                  </a:cubicBezTo>
                  <a:cubicBezTo>
                    <a:pt x="137" y="209"/>
                    <a:pt x="147" y="207"/>
                    <a:pt x="157" y="201"/>
                  </a:cubicBezTo>
                  <a:cubicBezTo>
                    <a:pt x="190" y="184"/>
                    <a:pt x="227" y="151"/>
                    <a:pt x="227" y="118"/>
                  </a:cubicBezTo>
                  <a:lnTo>
                    <a:pt x="227" y="65"/>
                  </a:lnTo>
                  <a:cubicBezTo>
                    <a:pt x="201" y="29"/>
                    <a:pt x="168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6" name="Google Shape;12306;p31"/>
            <p:cNvSpPr/>
            <p:nvPr/>
          </p:nvSpPr>
          <p:spPr>
            <a:xfrm>
              <a:off x="4277350" y="3073275"/>
              <a:ext cx="6000" cy="5050"/>
            </a:xfrm>
            <a:custGeom>
              <a:avLst/>
              <a:gdLst/>
              <a:ahLst/>
              <a:cxnLst/>
              <a:rect l="l" t="t" r="r" b="b"/>
              <a:pathLst>
                <a:path w="240" h="202" extrusionOk="0">
                  <a:moveTo>
                    <a:pt x="113" y="0"/>
                  </a:moveTo>
                  <a:cubicBezTo>
                    <a:pt x="82" y="0"/>
                    <a:pt x="53" y="14"/>
                    <a:pt x="33" y="43"/>
                  </a:cubicBezTo>
                  <a:cubicBezTo>
                    <a:pt x="17" y="59"/>
                    <a:pt x="0" y="92"/>
                    <a:pt x="17" y="109"/>
                  </a:cubicBezTo>
                  <a:lnTo>
                    <a:pt x="17" y="146"/>
                  </a:lnTo>
                  <a:cubicBezTo>
                    <a:pt x="17" y="162"/>
                    <a:pt x="33" y="179"/>
                    <a:pt x="50" y="179"/>
                  </a:cubicBezTo>
                  <a:cubicBezTo>
                    <a:pt x="74" y="194"/>
                    <a:pt x="97" y="202"/>
                    <a:pt x="120" y="202"/>
                  </a:cubicBezTo>
                  <a:cubicBezTo>
                    <a:pt x="148" y="202"/>
                    <a:pt x="177" y="190"/>
                    <a:pt x="206" y="162"/>
                  </a:cubicBezTo>
                  <a:cubicBezTo>
                    <a:pt x="239" y="129"/>
                    <a:pt x="223" y="59"/>
                    <a:pt x="190" y="26"/>
                  </a:cubicBezTo>
                  <a:cubicBezTo>
                    <a:pt x="165" y="9"/>
                    <a:pt x="138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7" name="Google Shape;12307;p31"/>
            <p:cNvSpPr/>
            <p:nvPr/>
          </p:nvSpPr>
          <p:spPr>
            <a:xfrm>
              <a:off x="4276925" y="3089900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03" y="0"/>
                  </a:moveTo>
                  <a:cubicBezTo>
                    <a:pt x="90" y="0"/>
                    <a:pt x="77" y="4"/>
                    <a:pt x="67" y="13"/>
                  </a:cubicBezTo>
                  <a:cubicBezTo>
                    <a:pt x="50" y="13"/>
                    <a:pt x="34" y="29"/>
                    <a:pt x="17" y="46"/>
                  </a:cubicBezTo>
                  <a:cubicBezTo>
                    <a:pt x="1" y="83"/>
                    <a:pt x="1" y="116"/>
                    <a:pt x="1" y="132"/>
                  </a:cubicBezTo>
                  <a:cubicBezTo>
                    <a:pt x="28" y="176"/>
                    <a:pt x="69" y="207"/>
                    <a:pt x="110" y="207"/>
                  </a:cubicBezTo>
                  <a:cubicBezTo>
                    <a:pt x="119" y="207"/>
                    <a:pt x="128" y="205"/>
                    <a:pt x="137" y="202"/>
                  </a:cubicBezTo>
                  <a:cubicBezTo>
                    <a:pt x="190" y="186"/>
                    <a:pt x="223" y="116"/>
                    <a:pt x="207" y="62"/>
                  </a:cubicBezTo>
                  <a:cubicBezTo>
                    <a:pt x="190" y="29"/>
                    <a:pt x="170" y="13"/>
                    <a:pt x="137" y="13"/>
                  </a:cubicBezTo>
                  <a:cubicBezTo>
                    <a:pt x="128" y="4"/>
                    <a:pt x="116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8" name="Google Shape;12308;p31"/>
            <p:cNvSpPr/>
            <p:nvPr/>
          </p:nvSpPr>
          <p:spPr>
            <a:xfrm>
              <a:off x="4272600" y="3101425"/>
              <a:ext cx="6000" cy="5200"/>
            </a:xfrm>
            <a:custGeom>
              <a:avLst/>
              <a:gdLst/>
              <a:ahLst/>
              <a:cxnLst/>
              <a:rect l="l" t="t" r="r" b="b"/>
              <a:pathLst>
                <a:path w="240" h="208" extrusionOk="0">
                  <a:moveTo>
                    <a:pt x="128" y="0"/>
                  </a:moveTo>
                  <a:cubicBezTo>
                    <a:pt x="115" y="0"/>
                    <a:pt x="101" y="4"/>
                    <a:pt x="87" y="13"/>
                  </a:cubicBezTo>
                  <a:cubicBezTo>
                    <a:pt x="17" y="34"/>
                    <a:pt x="0" y="84"/>
                    <a:pt x="17" y="137"/>
                  </a:cubicBezTo>
                  <a:cubicBezTo>
                    <a:pt x="30" y="178"/>
                    <a:pt x="80" y="207"/>
                    <a:pt x="127" y="207"/>
                  </a:cubicBezTo>
                  <a:cubicBezTo>
                    <a:pt x="138" y="207"/>
                    <a:pt x="148" y="206"/>
                    <a:pt x="157" y="203"/>
                  </a:cubicBezTo>
                  <a:cubicBezTo>
                    <a:pt x="207" y="187"/>
                    <a:pt x="240" y="117"/>
                    <a:pt x="223" y="67"/>
                  </a:cubicBezTo>
                  <a:cubicBezTo>
                    <a:pt x="199" y="28"/>
                    <a:pt x="165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9" name="Google Shape;12309;p31"/>
            <p:cNvSpPr/>
            <p:nvPr/>
          </p:nvSpPr>
          <p:spPr>
            <a:xfrm>
              <a:off x="4280325" y="3059275"/>
              <a:ext cx="5600" cy="5300"/>
            </a:xfrm>
            <a:custGeom>
              <a:avLst/>
              <a:gdLst/>
              <a:ahLst/>
              <a:cxnLst/>
              <a:rect l="l" t="t" r="r" b="b"/>
              <a:pathLst>
                <a:path w="224" h="212" extrusionOk="0">
                  <a:moveTo>
                    <a:pt x="137" y="1"/>
                  </a:moveTo>
                  <a:cubicBezTo>
                    <a:pt x="71" y="1"/>
                    <a:pt x="17" y="34"/>
                    <a:pt x="17" y="87"/>
                  </a:cubicBezTo>
                  <a:cubicBezTo>
                    <a:pt x="1" y="120"/>
                    <a:pt x="17" y="137"/>
                    <a:pt x="17" y="153"/>
                  </a:cubicBezTo>
                  <a:lnTo>
                    <a:pt x="34" y="174"/>
                  </a:lnTo>
                  <a:cubicBezTo>
                    <a:pt x="54" y="190"/>
                    <a:pt x="71" y="207"/>
                    <a:pt x="104" y="207"/>
                  </a:cubicBezTo>
                  <a:cubicBezTo>
                    <a:pt x="113" y="210"/>
                    <a:pt x="122" y="211"/>
                    <a:pt x="131" y="211"/>
                  </a:cubicBezTo>
                  <a:cubicBezTo>
                    <a:pt x="173" y="211"/>
                    <a:pt x="210" y="179"/>
                    <a:pt x="223" y="120"/>
                  </a:cubicBezTo>
                  <a:cubicBezTo>
                    <a:pt x="223" y="104"/>
                    <a:pt x="223" y="71"/>
                    <a:pt x="207" y="50"/>
                  </a:cubicBezTo>
                  <a:cubicBezTo>
                    <a:pt x="190" y="34"/>
                    <a:pt x="157" y="17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0" name="Google Shape;12310;p31"/>
            <p:cNvSpPr/>
            <p:nvPr/>
          </p:nvSpPr>
          <p:spPr>
            <a:xfrm>
              <a:off x="4288875" y="3096975"/>
              <a:ext cx="5700" cy="4950"/>
            </a:xfrm>
            <a:custGeom>
              <a:avLst/>
              <a:gdLst/>
              <a:ahLst/>
              <a:cxnLst/>
              <a:rect l="l" t="t" r="r" b="b"/>
              <a:pathLst>
                <a:path w="228" h="198" extrusionOk="0">
                  <a:moveTo>
                    <a:pt x="104" y="0"/>
                  </a:moveTo>
                  <a:cubicBezTo>
                    <a:pt x="54" y="0"/>
                    <a:pt x="21" y="35"/>
                    <a:pt x="21" y="88"/>
                  </a:cubicBezTo>
                  <a:cubicBezTo>
                    <a:pt x="1" y="109"/>
                    <a:pt x="21" y="125"/>
                    <a:pt x="21" y="142"/>
                  </a:cubicBezTo>
                  <a:cubicBezTo>
                    <a:pt x="21" y="142"/>
                    <a:pt x="21" y="158"/>
                    <a:pt x="38" y="158"/>
                  </a:cubicBezTo>
                  <a:cubicBezTo>
                    <a:pt x="54" y="175"/>
                    <a:pt x="71" y="191"/>
                    <a:pt x="104" y="191"/>
                  </a:cubicBezTo>
                  <a:cubicBezTo>
                    <a:pt x="114" y="195"/>
                    <a:pt x="124" y="197"/>
                    <a:pt x="133" y="197"/>
                  </a:cubicBezTo>
                  <a:cubicBezTo>
                    <a:pt x="175" y="197"/>
                    <a:pt x="211" y="163"/>
                    <a:pt x="228" y="109"/>
                  </a:cubicBezTo>
                  <a:cubicBezTo>
                    <a:pt x="228" y="88"/>
                    <a:pt x="228" y="55"/>
                    <a:pt x="207" y="39"/>
                  </a:cubicBezTo>
                  <a:cubicBezTo>
                    <a:pt x="190" y="22"/>
                    <a:pt x="158" y="6"/>
                    <a:pt x="141" y="6"/>
                  </a:cubicBezTo>
                  <a:cubicBezTo>
                    <a:pt x="128" y="2"/>
                    <a:pt x="115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1" name="Google Shape;12311;p31"/>
            <p:cNvSpPr/>
            <p:nvPr/>
          </p:nvSpPr>
          <p:spPr>
            <a:xfrm>
              <a:off x="4290225" y="3083200"/>
              <a:ext cx="5175" cy="5025"/>
            </a:xfrm>
            <a:custGeom>
              <a:avLst/>
              <a:gdLst/>
              <a:ahLst/>
              <a:cxnLst/>
              <a:rect l="l" t="t" r="r" b="b"/>
              <a:pathLst>
                <a:path w="207" h="201" extrusionOk="0">
                  <a:moveTo>
                    <a:pt x="86" y="0"/>
                  </a:moveTo>
                  <a:cubicBezTo>
                    <a:pt x="34" y="0"/>
                    <a:pt x="0" y="33"/>
                    <a:pt x="0" y="91"/>
                  </a:cubicBezTo>
                  <a:lnTo>
                    <a:pt x="0" y="124"/>
                  </a:lnTo>
                  <a:lnTo>
                    <a:pt x="0" y="145"/>
                  </a:lnTo>
                  <a:lnTo>
                    <a:pt x="17" y="161"/>
                  </a:lnTo>
                  <a:cubicBezTo>
                    <a:pt x="33" y="178"/>
                    <a:pt x="50" y="194"/>
                    <a:pt x="87" y="194"/>
                  </a:cubicBezTo>
                  <a:cubicBezTo>
                    <a:pt x="97" y="199"/>
                    <a:pt x="105" y="201"/>
                    <a:pt x="112" y="201"/>
                  </a:cubicBezTo>
                  <a:cubicBezTo>
                    <a:pt x="130" y="201"/>
                    <a:pt x="141" y="189"/>
                    <a:pt x="153" y="178"/>
                  </a:cubicBezTo>
                  <a:cubicBezTo>
                    <a:pt x="190" y="161"/>
                    <a:pt x="207" y="145"/>
                    <a:pt x="207" y="108"/>
                  </a:cubicBezTo>
                  <a:cubicBezTo>
                    <a:pt x="207" y="91"/>
                    <a:pt x="207" y="75"/>
                    <a:pt x="190" y="42"/>
                  </a:cubicBezTo>
                  <a:cubicBezTo>
                    <a:pt x="174" y="21"/>
                    <a:pt x="153" y="4"/>
                    <a:pt x="120" y="4"/>
                  </a:cubicBezTo>
                  <a:cubicBezTo>
                    <a:pt x="108" y="2"/>
                    <a:pt x="97" y="0"/>
                    <a:pt x="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2" name="Google Shape;12312;p31"/>
            <p:cNvSpPr/>
            <p:nvPr/>
          </p:nvSpPr>
          <p:spPr>
            <a:xfrm>
              <a:off x="4271775" y="3115825"/>
              <a:ext cx="6000" cy="5075"/>
            </a:xfrm>
            <a:custGeom>
              <a:avLst/>
              <a:gdLst/>
              <a:ahLst/>
              <a:cxnLst/>
              <a:rect l="l" t="t" r="r" b="b"/>
              <a:pathLst>
                <a:path w="240" h="203" extrusionOk="0">
                  <a:moveTo>
                    <a:pt x="127" y="0"/>
                  </a:moveTo>
                  <a:cubicBezTo>
                    <a:pt x="113" y="0"/>
                    <a:pt x="99" y="2"/>
                    <a:pt x="87" y="6"/>
                  </a:cubicBezTo>
                  <a:cubicBezTo>
                    <a:pt x="33" y="23"/>
                    <a:pt x="0" y="77"/>
                    <a:pt x="17" y="142"/>
                  </a:cubicBezTo>
                  <a:cubicBezTo>
                    <a:pt x="42" y="183"/>
                    <a:pt x="78" y="202"/>
                    <a:pt x="116" y="202"/>
                  </a:cubicBezTo>
                  <a:cubicBezTo>
                    <a:pt x="128" y="202"/>
                    <a:pt x="141" y="200"/>
                    <a:pt x="153" y="196"/>
                  </a:cubicBezTo>
                  <a:cubicBezTo>
                    <a:pt x="207" y="180"/>
                    <a:pt x="240" y="109"/>
                    <a:pt x="223" y="56"/>
                  </a:cubicBezTo>
                  <a:cubicBezTo>
                    <a:pt x="211" y="19"/>
                    <a:pt x="168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3" name="Google Shape;12313;p31"/>
            <p:cNvSpPr/>
            <p:nvPr/>
          </p:nvSpPr>
          <p:spPr>
            <a:xfrm>
              <a:off x="4284650" y="3108750"/>
              <a:ext cx="5600" cy="5225"/>
            </a:xfrm>
            <a:custGeom>
              <a:avLst/>
              <a:gdLst/>
              <a:ahLst/>
              <a:cxnLst/>
              <a:rect l="l" t="t" r="r" b="b"/>
              <a:pathLst>
                <a:path w="224" h="209" extrusionOk="0">
                  <a:moveTo>
                    <a:pt x="113" y="0"/>
                  </a:moveTo>
                  <a:cubicBezTo>
                    <a:pt x="98" y="0"/>
                    <a:pt x="82" y="4"/>
                    <a:pt x="67" y="13"/>
                  </a:cubicBezTo>
                  <a:cubicBezTo>
                    <a:pt x="17" y="30"/>
                    <a:pt x="1" y="83"/>
                    <a:pt x="17" y="133"/>
                  </a:cubicBezTo>
                  <a:cubicBezTo>
                    <a:pt x="30" y="187"/>
                    <a:pt x="74" y="209"/>
                    <a:pt x="116" y="209"/>
                  </a:cubicBezTo>
                  <a:cubicBezTo>
                    <a:pt x="129" y="209"/>
                    <a:pt x="142" y="207"/>
                    <a:pt x="153" y="203"/>
                  </a:cubicBezTo>
                  <a:cubicBezTo>
                    <a:pt x="207" y="186"/>
                    <a:pt x="223" y="116"/>
                    <a:pt x="207" y="67"/>
                  </a:cubicBezTo>
                  <a:cubicBezTo>
                    <a:pt x="195" y="28"/>
                    <a:pt x="155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4" name="Google Shape;12314;p31"/>
            <p:cNvSpPr/>
            <p:nvPr/>
          </p:nvSpPr>
          <p:spPr>
            <a:xfrm>
              <a:off x="4283325" y="3122725"/>
              <a:ext cx="5175" cy="4950"/>
            </a:xfrm>
            <a:custGeom>
              <a:avLst/>
              <a:gdLst/>
              <a:ahLst/>
              <a:cxnLst/>
              <a:rect l="l" t="t" r="r" b="b"/>
              <a:pathLst>
                <a:path w="207" h="198" extrusionOk="0">
                  <a:moveTo>
                    <a:pt x="90" y="1"/>
                  </a:moveTo>
                  <a:cubicBezTo>
                    <a:pt x="46" y="1"/>
                    <a:pt x="0" y="36"/>
                    <a:pt x="0" y="89"/>
                  </a:cubicBezTo>
                  <a:lnTo>
                    <a:pt x="0" y="143"/>
                  </a:lnTo>
                  <a:lnTo>
                    <a:pt x="17" y="159"/>
                  </a:lnTo>
                  <a:cubicBezTo>
                    <a:pt x="37" y="176"/>
                    <a:pt x="54" y="192"/>
                    <a:pt x="87" y="192"/>
                  </a:cubicBezTo>
                  <a:cubicBezTo>
                    <a:pt x="97" y="196"/>
                    <a:pt x="107" y="198"/>
                    <a:pt x="118" y="198"/>
                  </a:cubicBezTo>
                  <a:cubicBezTo>
                    <a:pt x="163" y="198"/>
                    <a:pt x="206" y="163"/>
                    <a:pt x="206" y="110"/>
                  </a:cubicBezTo>
                  <a:cubicBezTo>
                    <a:pt x="206" y="89"/>
                    <a:pt x="206" y="56"/>
                    <a:pt x="190" y="40"/>
                  </a:cubicBezTo>
                  <a:cubicBezTo>
                    <a:pt x="173" y="23"/>
                    <a:pt x="157" y="7"/>
                    <a:pt x="120" y="7"/>
                  </a:cubicBezTo>
                  <a:cubicBezTo>
                    <a:pt x="110" y="3"/>
                    <a:pt x="101" y="1"/>
                    <a:pt x="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5" name="Google Shape;12315;p31"/>
            <p:cNvSpPr/>
            <p:nvPr/>
          </p:nvSpPr>
          <p:spPr>
            <a:xfrm>
              <a:off x="4338775" y="3086800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1"/>
                  </a:moveTo>
                  <a:cubicBezTo>
                    <a:pt x="87" y="1"/>
                    <a:pt x="50" y="17"/>
                    <a:pt x="33" y="34"/>
                  </a:cubicBezTo>
                  <a:cubicBezTo>
                    <a:pt x="17" y="50"/>
                    <a:pt x="0" y="67"/>
                    <a:pt x="0" y="83"/>
                  </a:cubicBezTo>
                  <a:lnTo>
                    <a:pt x="0" y="137"/>
                  </a:lnTo>
                  <a:cubicBezTo>
                    <a:pt x="17" y="170"/>
                    <a:pt x="50" y="207"/>
                    <a:pt x="87" y="207"/>
                  </a:cubicBezTo>
                  <a:lnTo>
                    <a:pt x="103" y="207"/>
                  </a:lnTo>
                  <a:cubicBezTo>
                    <a:pt x="153" y="207"/>
                    <a:pt x="206" y="170"/>
                    <a:pt x="206" y="120"/>
                  </a:cubicBezTo>
                  <a:cubicBezTo>
                    <a:pt x="206" y="83"/>
                    <a:pt x="206" y="67"/>
                    <a:pt x="190" y="50"/>
                  </a:cubicBezTo>
                  <a:cubicBezTo>
                    <a:pt x="169" y="17"/>
                    <a:pt x="153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6" name="Google Shape;12316;p31"/>
            <p:cNvSpPr/>
            <p:nvPr/>
          </p:nvSpPr>
          <p:spPr>
            <a:xfrm>
              <a:off x="4252400" y="3085300"/>
              <a:ext cx="5175" cy="5025"/>
            </a:xfrm>
            <a:custGeom>
              <a:avLst/>
              <a:gdLst/>
              <a:ahLst/>
              <a:cxnLst/>
              <a:rect l="l" t="t" r="r" b="b"/>
              <a:pathLst>
                <a:path w="207" h="201" extrusionOk="0">
                  <a:moveTo>
                    <a:pt x="91" y="0"/>
                  </a:moveTo>
                  <a:cubicBezTo>
                    <a:pt x="69" y="0"/>
                    <a:pt x="49" y="12"/>
                    <a:pt x="37" y="24"/>
                  </a:cubicBezTo>
                  <a:cubicBezTo>
                    <a:pt x="17" y="40"/>
                    <a:pt x="0" y="61"/>
                    <a:pt x="0" y="94"/>
                  </a:cubicBezTo>
                  <a:lnTo>
                    <a:pt x="0" y="143"/>
                  </a:lnTo>
                  <a:cubicBezTo>
                    <a:pt x="0" y="143"/>
                    <a:pt x="0" y="164"/>
                    <a:pt x="17" y="164"/>
                  </a:cubicBezTo>
                  <a:cubicBezTo>
                    <a:pt x="37" y="180"/>
                    <a:pt x="54" y="197"/>
                    <a:pt x="87" y="197"/>
                  </a:cubicBezTo>
                  <a:cubicBezTo>
                    <a:pt x="96" y="200"/>
                    <a:pt x="105" y="201"/>
                    <a:pt x="114" y="201"/>
                  </a:cubicBezTo>
                  <a:cubicBezTo>
                    <a:pt x="156" y="201"/>
                    <a:pt x="193" y="168"/>
                    <a:pt x="206" y="110"/>
                  </a:cubicBezTo>
                  <a:cubicBezTo>
                    <a:pt x="206" y="94"/>
                    <a:pt x="206" y="61"/>
                    <a:pt x="190" y="40"/>
                  </a:cubicBezTo>
                  <a:cubicBezTo>
                    <a:pt x="173" y="24"/>
                    <a:pt x="141" y="7"/>
                    <a:pt x="120" y="7"/>
                  </a:cubicBezTo>
                  <a:cubicBezTo>
                    <a:pt x="110" y="2"/>
                    <a:pt x="101" y="0"/>
                    <a:pt x="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7" name="Google Shape;12317;p31"/>
            <p:cNvSpPr/>
            <p:nvPr/>
          </p:nvSpPr>
          <p:spPr>
            <a:xfrm>
              <a:off x="4258475" y="3117200"/>
              <a:ext cx="5600" cy="5200"/>
            </a:xfrm>
            <a:custGeom>
              <a:avLst/>
              <a:gdLst/>
              <a:ahLst/>
              <a:cxnLst/>
              <a:rect l="l" t="t" r="r" b="b"/>
              <a:pathLst>
                <a:path w="224" h="208" extrusionOk="0">
                  <a:moveTo>
                    <a:pt x="120" y="1"/>
                  </a:moveTo>
                  <a:cubicBezTo>
                    <a:pt x="83" y="1"/>
                    <a:pt x="50" y="22"/>
                    <a:pt x="34" y="38"/>
                  </a:cubicBezTo>
                  <a:cubicBezTo>
                    <a:pt x="17" y="54"/>
                    <a:pt x="17" y="71"/>
                    <a:pt x="1" y="87"/>
                  </a:cubicBezTo>
                  <a:cubicBezTo>
                    <a:pt x="1" y="104"/>
                    <a:pt x="1" y="125"/>
                    <a:pt x="17" y="141"/>
                  </a:cubicBezTo>
                  <a:cubicBezTo>
                    <a:pt x="34" y="174"/>
                    <a:pt x="50" y="207"/>
                    <a:pt x="104" y="207"/>
                  </a:cubicBezTo>
                  <a:cubicBezTo>
                    <a:pt x="153" y="207"/>
                    <a:pt x="207" y="174"/>
                    <a:pt x="223" y="125"/>
                  </a:cubicBezTo>
                  <a:cubicBezTo>
                    <a:pt x="223" y="104"/>
                    <a:pt x="207" y="71"/>
                    <a:pt x="186" y="54"/>
                  </a:cubicBezTo>
                  <a:cubicBezTo>
                    <a:pt x="170" y="22"/>
                    <a:pt x="153" y="22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8" name="Google Shape;12318;p31"/>
            <p:cNvSpPr/>
            <p:nvPr/>
          </p:nvSpPr>
          <p:spPr>
            <a:xfrm>
              <a:off x="4294025" y="3129175"/>
              <a:ext cx="6125" cy="5375"/>
            </a:xfrm>
            <a:custGeom>
              <a:avLst/>
              <a:gdLst/>
              <a:ahLst/>
              <a:cxnLst/>
              <a:rect l="l" t="t" r="r" b="b"/>
              <a:pathLst>
                <a:path w="245" h="215" extrusionOk="0">
                  <a:moveTo>
                    <a:pt x="117" y="0"/>
                  </a:moveTo>
                  <a:cubicBezTo>
                    <a:pt x="107" y="0"/>
                    <a:pt x="97" y="1"/>
                    <a:pt x="88" y="4"/>
                  </a:cubicBezTo>
                  <a:cubicBezTo>
                    <a:pt x="38" y="37"/>
                    <a:pt x="1" y="91"/>
                    <a:pt x="38" y="140"/>
                  </a:cubicBezTo>
                  <a:cubicBezTo>
                    <a:pt x="52" y="185"/>
                    <a:pt x="88" y="215"/>
                    <a:pt x="130" y="215"/>
                  </a:cubicBezTo>
                  <a:cubicBezTo>
                    <a:pt x="139" y="215"/>
                    <a:pt x="148" y="213"/>
                    <a:pt x="158" y="210"/>
                  </a:cubicBezTo>
                  <a:cubicBezTo>
                    <a:pt x="228" y="177"/>
                    <a:pt x="244" y="124"/>
                    <a:pt x="228" y="74"/>
                  </a:cubicBezTo>
                  <a:cubicBezTo>
                    <a:pt x="211" y="30"/>
                    <a:pt x="163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9" name="Google Shape;12319;p31"/>
            <p:cNvSpPr/>
            <p:nvPr/>
          </p:nvSpPr>
          <p:spPr>
            <a:xfrm>
              <a:off x="4248575" y="3098350"/>
              <a:ext cx="5600" cy="5325"/>
            </a:xfrm>
            <a:custGeom>
              <a:avLst/>
              <a:gdLst/>
              <a:ahLst/>
              <a:cxnLst/>
              <a:rect l="l" t="t" r="r" b="b"/>
              <a:pathLst>
                <a:path w="224" h="213" extrusionOk="0">
                  <a:moveTo>
                    <a:pt x="120" y="0"/>
                  </a:moveTo>
                  <a:cubicBezTo>
                    <a:pt x="104" y="0"/>
                    <a:pt x="87" y="0"/>
                    <a:pt x="67" y="17"/>
                  </a:cubicBezTo>
                  <a:cubicBezTo>
                    <a:pt x="17" y="33"/>
                    <a:pt x="1" y="87"/>
                    <a:pt x="17" y="136"/>
                  </a:cubicBezTo>
                  <a:cubicBezTo>
                    <a:pt x="30" y="190"/>
                    <a:pt x="74" y="212"/>
                    <a:pt x="116" y="212"/>
                  </a:cubicBezTo>
                  <a:cubicBezTo>
                    <a:pt x="129" y="212"/>
                    <a:pt x="142" y="210"/>
                    <a:pt x="153" y="207"/>
                  </a:cubicBezTo>
                  <a:cubicBezTo>
                    <a:pt x="170" y="190"/>
                    <a:pt x="170" y="190"/>
                    <a:pt x="190" y="174"/>
                  </a:cubicBezTo>
                  <a:cubicBezTo>
                    <a:pt x="223" y="157"/>
                    <a:pt x="223" y="103"/>
                    <a:pt x="207" y="70"/>
                  </a:cubicBezTo>
                  <a:cubicBezTo>
                    <a:pt x="190" y="33"/>
                    <a:pt x="153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0" name="Google Shape;12320;p31"/>
            <p:cNvSpPr/>
            <p:nvPr/>
          </p:nvSpPr>
          <p:spPr>
            <a:xfrm>
              <a:off x="4269600" y="3128700"/>
              <a:ext cx="5600" cy="5075"/>
            </a:xfrm>
            <a:custGeom>
              <a:avLst/>
              <a:gdLst/>
              <a:ahLst/>
              <a:cxnLst/>
              <a:rect l="l" t="t" r="r" b="b"/>
              <a:pathLst>
                <a:path w="224" h="203" extrusionOk="0">
                  <a:moveTo>
                    <a:pt x="114" y="0"/>
                  </a:moveTo>
                  <a:cubicBezTo>
                    <a:pt x="83" y="0"/>
                    <a:pt x="54" y="13"/>
                    <a:pt x="34" y="40"/>
                  </a:cubicBezTo>
                  <a:cubicBezTo>
                    <a:pt x="17" y="56"/>
                    <a:pt x="1" y="77"/>
                    <a:pt x="17" y="110"/>
                  </a:cubicBezTo>
                  <a:lnTo>
                    <a:pt x="17" y="143"/>
                  </a:lnTo>
                  <a:cubicBezTo>
                    <a:pt x="17" y="159"/>
                    <a:pt x="34" y="159"/>
                    <a:pt x="50" y="180"/>
                  </a:cubicBezTo>
                  <a:cubicBezTo>
                    <a:pt x="67" y="194"/>
                    <a:pt x="89" y="203"/>
                    <a:pt x="111" y="203"/>
                  </a:cubicBezTo>
                  <a:cubicBezTo>
                    <a:pt x="140" y="203"/>
                    <a:pt x="170" y="189"/>
                    <a:pt x="191" y="159"/>
                  </a:cubicBezTo>
                  <a:cubicBezTo>
                    <a:pt x="207" y="143"/>
                    <a:pt x="223" y="110"/>
                    <a:pt x="223" y="93"/>
                  </a:cubicBezTo>
                  <a:cubicBezTo>
                    <a:pt x="223" y="56"/>
                    <a:pt x="207" y="40"/>
                    <a:pt x="191" y="23"/>
                  </a:cubicBezTo>
                  <a:cubicBezTo>
                    <a:pt x="166" y="8"/>
                    <a:pt x="140" y="0"/>
                    <a:pt x="1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1" name="Google Shape;12321;p31"/>
            <p:cNvSpPr/>
            <p:nvPr/>
          </p:nvSpPr>
          <p:spPr>
            <a:xfrm>
              <a:off x="4266625" y="3079900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20" y="0"/>
                  </a:moveTo>
                  <a:cubicBezTo>
                    <a:pt x="50" y="0"/>
                    <a:pt x="0" y="33"/>
                    <a:pt x="0" y="87"/>
                  </a:cubicBezTo>
                  <a:lnTo>
                    <a:pt x="0" y="136"/>
                  </a:lnTo>
                  <a:cubicBezTo>
                    <a:pt x="0" y="153"/>
                    <a:pt x="17" y="153"/>
                    <a:pt x="17" y="174"/>
                  </a:cubicBezTo>
                  <a:cubicBezTo>
                    <a:pt x="33" y="190"/>
                    <a:pt x="50" y="207"/>
                    <a:pt x="87" y="207"/>
                  </a:cubicBezTo>
                  <a:cubicBezTo>
                    <a:pt x="93" y="209"/>
                    <a:pt x="100" y="210"/>
                    <a:pt x="107" y="210"/>
                  </a:cubicBezTo>
                  <a:cubicBezTo>
                    <a:pt x="150" y="210"/>
                    <a:pt x="192" y="166"/>
                    <a:pt x="206" y="120"/>
                  </a:cubicBezTo>
                  <a:cubicBezTo>
                    <a:pt x="206" y="87"/>
                    <a:pt x="206" y="70"/>
                    <a:pt x="190" y="50"/>
                  </a:cubicBezTo>
                  <a:cubicBezTo>
                    <a:pt x="169" y="17"/>
                    <a:pt x="136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2" name="Google Shape;12322;p31"/>
            <p:cNvSpPr/>
            <p:nvPr/>
          </p:nvSpPr>
          <p:spPr>
            <a:xfrm>
              <a:off x="4262300" y="3091800"/>
              <a:ext cx="5575" cy="5325"/>
            </a:xfrm>
            <a:custGeom>
              <a:avLst/>
              <a:gdLst/>
              <a:ahLst/>
              <a:cxnLst/>
              <a:rect l="l" t="t" r="r" b="b"/>
              <a:pathLst>
                <a:path w="223" h="213" extrusionOk="0">
                  <a:moveTo>
                    <a:pt x="117" y="1"/>
                  </a:moveTo>
                  <a:cubicBezTo>
                    <a:pt x="107" y="1"/>
                    <a:pt x="96" y="3"/>
                    <a:pt x="87" y="7"/>
                  </a:cubicBezTo>
                  <a:cubicBezTo>
                    <a:pt x="33" y="23"/>
                    <a:pt x="0" y="89"/>
                    <a:pt x="17" y="143"/>
                  </a:cubicBezTo>
                  <a:cubicBezTo>
                    <a:pt x="33" y="159"/>
                    <a:pt x="33" y="176"/>
                    <a:pt x="54" y="176"/>
                  </a:cubicBezTo>
                  <a:cubicBezTo>
                    <a:pt x="87" y="213"/>
                    <a:pt x="120" y="213"/>
                    <a:pt x="157" y="213"/>
                  </a:cubicBezTo>
                  <a:cubicBezTo>
                    <a:pt x="206" y="192"/>
                    <a:pt x="223" y="159"/>
                    <a:pt x="223" y="110"/>
                  </a:cubicBezTo>
                  <a:lnTo>
                    <a:pt x="223" y="73"/>
                  </a:lnTo>
                  <a:cubicBezTo>
                    <a:pt x="209" y="33"/>
                    <a:pt x="161" y="1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3" name="Google Shape;12323;p31"/>
            <p:cNvSpPr/>
            <p:nvPr/>
          </p:nvSpPr>
          <p:spPr>
            <a:xfrm>
              <a:off x="4261050" y="3105625"/>
              <a:ext cx="5175" cy="5225"/>
            </a:xfrm>
            <a:custGeom>
              <a:avLst/>
              <a:gdLst/>
              <a:ahLst/>
              <a:cxnLst/>
              <a:rect l="l" t="t" r="r" b="b"/>
              <a:pathLst>
                <a:path w="207" h="209" extrusionOk="0">
                  <a:moveTo>
                    <a:pt x="107" y="1"/>
                  </a:moveTo>
                  <a:cubicBezTo>
                    <a:pt x="72" y="1"/>
                    <a:pt x="38" y="15"/>
                    <a:pt x="17" y="35"/>
                  </a:cubicBezTo>
                  <a:cubicBezTo>
                    <a:pt x="1" y="52"/>
                    <a:pt x="1" y="89"/>
                    <a:pt x="1" y="122"/>
                  </a:cubicBezTo>
                  <a:lnTo>
                    <a:pt x="1" y="138"/>
                  </a:lnTo>
                  <a:cubicBezTo>
                    <a:pt x="17" y="155"/>
                    <a:pt x="17" y="175"/>
                    <a:pt x="34" y="192"/>
                  </a:cubicBezTo>
                  <a:cubicBezTo>
                    <a:pt x="50" y="208"/>
                    <a:pt x="83" y="208"/>
                    <a:pt x="120" y="208"/>
                  </a:cubicBezTo>
                  <a:cubicBezTo>
                    <a:pt x="137" y="208"/>
                    <a:pt x="170" y="192"/>
                    <a:pt x="186" y="175"/>
                  </a:cubicBezTo>
                  <a:cubicBezTo>
                    <a:pt x="207" y="138"/>
                    <a:pt x="207" y="122"/>
                    <a:pt x="207" y="89"/>
                  </a:cubicBezTo>
                  <a:cubicBezTo>
                    <a:pt x="207" y="72"/>
                    <a:pt x="186" y="35"/>
                    <a:pt x="170" y="19"/>
                  </a:cubicBezTo>
                  <a:cubicBezTo>
                    <a:pt x="151" y="6"/>
                    <a:pt x="129" y="1"/>
                    <a:pt x="1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4" name="Google Shape;12324;p31"/>
            <p:cNvSpPr/>
            <p:nvPr/>
          </p:nvSpPr>
          <p:spPr>
            <a:xfrm>
              <a:off x="4256725" y="3068625"/>
              <a:ext cx="6000" cy="5425"/>
            </a:xfrm>
            <a:custGeom>
              <a:avLst/>
              <a:gdLst/>
              <a:ahLst/>
              <a:cxnLst/>
              <a:rect l="l" t="t" r="r" b="b"/>
              <a:pathLst>
                <a:path w="240" h="217" extrusionOk="0">
                  <a:moveTo>
                    <a:pt x="116" y="0"/>
                  </a:moveTo>
                  <a:cubicBezTo>
                    <a:pt x="106" y="0"/>
                    <a:pt x="97" y="2"/>
                    <a:pt x="87" y="6"/>
                  </a:cubicBezTo>
                  <a:cubicBezTo>
                    <a:pt x="17" y="39"/>
                    <a:pt x="0" y="89"/>
                    <a:pt x="17" y="142"/>
                  </a:cubicBezTo>
                  <a:cubicBezTo>
                    <a:pt x="31" y="184"/>
                    <a:pt x="82" y="216"/>
                    <a:pt x="127" y="216"/>
                  </a:cubicBezTo>
                  <a:cubicBezTo>
                    <a:pt x="136" y="216"/>
                    <a:pt x="145" y="215"/>
                    <a:pt x="153" y="212"/>
                  </a:cubicBezTo>
                  <a:cubicBezTo>
                    <a:pt x="207" y="175"/>
                    <a:pt x="240" y="126"/>
                    <a:pt x="223" y="72"/>
                  </a:cubicBezTo>
                  <a:cubicBezTo>
                    <a:pt x="197" y="32"/>
                    <a:pt x="156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5" name="Google Shape;12325;p31"/>
            <p:cNvSpPr/>
            <p:nvPr/>
          </p:nvSpPr>
          <p:spPr>
            <a:xfrm>
              <a:off x="4328475" y="3067850"/>
              <a:ext cx="6000" cy="5275"/>
            </a:xfrm>
            <a:custGeom>
              <a:avLst/>
              <a:gdLst/>
              <a:ahLst/>
              <a:cxnLst/>
              <a:rect l="l" t="t" r="r" b="b"/>
              <a:pathLst>
                <a:path w="240" h="211" extrusionOk="0">
                  <a:moveTo>
                    <a:pt x="87" y="0"/>
                  </a:moveTo>
                  <a:cubicBezTo>
                    <a:pt x="33" y="37"/>
                    <a:pt x="0" y="87"/>
                    <a:pt x="17" y="140"/>
                  </a:cubicBezTo>
                  <a:cubicBezTo>
                    <a:pt x="44" y="181"/>
                    <a:pt x="85" y="210"/>
                    <a:pt x="126" y="210"/>
                  </a:cubicBezTo>
                  <a:cubicBezTo>
                    <a:pt x="135" y="210"/>
                    <a:pt x="144" y="209"/>
                    <a:pt x="153" y="206"/>
                  </a:cubicBezTo>
                  <a:cubicBezTo>
                    <a:pt x="169" y="190"/>
                    <a:pt x="190" y="190"/>
                    <a:pt x="206" y="173"/>
                  </a:cubicBezTo>
                  <a:cubicBezTo>
                    <a:pt x="223" y="140"/>
                    <a:pt x="239" y="103"/>
                    <a:pt x="223" y="70"/>
                  </a:cubicBezTo>
                  <a:cubicBezTo>
                    <a:pt x="206" y="37"/>
                    <a:pt x="169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6" name="Google Shape;12326;p31"/>
            <p:cNvSpPr/>
            <p:nvPr/>
          </p:nvSpPr>
          <p:spPr>
            <a:xfrm>
              <a:off x="4325475" y="3095325"/>
              <a:ext cx="5600" cy="5200"/>
            </a:xfrm>
            <a:custGeom>
              <a:avLst/>
              <a:gdLst/>
              <a:ahLst/>
              <a:cxnLst/>
              <a:rect l="l" t="t" r="r" b="b"/>
              <a:pathLst>
                <a:path w="224" h="208" extrusionOk="0">
                  <a:moveTo>
                    <a:pt x="120" y="0"/>
                  </a:moveTo>
                  <a:cubicBezTo>
                    <a:pt x="88" y="0"/>
                    <a:pt x="54" y="14"/>
                    <a:pt x="33" y="35"/>
                  </a:cubicBezTo>
                  <a:cubicBezTo>
                    <a:pt x="17" y="51"/>
                    <a:pt x="0" y="88"/>
                    <a:pt x="0" y="121"/>
                  </a:cubicBezTo>
                  <a:cubicBezTo>
                    <a:pt x="0" y="121"/>
                    <a:pt x="0" y="138"/>
                    <a:pt x="17" y="138"/>
                  </a:cubicBezTo>
                  <a:cubicBezTo>
                    <a:pt x="17" y="154"/>
                    <a:pt x="33" y="175"/>
                    <a:pt x="50" y="191"/>
                  </a:cubicBezTo>
                  <a:cubicBezTo>
                    <a:pt x="66" y="208"/>
                    <a:pt x="83" y="208"/>
                    <a:pt x="120" y="208"/>
                  </a:cubicBezTo>
                  <a:cubicBezTo>
                    <a:pt x="153" y="208"/>
                    <a:pt x="170" y="191"/>
                    <a:pt x="186" y="175"/>
                  </a:cubicBezTo>
                  <a:cubicBezTo>
                    <a:pt x="207" y="138"/>
                    <a:pt x="223" y="121"/>
                    <a:pt x="207" y="88"/>
                  </a:cubicBezTo>
                  <a:cubicBezTo>
                    <a:pt x="207" y="72"/>
                    <a:pt x="186" y="35"/>
                    <a:pt x="170" y="18"/>
                  </a:cubicBezTo>
                  <a:cubicBezTo>
                    <a:pt x="157" y="6"/>
                    <a:pt x="139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7" name="Google Shape;12327;p31"/>
            <p:cNvSpPr/>
            <p:nvPr/>
          </p:nvSpPr>
          <p:spPr>
            <a:xfrm>
              <a:off x="4327525" y="3081425"/>
              <a:ext cx="5700" cy="5025"/>
            </a:xfrm>
            <a:custGeom>
              <a:avLst/>
              <a:gdLst/>
              <a:ahLst/>
              <a:cxnLst/>
              <a:rect l="l" t="t" r="r" b="b"/>
              <a:pathLst>
                <a:path w="228" h="201" extrusionOk="0">
                  <a:moveTo>
                    <a:pt x="104" y="1"/>
                  </a:moveTo>
                  <a:cubicBezTo>
                    <a:pt x="86" y="1"/>
                    <a:pt x="66" y="14"/>
                    <a:pt x="55" y="26"/>
                  </a:cubicBezTo>
                  <a:cubicBezTo>
                    <a:pt x="38" y="42"/>
                    <a:pt x="22" y="59"/>
                    <a:pt x="1" y="92"/>
                  </a:cubicBezTo>
                  <a:cubicBezTo>
                    <a:pt x="1" y="113"/>
                    <a:pt x="1" y="129"/>
                    <a:pt x="22" y="146"/>
                  </a:cubicBezTo>
                  <a:cubicBezTo>
                    <a:pt x="22" y="146"/>
                    <a:pt x="22" y="162"/>
                    <a:pt x="38" y="162"/>
                  </a:cubicBezTo>
                  <a:cubicBezTo>
                    <a:pt x="55" y="179"/>
                    <a:pt x="71" y="195"/>
                    <a:pt x="104" y="195"/>
                  </a:cubicBezTo>
                  <a:cubicBezTo>
                    <a:pt x="114" y="199"/>
                    <a:pt x="124" y="201"/>
                    <a:pt x="134" y="201"/>
                  </a:cubicBezTo>
                  <a:cubicBezTo>
                    <a:pt x="175" y="201"/>
                    <a:pt x="211" y="166"/>
                    <a:pt x="228" y="113"/>
                  </a:cubicBezTo>
                  <a:cubicBezTo>
                    <a:pt x="228" y="92"/>
                    <a:pt x="207" y="59"/>
                    <a:pt x="191" y="42"/>
                  </a:cubicBezTo>
                  <a:cubicBezTo>
                    <a:pt x="174" y="26"/>
                    <a:pt x="158" y="9"/>
                    <a:pt x="125" y="9"/>
                  </a:cubicBezTo>
                  <a:cubicBezTo>
                    <a:pt x="118" y="3"/>
                    <a:pt x="111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8" name="Google Shape;12328;p31"/>
            <p:cNvSpPr/>
            <p:nvPr/>
          </p:nvSpPr>
          <p:spPr>
            <a:xfrm>
              <a:off x="4323300" y="3109400"/>
              <a:ext cx="5200" cy="5250"/>
            </a:xfrm>
            <a:custGeom>
              <a:avLst/>
              <a:gdLst/>
              <a:ahLst/>
              <a:cxnLst/>
              <a:rect l="l" t="t" r="r" b="b"/>
              <a:pathLst>
                <a:path w="208" h="210" extrusionOk="0">
                  <a:moveTo>
                    <a:pt x="100" y="1"/>
                  </a:moveTo>
                  <a:cubicBezTo>
                    <a:pt x="55" y="1"/>
                    <a:pt x="15" y="47"/>
                    <a:pt x="1" y="90"/>
                  </a:cubicBezTo>
                  <a:lnTo>
                    <a:pt x="1" y="144"/>
                  </a:lnTo>
                  <a:cubicBezTo>
                    <a:pt x="17" y="144"/>
                    <a:pt x="17" y="160"/>
                    <a:pt x="17" y="160"/>
                  </a:cubicBezTo>
                  <a:cubicBezTo>
                    <a:pt x="34" y="193"/>
                    <a:pt x="67" y="210"/>
                    <a:pt x="87" y="210"/>
                  </a:cubicBezTo>
                  <a:cubicBezTo>
                    <a:pt x="120" y="210"/>
                    <a:pt x="137" y="210"/>
                    <a:pt x="170" y="193"/>
                  </a:cubicBezTo>
                  <a:cubicBezTo>
                    <a:pt x="191" y="177"/>
                    <a:pt x="207" y="144"/>
                    <a:pt x="207" y="127"/>
                  </a:cubicBezTo>
                  <a:cubicBezTo>
                    <a:pt x="207" y="90"/>
                    <a:pt x="207" y="74"/>
                    <a:pt x="191" y="41"/>
                  </a:cubicBezTo>
                  <a:cubicBezTo>
                    <a:pt x="170" y="24"/>
                    <a:pt x="153" y="4"/>
                    <a:pt x="120" y="4"/>
                  </a:cubicBezTo>
                  <a:cubicBezTo>
                    <a:pt x="114" y="2"/>
                    <a:pt x="107" y="1"/>
                    <a:pt x="1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9" name="Google Shape;12329;p31"/>
            <p:cNvSpPr/>
            <p:nvPr/>
          </p:nvSpPr>
          <p:spPr>
            <a:xfrm>
              <a:off x="4335775" y="3116800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0"/>
                  </a:moveTo>
                  <a:cubicBezTo>
                    <a:pt x="83" y="0"/>
                    <a:pt x="67" y="0"/>
                    <a:pt x="34" y="17"/>
                  </a:cubicBezTo>
                  <a:cubicBezTo>
                    <a:pt x="17" y="38"/>
                    <a:pt x="1" y="54"/>
                    <a:pt x="1" y="87"/>
                  </a:cubicBezTo>
                  <a:lnTo>
                    <a:pt x="1" y="141"/>
                  </a:lnTo>
                  <a:lnTo>
                    <a:pt x="17" y="157"/>
                  </a:lnTo>
                  <a:cubicBezTo>
                    <a:pt x="34" y="190"/>
                    <a:pt x="50" y="207"/>
                    <a:pt x="83" y="207"/>
                  </a:cubicBezTo>
                  <a:cubicBezTo>
                    <a:pt x="137" y="207"/>
                    <a:pt x="207" y="174"/>
                    <a:pt x="207" y="120"/>
                  </a:cubicBezTo>
                  <a:cubicBezTo>
                    <a:pt x="207" y="87"/>
                    <a:pt x="207" y="70"/>
                    <a:pt x="186" y="38"/>
                  </a:cubicBezTo>
                  <a:cubicBezTo>
                    <a:pt x="170" y="17"/>
                    <a:pt x="153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0" name="Google Shape;12330;p31"/>
            <p:cNvSpPr/>
            <p:nvPr/>
          </p:nvSpPr>
          <p:spPr>
            <a:xfrm>
              <a:off x="4296625" y="3115875"/>
              <a:ext cx="5675" cy="5275"/>
            </a:xfrm>
            <a:custGeom>
              <a:avLst/>
              <a:gdLst/>
              <a:ahLst/>
              <a:cxnLst/>
              <a:rect l="l" t="t" r="r" b="b"/>
              <a:pathLst>
                <a:path w="227" h="211" extrusionOk="0">
                  <a:moveTo>
                    <a:pt x="97" y="0"/>
                  </a:moveTo>
                  <a:cubicBezTo>
                    <a:pt x="54" y="0"/>
                    <a:pt x="17" y="33"/>
                    <a:pt x="0" y="91"/>
                  </a:cubicBezTo>
                  <a:cubicBezTo>
                    <a:pt x="0" y="107"/>
                    <a:pt x="0" y="124"/>
                    <a:pt x="21" y="140"/>
                  </a:cubicBezTo>
                  <a:cubicBezTo>
                    <a:pt x="21" y="140"/>
                    <a:pt x="21" y="157"/>
                    <a:pt x="37" y="157"/>
                  </a:cubicBezTo>
                  <a:cubicBezTo>
                    <a:pt x="37" y="178"/>
                    <a:pt x="70" y="194"/>
                    <a:pt x="103" y="211"/>
                  </a:cubicBezTo>
                  <a:cubicBezTo>
                    <a:pt x="157" y="211"/>
                    <a:pt x="206" y="178"/>
                    <a:pt x="206" y="107"/>
                  </a:cubicBezTo>
                  <a:cubicBezTo>
                    <a:pt x="227" y="91"/>
                    <a:pt x="206" y="54"/>
                    <a:pt x="190" y="37"/>
                  </a:cubicBezTo>
                  <a:cubicBezTo>
                    <a:pt x="173" y="21"/>
                    <a:pt x="157" y="4"/>
                    <a:pt x="124" y="4"/>
                  </a:cubicBezTo>
                  <a:cubicBezTo>
                    <a:pt x="115" y="2"/>
                    <a:pt x="106" y="0"/>
                    <a:pt x="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1" name="Google Shape;12331;p31"/>
            <p:cNvSpPr/>
            <p:nvPr/>
          </p:nvSpPr>
          <p:spPr>
            <a:xfrm>
              <a:off x="4337025" y="3102675"/>
              <a:ext cx="5575" cy="5275"/>
            </a:xfrm>
            <a:custGeom>
              <a:avLst/>
              <a:gdLst/>
              <a:ahLst/>
              <a:cxnLst/>
              <a:rect l="l" t="t" r="r" b="b"/>
              <a:pathLst>
                <a:path w="223" h="211" extrusionOk="0">
                  <a:moveTo>
                    <a:pt x="136" y="1"/>
                  </a:moveTo>
                  <a:cubicBezTo>
                    <a:pt x="70" y="1"/>
                    <a:pt x="17" y="34"/>
                    <a:pt x="17" y="87"/>
                  </a:cubicBezTo>
                  <a:cubicBezTo>
                    <a:pt x="0" y="104"/>
                    <a:pt x="17" y="137"/>
                    <a:pt x="17" y="137"/>
                  </a:cubicBezTo>
                  <a:cubicBezTo>
                    <a:pt x="17" y="153"/>
                    <a:pt x="17" y="153"/>
                    <a:pt x="33" y="170"/>
                  </a:cubicBezTo>
                  <a:cubicBezTo>
                    <a:pt x="54" y="190"/>
                    <a:pt x="70" y="207"/>
                    <a:pt x="103" y="207"/>
                  </a:cubicBezTo>
                  <a:cubicBezTo>
                    <a:pt x="112" y="210"/>
                    <a:pt x="121" y="211"/>
                    <a:pt x="130" y="211"/>
                  </a:cubicBezTo>
                  <a:cubicBezTo>
                    <a:pt x="173" y="211"/>
                    <a:pt x="209" y="178"/>
                    <a:pt x="223" y="120"/>
                  </a:cubicBezTo>
                  <a:cubicBezTo>
                    <a:pt x="223" y="104"/>
                    <a:pt x="223" y="67"/>
                    <a:pt x="206" y="50"/>
                  </a:cubicBezTo>
                  <a:cubicBezTo>
                    <a:pt x="190" y="17"/>
                    <a:pt x="157" y="17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2" name="Google Shape;12332;p31"/>
            <p:cNvSpPr/>
            <p:nvPr/>
          </p:nvSpPr>
          <p:spPr>
            <a:xfrm>
              <a:off x="4318575" y="3058700"/>
              <a:ext cx="5575" cy="5350"/>
            </a:xfrm>
            <a:custGeom>
              <a:avLst/>
              <a:gdLst/>
              <a:ahLst/>
              <a:cxnLst/>
              <a:rect l="l" t="t" r="r" b="b"/>
              <a:pathLst>
                <a:path w="223" h="214" extrusionOk="0">
                  <a:moveTo>
                    <a:pt x="111" y="1"/>
                  </a:moveTo>
                  <a:cubicBezTo>
                    <a:pt x="83" y="1"/>
                    <a:pt x="54" y="13"/>
                    <a:pt x="33" y="40"/>
                  </a:cubicBezTo>
                  <a:cubicBezTo>
                    <a:pt x="17" y="57"/>
                    <a:pt x="0" y="94"/>
                    <a:pt x="17" y="110"/>
                  </a:cubicBezTo>
                  <a:lnTo>
                    <a:pt x="17" y="143"/>
                  </a:lnTo>
                  <a:cubicBezTo>
                    <a:pt x="17" y="160"/>
                    <a:pt x="33" y="176"/>
                    <a:pt x="50" y="176"/>
                  </a:cubicBezTo>
                  <a:cubicBezTo>
                    <a:pt x="70" y="197"/>
                    <a:pt x="103" y="213"/>
                    <a:pt x="120" y="213"/>
                  </a:cubicBezTo>
                  <a:cubicBezTo>
                    <a:pt x="153" y="197"/>
                    <a:pt x="173" y="197"/>
                    <a:pt x="190" y="160"/>
                  </a:cubicBezTo>
                  <a:cubicBezTo>
                    <a:pt x="206" y="143"/>
                    <a:pt x="223" y="127"/>
                    <a:pt x="223" y="94"/>
                  </a:cubicBezTo>
                  <a:cubicBezTo>
                    <a:pt x="223" y="57"/>
                    <a:pt x="206" y="40"/>
                    <a:pt x="173" y="24"/>
                  </a:cubicBezTo>
                  <a:cubicBezTo>
                    <a:pt x="157" y="9"/>
                    <a:pt x="134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3" name="Google Shape;12333;p31"/>
            <p:cNvSpPr/>
            <p:nvPr/>
          </p:nvSpPr>
          <p:spPr>
            <a:xfrm>
              <a:off x="4332275" y="3054550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20" y="0"/>
                  </a:moveTo>
                  <a:cubicBezTo>
                    <a:pt x="104" y="0"/>
                    <a:pt x="71" y="17"/>
                    <a:pt x="54" y="17"/>
                  </a:cubicBezTo>
                  <a:cubicBezTo>
                    <a:pt x="17" y="33"/>
                    <a:pt x="1" y="70"/>
                    <a:pt x="1" y="87"/>
                  </a:cubicBezTo>
                  <a:cubicBezTo>
                    <a:pt x="1" y="103"/>
                    <a:pt x="1" y="136"/>
                    <a:pt x="17" y="157"/>
                  </a:cubicBezTo>
                  <a:lnTo>
                    <a:pt x="17" y="173"/>
                  </a:lnTo>
                  <a:cubicBezTo>
                    <a:pt x="38" y="190"/>
                    <a:pt x="71" y="206"/>
                    <a:pt x="87" y="206"/>
                  </a:cubicBezTo>
                  <a:cubicBezTo>
                    <a:pt x="99" y="209"/>
                    <a:pt x="110" y="211"/>
                    <a:pt x="121" y="211"/>
                  </a:cubicBezTo>
                  <a:cubicBezTo>
                    <a:pt x="173" y="211"/>
                    <a:pt x="207" y="178"/>
                    <a:pt x="207" y="120"/>
                  </a:cubicBezTo>
                  <a:cubicBezTo>
                    <a:pt x="223" y="103"/>
                    <a:pt x="207" y="70"/>
                    <a:pt x="190" y="54"/>
                  </a:cubicBezTo>
                  <a:cubicBezTo>
                    <a:pt x="174" y="17"/>
                    <a:pt x="157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4" name="Google Shape;12334;p31"/>
            <p:cNvSpPr/>
            <p:nvPr/>
          </p:nvSpPr>
          <p:spPr>
            <a:xfrm>
              <a:off x="4303100" y="3076300"/>
              <a:ext cx="5600" cy="5200"/>
            </a:xfrm>
            <a:custGeom>
              <a:avLst/>
              <a:gdLst/>
              <a:ahLst/>
              <a:cxnLst/>
              <a:rect l="l" t="t" r="r" b="b"/>
              <a:pathLst>
                <a:path w="224" h="208" extrusionOk="0">
                  <a:moveTo>
                    <a:pt x="129" y="0"/>
                  </a:moveTo>
                  <a:cubicBezTo>
                    <a:pt x="115" y="0"/>
                    <a:pt x="100" y="3"/>
                    <a:pt x="87" y="8"/>
                  </a:cubicBezTo>
                  <a:cubicBezTo>
                    <a:pt x="34" y="25"/>
                    <a:pt x="1" y="91"/>
                    <a:pt x="17" y="144"/>
                  </a:cubicBezTo>
                  <a:cubicBezTo>
                    <a:pt x="34" y="161"/>
                    <a:pt x="34" y="161"/>
                    <a:pt x="50" y="177"/>
                  </a:cubicBezTo>
                  <a:cubicBezTo>
                    <a:pt x="72" y="199"/>
                    <a:pt x="91" y="208"/>
                    <a:pt x="111" y="208"/>
                  </a:cubicBezTo>
                  <a:cubicBezTo>
                    <a:pt x="125" y="208"/>
                    <a:pt x="139" y="203"/>
                    <a:pt x="153" y="194"/>
                  </a:cubicBezTo>
                  <a:cubicBezTo>
                    <a:pt x="207" y="177"/>
                    <a:pt x="223" y="144"/>
                    <a:pt x="223" y="111"/>
                  </a:cubicBezTo>
                  <a:lnTo>
                    <a:pt x="223" y="58"/>
                  </a:lnTo>
                  <a:cubicBezTo>
                    <a:pt x="211" y="21"/>
                    <a:pt x="170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5" name="Google Shape;12335;p31"/>
            <p:cNvSpPr/>
            <p:nvPr/>
          </p:nvSpPr>
          <p:spPr>
            <a:xfrm>
              <a:off x="4303100" y="3089375"/>
              <a:ext cx="5175" cy="5325"/>
            </a:xfrm>
            <a:custGeom>
              <a:avLst/>
              <a:gdLst/>
              <a:ahLst/>
              <a:cxnLst/>
              <a:rect l="l" t="t" r="r" b="b"/>
              <a:pathLst>
                <a:path w="207" h="213" extrusionOk="0">
                  <a:moveTo>
                    <a:pt x="87" y="1"/>
                  </a:moveTo>
                  <a:cubicBezTo>
                    <a:pt x="71" y="17"/>
                    <a:pt x="34" y="17"/>
                    <a:pt x="17" y="50"/>
                  </a:cubicBezTo>
                  <a:cubicBezTo>
                    <a:pt x="1" y="67"/>
                    <a:pt x="1" y="83"/>
                    <a:pt x="1" y="120"/>
                  </a:cubicBezTo>
                  <a:lnTo>
                    <a:pt x="1" y="153"/>
                  </a:lnTo>
                  <a:cubicBezTo>
                    <a:pt x="17" y="153"/>
                    <a:pt x="17" y="170"/>
                    <a:pt x="34" y="186"/>
                  </a:cubicBezTo>
                  <a:cubicBezTo>
                    <a:pt x="58" y="203"/>
                    <a:pt x="85" y="212"/>
                    <a:pt x="111" y="212"/>
                  </a:cubicBezTo>
                  <a:cubicBezTo>
                    <a:pt x="141" y="212"/>
                    <a:pt x="170" y="199"/>
                    <a:pt x="190" y="170"/>
                  </a:cubicBezTo>
                  <a:cubicBezTo>
                    <a:pt x="207" y="153"/>
                    <a:pt x="207" y="120"/>
                    <a:pt x="207" y="104"/>
                  </a:cubicBezTo>
                  <a:cubicBezTo>
                    <a:pt x="207" y="67"/>
                    <a:pt x="190" y="50"/>
                    <a:pt x="174" y="34"/>
                  </a:cubicBezTo>
                  <a:cubicBezTo>
                    <a:pt x="153" y="17"/>
                    <a:pt x="120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6" name="Google Shape;12336;p31"/>
            <p:cNvSpPr/>
            <p:nvPr/>
          </p:nvSpPr>
          <p:spPr>
            <a:xfrm>
              <a:off x="4306500" y="3064850"/>
              <a:ext cx="5600" cy="5350"/>
            </a:xfrm>
            <a:custGeom>
              <a:avLst/>
              <a:gdLst/>
              <a:ahLst/>
              <a:cxnLst/>
              <a:rect l="l" t="t" r="r" b="b"/>
              <a:pathLst>
                <a:path w="224" h="214" extrusionOk="0">
                  <a:moveTo>
                    <a:pt x="120" y="0"/>
                  </a:moveTo>
                  <a:cubicBezTo>
                    <a:pt x="71" y="0"/>
                    <a:pt x="17" y="33"/>
                    <a:pt x="1" y="87"/>
                  </a:cubicBezTo>
                  <a:cubicBezTo>
                    <a:pt x="1" y="104"/>
                    <a:pt x="1" y="137"/>
                    <a:pt x="17" y="157"/>
                  </a:cubicBezTo>
                  <a:lnTo>
                    <a:pt x="17" y="174"/>
                  </a:lnTo>
                  <a:cubicBezTo>
                    <a:pt x="38" y="190"/>
                    <a:pt x="71" y="207"/>
                    <a:pt x="87" y="207"/>
                  </a:cubicBezTo>
                  <a:cubicBezTo>
                    <a:pt x="97" y="211"/>
                    <a:pt x="107" y="213"/>
                    <a:pt x="117" y="213"/>
                  </a:cubicBezTo>
                  <a:cubicBezTo>
                    <a:pt x="140" y="213"/>
                    <a:pt x="162" y="202"/>
                    <a:pt x="174" y="190"/>
                  </a:cubicBezTo>
                  <a:cubicBezTo>
                    <a:pt x="191" y="174"/>
                    <a:pt x="207" y="157"/>
                    <a:pt x="207" y="120"/>
                  </a:cubicBezTo>
                  <a:cubicBezTo>
                    <a:pt x="223" y="104"/>
                    <a:pt x="207" y="71"/>
                    <a:pt x="191" y="54"/>
                  </a:cubicBezTo>
                  <a:cubicBezTo>
                    <a:pt x="174" y="33"/>
                    <a:pt x="158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7" name="Google Shape;12337;p31"/>
            <p:cNvSpPr/>
            <p:nvPr/>
          </p:nvSpPr>
          <p:spPr>
            <a:xfrm>
              <a:off x="4247650" y="3111900"/>
              <a:ext cx="5175" cy="5325"/>
            </a:xfrm>
            <a:custGeom>
              <a:avLst/>
              <a:gdLst/>
              <a:ahLst/>
              <a:cxnLst/>
              <a:rect l="l" t="t" r="r" b="b"/>
              <a:pathLst>
                <a:path w="207" h="213" extrusionOk="0">
                  <a:moveTo>
                    <a:pt x="97" y="0"/>
                  </a:moveTo>
                  <a:cubicBezTo>
                    <a:pt x="76" y="0"/>
                    <a:pt x="61" y="13"/>
                    <a:pt x="38" y="27"/>
                  </a:cubicBezTo>
                  <a:cubicBezTo>
                    <a:pt x="21" y="44"/>
                    <a:pt x="1" y="60"/>
                    <a:pt x="1" y="93"/>
                  </a:cubicBezTo>
                  <a:lnTo>
                    <a:pt x="1" y="147"/>
                  </a:lnTo>
                  <a:lnTo>
                    <a:pt x="21" y="163"/>
                  </a:lnTo>
                  <a:cubicBezTo>
                    <a:pt x="38" y="196"/>
                    <a:pt x="54" y="196"/>
                    <a:pt x="87" y="213"/>
                  </a:cubicBezTo>
                  <a:cubicBezTo>
                    <a:pt x="141" y="213"/>
                    <a:pt x="207" y="180"/>
                    <a:pt x="207" y="130"/>
                  </a:cubicBezTo>
                  <a:cubicBezTo>
                    <a:pt x="207" y="93"/>
                    <a:pt x="207" y="60"/>
                    <a:pt x="190" y="44"/>
                  </a:cubicBezTo>
                  <a:cubicBezTo>
                    <a:pt x="174" y="27"/>
                    <a:pt x="157" y="7"/>
                    <a:pt x="124" y="7"/>
                  </a:cubicBezTo>
                  <a:cubicBezTo>
                    <a:pt x="114" y="2"/>
                    <a:pt x="105" y="0"/>
                    <a:pt x="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8" name="Google Shape;12338;p31"/>
            <p:cNvSpPr/>
            <p:nvPr/>
          </p:nvSpPr>
          <p:spPr>
            <a:xfrm>
              <a:off x="4300950" y="3102975"/>
              <a:ext cx="5575" cy="5300"/>
            </a:xfrm>
            <a:custGeom>
              <a:avLst/>
              <a:gdLst/>
              <a:ahLst/>
              <a:cxnLst/>
              <a:rect l="l" t="t" r="r" b="b"/>
              <a:pathLst>
                <a:path w="223" h="212" extrusionOk="0">
                  <a:moveTo>
                    <a:pt x="93" y="1"/>
                  </a:moveTo>
                  <a:cubicBezTo>
                    <a:pt x="48" y="1"/>
                    <a:pt x="0" y="33"/>
                    <a:pt x="0" y="92"/>
                  </a:cubicBezTo>
                  <a:lnTo>
                    <a:pt x="0" y="141"/>
                  </a:lnTo>
                  <a:lnTo>
                    <a:pt x="17" y="158"/>
                  </a:lnTo>
                  <a:cubicBezTo>
                    <a:pt x="33" y="178"/>
                    <a:pt x="54" y="195"/>
                    <a:pt x="87" y="211"/>
                  </a:cubicBezTo>
                  <a:cubicBezTo>
                    <a:pt x="120" y="211"/>
                    <a:pt x="136" y="195"/>
                    <a:pt x="173" y="178"/>
                  </a:cubicBezTo>
                  <a:cubicBezTo>
                    <a:pt x="190" y="178"/>
                    <a:pt x="206" y="141"/>
                    <a:pt x="206" y="125"/>
                  </a:cubicBezTo>
                  <a:cubicBezTo>
                    <a:pt x="223" y="55"/>
                    <a:pt x="173" y="5"/>
                    <a:pt x="120" y="5"/>
                  </a:cubicBezTo>
                  <a:cubicBezTo>
                    <a:pt x="111" y="2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9" name="Google Shape;12339;p31"/>
            <p:cNvSpPr/>
            <p:nvPr/>
          </p:nvSpPr>
          <p:spPr>
            <a:xfrm>
              <a:off x="4310025" y="311552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07" y="0"/>
                  </a:moveTo>
                  <a:cubicBezTo>
                    <a:pt x="71" y="0"/>
                    <a:pt x="37" y="15"/>
                    <a:pt x="17" y="35"/>
                  </a:cubicBezTo>
                  <a:cubicBezTo>
                    <a:pt x="0" y="51"/>
                    <a:pt x="0" y="89"/>
                    <a:pt x="0" y="121"/>
                  </a:cubicBezTo>
                  <a:lnTo>
                    <a:pt x="0" y="138"/>
                  </a:lnTo>
                  <a:cubicBezTo>
                    <a:pt x="0" y="154"/>
                    <a:pt x="17" y="171"/>
                    <a:pt x="33" y="192"/>
                  </a:cubicBezTo>
                  <a:cubicBezTo>
                    <a:pt x="52" y="204"/>
                    <a:pt x="71" y="209"/>
                    <a:pt x="90" y="209"/>
                  </a:cubicBezTo>
                  <a:cubicBezTo>
                    <a:pt x="122" y="209"/>
                    <a:pt x="155" y="194"/>
                    <a:pt x="186" y="171"/>
                  </a:cubicBezTo>
                  <a:cubicBezTo>
                    <a:pt x="206" y="138"/>
                    <a:pt x="206" y="121"/>
                    <a:pt x="206" y="89"/>
                  </a:cubicBezTo>
                  <a:cubicBezTo>
                    <a:pt x="206" y="68"/>
                    <a:pt x="186" y="35"/>
                    <a:pt x="169" y="18"/>
                  </a:cubicBezTo>
                  <a:cubicBezTo>
                    <a:pt x="150" y="6"/>
                    <a:pt x="128" y="0"/>
                    <a:pt x="1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0" name="Google Shape;12340;p31"/>
            <p:cNvSpPr/>
            <p:nvPr/>
          </p:nvSpPr>
          <p:spPr>
            <a:xfrm>
              <a:off x="4315175" y="3086300"/>
              <a:ext cx="5575" cy="5275"/>
            </a:xfrm>
            <a:custGeom>
              <a:avLst/>
              <a:gdLst/>
              <a:ahLst/>
              <a:cxnLst/>
              <a:rect l="l" t="t" r="r" b="b"/>
              <a:pathLst>
                <a:path w="223" h="211" extrusionOk="0">
                  <a:moveTo>
                    <a:pt x="120" y="0"/>
                  </a:moveTo>
                  <a:cubicBezTo>
                    <a:pt x="66" y="0"/>
                    <a:pt x="17" y="37"/>
                    <a:pt x="0" y="87"/>
                  </a:cubicBezTo>
                  <a:cubicBezTo>
                    <a:pt x="0" y="103"/>
                    <a:pt x="0" y="124"/>
                    <a:pt x="17" y="140"/>
                  </a:cubicBezTo>
                  <a:cubicBezTo>
                    <a:pt x="17" y="173"/>
                    <a:pt x="50" y="206"/>
                    <a:pt x="83" y="206"/>
                  </a:cubicBezTo>
                  <a:cubicBezTo>
                    <a:pt x="93" y="209"/>
                    <a:pt x="103" y="211"/>
                    <a:pt x="113" y="211"/>
                  </a:cubicBezTo>
                  <a:cubicBezTo>
                    <a:pt x="168" y="211"/>
                    <a:pt x="206" y="166"/>
                    <a:pt x="206" y="124"/>
                  </a:cubicBezTo>
                  <a:cubicBezTo>
                    <a:pt x="223" y="103"/>
                    <a:pt x="206" y="70"/>
                    <a:pt x="186" y="54"/>
                  </a:cubicBezTo>
                  <a:cubicBezTo>
                    <a:pt x="169" y="21"/>
                    <a:pt x="153" y="21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1" name="Google Shape;12341;p31"/>
            <p:cNvSpPr/>
            <p:nvPr/>
          </p:nvSpPr>
          <p:spPr>
            <a:xfrm>
              <a:off x="4313425" y="3101325"/>
              <a:ext cx="5175" cy="5350"/>
            </a:xfrm>
            <a:custGeom>
              <a:avLst/>
              <a:gdLst/>
              <a:ahLst/>
              <a:cxnLst/>
              <a:rect l="l" t="t" r="r" b="b"/>
              <a:pathLst>
                <a:path w="207" h="214" extrusionOk="0">
                  <a:moveTo>
                    <a:pt x="120" y="1"/>
                  </a:moveTo>
                  <a:cubicBezTo>
                    <a:pt x="70" y="1"/>
                    <a:pt x="0" y="38"/>
                    <a:pt x="0" y="88"/>
                  </a:cubicBezTo>
                  <a:lnTo>
                    <a:pt x="0" y="141"/>
                  </a:lnTo>
                  <a:cubicBezTo>
                    <a:pt x="0" y="158"/>
                    <a:pt x="17" y="158"/>
                    <a:pt x="17" y="174"/>
                  </a:cubicBezTo>
                  <a:cubicBezTo>
                    <a:pt x="33" y="191"/>
                    <a:pt x="50" y="207"/>
                    <a:pt x="87" y="207"/>
                  </a:cubicBezTo>
                  <a:cubicBezTo>
                    <a:pt x="96" y="212"/>
                    <a:pt x="105" y="214"/>
                    <a:pt x="112" y="214"/>
                  </a:cubicBezTo>
                  <a:cubicBezTo>
                    <a:pt x="131" y="214"/>
                    <a:pt x="147" y="202"/>
                    <a:pt x="173" y="191"/>
                  </a:cubicBezTo>
                  <a:cubicBezTo>
                    <a:pt x="190" y="174"/>
                    <a:pt x="206" y="158"/>
                    <a:pt x="206" y="121"/>
                  </a:cubicBezTo>
                  <a:cubicBezTo>
                    <a:pt x="206" y="104"/>
                    <a:pt x="206" y="71"/>
                    <a:pt x="190" y="55"/>
                  </a:cubicBezTo>
                  <a:cubicBezTo>
                    <a:pt x="173" y="17"/>
                    <a:pt x="153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2" name="Google Shape;12342;p31"/>
            <p:cNvSpPr/>
            <p:nvPr/>
          </p:nvSpPr>
          <p:spPr>
            <a:xfrm>
              <a:off x="4291050" y="3237800"/>
              <a:ext cx="5600" cy="5450"/>
            </a:xfrm>
            <a:custGeom>
              <a:avLst/>
              <a:gdLst/>
              <a:ahLst/>
              <a:cxnLst/>
              <a:rect l="l" t="t" r="r" b="b"/>
              <a:pathLst>
                <a:path w="224" h="218" extrusionOk="0">
                  <a:moveTo>
                    <a:pt x="115" y="1"/>
                  </a:moveTo>
                  <a:cubicBezTo>
                    <a:pt x="106" y="1"/>
                    <a:pt x="96" y="2"/>
                    <a:pt x="87" y="5"/>
                  </a:cubicBezTo>
                  <a:cubicBezTo>
                    <a:pt x="17" y="42"/>
                    <a:pt x="0" y="91"/>
                    <a:pt x="17" y="145"/>
                  </a:cubicBezTo>
                  <a:cubicBezTo>
                    <a:pt x="17" y="161"/>
                    <a:pt x="38" y="178"/>
                    <a:pt x="54" y="178"/>
                  </a:cubicBezTo>
                  <a:cubicBezTo>
                    <a:pt x="66" y="202"/>
                    <a:pt x="96" y="217"/>
                    <a:pt x="125" y="217"/>
                  </a:cubicBezTo>
                  <a:cubicBezTo>
                    <a:pt x="136" y="217"/>
                    <a:pt x="147" y="215"/>
                    <a:pt x="157" y="211"/>
                  </a:cubicBezTo>
                  <a:cubicBezTo>
                    <a:pt x="190" y="194"/>
                    <a:pt x="223" y="161"/>
                    <a:pt x="223" y="124"/>
                  </a:cubicBezTo>
                  <a:cubicBezTo>
                    <a:pt x="223" y="108"/>
                    <a:pt x="223" y="91"/>
                    <a:pt x="207" y="75"/>
                  </a:cubicBezTo>
                  <a:cubicBezTo>
                    <a:pt x="193" y="31"/>
                    <a:pt x="157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3" name="Google Shape;12343;p31"/>
            <p:cNvSpPr/>
            <p:nvPr/>
          </p:nvSpPr>
          <p:spPr>
            <a:xfrm>
              <a:off x="4144175" y="3202525"/>
              <a:ext cx="5575" cy="5125"/>
            </a:xfrm>
            <a:custGeom>
              <a:avLst/>
              <a:gdLst/>
              <a:ahLst/>
              <a:cxnLst/>
              <a:rect l="l" t="t" r="r" b="b"/>
              <a:pathLst>
                <a:path w="223" h="205" extrusionOk="0">
                  <a:moveTo>
                    <a:pt x="112" y="0"/>
                  </a:moveTo>
                  <a:cubicBezTo>
                    <a:pt x="84" y="0"/>
                    <a:pt x="55" y="14"/>
                    <a:pt x="37" y="43"/>
                  </a:cubicBezTo>
                  <a:cubicBezTo>
                    <a:pt x="17" y="59"/>
                    <a:pt x="0" y="92"/>
                    <a:pt x="0" y="113"/>
                  </a:cubicBezTo>
                  <a:cubicBezTo>
                    <a:pt x="0" y="129"/>
                    <a:pt x="0" y="129"/>
                    <a:pt x="17" y="146"/>
                  </a:cubicBezTo>
                  <a:cubicBezTo>
                    <a:pt x="17" y="162"/>
                    <a:pt x="37" y="179"/>
                    <a:pt x="54" y="179"/>
                  </a:cubicBezTo>
                  <a:cubicBezTo>
                    <a:pt x="69" y="196"/>
                    <a:pt x="91" y="205"/>
                    <a:pt x="115" y="205"/>
                  </a:cubicBezTo>
                  <a:cubicBezTo>
                    <a:pt x="143" y="205"/>
                    <a:pt x="172" y="192"/>
                    <a:pt x="190" y="162"/>
                  </a:cubicBezTo>
                  <a:cubicBezTo>
                    <a:pt x="223" y="129"/>
                    <a:pt x="223" y="59"/>
                    <a:pt x="173" y="26"/>
                  </a:cubicBezTo>
                  <a:cubicBezTo>
                    <a:pt x="158" y="10"/>
                    <a:pt x="136" y="0"/>
                    <a:pt x="1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4" name="Google Shape;12344;p31"/>
            <p:cNvSpPr/>
            <p:nvPr/>
          </p:nvSpPr>
          <p:spPr>
            <a:xfrm>
              <a:off x="4133850" y="3190375"/>
              <a:ext cx="6125" cy="5250"/>
            </a:xfrm>
            <a:custGeom>
              <a:avLst/>
              <a:gdLst/>
              <a:ahLst/>
              <a:cxnLst/>
              <a:rect l="l" t="t" r="r" b="b"/>
              <a:pathLst>
                <a:path w="245" h="210" extrusionOk="0">
                  <a:moveTo>
                    <a:pt x="134" y="0"/>
                  </a:moveTo>
                  <a:cubicBezTo>
                    <a:pt x="118" y="0"/>
                    <a:pt x="103" y="4"/>
                    <a:pt x="88" y="14"/>
                  </a:cubicBezTo>
                  <a:cubicBezTo>
                    <a:pt x="38" y="30"/>
                    <a:pt x="1" y="84"/>
                    <a:pt x="38" y="133"/>
                  </a:cubicBezTo>
                  <a:cubicBezTo>
                    <a:pt x="51" y="187"/>
                    <a:pt x="83" y="209"/>
                    <a:pt x="121" y="209"/>
                  </a:cubicBezTo>
                  <a:cubicBezTo>
                    <a:pt x="133" y="209"/>
                    <a:pt x="145" y="207"/>
                    <a:pt x="158" y="203"/>
                  </a:cubicBezTo>
                  <a:cubicBezTo>
                    <a:pt x="224" y="187"/>
                    <a:pt x="244" y="117"/>
                    <a:pt x="224" y="63"/>
                  </a:cubicBezTo>
                  <a:cubicBezTo>
                    <a:pt x="212" y="27"/>
                    <a:pt x="174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5" name="Google Shape;12345;p31"/>
            <p:cNvSpPr/>
            <p:nvPr/>
          </p:nvSpPr>
          <p:spPr>
            <a:xfrm>
              <a:off x="4157975" y="3198425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20" y="1"/>
                  </a:moveTo>
                  <a:cubicBezTo>
                    <a:pt x="104" y="1"/>
                    <a:pt x="67" y="1"/>
                    <a:pt x="50" y="17"/>
                  </a:cubicBezTo>
                  <a:cubicBezTo>
                    <a:pt x="34" y="34"/>
                    <a:pt x="17" y="50"/>
                    <a:pt x="17" y="87"/>
                  </a:cubicBezTo>
                  <a:cubicBezTo>
                    <a:pt x="1" y="104"/>
                    <a:pt x="1" y="120"/>
                    <a:pt x="17" y="137"/>
                  </a:cubicBezTo>
                  <a:cubicBezTo>
                    <a:pt x="17" y="153"/>
                    <a:pt x="17" y="153"/>
                    <a:pt x="34" y="153"/>
                  </a:cubicBezTo>
                  <a:cubicBezTo>
                    <a:pt x="50" y="190"/>
                    <a:pt x="67" y="207"/>
                    <a:pt x="104" y="207"/>
                  </a:cubicBezTo>
                  <a:cubicBezTo>
                    <a:pt x="153" y="207"/>
                    <a:pt x="207" y="174"/>
                    <a:pt x="223" y="120"/>
                  </a:cubicBezTo>
                  <a:cubicBezTo>
                    <a:pt x="223" y="87"/>
                    <a:pt x="207" y="71"/>
                    <a:pt x="186" y="34"/>
                  </a:cubicBezTo>
                  <a:cubicBezTo>
                    <a:pt x="186" y="17"/>
                    <a:pt x="153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6" name="Google Shape;12346;p31"/>
            <p:cNvSpPr/>
            <p:nvPr/>
          </p:nvSpPr>
          <p:spPr>
            <a:xfrm>
              <a:off x="4105100" y="3218600"/>
              <a:ext cx="5600" cy="5200"/>
            </a:xfrm>
            <a:custGeom>
              <a:avLst/>
              <a:gdLst/>
              <a:ahLst/>
              <a:cxnLst/>
              <a:rect l="l" t="t" r="r" b="b"/>
              <a:pathLst>
                <a:path w="224" h="208" extrusionOk="0">
                  <a:moveTo>
                    <a:pt x="126" y="0"/>
                  </a:moveTo>
                  <a:cubicBezTo>
                    <a:pt x="91" y="0"/>
                    <a:pt x="57" y="14"/>
                    <a:pt x="34" y="35"/>
                  </a:cubicBezTo>
                  <a:cubicBezTo>
                    <a:pt x="17" y="51"/>
                    <a:pt x="1" y="88"/>
                    <a:pt x="17" y="121"/>
                  </a:cubicBezTo>
                  <a:lnTo>
                    <a:pt x="17" y="138"/>
                  </a:lnTo>
                  <a:cubicBezTo>
                    <a:pt x="17" y="154"/>
                    <a:pt x="34" y="171"/>
                    <a:pt x="54" y="191"/>
                  </a:cubicBezTo>
                  <a:cubicBezTo>
                    <a:pt x="71" y="208"/>
                    <a:pt x="104" y="208"/>
                    <a:pt x="120" y="208"/>
                  </a:cubicBezTo>
                  <a:cubicBezTo>
                    <a:pt x="157" y="208"/>
                    <a:pt x="174" y="191"/>
                    <a:pt x="190" y="171"/>
                  </a:cubicBezTo>
                  <a:cubicBezTo>
                    <a:pt x="223" y="138"/>
                    <a:pt x="223" y="121"/>
                    <a:pt x="223" y="88"/>
                  </a:cubicBezTo>
                  <a:cubicBezTo>
                    <a:pt x="223" y="68"/>
                    <a:pt x="207" y="35"/>
                    <a:pt x="190" y="18"/>
                  </a:cubicBezTo>
                  <a:cubicBezTo>
                    <a:pt x="170" y="6"/>
                    <a:pt x="148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7" name="Google Shape;12347;p31"/>
            <p:cNvSpPr/>
            <p:nvPr/>
          </p:nvSpPr>
          <p:spPr>
            <a:xfrm>
              <a:off x="4139425" y="3230725"/>
              <a:ext cx="5700" cy="5225"/>
            </a:xfrm>
            <a:custGeom>
              <a:avLst/>
              <a:gdLst/>
              <a:ahLst/>
              <a:cxnLst/>
              <a:rect l="l" t="t" r="r" b="b"/>
              <a:pathLst>
                <a:path w="228" h="209" extrusionOk="0">
                  <a:moveTo>
                    <a:pt x="118" y="1"/>
                  </a:moveTo>
                  <a:cubicBezTo>
                    <a:pt x="102" y="1"/>
                    <a:pt x="86" y="5"/>
                    <a:pt x="71" y="16"/>
                  </a:cubicBezTo>
                  <a:cubicBezTo>
                    <a:pt x="21" y="32"/>
                    <a:pt x="1" y="82"/>
                    <a:pt x="21" y="135"/>
                  </a:cubicBezTo>
                  <a:cubicBezTo>
                    <a:pt x="34" y="185"/>
                    <a:pt x="74" y="209"/>
                    <a:pt x="116" y="209"/>
                  </a:cubicBezTo>
                  <a:cubicBezTo>
                    <a:pt x="130" y="209"/>
                    <a:pt x="144" y="206"/>
                    <a:pt x="157" y="201"/>
                  </a:cubicBezTo>
                  <a:cubicBezTo>
                    <a:pt x="207" y="185"/>
                    <a:pt x="227" y="119"/>
                    <a:pt x="207" y="65"/>
                  </a:cubicBezTo>
                  <a:cubicBezTo>
                    <a:pt x="195" y="30"/>
                    <a:pt x="158" y="1"/>
                    <a:pt x="1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8" name="Google Shape;12348;p31"/>
            <p:cNvSpPr/>
            <p:nvPr/>
          </p:nvSpPr>
          <p:spPr>
            <a:xfrm>
              <a:off x="4156650" y="3212450"/>
              <a:ext cx="5575" cy="5275"/>
            </a:xfrm>
            <a:custGeom>
              <a:avLst/>
              <a:gdLst/>
              <a:ahLst/>
              <a:cxnLst/>
              <a:rect l="l" t="t" r="r" b="b"/>
              <a:pathLst>
                <a:path w="223" h="211" extrusionOk="0">
                  <a:moveTo>
                    <a:pt x="96" y="1"/>
                  </a:moveTo>
                  <a:cubicBezTo>
                    <a:pt x="54" y="1"/>
                    <a:pt x="14" y="36"/>
                    <a:pt x="0" y="91"/>
                  </a:cubicBezTo>
                  <a:cubicBezTo>
                    <a:pt x="0" y="91"/>
                    <a:pt x="0" y="108"/>
                    <a:pt x="17" y="128"/>
                  </a:cubicBezTo>
                  <a:lnTo>
                    <a:pt x="17" y="145"/>
                  </a:lnTo>
                  <a:cubicBezTo>
                    <a:pt x="17" y="145"/>
                    <a:pt x="17" y="161"/>
                    <a:pt x="33" y="161"/>
                  </a:cubicBezTo>
                  <a:cubicBezTo>
                    <a:pt x="54" y="194"/>
                    <a:pt x="70" y="194"/>
                    <a:pt x="103" y="211"/>
                  </a:cubicBezTo>
                  <a:cubicBezTo>
                    <a:pt x="120" y="211"/>
                    <a:pt x="157" y="194"/>
                    <a:pt x="173" y="194"/>
                  </a:cubicBezTo>
                  <a:cubicBezTo>
                    <a:pt x="190" y="178"/>
                    <a:pt x="206" y="145"/>
                    <a:pt x="223" y="128"/>
                  </a:cubicBezTo>
                  <a:cubicBezTo>
                    <a:pt x="223" y="91"/>
                    <a:pt x="206" y="75"/>
                    <a:pt x="206" y="58"/>
                  </a:cubicBezTo>
                  <a:cubicBezTo>
                    <a:pt x="190" y="25"/>
                    <a:pt x="157" y="5"/>
                    <a:pt x="120" y="5"/>
                  </a:cubicBezTo>
                  <a:cubicBezTo>
                    <a:pt x="112" y="2"/>
                    <a:pt x="104" y="1"/>
                    <a:pt x="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9" name="Google Shape;12349;p31"/>
            <p:cNvSpPr/>
            <p:nvPr/>
          </p:nvSpPr>
          <p:spPr>
            <a:xfrm>
              <a:off x="4155825" y="3226275"/>
              <a:ext cx="5575" cy="5275"/>
            </a:xfrm>
            <a:custGeom>
              <a:avLst/>
              <a:gdLst/>
              <a:ahLst/>
              <a:cxnLst/>
              <a:rect l="l" t="t" r="r" b="b"/>
              <a:pathLst>
                <a:path w="223" h="211" extrusionOk="0">
                  <a:moveTo>
                    <a:pt x="99" y="1"/>
                  </a:moveTo>
                  <a:cubicBezTo>
                    <a:pt x="54" y="1"/>
                    <a:pt x="14" y="44"/>
                    <a:pt x="0" y="91"/>
                  </a:cubicBezTo>
                  <a:cubicBezTo>
                    <a:pt x="0" y="107"/>
                    <a:pt x="0" y="124"/>
                    <a:pt x="17" y="140"/>
                  </a:cubicBezTo>
                  <a:lnTo>
                    <a:pt x="17" y="157"/>
                  </a:lnTo>
                  <a:cubicBezTo>
                    <a:pt x="33" y="194"/>
                    <a:pt x="66" y="194"/>
                    <a:pt x="87" y="210"/>
                  </a:cubicBezTo>
                  <a:cubicBezTo>
                    <a:pt x="153" y="210"/>
                    <a:pt x="206" y="173"/>
                    <a:pt x="206" y="124"/>
                  </a:cubicBezTo>
                  <a:cubicBezTo>
                    <a:pt x="223" y="91"/>
                    <a:pt x="206" y="54"/>
                    <a:pt x="190" y="37"/>
                  </a:cubicBezTo>
                  <a:cubicBezTo>
                    <a:pt x="169" y="21"/>
                    <a:pt x="153" y="4"/>
                    <a:pt x="120" y="4"/>
                  </a:cubicBezTo>
                  <a:cubicBezTo>
                    <a:pt x="113" y="2"/>
                    <a:pt x="106" y="1"/>
                    <a:pt x="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0" name="Google Shape;12350;p31"/>
            <p:cNvSpPr/>
            <p:nvPr/>
          </p:nvSpPr>
          <p:spPr>
            <a:xfrm>
              <a:off x="4020900" y="3041575"/>
              <a:ext cx="5700" cy="5250"/>
            </a:xfrm>
            <a:custGeom>
              <a:avLst/>
              <a:gdLst/>
              <a:ahLst/>
              <a:cxnLst/>
              <a:rect l="l" t="t" r="r" b="b"/>
              <a:pathLst>
                <a:path w="228" h="210" extrusionOk="0">
                  <a:moveTo>
                    <a:pt x="103" y="1"/>
                  </a:moveTo>
                  <a:cubicBezTo>
                    <a:pt x="58" y="1"/>
                    <a:pt x="18" y="44"/>
                    <a:pt x="0" y="90"/>
                  </a:cubicBezTo>
                  <a:cubicBezTo>
                    <a:pt x="0" y="107"/>
                    <a:pt x="0" y="123"/>
                    <a:pt x="21" y="140"/>
                  </a:cubicBezTo>
                  <a:cubicBezTo>
                    <a:pt x="37" y="177"/>
                    <a:pt x="54" y="210"/>
                    <a:pt x="103" y="210"/>
                  </a:cubicBezTo>
                  <a:cubicBezTo>
                    <a:pt x="157" y="210"/>
                    <a:pt x="206" y="177"/>
                    <a:pt x="227" y="123"/>
                  </a:cubicBezTo>
                  <a:cubicBezTo>
                    <a:pt x="227" y="90"/>
                    <a:pt x="206" y="74"/>
                    <a:pt x="190" y="37"/>
                  </a:cubicBezTo>
                  <a:cubicBezTo>
                    <a:pt x="173" y="20"/>
                    <a:pt x="157" y="4"/>
                    <a:pt x="124" y="4"/>
                  </a:cubicBezTo>
                  <a:cubicBezTo>
                    <a:pt x="117" y="2"/>
                    <a:pt x="11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1" name="Google Shape;12351;p31"/>
            <p:cNvSpPr/>
            <p:nvPr/>
          </p:nvSpPr>
          <p:spPr>
            <a:xfrm>
              <a:off x="4147150" y="3188850"/>
              <a:ext cx="5700" cy="4975"/>
            </a:xfrm>
            <a:custGeom>
              <a:avLst/>
              <a:gdLst/>
              <a:ahLst/>
              <a:cxnLst/>
              <a:rect l="l" t="t" r="r" b="b"/>
              <a:pathLst>
                <a:path w="228" h="199" extrusionOk="0">
                  <a:moveTo>
                    <a:pt x="98" y="0"/>
                  </a:moveTo>
                  <a:cubicBezTo>
                    <a:pt x="55" y="0"/>
                    <a:pt x="18" y="33"/>
                    <a:pt x="1" y="91"/>
                  </a:cubicBezTo>
                  <a:cubicBezTo>
                    <a:pt x="1" y="108"/>
                    <a:pt x="1" y="124"/>
                    <a:pt x="21" y="145"/>
                  </a:cubicBezTo>
                  <a:lnTo>
                    <a:pt x="21" y="161"/>
                  </a:lnTo>
                  <a:cubicBezTo>
                    <a:pt x="38" y="178"/>
                    <a:pt x="71" y="194"/>
                    <a:pt x="87" y="194"/>
                  </a:cubicBezTo>
                  <a:cubicBezTo>
                    <a:pt x="99" y="197"/>
                    <a:pt x="111" y="198"/>
                    <a:pt x="121" y="198"/>
                  </a:cubicBezTo>
                  <a:cubicBezTo>
                    <a:pt x="173" y="198"/>
                    <a:pt x="207" y="166"/>
                    <a:pt x="207" y="108"/>
                  </a:cubicBezTo>
                  <a:cubicBezTo>
                    <a:pt x="228" y="91"/>
                    <a:pt x="207" y="58"/>
                    <a:pt x="190" y="42"/>
                  </a:cubicBezTo>
                  <a:cubicBezTo>
                    <a:pt x="174" y="21"/>
                    <a:pt x="158" y="4"/>
                    <a:pt x="125" y="4"/>
                  </a:cubicBezTo>
                  <a:cubicBezTo>
                    <a:pt x="115" y="2"/>
                    <a:pt x="106" y="0"/>
                    <a:pt x="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2" name="Google Shape;12352;p31"/>
            <p:cNvSpPr/>
            <p:nvPr/>
          </p:nvSpPr>
          <p:spPr>
            <a:xfrm>
              <a:off x="4143350" y="3219150"/>
              <a:ext cx="6000" cy="5225"/>
            </a:xfrm>
            <a:custGeom>
              <a:avLst/>
              <a:gdLst/>
              <a:ahLst/>
              <a:cxnLst/>
              <a:rect l="l" t="t" r="r" b="b"/>
              <a:pathLst>
                <a:path w="240" h="209" extrusionOk="0">
                  <a:moveTo>
                    <a:pt x="114" y="0"/>
                  </a:moveTo>
                  <a:cubicBezTo>
                    <a:pt x="103" y="0"/>
                    <a:pt x="95" y="5"/>
                    <a:pt x="87" y="13"/>
                  </a:cubicBezTo>
                  <a:cubicBezTo>
                    <a:pt x="50" y="13"/>
                    <a:pt x="33" y="29"/>
                    <a:pt x="17" y="46"/>
                  </a:cubicBezTo>
                  <a:cubicBezTo>
                    <a:pt x="17" y="83"/>
                    <a:pt x="0" y="116"/>
                    <a:pt x="17" y="149"/>
                  </a:cubicBezTo>
                  <a:cubicBezTo>
                    <a:pt x="29" y="189"/>
                    <a:pt x="72" y="209"/>
                    <a:pt x="114" y="209"/>
                  </a:cubicBezTo>
                  <a:cubicBezTo>
                    <a:pt x="127" y="209"/>
                    <a:pt x="141" y="207"/>
                    <a:pt x="153" y="202"/>
                  </a:cubicBezTo>
                  <a:cubicBezTo>
                    <a:pt x="206" y="186"/>
                    <a:pt x="239" y="116"/>
                    <a:pt x="206" y="66"/>
                  </a:cubicBezTo>
                  <a:cubicBezTo>
                    <a:pt x="206" y="29"/>
                    <a:pt x="173" y="13"/>
                    <a:pt x="153" y="13"/>
                  </a:cubicBezTo>
                  <a:cubicBezTo>
                    <a:pt x="136" y="5"/>
                    <a:pt x="124" y="0"/>
                    <a:pt x="1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3" name="Google Shape;12353;p31"/>
            <p:cNvSpPr/>
            <p:nvPr/>
          </p:nvSpPr>
          <p:spPr>
            <a:xfrm>
              <a:off x="4111600" y="3176800"/>
              <a:ext cx="6000" cy="5050"/>
            </a:xfrm>
            <a:custGeom>
              <a:avLst/>
              <a:gdLst/>
              <a:ahLst/>
              <a:cxnLst/>
              <a:rect l="l" t="t" r="r" b="b"/>
              <a:pathLst>
                <a:path w="240" h="202" extrusionOk="0">
                  <a:moveTo>
                    <a:pt x="124" y="0"/>
                  </a:moveTo>
                  <a:cubicBezTo>
                    <a:pt x="111" y="0"/>
                    <a:pt x="97" y="3"/>
                    <a:pt x="83" y="8"/>
                  </a:cubicBezTo>
                  <a:cubicBezTo>
                    <a:pt x="33" y="25"/>
                    <a:pt x="0" y="91"/>
                    <a:pt x="17" y="144"/>
                  </a:cubicBezTo>
                  <a:cubicBezTo>
                    <a:pt x="41" y="181"/>
                    <a:pt x="77" y="202"/>
                    <a:pt x="114" y="202"/>
                  </a:cubicBezTo>
                  <a:cubicBezTo>
                    <a:pt x="127" y="202"/>
                    <a:pt x="140" y="199"/>
                    <a:pt x="153" y="194"/>
                  </a:cubicBezTo>
                  <a:cubicBezTo>
                    <a:pt x="207" y="177"/>
                    <a:pt x="240" y="128"/>
                    <a:pt x="223" y="58"/>
                  </a:cubicBezTo>
                  <a:cubicBezTo>
                    <a:pt x="196" y="21"/>
                    <a:pt x="161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4" name="Google Shape;12354;p31"/>
            <p:cNvSpPr/>
            <p:nvPr/>
          </p:nvSpPr>
          <p:spPr>
            <a:xfrm>
              <a:off x="4109425" y="3189625"/>
              <a:ext cx="5600" cy="5150"/>
            </a:xfrm>
            <a:custGeom>
              <a:avLst/>
              <a:gdLst/>
              <a:ahLst/>
              <a:cxnLst/>
              <a:rect l="l" t="t" r="r" b="b"/>
              <a:pathLst>
                <a:path w="224" h="206" extrusionOk="0">
                  <a:moveTo>
                    <a:pt x="112" y="1"/>
                  </a:moveTo>
                  <a:cubicBezTo>
                    <a:pt x="81" y="1"/>
                    <a:pt x="52" y="14"/>
                    <a:pt x="34" y="44"/>
                  </a:cubicBezTo>
                  <a:cubicBezTo>
                    <a:pt x="17" y="60"/>
                    <a:pt x="1" y="93"/>
                    <a:pt x="17" y="114"/>
                  </a:cubicBezTo>
                  <a:lnTo>
                    <a:pt x="17" y="147"/>
                  </a:lnTo>
                  <a:cubicBezTo>
                    <a:pt x="17" y="163"/>
                    <a:pt x="34" y="180"/>
                    <a:pt x="50" y="180"/>
                  </a:cubicBezTo>
                  <a:cubicBezTo>
                    <a:pt x="67" y="196"/>
                    <a:pt x="90" y="206"/>
                    <a:pt x="113" y="206"/>
                  </a:cubicBezTo>
                  <a:cubicBezTo>
                    <a:pt x="141" y="206"/>
                    <a:pt x="170" y="192"/>
                    <a:pt x="191" y="163"/>
                  </a:cubicBezTo>
                  <a:cubicBezTo>
                    <a:pt x="207" y="147"/>
                    <a:pt x="224" y="130"/>
                    <a:pt x="224" y="93"/>
                  </a:cubicBezTo>
                  <a:cubicBezTo>
                    <a:pt x="224" y="60"/>
                    <a:pt x="207" y="44"/>
                    <a:pt x="191" y="27"/>
                  </a:cubicBezTo>
                  <a:cubicBezTo>
                    <a:pt x="166" y="10"/>
                    <a:pt x="138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5" name="Google Shape;12355;p31"/>
            <p:cNvSpPr/>
            <p:nvPr/>
          </p:nvSpPr>
          <p:spPr>
            <a:xfrm>
              <a:off x="4109425" y="3204000"/>
              <a:ext cx="5200" cy="5250"/>
            </a:xfrm>
            <a:custGeom>
              <a:avLst/>
              <a:gdLst/>
              <a:ahLst/>
              <a:cxnLst/>
              <a:rect l="l" t="t" r="r" b="b"/>
              <a:pathLst>
                <a:path w="208" h="210" extrusionOk="0">
                  <a:moveTo>
                    <a:pt x="120" y="0"/>
                  </a:moveTo>
                  <a:cubicBezTo>
                    <a:pt x="67" y="0"/>
                    <a:pt x="17" y="17"/>
                    <a:pt x="1" y="70"/>
                  </a:cubicBezTo>
                  <a:lnTo>
                    <a:pt x="1" y="87"/>
                  </a:lnTo>
                  <a:lnTo>
                    <a:pt x="1" y="136"/>
                  </a:lnTo>
                  <a:cubicBezTo>
                    <a:pt x="17" y="174"/>
                    <a:pt x="34" y="190"/>
                    <a:pt x="50" y="207"/>
                  </a:cubicBezTo>
                  <a:lnTo>
                    <a:pt x="87" y="207"/>
                  </a:lnTo>
                  <a:cubicBezTo>
                    <a:pt x="94" y="209"/>
                    <a:pt x="101" y="210"/>
                    <a:pt x="107" y="210"/>
                  </a:cubicBezTo>
                  <a:cubicBezTo>
                    <a:pt x="151" y="210"/>
                    <a:pt x="193" y="166"/>
                    <a:pt x="207" y="120"/>
                  </a:cubicBezTo>
                  <a:cubicBezTo>
                    <a:pt x="207" y="87"/>
                    <a:pt x="207" y="70"/>
                    <a:pt x="191" y="54"/>
                  </a:cubicBezTo>
                  <a:cubicBezTo>
                    <a:pt x="170" y="17"/>
                    <a:pt x="153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6" name="Google Shape;12356;p31"/>
            <p:cNvSpPr/>
            <p:nvPr/>
          </p:nvSpPr>
          <p:spPr>
            <a:xfrm>
              <a:off x="4118825" y="3214550"/>
              <a:ext cx="5675" cy="5350"/>
            </a:xfrm>
            <a:custGeom>
              <a:avLst/>
              <a:gdLst/>
              <a:ahLst/>
              <a:cxnLst/>
              <a:rect l="l" t="t" r="r" b="b"/>
              <a:pathLst>
                <a:path w="227" h="214" extrusionOk="0">
                  <a:moveTo>
                    <a:pt x="103" y="0"/>
                  </a:moveTo>
                  <a:cubicBezTo>
                    <a:pt x="85" y="0"/>
                    <a:pt x="65" y="12"/>
                    <a:pt x="54" y="24"/>
                  </a:cubicBezTo>
                  <a:cubicBezTo>
                    <a:pt x="21" y="44"/>
                    <a:pt x="21" y="61"/>
                    <a:pt x="0" y="94"/>
                  </a:cubicBezTo>
                  <a:cubicBezTo>
                    <a:pt x="0" y="110"/>
                    <a:pt x="0" y="127"/>
                    <a:pt x="21" y="147"/>
                  </a:cubicBezTo>
                  <a:lnTo>
                    <a:pt x="21" y="164"/>
                  </a:lnTo>
                  <a:cubicBezTo>
                    <a:pt x="37" y="180"/>
                    <a:pt x="70" y="197"/>
                    <a:pt x="87" y="213"/>
                  </a:cubicBezTo>
                  <a:cubicBezTo>
                    <a:pt x="157" y="213"/>
                    <a:pt x="206" y="180"/>
                    <a:pt x="206" y="127"/>
                  </a:cubicBezTo>
                  <a:cubicBezTo>
                    <a:pt x="227" y="94"/>
                    <a:pt x="206" y="61"/>
                    <a:pt x="190" y="44"/>
                  </a:cubicBezTo>
                  <a:cubicBezTo>
                    <a:pt x="173" y="24"/>
                    <a:pt x="157" y="7"/>
                    <a:pt x="124" y="7"/>
                  </a:cubicBezTo>
                  <a:cubicBezTo>
                    <a:pt x="118" y="2"/>
                    <a:pt x="111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7" name="Google Shape;12357;p31"/>
            <p:cNvSpPr/>
            <p:nvPr/>
          </p:nvSpPr>
          <p:spPr>
            <a:xfrm>
              <a:off x="4129125" y="3221100"/>
              <a:ext cx="5700" cy="5450"/>
            </a:xfrm>
            <a:custGeom>
              <a:avLst/>
              <a:gdLst/>
              <a:ahLst/>
              <a:cxnLst/>
              <a:rect l="l" t="t" r="r" b="b"/>
              <a:pathLst>
                <a:path w="228" h="218" extrusionOk="0">
                  <a:moveTo>
                    <a:pt x="115" y="1"/>
                  </a:moveTo>
                  <a:cubicBezTo>
                    <a:pt x="106" y="1"/>
                    <a:pt x="96" y="2"/>
                    <a:pt x="87" y="5"/>
                  </a:cubicBezTo>
                  <a:cubicBezTo>
                    <a:pt x="21" y="38"/>
                    <a:pt x="0" y="91"/>
                    <a:pt x="21" y="141"/>
                  </a:cubicBezTo>
                  <a:cubicBezTo>
                    <a:pt x="21" y="157"/>
                    <a:pt x="37" y="174"/>
                    <a:pt x="54" y="174"/>
                  </a:cubicBezTo>
                  <a:cubicBezTo>
                    <a:pt x="66" y="201"/>
                    <a:pt x="98" y="217"/>
                    <a:pt x="128" y="217"/>
                  </a:cubicBezTo>
                  <a:cubicBezTo>
                    <a:pt x="138" y="217"/>
                    <a:pt x="148" y="215"/>
                    <a:pt x="157" y="211"/>
                  </a:cubicBezTo>
                  <a:cubicBezTo>
                    <a:pt x="190" y="195"/>
                    <a:pt x="227" y="157"/>
                    <a:pt x="227" y="124"/>
                  </a:cubicBezTo>
                  <a:cubicBezTo>
                    <a:pt x="227" y="108"/>
                    <a:pt x="227" y="91"/>
                    <a:pt x="206" y="71"/>
                  </a:cubicBezTo>
                  <a:cubicBezTo>
                    <a:pt x="193" y="30"/>
                    <a:pt x="157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8" name="Google Shape;12358;p31"/>
            <p:cNvSpPr/>
            <p:nvPr/>
          </p:nvSpPr>
          <p:spPr>
            <a:xfrm>
              <a:off x="4133050" y="3209150"/>
              <a:ext cx="5575" cy="5250"/>
            </a:xfrm>
            <a:custGeom>
              <a:avLst/>
              <a:gdLst/>
              <a:ahLst/>
              <a:cxnLst/>
              <a:rect l="l" t="t" r="r" b="b"/>
              <a:pathLst>
                <a:path w="223" h="210" extrusionOk="0">
                  <a:moveTo>
                    <a:pt x="120" y="1"/>
                  </a:moveTo>
                  <a:cubicBezTo>
                    <a:pt x="70" y="1"/>
                    <a:pt x="17" y="34"/>
                    <a:pt x="0" y="87"/>
                  </a:cubicBezTo>
                  <a:cubicBezTo>
                    <a:pt x="0" y="104"/>
                    <a:pt x="0" y="120"/>
                    <a:pt x="17" y="137"/>
                  </a:cubicBezTo>
                  <a:lnTo>
                    <a:pt x="17" y="174"/>
                  </a:lnTo>
                  <a:cubicBezTo>
                    <a:pt x="33" y="190"/>
                    <a:pt x="70" y="207"/>
                    <a:pt x="87" y="207"/>
                  </a:cubicBezTo>
                  <a:cubicBezTo>
                    <a:pt x="95" y="209"/>
                    <a:pt x="104" y="210"/>
                    <a:pt x="112" y="210"/>
                  </a:cubicBezTo>
                  <a:cubicBezTo>
                    <a:pt x="166" y="210"/>
                    <a:pt x="206" y="167"/>
                    <a:pt x="206" y="120"/>
                  </a:cubicBezTo>
                  <a:cubicBezTo>
                    <a:pt x="223" y="104"/>
                    <a:pt x="206" y="71"/>
                    <a:pt x="190" y="54"/>
                  </a:cubicBezTo>
                  <a:cubicBezTo>
                    <a:pt x="173" y="17"/>
                    <a:pt x="153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9" name="Google Shape;12359;p31"/>
            <p:cNvSpPr/>
            <p:nvPr/>
          </p:nvSpPr>
          <p:spPr>
            <a:xfrm>
              <a:off x="4127475" y="3234875"/>
              <a:ext cx="5600" cy="5225"/>
            </a:xfrm>
            <a:custGeom>
              <a:avLst/>
              <a:gdLst/>
              <a:ahLst/>
              <a:cxnLst/>
              <a:rect l="l" t="t" r="r" b="b"/>
              <a:pathLst>
                <a:path w="224" h="209" extrusionOk="0">
                  <a:moveTo>
                    <a:pt x="120" y="1"/>
                  </a:moveTo>
                  <a:cubicBezTo>
                    <a:pt x="88" y="1"/>
                    <a:pt x="54" y="15"/>
                    <a:pt x="33" y="35"/>
                  </a:cubicBezTo>
                  <a:cubicBezTo>
                    <a:pt x="17" y="72"/>
                    <a:pt x="0" y="89"/>
                    <a:pt x="0" y="122"/>
                  </a:cubicBezTo>
                  <a:cubicBezTo>
                    <a:pt x="17" y="122"/>
                    <a:pt x="17" y="138"/>
                    <a:pt x="17" y="138"/>
                  </a:cubicBezTo>
                  <a:cubicBezTo>
                    <a:pt x="17" y="159"/>
                    <a:pt x="33" y="175"/>
                    <a:pt x="50" y="192"/>
                  </a:cubicBezTo>
                  <a:cubicBezTo>
                    <a:pt x="66" y="208"/>
                    <a:pt x="103" y="208"/>
                    <a:pt x="120" y="208"/>
                  </a:cubicBezTo>
                  <a:cubicBezTo>
                    <a:pt x="153" y="208"/>
                    <a:pt x="169" y="192"/>
                    <a:pt x="190" y="175"/>
                  </a:cubicBezTo>
                  <a:cubicBezTo>
                    <a:pt x="207" y="159"/>
                    <a:pt x="223" y="122"/>
                    <a:pt x="223" y="89"/>
                  </a:cubicBezTo>
                  <a:cubicBezTo>
                    <a:pt x="207" y="72"/>
                    <a:pt x="207" y="35"/>
                    <a:pt x="169" y="19"/>
                  </a:cubicBezTo>
                  <a:cubicBezTo>
                    <a:pt x="157" y="6"/>
                    <a:pt x="139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0" name="Google Shape;12360;p31"/>
            <p:cNvSpPr/>
            <p:nvPr/>
          </p:nvSpPr>
          <p:spPr>
            <a:xfrm>
              <a:off x="4123550" y="3198100"/>
              <a:ext cx="5600" cy="5200"/>
            </a:xfrm>
            <a:custGeom>
              <a:avLst/>
              <a:gdLst/>
              <a:ahLst/>
              <a:cxnLst/>
              <a:rect l="l" t="t" r="r" b="b"/>
              <a:pathLst>
                <a:path w="224" h="208" extrusionOk="0">
                  <a:moveTo>
                    <a:pt x="115" y="0"/>
                  </a:moveTo>
                  <a:cubicBezTo>
                    <a:pt x="100" y="0"/>
                    <a:pt x="85" y="5"/>
                    <a:pt x="71" y="14"/>
                  </a:cubicBezTo>
                  <a:cubicBezTo>
                    <a:pt x="17" y="30"/>
                    <a:pt x="1" y="84"/>
                    <a:pt x="17" y="133"/>
                  </a:cubicBezTo>
                  <a:cubicBezTo>
                    <a:pt x="34" y="177"/>
                    <a:pt x="82" y="208"/>
                    <a:pt x="128" y="208"/>
                  </a:cubicBezTo>
                  <a:cubicBezTo>
                    <a:pt x="138" y="208"/>
                    <a:pt x="148" y="206"/>
                    <a:pt x="157" y="203"/>
                  </a:cubicBezTo>
                  <a:cubicBezTo>
                    <a:pt x="207" y="187"/>
                    <a:pt x="223" y="117"/>
                    <a:pt x="207" y="63"/>
                  </a:cubicBezTo>
                  <a:cubicBezTo>
                    <a:pt x="195" y="28"/>
                    <a:pt x="155" y="0"/>
                    <a:pt x="1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1" name="Google Shape;12361;p31"/>
            <p:cNvSpPr/>
            <p:nvPr/>
          </p:nvSpPr>
          <p:spPr>
            <a:xfrm>
              <a:off x="4136450" y="3176875"/>
              <a:ext cx="5575" cy="5300"/>
            </a:xfrm>
            <a:custGeom>
              <a:avLst/>
              <a:gdLst/>
              <a:ahLst/>
              <a:cxnLst/>
              <a:rect l="l" t="t" r="r" b="b"/>
              <a:pathLst>
                <a:path w="223" h="212" extrusionOk="0">
                  <a:moveTo>
                    <a:pt x="97" y="1"/>
                  </a:moveTo>
                  <a:cubicBezTo>
                    <a:pt x="55" y="1"/>
                    <a:pt x="14" y="46"/>
                    <a:pt x="0" y="88"/>
                  </a:cubicBezTo>
                  <a:cubicBezTo>
                    <a:pt x="0" y="108"/>
                    <a:pt x="0" y="125"/>
                    <a:pt x="17" y="141"/>
                  </a:cubicBezTo>
                  <a:lnTo>
                    <a:pt x="17" y="158"/>
                  </a:lnTo>
                  <a:cubicBezTo>
                    <a:pt x="37" y="191"/>
                    <a:pt x="70" y="211"/>
                    <a:pt x="87" y="211"/>
                  </a:cubicBezTo>
                  <a:cubicBezTo>
                    <a:pt x="157" y="211"/>
                    <a:pt x="206" y="174"/>
                    <a:pt x="206" y="125"/>
                  </a:cubicBezTo>
                  <a:cubicBezTo>
                    <a:pt x="223" y="88"/>
                    <a:pt x="206" y="71"/>
                    <a:pt x="190" y="38"/>
                  </a:cubicBezTo>
                  <a:cubicBezTo>
                    <a:pt x="173" y="22"/>
                    <a:pt x="157" y="5"/>
                    <a:pt x="120" y="5"/>
                  </a:cubicBezTo>
                  <a:cubicBezTo>
                    <a:pt x="112" y="2"/>
                    <a:pt x="105" y="1"/>
                    <a:pt x="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2" name="Google Shape;12362;p31"/>
            <p:cNvSpPr/>
            <p:nvPr/>
          </p:nvSpPr>
          <p:spPr>
            <a:xfrm>
              <a:off x="4190150" y="3254700"/>
              <a:ext cx="5575" cy="5350"/>
            </a:xfrm>
            <a:custGeom>
              <a:avLst/>
              <a:gdLst/>
              <a:ahLst/>
              <a:cxnLst/>
              <a:rect l="l" t="t" r="r" b="b"/>
              <a:pathLst>
                <a:path w="223" h="214" extrusionOk="0">
                  <a:moveTo>
                    <a:pt x="103" y="1"/>
                  </a:moveTo>
                  <a:cubicBezTo>
                    <a:pt x="70" y="1"/>
                    <a:pt x="33" y="17"/>
                    <a:pt x="17" y="34"/>
                  </a:cubicBezTo>
                  <a:cubicBezTo>
                    <a:pt x="0" y="67"/>
                    <a:pt x="0" y="87"/>
                    <a:pt x="0" y="120"/>
                  </a:cubicBezTo>
                  <a:lnTo>
                    <a:pt x="0" y="137"/>
                  </a:lnTo>
                  <a:cubicBezTo>
                    <a:pt x="17" y="153"/>
                    <a:pt x="17" y="170"/>
                    <a:pt x="33" y="190"/>
                  </a:cubicBezTo>
                  <a:cubicBezTo>
                    <a:pt x="57" y="205"/>
                    <a:pt x="83" y="213"/>
                    <a:pt x="109" y="213"/>
                  </a:cubicBezTo>
                  <a:cubicBezTo>
                    <a:pt x="141" y="213"/>
                    <a:pt x="171" y="200"/>
                    <a:pt x="190" y="170"/>
                  </a:cubicBezTo>
                  <a:cubicBezTo>
                    <a:pt x="223" y="120"/>
                    <a:pt x="223" y="67"/>
                    <a:pt x="173" y="17"/>
                  </a:cubicBezTo>
                  <a:cubicBezTo>
                    <a:pt x="157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3" name="Google Shape;12363;p31"/>
            <p:cNvSpPr/>
            <p:nvPr/>
          </p:nvSpPr>
          <p:spPr>
            <a:xfrm>
              <a:off x="4192300" y="3224575"/>
              <a:ext cx="5175" cy="5225"/>
            </a:xfrm>
            <a:custGeom>
              <a:avLst/>
              <a:gdLst/>
              <a:ahLst/>
              <a:cxnLst/>
              <a:rect l="l" t="t" r="r" b="b"/>
              <a:pathLst>
                <a:path w="207" h="209" extrusionOk="0">
                  <a:moveTo>
                    <a:pt x="108" y="0"/>
                  </a:moveTo>
                  <a:cubicBezTo>
                    <a:pt x="72" y="0"/>
                    <a:pt x="38" y="15"/>
                    <a:pt x="17" y="35"/>
                  </a:cubicBezTo>
                  <a:cubicBezTo>
                    <a:pt x="1" y="72"/>
                    <a:pt x="1" y="89"/>
                    <a:pt x="1" y="122"/>
                  </a:cubicBezTo>
                  <a:lnTo>
                    <a:pt x="1" y="138"/>
                  </a:lnTo>
                  <a:cubicBezTo>
                    <a:pt x="17" y="159"/>
                    <a:pt x="17" y="175"/>
                    <a:pt x="34" y="192"/>
                  </a:cubicBezTo>
                  <a:cubicBezTo>
                    <a:pt x="50" y="208"/>
                    <a:pt x="87" y="208"/>
                    <a:pt x="120" y="208"/>
                  </a:cubicBezTo>
                  <a:cubicBezTo>
                    <a:pt x="137" y="208"/>
                    <a:pt x="174" y="192"/>
                    <a:pt x="190" y="175"/>
                  </a:cubicBezTo>
                  <a:cubicBezTo>
                    <a:pt x="207" y="159"/>
                    <a:pt x="207" y="122"/>
                    <a:pt x="207" y="89"/>
                  </a:cubicBezTo>
                  <a:cubicBezTo>
                    <a:pt x="207" y="72"/>
                    <a:pt x="190" y="35"/>
                    <a:pt x="174" y="18"/>
                  </a:cubicBezTo>
                  <a:cubicBezTo>
                    <a:pt x="153" y="6"/>
                    <a:pt x="130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4" name="Google Shape;12364;p31"/>
            <p:cNvSpPr/>
            <p:nvPr/>
          </p:nvSpPr>
          <p:spPr>
            <a:xfrm>
              <a:off x="4184150" y="3200450"/>
              <a:ext cx="5600" cy="5075"/>
            </a:xfrm>
            <a:custGeom>
              <a:avLst/>
              <a:gdLst/>
              <a:ahLst/>
              <a:cxnLst/>
              <a:rect l="l" t="t" r="r" b="b"/>
              <a:pathLst>
                <a:path w="224" h="203" extrusionOk="0">
                  <a:moveTo>
                    <a:pt x="116" y="0"/>
                  </a:moveTo>
                  <a:cubicBezTo>
                    <a:pt x="101" y="0"/>
                    <a:pt x="84" y="2"/>
                    <a:pt x="67" y="6"/>
                  </a:cubicBezTo>
                  <a:cubicBezTo>
                    <a:pt x="17" y="23"/>
                    <a:pt x="1" y="72"/>
                    <a:pt x="17" y="142"/>
                  </a:cubicBezTo>
                  <a:cubicBezTo>
                    <a:pt x="17" y="142"/>
                    <a:pt x="34" y="159"/>
                    <a:pt x="34" y="175"/>
                  </a:cubicBezTo>
                  <a:cubicBezTo>
                    <a:pt x="58" y="190"/>
                    <a:pt x="92" y="203"/>
                    <a:pt x="121" y="203"/>
                  </a:cubicBezTo>
                  <a:cubicBezTo>
                    <a:pt x="133" y="203"/>
                    <a:pt x="144" y="201"/>
                    <a:pt x="154" y="196"/>
                  </a:cubicBezTo>
                  <a:cubicBezTo>
                    <a:pt x="191" y="175"/>
                    <a:pt x="207" y="142"/>
                    <a:pt x="224" y="109"/>
                  </a:cubicBezTo>
                  <a:cubicBezTo>
                    <a:pt x="224" y="93"/>
                    <a:pt x="224" y="72"/>
                    <a:pt x="207" y="56"/>
                  </a:cubicBezTo>
                  <a:cubicBezTo>
                    <a:pt x="195" y="19"/>
                    <a:pt x="162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5" name="Google Shape;12365;p31"/>
            <p:cNvSpPr/>
            <p:nvPr/>
          </p:nvSpPr>
          <p:spPr>
            <a:xfrm>
              <a:off x="4185400" y="3187950"/>
              <a:ext cx="5175" cy="5350"/>
            </a:xfrm>
            <a:custGeom>
              <a:avLst/>
              <a:gdLst/>
              <a:ahLst/>
              <a:cxnLst/>
              <a:rect l="l" t="t" r="r" b="b"/>
              <a:pathLst>
                <a:path w="207" h="214" extrusionOk="0">
                  <a:moveTo>
                    <a:pt x="103" y="1"/>
                  </a:moveTo>
                  <a:cubicBezTo>
                    <a:pt x="75" y="1"/>
                    <a:pt x="46" y="13"/>
                    <a:pt x="17" y="40"/>
                  </a:cubicBezTo>
                  <a:cubicBezTo>
                    <a:pt x="0" y="57"/>
                    <a:pt x="0" y="94"/>
                    <a:pt x="0" y="111"/>
                  </a:cubicBezTo>
                  <a:cubicBezTo>
                    <a:pt x="0" y="127"/>
                    <a:pt x="0" y="127"/>
                    <a:pt x="17" y="144"/>
                  </a:cubicBezTo>
                  <a:cubicBezTo>
                    <a:pt x="17" y="160"/>
                    <a:pt x="38" y="181"/>
                    <a:pt x="38" y="181"/>
                  </a:cubicBezTo>
                  <a:cubicBezTo>
                    <a:pt x="71" y="197"/>
                    <a:pt x="87" y="214"/>
                    <a:pt x="120" y="214"/>
                  </a:cubicBezTo>
                  <a:cubicBezTo>
                    <a:pt x="157" y="214"/>
                    <a:pt x="174" y="197"/>
                    <a:pt x="190" y="160"/>
                  </a:cubicBezTo>
                  <a:cubicBezTo>
                    <a:pt x="207" y="144"/>
                    <a:pt x="207" y="127"/>
                    <a:pt x="207" y="94"/>
                  </a:cubicBezTo>
                  <a:cubicBezTo>
                    <a:pt x="207" y="57"/>
                    <a:pt x="190" y="40"/>
                    <a:pt x="174" y="24"/>
                  </a:cubicBezTo>
                  <a:cubicBezTo>
                    <a:pt x="150" y="9"/>
                    <a:pt x="126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6" name="Google Shape;12366;p31"/>
            <p:cNvSpPr/>
            <p:nvPr/>
          </p:nvSpPr>
          <p:spPr>
            <a:xfrm>
              <a:off x="4190150" y="3238825"/>
              <a:ext cx="5175" cy="5200"/>
            </a:xfrm>
            <a:custGeom>
              <a:avLst/>
              <a:gdLst/>
              <a:ahLst/>
              <a:cxnLst/>
              <a:rect l="l" t="t" r="r" b="b"/>
              <a:pathLst>
                <a:path w="207" h="208" extrusionOk="0">
                  <a:moveTo>
                    <a:pt x="120" y="1"/>
                  </a:moveTo>
                  <a:cubicBezTo>
                    <a:pt x="54" y="1"/>
                    <a:pt x="0" y="34"/>
                    <a:pt x="0" y="83"/>
                  </a:cubicBezTo>
                  <a:lnTo>
                    <a:pt x="0" y="137"/>
                  </a:lnTo>
                  <a:cubicBezTo>
                    <a:pt x="0" y="153"/>
                    <a:pt x="17" y="153"/>
                    <a:pt x="17" y="170"/>
                  </a:cubicBezTo>
                  <a:cubicBezTo>
                    <a:pt x="33" y="186"/>
                    <a:pt x="54" y="207"/>
                    <a:pt x="87" y="207"/>
                  </a:cubicBezTo>
                  <a:cubicBezTo>
                    <a:pt x="103" y="207"/>
                    <a:pt x="136" y="207"/>
                    <a:pt x="157" y="186"/>
                  </a:cubicBezTo>
                  <a:cubicBezTo>
                    <a:pt x="190" y="170"/>
                    <a:pt x="206" y="137"/>
                    <a:pt x="206" y="120"/>
                  </a:cubicBezTo>
                  <a:cubicBezTo>
                    <a:pt x="206" y="83"/>
                    <a:pt x="206" y="67"/>
                    <a:pt x="190" y="34"/>
                  </a:cubicBezTo>
                  <a:cubicBezTo>
                    <a:pt x="173" y="17"/>
                    <a:pt x="136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7" name="Google Shape;12367;p31"/>
            <p:cNvSpPr/>
            <p:nvPr/>
          </p:nvSpPr>
          <p:spPr>
            <a:xfrm>
              <a:off x="4163125" y="3186375"/>
              <a:ext cx="5600" cy="5325"/>
            </a:xfrm>
            <a:custGeom>
              <a:avLst/>
              <a:gdLst/>
              <a:ahLst/>
              <a:cxnLst/>
              <a:rect l="l" t="t" r="r" b="b"/>
              <a:pathLst>
                <a:path w="224" h="213" extrusionOk="0">
                  <a:moveTo>
                    <a:pt x="104" y="0"/>
                  </a:moveTo>
                  <a:cubicBezTo>
                    <a:pt x="67" y="0"/>
                    <a:pt x="50" y="17"/>
                    <a:pt x="34" y="54"/>
                  </a:cubicBezTo>
                  <a:cubicBezTo>
                    <a:pt x="17" y="70"/>
                    <a:pt x="1" y="87"/>
                    <a:pt x="1" y="120"/>
                  </a:cubicBezTo>
                  <a:lnTo>
                    <a:pt x="17" y="141"/>
                  </a:lnTo>
                  <a:cubicBezTo>
                    <a:pt x="17" y="157"/>
                    <a:pt x="34" y="174"/>
                    <a:pt x="50" y="190"/>
                  </a:cubicBezTo>
                  <a:cubicBezTo>
                    <a:pt x="65" y="205"/>
                    <a:pt x="88" y="213"/>
                    <a:pt x="111" y="213"/>
                  </a:cubicBezTo>
                  <a:cubicBezTo>
                    <a:pt x="139" y="213"/>
                    <a:pt x="168" y="201"/>
                    <a:pt x="186" y="174"/>
                  </a:cubicBezTo>
                  <a:cubicBezTo>
                    <a:pt x="224" y="120"/>
                    <a:pt x="224" y="70"/>
                    <a:pt x="170" y="37"/>
                  </a:cubicBezTo>
                  <a:cubicBezTo>
                    <a:pt x="153" y="17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8" name="Google Shape;12368;p31"/>
            <p:cNvSpPr/>
            <p:nvPr/>
          </p:nvSpPr>
          <p:spPr>
            <a:xfrm>
              <a:off x="4202200" y="3246050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37" y="1"/>
                  </a:moveTo>
                  <a:cubicBezTo>
                    <a:pt x="104" y="1"/>
                    <a:pt x="66" y="1"/>
                    <a:pt x="50" y="21"/>
                  </a:cubicBezTo>
                  <a:cubicBezTo>
                    <a:pt x="33" y="38"/>
                    <a:pt x="17" y="71"/>
                    <a:pt x="17" y="87"/>
                  </a:cubicBezTo>
                  <a:cubicBezTo>
                    <a:pt x="0" y="104"/>
                    <a:pt x="17" y="124"/>
                    <a:pt x="17" y="141"/>
                  </a:cubicBezTo>
                  <a:cubicBezTo>
                    <a:pt x="17" y="157"/>
                    <a:pt x="17" y="157"/>
                    <a:pt x="33" y="174"/>
                  </a:cubicBezTo>
                  <a:cubicBezTo>
                    <a:pt x="50" y="190"/>
                    <a:pt x="66" y="207"/>
                    <a:pt x="104" y="207"/>
                  </a:cubicBezTo>
                  <a:cubicBezTo>
                    <a:pt x="153" y="207"/>
                    <a:pt x="207" y="174"/>
                    <a:pt x="223" y="124"/>
                  </a:cubicBezTo>
                  <a:cubicBezTo>
                    <a:pt x="223" y="87"/>
                    <a:pt x="223" y="71"/>
                    <a:pt x="207" y="38"/>
                  </a:cubicBezTo>
                  <a:cubicBezTo>
                    <a:pt x="190" y="21"/>
                    <a:pt x="153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9" name="Google Shape;12369;p31"/>
            <p:cNvSpPr/>
            <p:nvPr/>
          </p:nvSpPr>
          <p:spPr>
            <a:xfrm>
              <a:off x="4195300" y="3197100"/>
              <a:ext cx="5575" cy="5350"/>
            </a:xfrm>
            <a:custGeom>
              <a:avLst/>
              <a:gdLst/>
              <a:ahLst/>
              <a:cxnLst/>
              <a:rect l="l" t="t" r="r" b="b"/>
              <a:pathLst>
                <a:path w="223" h="214" extrusionOk="0">
                  <a:moveTo>
                    <a:pt x="120" y="0"/>
                  </a:moveTo>
                  <a:cubicBezTo>
                    <a:pt x="103" y="0"/>
                    <a:pt x="87" y="0"/>
                    <a:pt x="70" y="21"/>
                  </a:cubicBezTo>
                  <a:cubicBezTo>
                    <a:pt x="17" y="37"/>
                    <a:pt x="0" y="87"/>
                    <a:pt x="17" y="140"/>
                  </a:cubicBezTo>
                  <a:cubicBezTo>
                    <a:pt x="29" y="190"/>
                    <a:pt x="72" y="214"/>
                    <a:pt x="115" y="214"/>
                  </a:cubicBezTo>
                  <a:cubicBezTo>
                    <a:pt x="129" y="214"/>
                    <a:pt x="144" y="211"/>
                    <a:pt x="157" y="206"/>
                  </a:cubicBezTo>
                  <a:cubicBezTo>
                    <a:pt x="173" y="206"/>
                    <a:pt x="190" y="190"/>
                    <a:pt x="190" y="173"/>
                  </a:cubicBezTo>
                  <a:cubicBezTo>
                    <a:pt x="223" y="157"/>
                    <a:pt x="223" y="103"/>
                    <a:pt x="206" y="70"/>
                  </a:cubicBezTo>
                  <a:cubicBezTo>
                    <a:pt x="190" y="37"/>
                    <a:pt x="157" y="21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0" name="Google Shape;12370;p31"/>
            <p:cNvSpPr/>
            <p:nvPr/>
          </p:nvSpPr>
          <p:spPr>
            <a:xfrm>
              <a:off x="4194475" y="3210725"/>
              <a:ext cx="5175" cy="5350"/>
            </a:xfrm>
            <a:custGeom>
              <a:avLst/>
              <a:gdLst/>
              <a:ahLst/>
              <a:cxnLst/>
              <a:rect l="l" t="t" r="r" b="b"/>
              <a:pathLst>
                <a:path w="207" h="214" extrusionOk="0">
                  <a:moveTo>
                    <a:pt x="93" y="1"/>
                  </a:moveTo>
                  <a:cubicBezTo>
                    <a:pt x="74" y="1"/>
                    <a:pt x="57" y="12"/>
                    <a:pt x="33" y="24"/>
                  </a:cubicBezTo>
                  <a:cubicBezTo>
                    <a:pt x="17" y="41"/>
                    <a:pt x="0" y="57"/>
                    <a:pt x="0" y="94"/>
                  </a:cubicBezTo>
                  <a:lnTo>
                    <a:pt x="0" y="144"/>
                  </a:lnTo>
                  <a:cubicBezTo>
                    <a:pt x="17" y="144"/>
                    <a:pt x="17" y="160"/>
                    <a:pt x="17" y="160"/>
                  </a:cubicBezTo>
                  <a:cubicBezTo>
                    <a:pt x="33" y="197"/>
                    <a:pt x="66" y="197"/>
                    <a:pt x="87" y="214"/>
                  </a:cubicBezTo>
                  <a:cubicBezTo>
                    <a:pt x="153" y="214"/>
                    <a:pt x="206" y="177"/>
                    <a:pt x="206" y="127"/>
                  </a:cubicBezTo>
                  <a:cubicBezTo>
                    <a:pt x="206" y="94"/>
                    <a:pt x="206" y="57"/>
                    <a:pt x="190" y="41"/>
                  </a:cubicBezTo>
                  <a:cubicBezTo>
                    <a:pt x="169" y="24"/>
                    <a:pt x="153" y="8"/>
                    <a:pt x="120" y="8"/>
                  </a:cubicBezTo>
                  <a:cubicBezTo>
                    <a:pt x="110" y="3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1" name="Google Shape;12371;p31"/>
            <p:cNvSpPr/>
            <p:nvPr/>
          </p:nvSpPr>
          <p:spPr>
            <a:xfrm>
              <a:off x="4199200" y="3184050"/>
              <a:ext cx="5200" cy="5025"/>
            </a:xfrm>
            <a:custGeom>
              <a:avLst/>
              <a:gdLst/>
              <a:ahLst/>
              <a:cxnLst/>
              <a:rect l="l" t="t" r="r" b="b"/>
              <a:pathLst>
                <a:path w="208" h="201" extrusionOk="0">
                  <a:moveTo>
                    <a:pt x="93" y="0"/>
                  </a:moveTo>
                  <a:cubicBezTo>
                    <a:pt x="73" y="0"/>
                    <a:pt x="57" y="13"/>
                    <a:pt x="34" y="27"/>
                  </a:cubicBezTo>
                  <a:cubicBezTo>
                    <a:pt x="17" y="44"/>
                    <a:pt x="1" y="60"/>
                    <a:pt x="1" y="93"/>
                  </a:cubicBezTo>
                  <a:lnTo>
                    <a:pt x="1" y="147"/>
                  </a:lnTo>
                  <a:lnTo>
                    <a:pt x="17" y="163"/>
                  </a:lnTo>
                  <a:cubicBezTo>
                    <a:pt x="34" y="180"/>
                    <a:pt x="50" y="196"/>
                    <a:pt x="83" y="196"/>
                  </a:cubicBezTo>
                  <a:cubicBezTo>
                    <a:pt x="92" y="199"/>
                    <a:pt x="102" y="201"/>
                    <a:pt x="110" y="201"/>
                  </a:cubicBezTo>
                  <a:cubicBezTo>
                    <a:pt x="153" y="201"/>
                    <a:pt x="190" y="168"/>
                    <a:pt x="207" y="110"/>
                  </a:cubicBezTo>
                  <a:cubicBezTo>
                    <a:pt x="207" y="93"/>
                    <a:pt x="207" y="60"/>
                    <a:pt x="186" y="44"/>
                  </a:cubicBezTo>
                  <a:cubicBezTo>
                    <a:pt x="170" y="27"/>
                    <a:pt x="137" y="7"/>
                    <a:pt x="120" y="7"/>
                  </a:cubicBezTo>
                  <a:cubicBezTo>
                    <a:pt x="110" y="2"/>
                    <a:pt x="101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2" name="Google Shape;12372;p31"/>
            <p:cNvSpPr/>
            <p:nvPr/>
          </p:nvSpPr>
          <p:spPr>
            <a:xfrm>
              <a:off x="4169525" y="3218875"/>
              <a:ext cx="5600" cy="5100"/>
            </a:xfrm>
            <a:custGeom>
              <a:avLst/>
              <a:gdLst/>
              <a:ahLst/>
              <a:cxnLst/>
              <a:rect l="l" t="t" r="r" b="b"/>
              <a:pathLst>
                <a:path w="224" h="204" extrusionOk="0">
                  <a:moveTo>
                    <a:pt x="130" y="0"/>
                  </a:moveTo>
                  <a:cubicBezTo>
                    <a:pt x="122" y="0"/>
                    <a:pt x="113" y="2"/>
                    <a:pt x="104" y="7"/>
                  </a:cubicBezTo>
                  <a:cubicBezTo>
                    <a:pt x="71" y="7"/>
                    <a:pt x="54" y="7"/>
                    <a:pt x="33" y="40"/>
                  </a:cubicBezTo>
                  <a:cubicBezTo>
                    <a:pt x="17" y="57"/>
                    <a:pt x="1" y="94"/>
                    <a:pt x="17" y="110"/>
                  </a:cubicBezTo>
                  <a:lnTo>
                    <a:pt x="17" y="143"/>
                  </a:lnTo>
                  <a:cubicBezTo>
                    <a:pt x="17" y="160"/>
                    <a:pt x="33" y="180"/>
                    <a:pt x="54" y="180"/>
                  </a:cubicBezTo>
                  <a:cubicBezTo>
                    <a:pt x="69" y="195"/>
                    <a:pt x="90" y="203"/>
                    <a:pt x="113" y="203"/>
                  </a:cubicBezTo>
                  <a:cubicBezTo>
                    <a:pt x="142" y="203"/>
                    <a:pt x="172" y="190"/>
                    <a:pt x="190" y="160"/>
                  </a:cubicBezTo>
                  <a:cubicBezTo>
                    <a:pt x="207" y="143"/>
                    <a:pt x="223" y="110"/>
                    <a:pt x="223" y="94"/>
                  </a:cubicBezTo>
                  <a:cubicBezTo>
                    <a:pt x="223" y="57"/>
                    <a:pt x="207" y="40"/>
                    <a:pt x="174" y="24"/>
                  </a:cubicBezTo>
                  <a:cubicBezTo>
                    <a:pt x="162" y="12"/>
                    <a:pt x="148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3" name="Google Shape;12373;p31"/>
            <p:cNvSpPr/>
            <p:nvPr/>
          </p:nvSpPr>
          <p:spPr>
            <a:xfrm>
              <a:off x="4169950" y="3205650"/>
              <a:ext cx="5575" cy="5125"/>
            </a:xfrm>
            <a:custGeom>
              <a:avLst/>
              <a:gdLst/>
              <a:ahLst/>
              <a:cxnLst/>
              <a:rect l="l" t="t" r="r" b="b"/>
              <a:pathLst>
                <a:path w="223" h="205" extrusionOk="0">
                  <a:moveTo>
                    <a:pt x="115" y="0"/>
                  </a:moveTo>
                  <a:cubicBezTo>
                    <a:pt x="105" y="0"/>
                    <a:pt x="96" y="2"/>
                    <a:pt x="87" y="4"/>
                  </a:cubicBezTo>
                  <a:cubicBezTo>
                    <a:pt x="16" y="21"/>
                    <a:pt x="0" y="91"/>
                    <a:pt x="16" y="141"/>
                  </a:cubicBezTo>
                  <a:cubicBezTo>
                    <a:pt x="16" y="157"/>
                    <a:pt x="37" y="174"/>
                    <a:pt x="54" y="174"/>
                  </a:cubicBezTo>
                  <a:cubicBezTo>
                    <a:pt x="64" y="196"/>
                    <a:pt x="85" y="205"/>
                    <a:pt x="109" y="205"/>
                  </a:cubicBezTo>
                  <a:cubicBezTo>
                    <a:pt x="125" y="205"/>
                    <a:pt x="142" y="201"/>
                    <a:pt x="157" y="194"/>
                  </a:cubicBezTo>
                  <a:cubicBezTo>
                    <a:pt x="190" y="194"/>
                    <a:pt x="223" y="157"/>
                    <a:pt x="223" y="108"/>
                  </a:cubicBezTo>
                  <a:cubicBezTo>
                    <a:pt x="223" y="91"/>
                    <a:pt x="223" y="91"/>
                    <a:pt x="206" y="70"/>
                  </a:cubicBezTo>
                  <a:cubicBezTo>
                    <a:pt x="193" y="30"/>
                    <a:pt x="157" y="0"/>
                    <a:pt x="1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4" name="Google Shape;12374;p31"/>
            <p:cNvSpPr/>
            <p:nvPr/>
          </p:nvSpPr>
          <p:spPr>
            <a:xfrm>
              <a:off x="4167350" y="3232250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14" y="1"/>
                  </a:moveTo>
                  <a:cubicBezTo>
                    <a:pt x="58" y="1"/>
                    <a:pt x="17" y="44"/>
                    <a:pt x="17" y="91"/>
                  </a:cubicBezTo>
                  <a:cubicBezTo>
                    <a:pt x="1" y="107"/>
                    <a:pt x="17" y="124"/>
                    <a:pt x="17" y="140"/>
                  </a:cubicBezTo>
                  <a:cubicBezTo>
                    <a:pt x="17" y="140"/>
                    <a:pt x="17" y="161"/>
                    <a:pt x="38" y="161"/>
                  </a:cubicBezTo>
                  <a:cubicBezTo>
                    <a:pt x="55" y="194"/>
                    <a:pt x="71" y="194"/>
                    <a:pt x="104" y="210"/>
                  </a:cubicBezTo>
                  <a:cubicBezTo>
                    <a:pt x="120" y="210"/>
                    <a:pt x="158" y="210"/>
                    <a:pt x="174" y="194"/>
                  </a:cubicBezTo>
                  <a:cubicBezTo>
                    <a:pt x="207" y="177"/>
                    <a:pt x="207" y="140"/>
                    <a:pt x="224" y="124"/>
                  </a:cubicBezTo>
                  <a:cubicBezTo>
                    <a:pt x="224" y="58"/>
                    <a:pt x="191" y="4"/>
                    <a:pt x="141" y="4"/>
                  </a:cubicBezTo>
                  <a:cubicBezTo>
                    <a:pt x="132" y="2"/>
                    <a:pt x="123" y="1"/>
                    <a:pt x="1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5" name="Google Shape;12375;p31"/>
            <p:cNvSpPr/>
            <p:nvPr/>
          </p:nvSpPr>
          <p:spPr>
            <a:xfrm>
              <a:off x="4163550" y="3245150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99" y="0"/>
                  </a:moveTo>
                  <a:cubicBezTo>
                    <a:pt x="54" y="0"/>
                    <a:pt x="15" y="44"/>
                    <a:pt x="0" y="90"/>
                  </a:cubicBezTo>
                  <a:lnTo>
                    <a:pt x="0" y="140"/>
                  </a:lnTo>
                  <a:cubicBezTo>
                    <a:pt x="17" y="140"/>
                    <a:pt x="17" y="160"/>
                    <a:pt x="17" y="160"/>
                  </a:cubicBezTo>
                  <a:cubicBezTo>
                    <a:pt x="33" y="193"/>
                    <a:pt x="66" y="193"/>
                    <a:pt x="87" y="210"/>
                  </a:cubicBezTo>
                  <a:cubicBezTo>
                    <a:pt x="136" y="210"/>
                    <a:pt x="207" y="177"/>
                    <a:pt x="207" y="123"/>
                  </a:cubicBezTo>
                  <a:cubicBezTo>
                    <a:pt x="207" y="90"/>
                    <a:pt x="207" y="57"/>
                    <a:pt x="190" y="37"/>
                  </a:cubicBezTo>
                  <a:cubicBezTo>
                    <a:pt x="169" y="20"/>
                    <a:pt x="153" y="4"/>
                    <a:pt x="120" y="4"/>
                  </a:cubicBezTo>
                  <a:cubicBezTo>
                    <a:pt x="113" y="1"/>
                    <a:pt x="106" y="0"/>
                    <a:pt x="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6" name="Google Shape;12376;p31"/>
            <p:cNvSpPr/>
            <p:nvPr/>
          </p:nvSpPr>
          <p:spPr>
            <a:xfrm>
              <a:off x="4176425" y="3244775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20" y="1"/>
                  </a:moveTo>
                  <a:cubicBezTo>
                    <a:pt x="89" y="1"/>
                    <a:pt x="54" y="15"/>
                    <a:pt x="34" y="35"/>
                  </a:cubicBezTo>
                  <a:cubicBezTo>
                    <a:pt x="17" y="72"/>
                    <a:pt x="1" y="89"/>
                    <a:pt x="1" y="122"/>
                  </a:cubicBezTo>
                  <a:lnTo>
                    <a:pt x="17" y="138"/>
                  </a:lnTo>
                  <a:cubicBezTo>
                    <a:pt x="17" y="155"/>
                    <a:pt x="34" y="175"/>
                    <a:pt x="50" y="192"/>
                  </a:cubicBezTo>
                  <a:cubicBezTo>
                    <a:pt x="64" y="204"/>
                    <a:pt x="83" y="210"/>
                    <a:pt x="102" y="210"/>
                  </a:cubicBezTo>
                  <a:cubicBezTo>
                    <a:pt x="134" y="210"/>
                    <a:pt x="167" y="196"/>
                    <a:pt x="190" y="175"/>
                  </a:cubicBezTo>
                  <a:cubicBezTo>
                    <a:pt x="207" y="155"/>
                    <a:pt x="223" y="122"/>
                    <a:pt x="223" y="89"/>
                  </a:cubicBezTo>
                  <a:cubicBezTo>
                    <a:pt x="207" y="72"/>
                    <a:pt x="207" y="35"/>
                    <a:pt x="170" y="19"/>
                  </a:cubicBezTo>
                  <a:cubicBezTo>
                    <a:pt x="157" y="6"/>
                    <a:pt x="139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7" name="Google Shape;12377;p31"/>
            <p:cNvSpPr/>
            <p:nvPr/>
          </p:nvSpPr>
          <p:spPr>
            <a:xfrm>
              <a:off x="4179825" y="3230950"/>
              <a:ext cx="5600" cy="5025"/>
            </a:xfrm>
            <a:custGeom>
              <a:avLst/>
              <a:gdLst/>
              <a:ahLst/>
              <a:cxnLst/>
              <a:rect l="l" t="t" r="r" b="b"/>
              <a:pathLst>
                <a:path w="224" h="201" extrusionOk="0">
                  <a:moveTo>
                    <a:pt x="101" y="1"/>
                  </a:moveTo>
                  <a:cubicBezTo>
                    <a:pt x="53" y="1"/>
                    <a:pt x="17" y="36"/>
                    <a:pt x="17" y="89"/>
                  </a:cubicBezTo>
                  <a:cubicBezTo>
                    <a:pt x="1" y="110"/>
                    <a:pt x="17" y="126"/>
                    <a:pt x="17" y="143"/>
                  </a:cubicBezTo>
                  <a:cubicBezTo>
                    <a:pt x="17" y="143"/>
                    <a:pt x="17" y="159"/>
                    <a:pt x="34" y="159"/>
                  </a:cubicBezTo>
                  <a:cubicBezTo>
                    <a:pt x="54" y="176"/>
                    <a:pt x="71" y="192"/>
                    <a:pt x="104" y="192"/>
                  </a:cubicBezTo>
                  <a:cubicBezTo>
                    <a:pt x="109" y="198"/>
                    <a:pt x="116" y="201"/>
                    <a:pt x="123" y="201"/>
                  </a:cubicBezTo>
                  <a:cubicBezTo>
                    <a:pt x="141" y="201"/>
                    <a:pt x="162" y="187"/>
                    <a:pt x="174" y="176"/>
                  </a:cubicBezTo>
                  <a:cubicBezTo>
                    <a:pt x="207" y="159"/>
                    <a:pt x="207" y="143"/>
                    <a:pt x="223" y="110"/>
                  </a:cubicBezTo>
                  <a:cubicBezTo>
                    <a:pt x="223" y="89"/>
                    <a:pt x="223" y="56"/>
                    <a:pt x="207" y="40"/>
                  </a:cubicBezTo>
                  <a:cubicBezTo>
                    <a:pt x="190" y="23"/>
                    <a:pt x="157" y="7"/>
                    <a:pt x="137" y="7"/>
                  </a:cubicBezTo>
                  <a:cubicBezTo>
                    <a:pt x="125" y="3"/>
                    <a:pt x="113" y="1"/>
                    <a:pt x="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8" name="Google Shape;12378;p31"/>
            <p:cNvSpPr/>
            <p:nvPr/>
          </p:nvSpPr>
          <p:spPr>
            <a:xfrm>
              <a:off x="4182000" y="3215650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120" y="0"/>
                  </a:moveTo>
                  <a:cubicBezTo>
                    <a:pt x="70" y="0"/>
                    <a:pt x="0" y="33"/>
                    <a:pt x="0" y="83"/>
                  </a:cubicBezTo>
                  <a:lnTo>
                    <a:pt x="0" y="153"/>
                  </a:lnTo>
                  <a:cubicBezTo>
                    <a:pt x="17" y="169"/>
                    <a:pt x="50" y="206"/>
                    <a:pt x="87" y="206"/>
                  </a:cubicBezTo>
                  <a:cubicBezTo>
                    <a:pt x="95" y="209"/>
                    <a:pt x="103" y="210"/>
                    <a:pt x="111" y="210"/>
                  </a:cubicBezTo>
                  <a:cubicBezTo>
                    <a:pt x="153" y="210"/>
                    <a:pt x="193" y="175"/>
                    <a:pt x="207" y="120"/>
                  </a:cubicBezTo>
                  <a:cubicBezTo>
                    <a:pt x="207" y="103"/>
                    <a:pt x="207" y="66"/>
                    <a:pt x="190" y="50"/>
                  </a:cubicBezTo>
                  <a:cubicBezTo>
                    <a:pt x="174" y="33"/>
                    <a:pt x="136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9" name="Google Shape;12379;p31"/>
            <p:cNvSpPr/>
            <p:nvPr/>
          </p:nvSpPr>
          <p:spPr>
            <a:xfrm>
              <a:off x="4173450" y="3194425"/>
              <a:ext cx="5175" cy="5025"/>
            </a:xfrm>
            <a:custGeom>
              <a:avLst/>
              <a:gdLst/>
              <a:ahLst/>
              <a:cxnLst/>
              <a:rect l="l" t="t" r="r" b="b"/>
              <a:pathLst>
                <a:path w="207" h="201" extrusionOk="0">
                  <a:moveTo>
                    <a:pt x="93" y="0"/>
                  </a:moveTo>
                  <a:cubicBezTo>
                    <a:pt x="47" y="0"/>
                    <a:pt x="0" y="35"/>
                    <a:pt x="0" y="91"/>
                  </a:cubicBezTo>
                  <a:lnTo>
                    <a:pt x="0" y="144"/>
                  </a:lnTo>
                  <a:lnTo>
                    <a:pt x="17" y="161"/>
                  </a:lnTo>
                  <a:cubicBezTo>
                    <a:pt x="33" y="177"/>
                    <a:pt x="50" y="194"/>
                    <a:pt x="83" y="194"/>
                  </a:cubicBezTo>
                  <a:cubicBezTo>
                    <a:pt x="94" y="199"/>
                    <a:pt x="103" y="201"/>
                    <a:pt x="111" y="201"/>
                  </a:cubicBezTo>
                  <a:cubicBezTo>
                    <a:pt x="131" y="201"/>
                    <a:pt x="146" y="189"/>
                    <a:pt x="169" y="177"/>
                  </a:cubicBezTo>
                  <a:cubicBezTo>
                    <a:pt x="186" y="161"/>
                    <a:pt x="206" y="144"/>
                    <a:pt x="206" y="107"/>
                  </a:cubicBezTo>
                  <a:cubicBezTo>
                    <a:pt x="206" y="91"/>
                    <a:pt x="206" y="58"/>
                    <a:pt x="186" y="41"/>
                  </a:cubicBezTo>
                  <a:cubicBezTo>
                    <a:pt x="169" y="25"/>
                    <a:pt x="153" y="4"/>
                    <a:pt x="120" y="4"/>
                  </a:cubicBezTo>
                  <a:cubicBezTo>
                    <a:pt x="111" y="1"/>
                    <a:pt x="102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0" name="Google Shape;12380;p31"/>
            <p:cNvSpPr/>
            <p:nvPr/>
          </p:nvSpPr>
          <p:spPr>
            <a:xfrm>
              <a:off x="4087475" y="3173075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1"/>
                  </a:moveTo>
                  <a:cubicBezTo>
                    <a:pt x="87" y="1"/>
                    <a:pt x="71" y="1"/>
                    <a:pt x="38" y="17"/>
                  </a:cubicBezTo>
                  <a:cubicBezTo>
                    <a:pt x="17" y="33"/>
                    <a:pt x="1" y="54"/>
                    <a:pt x="1" y="87"/>
                  </a:cubicBezTo>
                  <a:lnTo>
                    <a:pt x="1" y="137"/>
                  </a:lnTo>
                  <a:cubicBezTo>
                    <a:pt x="1" y="157"/>
                    <a:pt x="17" y="157"/>
                    <a:pt x="17" y="174"/>
                  </a:cubicBezTo>
                  <a:cubicBezTo>
                    <a:pt x="38" y="190"/>
                    <a:pt x="54" y="207"/>
                    <a:pt x="87" y="207"/>
                  </a:cubicBezTo>
                  <a:cubicBezTo>
                    <a:pt x="141" y="207"/>
                    <a:pt x="190" y="174"/>
                    <a:pt x="207" y="120"/>
                  </a:cubicBezTo>
                  <a:cubicBezTo>
                    <a:pt x="207" y="87"/>
                    <a:pt x="207" y="71"/>
                    <a:pt x="190" y="33"/>
                  </a:cubicBezTo>
                  <a:cubicBezTo>
                    <a:pt x="174" y="17"/>
                    <a:pt x="15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1" name="Google Shape;12381;p31"/>
            <p:cNvSpPr/>
            <p:nvPr/>
          </p:nvSpPr>
          <p:spPr>
            <a:xfrm>
              <a:off x="4359375" y="3122875"/>
              <a:ext cx="5200" cy="5250"/>
            </a:xfrm>
            <a:custGeom>
              <a:avLst/>
              <a:gdLst/>
              <a:ahLst/>
              <a:cxnLst/>
              <a:rect l="l" t="t" r="r" b="b"/>
              <a:pathLst>
                <a:path w="208" h="210" extrusionOk="0">
                  <a:moveTo>
                    <a:pt x="120" y="1"/>
                  </a:moveTo>
                  <a:cubicBezTo>
                    <a:pt x="87" y="1"/>
                    <a:pt x="67" y="1"/>
                    <a:pt x="34" y="17"/>
                  </a:cubicBezTo>
                  <a:cubicBezTo>
                    <a:pt x="17" y="34"/>
                    <a:pt x="1" y="67"/>
                    <a:pt x="1" y="83"/>
                  </a:cubicBezTo>
                  <a:lnTo>
                    <a:pt x="1" y="137"/>
                  </a:lnTo>
                  <a:cubicBezTo>
                    <a:pt x="1" y="153"/>
                    <a:pt x="17" y="153"/>
                    <a:pt x="17" y="170"/>
                  </a:cubicBezTo>
                  <a:cubicBezTo>
                    <a:pt x="34" y="186"/>
                    <a:pt x="50" y="207"/>
                    <a:pt x="87" y="207"/>
                  </a:cubicBezTo>
                  <a:cubicBezTo>
                    <a:pt x="94" y="209"/>
                    <a:pt x="100" y="210"/>
                    <a:pt x="106" y="210"/>
                  </a:cubicBezTo>
                  <a:cubicBezTo>
                    <a:pt x="150" y="210"/>
                    <a:pt x="193" y="163"/>
                    <a:pt x="207" y="120"/>
                  </a:cubicBezTo>
                  <a:cubicBezTo>
                    <a:pt x="207" y="104"/>
                    <a:pt x="207" y="67"/>
                    <a:pt x="191" y="50"/>
                  </a:cubicBezTo>
                  <a:cubicBezTo>
                    <a:pt x="170" y="17"/>
                    <a:pt x="137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2" name="Google Shape;12382;p31"/>
            <p:cNvSpPr/>
            <p:nvPr/>
          </p:nvSpPr>
          <p:spPr>
            <a:xfrm>
              <a:off x="4365375" y="3155025"/>
              <a:ext cx="5575" cy="5200"/>
            </a:xfrm>
            <a:custGeom>
              <a:avLst/>
              <a:gdLst/>
              <a:ahLst/>
              <a:cxnLst/>
              <a:rect l="l" t="t" r="r" b="b"/>
              <a:pathLst>
                <a:path w="223" h="208" extrusionOk="0">
                  <a:moveTo>
                    <a:pt x="136" y="1"/>
                  </a:moveTo>
                  <a:cubicBezTo>
                    <a:pt x="103" y="1"/>
                    <a:pt x="70" y="1"/>
                    <a:pt x="33" y="34"/>
                  </a:cubicBezTo>
                  <a:cubicBezTo>
                    <a:pt x="17" y="55"/>
                    <a:pt x="17" y="71"/>
                    <a:pt x="17" y="88"/>
                  </a:cubicBezTo>
                  <a:cubicBezTo>
                    <a:pt x="0" y="104"/>
                    <a:pt x="17" y="121"/>
                    <a:pt x="17" y="137"/>
                  </a:cubicBezTo>
                  <a:cubicBezTo>
                    <a:pt x="33" y="174"/>
                    <a:pt x="54" y="207"/>
                    <a:pt x="103" y="207"/>
                  </a:cubicBezTo>
                  <a:cubicBezTo>
                    <a:pt x="157" y="207"/>
                    <a:pt x="206" y="174"/>
                    <a:pt x="223" y="121"/>
                  </a:cubicBezTo>
                  <a:cubicBezTo>
                    <a:pt x="223" y="88"/>
                    <a:pt x="223" y="71"/>
                    <a:pt x="206" y="34"/>
                  </a:cubicBezTo>
                  <a:cubicBezTo>
                    <a:pt x="190" y="17"/>
                    <a:pt x="157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3" name="Google Shape;12383;p31"/>
            <p:cNvSpPr/>
            <p:nvPr/>
          </p:nvSpPr>
          <p:spPr>
            <a:xfrm>
              <a:off x="4369275" y="3129525"/>
              <a:ext cx="5600" cy="5200"/>
            </a:xfrm>
            <a:custGeom>
              <a:avLst/>
              <a:gdLst/>
              <a:ahLst/>
              <a:cxnLst/>
              <a:rect l="l" t="t" r="r" b="b"/>
              <a:pathLst>
                <a:path w="224" h="208" extrusionOk="0">
                  <a:moveTo>
                    <a:pt x="125" y="1"/>
                  </a:moveTo>
                  <a:cubicBezTo>
                    <a:pt x="111" y="1"/>
                    <a:pt x="96" y="3"/>
                    <a:pt x="83" y="7"/>
                  </a:cubicBezTo>
                  <a:cubicBezTo>
                    <a:pt x="34" y="23"/>
                    <a:pt x="1" y="93"/>
                    <a:pt x="34" y="147"/>
                  </a:cubicBezTo>
                  <a:cubicBezTo>
                    <a:pt x="34" y="163"/>
                    <a:pt x="50" y="163"/>
                    <a:pt x="50" y="180"/>
                  </a:cubicBezTo>
                  <a:cubicBezTo>
                    <a:pt x="69" y="199"/>
                    <a:pt x="90" y="207"/>
                    <a:pt x="114" y="207"/>
                  </a:cubicBezTo>
                  <a:cubicBezTo>
                    <a:pt x="131" y="207"/>
                    <a:pt x="149" y="203"/>
                    <a:pt x="170" y="196"/>
                  </a:cubicBezTo>
                  <a:cubicBezTo>
                    <a:pt x="207" y="180"/>
                    <a:pt x="223" y="147"/>
                    <a:pt x="223" y="110"/>
                  </a:cubicBezTo>
                  <a:lnTo>
                    <a:pt x="223" y="60"/>
                  </a:lnTo>
                  <a:cubicBezTo>
                    <a:pt x="211" y="20"/>
                    <a:pt x="168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4" name="Google Shape;12384;p31"/>
            <p:cNvSpPr/>
            <p:nvPr/>
          </p:nvSpPr>
          <p:spPr>
            <a:xfrm>
              <a:off x="4363600" y="3106350"/>
              <a:ext cx="6125" cy="5050"/>
            </a:xfrm>
            <a:custGeom>
              <a:avLst/>
              <a:gdLst/>
              <a:ahLst/>
              <a:cxnLst/>
              <a:rect l="l" t="t" r="r" b="b"/>
              <a:pathLst>
                <a:path w="245" h="202" extrusionOk="0">
                  <a:moveTo>
                    <a:pt x="124" y="0"/>
                  </a:moveTo>
                  <a:cubicBezTo>
                    <a:pt x="112" y="0"/>
                    <a:pt x="100" y="2"/>
                    <a:pt x="88" y="6"/>
                  </a:cubicBezTo>
                  <a:cubicBezTo>
                    <a:pt x="38" y="23"/>
                    <a:pt x="1" y="93"/>
                    <a:pt x="22" y="146"/>
                  </a:cubicBezTo>
                  <a:cubicBezTo>
                    <a:pt x="46" y="183"/>
                    <a:pt x="80" y="202"/>
                    <a:pt x="118" y="202"/>
                  </a:cubicBezTo>
                  <a:cubicBezTo>
                    <a:pt x="131" y="202"/>
                    <a:pt x="144" y="200"/>
                    <a:pt x="158" y="196"/>
                  </a:cubicBezTo>
                  <a:cubicBezTo>
                    <a:pt x="207" y="179"/>
                    <a:pt x="244" y="126"/>
                    <a:pt x="228" y="76"/>
                  </a:cubicBezTo>
                  <a:cubicBezTo>
                    <a:pt x="199" y="22"/>
                    <a:pt x="164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5" name="Google Shape;12385;p31"/>
            <p:cNvSpPr/>
            <p:nvPr/>
          </p:nvSpPr>
          <p:spPr>
            <a:xfrm>
              <a:off x="4367950" y="3143250"/>
              <a:ext cx="5175" cy="5425"/>
            </a:xfrm>
            <a:custGeom>
              <a:avLst/>
              <a:gdLst/>
              <a:ahLst/>
              <a:cxnLst/>
              <a:rect l="l" t="t" r="r" b="b"/>
              <a:pathLst>
                <a:path w="207" h="217" extrusionOk="0">
                  <a:moveTo>
                    <a:pt x="96" y="1"/>
                  </a:moveTo>
                  <a:cubicBezTo>
                    <a:pt x="66" y="1"/>
                    <a:pt x="37" y="14"/>
                    <a:pt x="17" y="43"/>
                  </a:cubicBezTo>
                  <a:cubicBezTo>
                    <a:pt x="0" y="60"/>
                    <a:pt x="0" y="93"/>
                    <a:pt x="0" y="113"/>
                  </a:cubicBezTo>
                  <a:lnTo>
                    <a:pt x="0" y="146"/>
                  </a:lnTo>
                  <a:cubicBezTo>
                    <a:pt x="17" y="163"/>
                    <a:pt x="17" y="179"/>
                    <a:pt x="33" y="179"/>
                  </a:cubicBezTo>
                  <a:cubicBezTo>
                    <a:pt x="70" y="196"/>
                    <a:pt x="87" y="216"/>
                    <a:pt x="120" y="216"/>
                  </a:cubicBezTo>
                  <a:cubicBezTo>
                    <a:pt x="136" y="196"/>
                    <a:pt x="173" y="196"/>
                    <a:pt x="190" y="163"/>
                  </a:cubicBezTo>
                  <a:cubicBezTo>
                    <a:pt x="206" y="146"/>
                    <a:pt x="206" y="130"/>
                    <a:pt x="206" y="93"/>
                  </a:cubicBezTo>
                  <a:cubicBezTo>
                    <a:pt x="206" y="60"/>
                    <a:pt x="190" y="43"/>
                    <a:pt x="173" y="27"/>
                  </a:cubicBezTo>
                  <a:cubicBezTo>
                    <a:pt x="149" y="10"/>
                    <a:pt x="122" y="1"/>
                    <a:pt x="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6" name="Google Shape;12386;p31"/>
            <p:cNvSpPr/>
            <p:nvPr/>
          </p:nvSpPr>
          <p:spPr>
            <a:xfrm>
              <a:off x="4380825" y="3072475"/>
              <a:ext cx="5600" cy="5050"/>
            </a:xfrm>
            <a:custGeom>
              <a:avLst/>
              <a:gdLst/>
              <a:ahLst/>
              <a:cxnLst/>
              <a:rect l="l" t="t" r="r" b="b"/>
              <a:pathLst>
                <a:path w="224" h="202" extrusionOk="0">
                  <a:moveTo>
                    <a:pt x="95" y="1"/>
                  </a:moveTo>
                  <a:cubicBezTo>
                    <a:pt x="53" y="1"/>
                    <a:pt x="14" y="33"/>
                    <a:pt x="0" y="91"/>
                  </a:cubicBezTo>
                  <a:cubicBezTo>
                    <a:pt x="0" y="108"/>
                    <a:pt x="0" y="124"/>
                    <a:pt x="17" y="141"/>
                  </a:cubicBezTo>
                  <a:cubicBezTo>
                    <a:pt x="17" y="141"/>
                    <a:pt x="17" y="161"/>
                    <a:pt x="33" y="161"/>
                  </a:cubicBezTo>
                  <a:cubicBezTo>
                    <a:pt x="54" y="178"/>
                    <a:pt x="71" y="194"/>
                    <a:pt x="104" y="194"/>
                  </a:cubicBezTo>
                  <a:cubicBezTo>
                    <a:pt x="108" y="199"/>
                    <a:pt x="115" y="201"/>
                    <a:pt x="122" y="201"/>
                  </a:cubicBezTo>
                  <a:cubicBezTo>
                    <a:pt x="140" y="201"/>
                    <a:pt x="162" y="190"/>
                    <a:pt x="174" y="178"/>
                  </a:cubicBezTo>
                  <a:cubicBezTo>
                    <a:pt x="190" y="161"/>
                    <a:pt x="207" y="141"/>
                    <a:pt x="223" y="108"/>
                  </a:cubicBezTo>
                  <a:cubicBezTo>
                    <a:pt x="223" y="58"/>
                    <a:pt x="190" y="5"/>
                    <a:pt x="120" y="5"/>
                  </a:cubicBezTo>
                  <a:cubicBezTo>
                    <a:pt x="112" y="2"/>
                    <a:pt x="103" y="1"/>
                    <a:pt x="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7" name="Google Shape;12387;p31"/>
            <p:cNvSpPr/>
            <p:nvPr/>
          </p:nvSpPr>
          <p:spPr>
            <a:xfrm>
              <a:off x="4373500" y="3117600"/>
              <a:ext cx="5175" cy="5300"/>
            </a:xfrm>
            <a:custGeom>
              <a:avLst/>
              <a:gdLst/>
              <a:ahLst/>
              <a:cxnLst/>
              <a:rect l="l" t="t" r="r" b="b"/>
              <a:pathLst>
                <a:path w="207" h="212" extrusionOk="0">
                  <a:moveTo>
                    <a:pt x="97" y="1"/>
                  </a:moveTo>
                  <a:cubicBezTo>
                    <a:pt x="51" y="1"/>
                    <a:pt x="1" y="46"/>
                    <a:pt x="1" y="88"/>
                  </a:cubicBezTo>
                  <a:lnTo>
                    <a:pt x="1" y="142"/>
                  </a:lnTo>
                  <a:lnTo>
                    <a:pt x="17" y="158"/>
                  </a:lnTo>
                  <a:cubicBezTo>
                    <a:pt x="38" y="191"/>
                    <a:pt x="54" y="191"/>
                    <a:pt x="87" y="212"/>
                  </a:cubicBezTo>
                  <a:cubicBezTo>
                    <a:pt x="141" y="212"/>
                    <a:pt x="190" y="175"/>
                    <a:pt x="207" y="125"/>
                  </a:cubicBezTo>
                  <a:cubicBezTo>
                    <a:pt x="207" y="88"/>
                    <a:pt x="207" y="71"/>
                    <a:pt x="190" y="38"/>
                  </a:cubicBezTo>
                  <a:cubicBezTo>
                    <a:pt x="174" y="22"/>
                    <a:pt x="141" y="6"/>
                    <a:pt x="120" y="6"/>
                  </a:cubicBezTo>
                  <a:cubicBezTo>
                    <a:pt x="113" y="2"/>
                    <a:pt x="105" y="1"/>
                    <a:pt x="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8" name="Google Shape;12388;p31"/>
            <p:cNvSpPr/>
            <p:nvPr/>
          </p:nvSpPr>
          <p:spPr>
            <a:xfrm>
              <a:off x="4377000" y="3085050"/>
              <a:ext cx="5200" cy="5275"/>
            </a:xfrm>
            <a:custGeom>
              <a:avLst/>
              <a:gdLst/>
              <a:ahLst/>
              <a:cxnLst/>
              <a:rect l="l" t="t" r="r" b="b"/>
              <a:pathLst>
                <a:path w="208" h="211" extrusionOk="0">
                  <a:moveTo>
                    <a:pt x="120" y="1"/>
                  </a:moveTo>
                  <a:cubicBezTo>
                    <a:pt x="67" y="1"/>
                    <a:pt x="1" y="34"/>
                    <a:pt x="1" y="104"/>
                  </a:cubicBezTo>
                  <a:lnTo>
                    <a:pt x="1" y="153"/>
                  </a:lnTo>
                  <a:lnTo>
                    <a:pt x="17" y="174"/>
                  </a:lnTo>
                  <a:cubicBezTo>
                    <a:pt x="34" y="190"/>
                    <a:pt x="50" y="207"/>
                    <a:pt x="83" y="207"/>
                  </a:cubicBezTo>
                  <a:cubicBezTo>
                    <a:pt x="93" y="210"/>
                    <a:pt x="102" y="211"/>
                    <a:pt x="110" y="211"/>
                  </a:cubicBezTo>
                  <a:cubicBezTo>
                    <a:pt x="153" y="211"/>
                    <a:pt x="190" y="178"/>
                    <a:pt x="207" y="120"/>
                  </a:cubicBezTo>
                  <a:cubicBezTo>
                    <a:pt x="207" y="104"/>
                    <a:pt x="207" y="71"/>
                    <a:pt x="186" y="50"/>
                  </a:cubicBezTo>
                  <a:cubicBezTo>
                    <a:pt x="170" y="34"/>
                    <a:pt x="153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9" name="Google Shape;12389;p31"/>
            <p:cNvSpPr/>
            <p:nvPr/>
          </p:nvSpPr>
          <p:spPr>
            <a:xfrm>
              <a:off x="4374425" y="3098650"/>
              <a:ext cx="6000" cy="5200"/>
            </a:xfrm>
            <a:custGeom>
              <a:avLst/>
              <a:gdLst/>
              <a:ahLst/>
              <a:cxnLst/>
              <a:rect l="l" t="t" r="r" b="b"/>
              <a:pathLst>
                <a:path w="240" h="208" extrusionOk="0">
                  <a:moveTo>
                    <a:pt x="111" y="1"/>
                  </a:moveTo>
                  <a:cubicBezTo>
                    <a:pt x="102" y="1"/>
                    <a:pt x="93" y="2"/>
                    <a:pt x="83" y="5"/>
                  </a:cubicBezTo>
                  <a:cubicBezTo>
                    <a:pt x="17" y="21"/>
                    <a:pt x="1" y="91"/>
                    <a:pt x="17" y="145"/>
                  </a:cubicBezTo>
                  <a:cubicBezTo>
                    <a:pt x="29" y="181"/>
                    <a:pt x="69" y="208"/>
                    <a:pt x="109" y="208"/>
                  </a:cubicBezTo>
                  <a:cubicBezTo>
                    <a:pt x="124" y="208"/>
                    <a:pt x="140" y="204"/>
                    <a:pt x="153" y="195"/>
                  </a:cubicBezTo>
                  <a:cubicBezTo>
                    <a:pt x="207" y="178"/>
                    <a:pt x="240" y="124"/>
                    <a:pt x="207" y="75"/>
                  </a:cubicBezTo>
                  <a:cubicBezTo>
                    <a:pt x="190" y="31"/>
                    <a:pt x="153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0" name="Google Shape;12390;p31"/>
            <p:cNvSpPr/>
            <p:nvPr/>
          </p:nvSpPr>
          <p:spPr>
            <a:xfrm>
              <a:off x="4352475" y="3163450"/>
              <a:ext cx="5175" cy="5325"/>
            </a:xfrm>
            <a:custGeom>
              <a:avLst/>
              <a:gdLst/>
              <a:ahLst/>
              <a:cxnLst/>
              <a:rect l="l" t="t" r="r" b="b"/>
              <a:pathLst>
                <a:path w="207" h="213" extrusionOk="0">
                  <a:moveTo>
                    <a:pt x="97" y="1"/>
                  </a:moveTo>
                  <a:cubicBezTo>
                    <a:pt x="66" y="1"/>
                    <a:pt x="37" y="14"/>
                    <a:pt x="17" y="43"/>
                  </a:cubicBezTo>
                  <a:cubicBezTo>
                    <a:pt x="1" y="60"/>
                    <a:pt x="1" y="93"/>
                    <a:pt x="1" y="109"/>
                  </a:cubicBezTo>
                  <a:lnTo>
                    <a:pt x="1" y="146"/>
                  </a:lnTo>
                  <a:cubicBezTo>
                    <a:pt x="17" y="163"/>
                    <a:pt x="17" y="179"/>
                    <a:pt x="34" y="179"/>
                  </a:cubicBezTo>
                  <a:cubicBezTo>
                    <a:pt x="54" y="196"/>
                    <a:pt x="87" y="212"/>
                    <a:pt x="120" y="212"/>
                  </a:cubicBezTo>
                  <a:cubicBezTo>
                    <a:pt x="137" y="212"/>
                    <a:pt x="174" y="196"/>
                    <a:pt x="190" y="179"/>
                  </a:cubicBezTo>
                  <a:cubicBezTo>
                    <a:pt x="207" y="146"/>
                    <a:pt x="207" y="130"/>
                    <a:pt x="207" y="93"/>
                  </a:cubicBezTo>
                  <a:cubicBezTo>
                    <a:pt x="207" y="76"/>
                    <a:pt x="190" y="43"/>
                    <a:pt x="174" y="27"/>
                  </a:cubicBezTo>
                  <a:cubicBezTo>
                    <a:pt x="149" y="10"/>
                    <a:pt x="123" y="1"/>
                    <a:pt x="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1" name="Google Shape;12391;p31"/>
            <p:cNvSpPr/>
            <p:nvPr/>
          </p:nvSpPr>
          <p:spPr>
            <a:xfrm>
              <a:off x="4100775" y="3166675"/>
              <a:ext cx="5175" cy="5200"/>
            </a:xfrm>
            <a:custGeom>
              <a:avLst/>
              <a:gdLst/>
              <a:ahLst/>
              <a:cxnLst/>
              <a:rect l="l" t="t" r="r" b="b"/>
              <a:pathLst>
                <a:path w="207" h="208" extrusionOk="0">
                  <a:moveTo>
                    <a:pt x="101" y="1"/>
                  </a:moveTo>
                  <a:cubicBezTo>
                    <a:pt x="69" y="1"/>
                    <a:pt x="40" y="15"/>
                    <a:pt x="21" y="34"/>
                  </a:cubicBezTo>
                  <a:cubicBezTo>
                    <a:pt x="1" y="67"/>
                    <a:pt x="1" y="83"/>
                    <a:pt x="1" y="120"/>
                  </a:cubicBezTo>
                  <a:lnTo>
                    <a:pt x="1" y="137"/>
                  </a:lnTo>
                  <a:cubicBezTo>
                    <a:pt x="21" y="153"/>
                    <a:pt x="21" y="170"/>
                    <a:pt x="38" y="186"/>
                  </a:cubicBezTo>
                  <a:cubicBezTo>
                    <a:pt x="54" y="207"/>
                    <a:pt x="87" y="207"/>
                    <a:pt x="124" y="207"/>
                  </a:cubicBezTo>
                  <a:cubicBezTo>
                    <a:pt x="141" y="207"/>
                    <a:pt x="174" y="186"/>
                    <a:pt x="190" y="170"/>
                  </a:cubicBezTo>
                  <a:cubicBezTo>
                    <a:pt x="207" y="153"/>
                    <a:pt x="207" y="120"/>
                    <a:pt x="207" y="104"/>
                  </a:cubicBezTo>
                  <a:cubicBezTo>
                    <a:pt x="207" y="67"/>
                    <a:pt x="190" y="50"/>
                    <a:pt x="174" y="34"/>
                  </a:cubicBezTo>
                  <a:cubicBezTo>
                    <a:pt x="152" y="10"/>
                    <a:pt x="126" y="1"/>
                    <a:pt x="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2" name="Google Shape;12392;p31"/>
            <p:cNvSpPr/>
            <p:nvPr/>
          </p:nvSpPr>
          <p:spPr>
            <a:xfrm>
              <a:off x="4355475" y="3136175"/>
              <a:ext cx="5575" cy="5275"/>
            </a:xfrm>
            <a:custGeom>
              <a:avLst/>
              <a:gdLst/>
              <a:ahLst/>
              <a:cxnLst/>
              <a:rect l="l" t="t" r="r" b="b"/>
              <a:pathLst>
                <a:path w="223" h="211" extrusionOk="0">
                  <a:moveTo>
                    <a:pt x="70" y="1"/>
                  </a:moveTo>
                  <a:cubicBezTo>
                    <a:pt x="17" y="33"/>
                    <a:pt x="0" y="87"/>
                    <a:pt x="17" y="137"/>
                  </a:cubicBezTo>
                  <a:cubicBezTo>
                    <a:pt x="34" y="181"/>
                    <a:pt x="82" y="211"/>
                    <a:pt x="128" y="211"/>
                  </a:cubicBezTo>
                  <a:cubicBezTo>
                    <a:pt x="138" y="211"/>
                    <a:pt x="147" y="210"/>
                    <a:pt x="157" y="207"/>
                  </a:cubicBezTo>
                  <a:cubicBezTo>
                    <a:pt x="173" y="190"/>
                    <a:pt x="190" y="190"/>
                    <a:pt x="190" y="170"/>
                  </a:cubicBezTo>
                  <a:cubicBezTo>
                    <a:pt x="223" y="137"/>
                    <a:pt x="223" y="104"/>
                    <a:pt x="206" y="66"/>
                  </a:cubicBezTo>
                  <a:cubicBezTo>
                    <a:pt x="190" y="33"/>
                    <a:pt x="15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3" name="Google Shape;12393;p31"/>
            <p:cNvSpPr/>
            <p:nvPr/>
          </p:nvSpPr>
          <p:spPr>
            <a:xfrm>
              <a:off x="4340000" y="3169675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41" y="0"/>
                  </a:moveTo>
                  <a:cubicBezTo>
                    <a:pt x="71" y="0"/>
                    <a:pt x="17" y="33"/>
                    <a:pt x="17" y="87"/>
                  </a:cubicBezTo>
                  <a:cubicBezTo>
                    <a:pt x="1" y="104"/>
                    <a:pt x="17" y="120"/>
                    <a:pt x="17" y="137"/>
                  </a:cubicBezTo>
                  <a:cubicBezTo>
                    <a:pt x="17" y="153"/>
                    <a:pt x="17" y="153"/>
                    <a:pt x="38" y="169"/>
                  </a:cubicBezTo>
                  <a:cubicBezTo>
                    <a:pt x="54" y="190"/>
                    <a:pt x="71" y="207"/>
                    <a:pt x="104" y="207"/>
                  </a:cubicBezTo>
                  <a:cubicBezTo>
                    <a:pt x="120" y="207"/>
                    <a:pt x="157" y="207"/>
                    <a:pt x="174" y="190"/>
                  </a:cubicBezTo>
                  <a:cubicBezTo>
                    <a:pt x="207" y="169"/>
                    <a:pt x="207" y="153"/>
                    <a:pt x="223" y="120"/>
                  </a:cubicBezTo>
                  <a:cubicBezTo>
                    <a:pt x="223" y="104"/>
                    <a:pt x="223" y="66"/>
                    <a:pt x="207" y="50"/>
                  </a:cubicBezTo>
                  <a:cubicBezTo>
                    <a:pt x="190" y="17"/>
                    <a:pt x="157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4" name="Google Shape;12394;p31"/>
            <p:cNvSpPr/>
            <p:nvPr/>
          </p:nvSpPr>
          <p:spPr>
            <a:xfrm>
              <a:off x="4345575" y="3126950"/>
              <a:ext cx="5700" cy="5100"/>
            </a:xfrm>
            <a:custGeom>
              <a:avLst/>
              <a:gdLst/>
              <a:ahLst/>
              <a:cxnLst/>
              <a:rect l="l" t="t" r="r" b="b"/>
              <a:pathLst>
                <a:path w="228" h="204" extrusionOk="0">
                  <a:moveTo>
                    <a:pt x="107" y="1"/>
                  </a:moveTo>
                  <a:cubicBezTo>
                    <a:pt x="78" y="1"/>
                    <a:pt x="49" y="14"/>
                    <a:pt x="21" y="44"/>
                  </a:cubicBezTo>
                  <a:cubicBezTo>
                    <a:pt x="0" y="60"/>
                    <a:pt x="0" y="77"/>
                    <a:pt x="0" y="110"/>
                  </a:cubicBezTo>
                  <a:cubicBezTo>
                    <a:pt x="0" y="126"/>
                    <a:pt x="0" y="126"/>
                    <a:pt x="21" y="147"/>
                  </a:cubicBezTo>
                  <a:cubicBezTo>
                    <a:pt x="21" y="163"/>
                    <a:pt x="38" y="163"/>
                    <a:pt x="38" y="180"/>
                  </a:cubicBezTo>
                  <a:cubicBezTo>
                    <a:pt x="61" y="192"/>
                    <a:pt x="76" y="203"/>
                    <a:pt x="96" y="203"/>
                  </a:cubicBezTo>
                  <a:cubicBezTo>
                    <a:pt x="104" y="203"/>
                    <a:pt x="113" y="201"/>
                    <a:pt x="124" y="196"/>
                  </a:cubicBezTo>
                  <a:cubicBezTo>
                    <a:pt x="157" y="196"/>
                    <a:pt x="174" y="180"/>
                    <a:pt x="190" y="163"/>
                  </a:cubicBezTo>
                  <a:cubicBezTo>
                    <a:pt x="207" y="147"/>
                    <a:pt x="227" y="110"/>
                    <a:pt x="207" y="93"/>
                  </a:cubicBezTo>
                  <a:cubicBezTo>
                    <a:pt x="207" y="60"/>
                    <a:pt x="190" y="44"/>
                    <a:pt x="174" y="23"/>
                  </a:cubicBezTo>
                  <a:cubicBezTo>
                    <a:pt x="152" y="9"/>
                    <a:pt x="129" y="1"/>
                    <a:pt x="1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5" name="Google Shape;12395;p31"/>
            <p:cNvSpPr/>
            <p:nvPr/>
          </p:nvSpPr>
          <p:spPr>
            <a:xfrm>
              <a:off x="4344325" y="3139050"/>
              <a:ext cx="5600" cy="5450"/>
            </a:xfrm>
            <a:custGeom>
              <a:avLst/>
              <a:gdLst/>
              <a:ahLst/>
              <a:cxnLst/>
              <a:rect l="l" t="t" r="r" b="b"/>
              <a:pathLst>
                <a:path w="224" h="218" extrusionOk="0">
                  <a:moveTo>
                    <a:pt x="105" y="1"/>
                  </a:moveTo>
                  <a:cubicBezTo>
                    <a:pt x="94" y="1"/>
                    <a:pt x="83" y="2"/>
                    <a:pt x="71" y="5"/>
                  </a:cubicBezTo>
                  <a:cubicBezTo>
                    <a:pt x="17" y="38"/>
                    <a:pt x="1" y="92"/>
                    <a:pt x="17" y="141"/>
                  </a:cubicBezTo>
                  <a:cubicBezTo>
                    <a:pt x="17" y="158"/>
                    <a:pt x="34" y="178"/>
                    <a:pt x="34" y="178"/>
                  </a:cubicBezTo>
                  <a:cubicBezTo>
                    <a:pt x="61" y="202"/>
                    <a:pt x="95" y="218"/>
                    <a:pt x="124" y="218"/>
                  </a:cubicBezTo>
                  <a:cubicBezTo>
                    <a:pt x="135" y="218"/>
                    <a:pt x="145" y="216"/>
                    <a:pt x="154" y="211"/>
                  </a:cubicBezTo>
                  <a:cubicBezTo>
                    <a:pt x="191" y="195"/>
                    <a:pt x="224" y="158"/>
                    <a:pt x="224" y="125"/>
                  </a:cubicBezTo>
                  <a:cubicBezTo>
                    <a:pt x="224" y="108"/>
                    <a:pt x="224" y="92"/>
                    <a:pt x="207" y="75"/>
                  </a:cubicBezTo>
                  <a:cubicBezTo>
                    <a:pt x="194" y="31"/>
                    <a:pt x="155" y="1"/>
                    <a:pt x="1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6" name="Google Shape;12396;p31"/>
            <p:cNvSpPr/>
            <p:nvPr/>
          </p:nvSpPr>
          <p:spPr>
            <a:xfrm>
              <a:off x="4350325" y="3177700"/>
              <a:ext cx="5175" cy="5300"/>
            </a:xfrm>
            <a:custGeom>
              <a:avLst/>
              <a:gdLst/>
              <a:ahLst/>
              <a:cxnLst/>
              <a:rect l="l" t="t" r="r" b="b"/>
              <a:pathLst>
                <a:path w="207" h="212" extrusionOk="0">
                  <a:moveTo>
                    <a:pt x="87" y="1"/>
                  </a:moveTo>
                  <a:cubicBezTo>
                    <a:pt x="37" y="1"/>
                    <a:pt x="0" y="34"/>
                    <a:pt x="0" y="92"/>
                  </a:cubicBezTo>
                  <a:lnTo>
                    <a:pt x="0" y="141"/>
                  </a:lnTo>
                  <a:lnTo>
                    <a:pt x="17" y="158"/>
                  </a:lnTo>
                  <a:cubicBezTo>
                    <a:pt x="37" y="195"/>
                    <a:pt x="54" y="195"/>
                    <a:pt x="87" y="211"/>
                  </a:cubicBezTo>
                  <a:cubicBezTo>
                    <a:pt x="120" y="211"/>
                    <a:pt x="140" y="195"/>
                    <a:pt x="157" y="195"/>
                  </a:cubicBezTo>
                  <a:cubicBezTo>
                    <a:pt x="190" y="178"/>
                    <a:pt x="206" y="141"/>
                    <a:pt x="206" y="125"/>
                  </a:cubicBezTo>
                  <a:cubicBezTo>
                    <a:pt x="206" y="92"/>
                    <a:pt x="206" y="55"/>
                    <a:pt x="190" y="38"/>
                  </a:cubicBezTo>
                  <a:cubicBezTo>
                    <a:pt x="173" y="22"/>
                    <a:pt x="140" y="5"/>
                    <a:pt x="120" y="5"/>
                  </a:cubicBezTo>
                  <a:cubicBezTo>
                    <a:pt x="108" y="2"/>
                    <a:pt x="98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7" name="Google Shape;12397;p31"/>
            <p:cNvSpPr/>
            <p:nvPr/>
          </p:nvSpPr>
          <p:spPr>
            <a:xfrm>
              <a:off x="4354650" y="3149475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120" y="0"/>
                  </a:moveTo>
                  <a:cubicBezTo>
                    <a:pt x="87" y="0"/>
                    <a:pt x="70" y="17"/>
                    <a:pt x="50" y="33"/>
                  </a:cubicBezTo>
                  <a:cubicBezTo>
                    <a:pt x="17" y="33"/>
                    <a:pt x="0" y="70"/>
                    <a:pt x="0" y="87"/>
                  </a:cubicBezTo>
                  <a:lnTo>
                    <a:pt x="0" y="153"/>
                  </a:lnTo>
                  <a:cubicBezTo>
                    <a:pt x="17" y="153"/>
                    <a:pt x="17" y="153"/>
                    <a:pt x="17" y="174"/>
                  </a:cubicBezTo>
                  <a:cubicBezTo>
                    <a:pt x="33" y="190"/>
                    <a:pt x="70" y="207"/>
                    <a:pt x="87" y="207"/>
                  </a:cubicBezTo>
                  <a:cubicBezTo>
                    <a:pt x="98" y="209"/>
                    <a:pt x="109" y="211"/>
                    <a:pt x="119" y="211"/>
                  </a:cubicBezTo>
                  <a:cubicBezTo>
                    <a:pt x="169" y="211"/>
                    <a:pt x="206" y="178"/>
                    <a:pt x="206" y="120"/>
                  </a:cubicBezTo>
                  <a:cubicBezTo>
                    <a:pt x="206" y="103"/>
                    <a:pt x="206" y="70"/>
                    <a:pt x="190" y="50"/>
                  </a:cubicBezTo>
                  <a:cubicBezTo>
                    <a:pt x="173" y="33"/>
                    <a:pt x="153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8" name="Google Shape;12398;p31"/>
            <p:cNvSpPr/>
            <p:nvPr/>
          </p:nvSpPr>
          <p:spPr>
            <a:xfrm>
              <a:off x="4384750" y="3111225"/>
              <a:ext cx="1675" cy="4775"/>
            </a:xfrm>
            <a:custGeom>
              <a:avLst/>
              <a:gdLst/>
              <a:ahLst/>
              <a:cxnLst/>
              <a:rect l="l" t="t" r="r" b="b"/>
              <a:pathLst>
                <a:path w="67" h="191" extrusionOk="0">
                  <a:moveTo>
                    <a:pt x="66" y="1"/>
                  </a:moveTo>
                  <a:cubicBezTo>
                    <a:pt x="50" y="1"/>
                    <a:pt x="33" y="17"/>
                    <a:pt x="17" y="34"/>
                  </a:cubicBezTo>
                  <a:cubicBezTo>
                    <a:pt x="0" y="54"/>
                    <a:pt x="0" y="71"/>
                    <a:pt x="0" y="104"/>
                  </a:cubicBezTo>
                  <a:lnTo>
                    <a:pt x="0" y="120"/>
                  </a:lnTo>
                  <a:cubicBezTo>
                    <a:pt x="17" y="137"/>
                    <a:pt x="17" y="157"/>
                    <a:pt x="33" y="174"/>
                  </a:cubicBezTo>
                  <a:cubicBezTo>
                    <a:pt x="50" y="174"/>
                    <a:pt x="50" y="190"/>
                    <a:pt x="66" y="190"/>
                  </a:cubicBezTo>
                  <a:lnTo>
                    <a:pt x="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9" name="Google Shape;12399;p31"/>
            <p:cNvSpPr/>
            <p:nvPr/>
          </p:nvSpPr>
          <p:spPr>
            <a:xfrm>
              <a:off x="4342175" y="315462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20" y="1"/>
                  </a:moveTo>
                  <a:cubicBezTo>
                    <a:pt x="70" y="1"/>
                    <a:pt x="0" y="33"/>
                    <a:pt x="0" y="87"/>
                  </a:cubicBezTo>
                  <a:lnTo>
                    <a:pt x="0" y="137"/>
                  </a:lnTo>
                  <a:cubicBezTo>
                    <a:pt x="17" y="174"/>
                    <a:pt x="54" y="207"/>
                    <a:pt x="87" y="207"/>
                  </a:cubicBezTo>
                  <a:cubicBezTo>
                    <a:pt x="94" y="209"/>
                    <a:pt x="100" y="210"/>
                    <a:pt x="107" y="210"/>
                  </a:cubicBezTo>
                  <a:cubicBezTo>
                    <a:pt x="150" y="210"/>
                    <a:pt x="192" y="167"/>
                    <a:pt x="207" y="120"/>
                  </a:cubicBezTo>
                  <a:cubicBezTo>
                    <a:pt x="207" y="87"/>
                    <a:pt x="207" y="71"/>
                    <a:pt x="190" y="50"/>
                  </a:cubicBezTo>
                  <a:cubicBezTo>
                    <a:pt x="174" y="17"/>
                    <a:pt x="15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0" name="Google Shape;12400;p31"/>
            <p:cNvSpPr/>
            <p:nvPr/>
          </p:nvSpPr>
          <p:spPr>
            <a:xfrm>
              <a:off x="4091800" y="3146475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37" y="1"/>
                  </a:moveTo>
                  <a:cubicBezTo>
                    <a:pt x="104" y="1"/>
                    <a:pt x="71" y="1"/>
                    <a:pt x="50" y="17"/>
                  </a:cubicBezTo>
                  <a:cubicBezTo>
                    <a:pt x="34" y="34"/>
                    <a:pt x="17" y="50"/>
                    <a:pt x="17" y="87"/>
                  </a:cubicBezTo>
                  <a:cubicBezTo>
                    <a:pt x="1" y="104"/>
                    <a:pt x="17" y="120"/>
                    <a:pt x="17" y="137"/>
                  </a:cubicBezTo>
                  <a:cubicBezTo>
                    <a:pt x="17" y="137"/>
                    <a:pt x="17" y="153"/>
                    <a:pt x="34" y="153"/>
                  </a:cubicBezTo>
                  <a:cubicBezTo>
                    <a:pt x="50" y="190"/>
                    <a:pt x="71" y="190"/>
                    <a:pt x="104" y="207"/>
                  </a:cubicBezTo>
                  <a:cubicBezTo>
                    <a:pt x="153" y="207"/>
                    <a:pt x="207" y="170"/>
                    <a:pt x="223" y="120"/>
                  </a:cubicBezTo>
                  <a:cubicBezTo>
                    <a:pt x="223" y="87"/>
                    <a:pt x="223" y="67"/>
                    <a:pt x="207" y="34"/>
                  </a:cubicBezTo>
                  <a:cubicBezTo>
                    <a:pt x="191" y="17"/>
                    <a:pt x="153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1" name="Google Shape;12401;p31"/>
            <p:cNvSpPr/>
            <p:nvPr/>
          </p:nvSpPr>
          <p:spPr>
            <a:xfrm>
              <a:off x="4082750" y="3201000"/>
              <a:ext cx="5675" cy="5175"/>
            </a:xfrm>
            <a:custGeom>
              <a:avLst/>
              <a:gdLst/>
              <a:ahLst/>
              <a:cxnLst/>
              <a:rect l="l" t="t" r="r" b="b"/>
              <a:pathLst>
                <a:path w="227" h="207" extrusionOk="0">
                  <a:moveTo>
                    <a:pt x="140" y="1"/>
                  </a:moveTo>
                  <a:cubicBezTo>
                    <a:pt x="70" y="1"/>
                    <a:pt x="21" y="34"/>
                    <a:pt x="21" y="87"/>
                  </a:cubicBezTo>
                  <a:cubicBezTo>
                    <a:pt x="0" y="104"/>
                    <a:pt x="21" y="120"/>
                    <a:pt x="21" y="137"/>
                  </a:cubicBezTo>
                  <a:cubicBezTo>
                    <a:pt x="21" y="153"/>
                    <a:pt x="21" y="153"/>
                    <a:pt x="37" y="174"/>
                  </a:cubicBezTo>
                  <a:cubicBezTo>
                    <a:pt x="54" y="190"/>
                    <a:pt x="70" y="207"/>
                    <a:pt x="103" y="207"/>
                  </a:cubicBezTo>
                  <a:cubicBezTo>
                    <a:pt x="124" y="207"/>
                    <a:pt x="157" y="207"/>
                    <a:pt x="173" y="190"/>
                  </a:cubicBezTo>
                  <a:cubicBezTo>
                    <a:pt x="206" y="174"/>
                    <a:pt x="206" y="153"/>
                    <a:pt x="227" y="120"/>
                  </a:cubicBezTo>
                  <a:cubicBezTo>
                    <a:pt x="227" y="104"/>
                    <a:pt x="227" y="71"/>
                    <a:pt x="206" y="50"/>
                  </a:cubicBezTo>
                  <a:cubicBezTo>
                    <a:pt x="190" y="17"/>
                    <a:pt x="157" y="17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2" name="Google Shape;12402;p31"/>
            <p:cNvSpPr/>
            <p:nvPr/>
          </p:nvSpPr>
          <p:spPr>
            <a:xfrm>
              <a:off x="4088400" y="3159600"/>
              <a:ext cx="5600" cy="5100"/>
            </a:xfrm>
            <a:custGeom>
              <a:avLst/>
              <a:gdLst/>
              <a:ahLst/>
              <a:cxnLst/>
              <a:rect l="l" t="t" r="r" b="b"/>
              <a:pathLst>
                <a:path w="224" h="204" extrusionOk="0">
                  <a:moveTo>
                    <a:pt x="103" y="0"/>
                  </a:moveTo>
                  <a:cubicBezTo>
                    <a:pt x="91" y="0"/>
                    <a:pt x="78" y="8"/>
                    <a:pt x="67" y="8"/>
                  </a:cubicBezTo>
                  <a:cubicBezTo>
                    <a:pt x="17" y="24"/>
                    <a:pt x="1" y="94"/>
                    <a:pt x="17" y="144"/>
                  </a:cubicBezTo>
                  <a:cubicBezTo>
                    <a:pt x="30" y="184"/>
                    <a:pt x="73" y="203"/>
                    <a:pt x="114" y="203"/>
                  </a:cubicBezTo>
                  <a:cubicBezTo>
                    <a:pt x="128" y="203"/>
                    <a:pt x="141" y="201"/>
                    <a:pt x="153" y="197"/>
                  </a:cubicBezTo>
                  <a:cubicBezTo>
                    <a:pt x="170" y="197"/>
                    <a:pt x="170" y="181"/>
                    <a:pt x="186" y="181"/>
                  </a:cubicBezTo>
                  <a:cubicBezTo>
                    <a:pt x="207" y="144"/>
                    <a:pt x="223" y="111"/>
                    <a:pt x="207" y="57"/>
                  </a:cubicBezTo>
                  <a:cubicBezTo>
                    <a:pt x="186" y="24"/>
                    <a:pt x="153" y="8"/>
                    <a:pt x="120" y="8"/>
                  </a:cubicBezTo>
                  <a:cubicBezTo>
                    <a:pt x="115" y="2"/>
                    <a:pt x="109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3" name="Google Shape;12403;p31"/>
            <p:cNvSpPr/>
            <p:nvPr/>
          </p:nvSpPr>
          <p:spPr>
            <a:xfrm>
              <a:off x="4085325" y="3187050"/>
              <a:ext cx="5175" cy="5125"/>
            </a:xfrm>
            <a:custGeom>
              <a:avLst/>
              <a:gdLst/>
              <a:ahLst/>
              <a:cxnLst/>
              <a:rect l="l" t="t" r="r" b="b"/>
              <a:pathLst>
                <a:path w="207" h="205" extrusionOk="0">
                  <a:moveTo>
                    <a:pt x="99" y="1"/>
                  </a:moveTo>
                  <a:cubicBezTo>
                    <a:pt x="68" y="1"/>
                    <a:pt x="39" y="14"/>
                    <a:pt x="21" y="43"/>
                  </a:cubicBezTo>
                  <a:cubicBezTo>
                    <a:pt x="0" y="60"/>
                    <a:pt x="0" y="76"/>
                    <a:pt x="0" y="114"/>
                  </a:cubicBezTo>
                  <a:lnTo>
                    <a:pt x="0" y="147"/>
                  </a:lnTo>
                  <a:lnTo>
                    <a:pt x="37" y="180"/>
                  </a:lnTo>
                  <a:cubicBezTo>
                    <a:pt x="49" y="191"/>
                    <a:pt x="68" y="205"/>
                    <a:pt x="92" y="205"/>
                  </a:cubicBezTo>
                  <a:cubicBezTo>
                    <a:pt x="102" y="205"/>
                    <a:pt x="113" y="202"/>
                    <a:pt x="124" y="196"/>
                  </a:cubicBezTo>
                  <a:cubicBezTo>
                    <a:pt x="140" y="196"/>
                    <a:pt x="173" y="180"/>
                    <a:pt x="190" y="163"/>
                  </a:cubicBezTo>
                  <a:cubicBezTo>
                    <a:pt x="206" y="147"/>
                    <a:pt x="206" y="114"/>
                    <a:pt x="206" y="93"/>
                  </a:cubicBezTo>
                  <a:cubicBezTo>
                    <a:pt x="206" y="60"/>
                    <a:pt x="190" y="43"/>
                    <a:pt x="173" y="27"/>
                  </a:cubicBezTo>
                  <a:cubicBezTo>
                    <a:pt x="151" y="10"/>
                    <a:pt x="124" y="1"/>
                    <a:pt x="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4" name="Google Shape;12404;p31"/>
            <p:cNvSpPr/>
            <p:nvPr/>
          </p:nvSpPr>
          <p:spPr>
            <a:xfrm>
              <a:off x="4203850" y="3232225"/>
              <a:ext cx="5700" cy="4975"/>
            </a:xfrm>
            <a:custGeom>
              <a:avLst/>
              <a:gdLst/>
              <a:ahLst/>
              <a:cxnLst/>
              <a:rect l="l" t="t" r="r" b="b"/>
              <a:pathLst>
                <a:path w="228" h="199" extrusionOk="0">
                  <a:moveTo>
                    <a:pt x="97" y="1"/>
                  </a:moveTo>
                  <a:cubicBezTo>
                    <a:pt x="55" y="1"/>
                    <a:pt x="18" y="34"/>
                    <a:pt x="0" y="92"/>
                  </a:cubicBezTo>
                  <a:cubicBezTo>
                    <a:pt x="0" y="108"/>
                    <a:pt x="0" y="125"/>
                    <a:pt x="21" y="141"/>
                  </a:cubicBezTo>
                  <a:lnTo>
                    <a:pt x="21" y="162"/>
                  </a:lnTo>
                  <a:cubicBezTo>
                    <a:pt x="38" y="178"/>
                    <a:pt x="71" y="195"/>
                    <a:pt x="87" y="195"/>
                  </a:cubicBezTo>
                  <a:cubicBezTo>
                    <a:pt x="99" y="198"/>
                    <a:pt x="110" y="199"/>
                    <a:pt x="121" y="199"/>
                  </a:cubicBezTo>
                  <a:cubicBezTo>
                    <a:pt x="173" y="199"/>
                    <a:pt x="207" y="166"/>
                    <a:pt x="207" y="108"/>
                  </a:cubicBezTo>
                  <a:cubicBezTo>
                    <a:pt x="227" y="92"/>
                    <a:pt x="207" y="59"/>
                    <a:pt x="190" y="38"/>
                  </a:cubicBezTo>
                  <a:cubicBezTo>
                    <a:pt x="174" y="22"/>
                    <a:pt x="157" y="5"/>
                    <a:pt x="124" y="5"/>
                  </a:cubicBezTo>
                  <a:cubicBezTo>
                    <a:pt x="115" y="2"/>
                    <a:pt x="106" y="1"/>
                    <a:pt x="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5" name="Google Shape;12405;p31"/>
            <p:cNvSpPr/>
            <p:nvPr/>
          </p:nvSpPr>
          <p:spPr>
            <a:xfrm>
              <a:off x="4098200" y="3178475"/>
              <a:ext cx="5700" cy="5025"/>
            </a:xfrm>
            <a:custGeom>
              <a:avLst/>
              <a:gdLst/>
              <a:ahLst/>
              <a:cxnLst/>
              <a:rect l="l" t="t" r="r" b="b"/>
              <a:pathLst>
                <a:path w="228" h="201" extrusionOk="0">
                  <a:moveTo>
                    <a:pt x="93" y="0"/>
                  </a:moveTo>
                  <a:cubicBezTo>
                    <a:pt x="69" y="0"/>
                    <a:pt x="49" y="12"/>
                    <a:pt x="38" y="24"/>
                  </a:cubicBezTo>
                  <a:cubicBezTo>
                    <a:pt x="21" y="44"/>
                    <a:pt x="21" y="61"/>
                    <a:pt x="0" y="94"/>
                  </a:cubicBezTo>
                  <a:cubicBezTo>
                    <a:pt x="0" y="110"/>
                    <a:pt x="0" y="127"/>
                    <a:pt x="21" y="147"/>
                  </a:cubicBezTo>
                  <a:cubicBezTo>
                    <a:pt x="38" y="180"/>
                    <a:pt x="54" y="197"/>
                    <a:pt x="104" y="197"/>
                  </a:cubicBezTo>
                  <a:cubicBezTo>
                    <a:pt x="113" y="200"/>
                    <a:pt x="122" y="201"/>
                    <a:pt x="130" y="201"/>
                  </a:cubicBezTo>
                  <a:cubicBezTo>
                    <a:pt x="173" y="201"/>
                    <a:pt x="210" y="168"/>
                    <a:pt x="227" y="110"/>
                  </a:cubicBezTo>
                  <a:cubicBezTo>
                    <a:pt x="227" y="94"/>
                    <a:pt x="207" y="61"/>
                    <a:pt x="190" y="44"/>
                  </a:cubicBezTo>
                  <a:cubicBezTo>
                    <a:pt x="174" y="24"/>
                    <a:pt x="157" y="7"/>
                    <a:pt x="124" y="7"/>
                  </a:cubicBezTo>
                  <a:cubicBezTo>
                    <a:pt x="113" y="2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6" name="Google Shape;12406;p31"/>
            <p:cNvSpPr/>
            <p:nvPr/>
          </p:nvSpPr>
          <p:spPr>
            <a:xfrm>
              <a:off x="4096950" y="3194450"/>
              <a:ext cx="5200" cy="5250"/>
            </a:xfrm>
            <a:custGeom>
              <a:avLst/>
              <a:gdLst/>
              <a:ahLst/>
              <a:cxnLst/>
              <a:rect l="l" t="t" r="r" b="b"/>
              <a:pathLst>
                <a:path w="208" h="210" extrusionOk="0">
                  <a:moveTo>
                    <a:pt x="102" y="0"/>
                  </a:moveTo>
                  <a:cubicBezTo>
                    <a:pt x="58" y="0"/>
                    <a:pt x="15" y="46"/>
                    <a:pt x="1" y="90"/>
                  </a:cubicBezTo>
                  <a:lnTo>
                    <a:pt x="1" y="143"/>
                  </a:lnTo>
                  <a:cubicBezTo>
                    <a:pt x="17" y="143"/>
                    <a:pt x="17" y="160"/>
                    <a:pt x="17" y="160"/>
                  </a:cubicBezTo>
                  <a:cubicBezTo>
                    <a:pt x="34" y="193"/>
                    <a:pt x="71" y="193"/>
                    <a:pt x="88" y="209"/>
                  </a:cubicBezTo>
                  <a:cubicBezTo>
                    <a:pt x="137" y="209"/>
                    <a:pt x="207" y="176"/>
                    <a:pt x="207" y="127"/>
                  </a:cubicBezTo>
                  <a:cubicBezTo>
                    <a:pt x="207" y="90"/>
                    <a:pt x="207" y="73"/>
                    <a:pt x="191" y="40"/>
                  </a:cubicBezTo>
                  <a:cubicBezTo>
                    <a:pt x="174" y="24"/>
                    <a:pt x="154" y="3"/>
                    <a:pt x="121" y="3"/>
                  </a:cubicBezTo>
                  <a:cubicBezTo>
                    <a:pt x="114" y="1"/>
                    <a:pt x="108" y="0"/>
                    <a:pt x="1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7" name="Google Shape;12407;p31"/>
            <p:cNvSpPr/>
            <p:nvPr/>
          </p:nvSpPr>
          <p:spPr>
            <a:xfrm>
              <a:off x="4095200" y="3208325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20" y="1"/>
                  </a:moveTo>
                  <a:cubicBezTo>
                    <a:pt x="104" y="1"/>
                    <a:pt x="71" y="17"/>
                    <a:pt x="55" y="17"/>
                  </a:cubicBezTo>
                  <a:cubicBezTo>
                    <a:pt x="38" y="34"/>
                    <a:pt x="17" y="67"/>
                    <a:pt x="1" y="87"/>
                  </a:cubicBezTo>
                  <a:cubicBezTo>
                    <a:pt x="1" y="104"/>
                    <a:pt x="1" y="137"/>
                    <a:pt x="17" y="137"/>
                  </a:cubicBezTo>
                  <a:cubicBezTo>
                    <a:pt x="17" y="153"/>
                    <a:pt x="17" y="153"/>
                    <a:pt x="38" y="170"/>
                  </a:cubicBezTo>
                  <a:cubicBezTo>
                    <a:pt x="55" y="190"/>
                    <a:pt x="71" y="207"/>
                    <a:pt x="104" y="207"/>
                  </a:cubicBezTo>
                  <a:cubicBezTo>
                    <a:pt x="111" y="209"/>
                    <a:pt x="117" y="210"/>
                    <a:pt x="124" y="210"/>
                  </a:cubicBezTo>
                  <a:cubicBezTo>
                    <a:pt x="170" y="210"/>
                    <a:pt x="209" y="163"/>
                    <a:pt x="224" y="120"/>
                  </a:cubicBezTo>
                  <a:cubicBezTo>
                    <a:pt x="224" y="104"/>
                    <a:pt x="207" y="67"/>
                    <a:pt x="191" y="50"/>
                  </a:cubicBezTo>
                  <a:cubicBezTo>
                    <a:pt x="174" y="17"/>
                    <a:pt x="158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8" name="Google Shape;12408;p31"/>
            <p:cNvSpPr/>
            <p:nvPr/>
          </p:nvSpPr>
          <p:spPr>
            <a:xfrm>
              <a:off x="3986575" y="3045575"/>
              <a:ext cx="1775" cy="4250"/>
            </a:xfrm>
            <a:custGeom>
              <a:avLst/>
              <a:gdLst/>
              <a:ahLst/>
              <a:cxnLst/>
              <a:rect l="l" t="t" r="r" b="b"/>
              <a:pathLst>
                <a:path w="71" h="170" extrusionOk="0">
                  <a:moveTo>
                    <a:pt x="17" y="0"/>
                  </a:moveTo>
                  <a:cubicBezTo>
                    <a:pt x="0" y="50"/>
                    <a:pt x="0" y="120"/>
                    <a:pt x="0" y="170"/>
                  </a:cubicBezTo>
                  <a:cubicBezTo>
                    <a:pt x="54" y="153"/>
                    <a:pt x="70" y="104"/>
                    <a:pt x="54" y="50"/>
                  </a:cubicBezTo>
                  <a:cubicBezTo>
                    <a:pt x="33" y="33"/>
                    <a:pt x="33" y="17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9" name="Google Shape;12409;p31"/>
            <p:cNvSpPr/>
            <p:nvPr/>
          </p:nvSpPr>
          <p:spPr>
            <a:xfrm>
              <a:off x="4174675" y="2942925"/>
              <a:ext cx="5600" cy="4850"/>
            </a:xfrm>
            <a:custGeom>
              <a:avLst/>
              <a:gdLst/>
              <a:ahLst/>
              <a:cxnLst/>
              <a:rect l="l" t="t" r="r" b="b"/>
              <a:pathLst>
                <a:path w="224" h="194" extrusionOk="0">
                  <a:moveTo>
                    <a:pt x="87" y="0"/>
                  </a:moveTo>
                  <a:cubicBezTo>
                    <a:pt x="71" y="0"/>
                    <a:pt x="54" y="0"/>
                    <a:pt x="54" y="17"/>
                  </a:cubicBezTo>
                  <a:cubicBezTo>
                    <a:pt x="34" y="33"/>
                    <a:pt x="17" y="50"/>
                    <a:pt x="17" y="66"/>
                  </a:cubicBezTo>
                  <a:cubicBezTo>
                    <a:pt x="1" y="103"/>
                    <a:pt x="17" y="120"/>
                    <a:pt x="17" y="136"/>
                  </a:cubicBezTo>
                  <a:cubicBezTo>
                    <a:pt x="17" y="136"/>
                    <a:pt x="17" y="153"/>
                    <a:pt x="34" y="153"/>
                  </a:cubicBezTo>
                  <a:cubicBezTo>
                    <a:pt x="54" y="169"/>
                    <a:pt x="71" y="190"/>
                    <a:pt x="104" y="190"/>
                  </a:cubicBezTo>
                  <a:cubicBezTo>
                    <a:pt x="112" y="192"/>
                    <a:pt x="121" y="194"/>
                    <a:pt x="129" y="194"/>
                  </a:cubicBezTo>
                  <a:cubicBezTo>
                    <a:pt x="172" y="194"/>
                    <a:pt x="209" y="159"/>
                    <a:pt x="223" y="103"/>
                  </a:cubicBezTo>
                  <a:cubicBezTo>
                    <a:pt x="223" y="87"/>
                    <a:pt x="223" y="50"/>
                    <a:pt x="207" y="33"/>
                  </a:cubicBezTo>
                  <a:lnTo>
                    <a:pt x="190" y="33"/>
                  </a:lnTo>
                  <a:cubicBezTo>
                    <a:pt x="157" y="17"/>
                    <a:pt x="120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0" name="Google Shape;12410;p31"/>
            <p:cNvSpPr/>
            <p:nvPr/>
          </p:nvSpPr>
          <p:spPr>
            <a:xfrm>
              <a:off x="4162625" y="2939000"/>
              <a:ext cx="3925" cy="1525"/>
            </a:xfrm>
            <a:custGeom>
              <a:avLst/>
              <a:gdLst/>
              <a:ahLst/>
              <a:cxnLst/>
              <a:rect l="l" t="t" r="r" b="b"/>
              <a:pathLst>
                <a:path w="157" h="61" extrusionOk="0">
                  <a:moveTo>
                    <a:pt x="0" y="0"/>
                  </a:moveTo>
                  <a:lnTo>
                    <a:pt x="21" y="17"/>
                  </a:lnTo>
                  <a:cubicBezTo>
                    <a:pt x="37" y="38"/>
                    <a:pt x="54" y="54"/>
                    <a:pt x="87" y="54"/>
                  </a:cubicBezTo>
                  <a:cubicBezTo>
                    <a:pt x="92" y="59"/>
                    <a:pt x="98" y="61"/>
                    <a:pt x="106" y="61"/>
                  </a:cubicBezTo>
                  <a:cubicBezTo>
                    <a:pt x="123" y="61"/>
                    <a:pt x="145" y="49"/>
                    <a:pt x="157" y="38"/>
                  </a:cubicBezTo>
                  <a:cubicBezTo>
                    <a:pt x="103" y="17"/>
                    <a:pt x="54" y="17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1" name="Google Shape;12411;p31"/>
            <p:cNvSpPr/>
            <p:nvPr/>
          </p:nvSpPr>
          <p:spPr>
            <a:xfrm>
              <a:off x="4198275" y="2951050"/>
              <a:ext cx="4775" cy="3025"/>
            </a:xfrm>
            <a:custGeom>
              <a:avLst/>
              <a:gdLst/>
              <a:ahLst/>
              <a:cxnLst/>
              <a:rect l="l" t="t" r="r" b="b"/>
              <a:pathLst>
                <a:path w="191" h="121" extrusionOk="0">
                  <a:moveTo>
                    <a:pt x="1" y="1"/>
                  </a:moveTo>
                  <a:cubicBezTo>
                    <a:pt x="1" y="17"/>
                    <a:pt x="1" y="34"/>
                    <a:pt x="17" y="50"/>
                  </a:cubicBezTo>
                  <a:lnTo>
                    <a:pt x="17" y="71"/>
                  </a:lnTo>
                  <a:cubicBezTo>
                    <a:pt x="38" y="104"/>
                    <a:pt x="71" y="104"/>
                    <a:pt x="87" y="120"/>
                  </a:cubicBezTo>
                  <a:cubicBezTo>
                    <a:pt x="141" y="120"/>
                    <a:pt x="174" y="104"/>
                    <a:pt x="190" y="87"/>
                  </a:cubicBezTo>
                  <a:cubicBezTo>
                    <a:pt x="141" y="50"/>
                    <a:pt x="71" y="17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2" name="Google Shape;12412;p31"/>
            <p:cNvSpPr/>
            <p:nvPr/>
          </p:nvSpPr>
          <p:spPr>
            <a:xfrm>
              <a:off x="4099950" y="2932600"/>
              <a:ext cx="5600" cy="4025"/>
            </a:xfrm>
            <a:custGeom>
              <a:avLst/>
              <a:gdLst/>
              <a:ahLst/>
              <a:cxnLst/>
              <a:rect l="l" t="t" r="r" b="b"/>
              <a:pathLst>
                <a:path w="224" h="161" extrusionOk="0">
                  <a:moveTo>
                    <a:pt x="207" y="1"/>
                  </a:moveTo>
                  <a:cubicBezTo>
                    <a:pt x="137" y="1"/>
                    <a:pt x="87" y="17"/>
                    <a:pt x="17" y="17"/>
                  </a:cubicBezTo>
                  <a:cubicBezTo>
                    <a:pt x="1" y="34"/>
                    <a:pt x="1" y="50"/>
                    <a:pt x="1" y="67"/>
                  </a:cubicBezTo>
                  <a:cubicBezTo>
                    <a:pt x="1" y="87"/>
                    <a:pt x="17" y="87"/>
                    <a:pt x="17" y="104"/>
                  </a:cubicBezTo>
                  <a:cubicBezTo>
                    <a:pt x="17" y="120"/>
                    <a:pt x="34" y="137"/>
                    <a:pt x="54" y="137"/>
                  </a:cubicBezTo>
                  <a:cubicBezTo>
                    <a:pt x="66" y="149"/>
                    <a:pt x="86" y="160"/>
                    <a:pt x="102" y="160"/>
                  </a:cubicBezTo>
                  <a:cubicBezTo>
                    <a:pt x="109" y="160"/>
                    <a:pt x="115" y="158"/>
                    <a:pt x="120" y="153"/>
                  </a:cubicBezTo>
                  <a:cubicBezTo>
                    <a:pt x="157" y="153"/>
                    <a:pt x="174" y="153"/>
                    <a:pt x="190" y="120"/>
                  </a:cubicBezTo>
                  <a:cubicBezTo>
                    <a:pt x="207" y="104"/>
                    <a:pt x="223" y="67"/>
                    <a:pt x="223" y="50"/>
                  </a:cubicBezTo>
                  <a:cubicBezTo>
                    <a:pt x="207" y="34"/>
                    <a:pt x="207" y="17"/>
                    <a:pt x="2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3" name="Google Shape;12413;p31"/>
            <p:cNvSpPr/>
            <p:nvPr/>
          </p:nvSpPr>
          <p:spPr>
            <a:xfrm>
              <a:off x="4049750" y="3188525"/>
              <a:ext cx="4250" cy="4375"/>
            </a:xfrm>
            <a:custGeom>
              <a:avLst/>
              <a:gdLst/>
              <a:ahLst/>
              <a:cxnLst/>
              <a:rect l="l" t="t" r="r" b="b"/>
              <a:pathLst>
                <a:path w="170" h="175" extrusionOk="0">
                  <a:moveTo>
                    <a:pt x="83" y="1"/>
                  </a:moveTo>
                  <a:cubicBezTo>
                    <a:pt x="50" y="1"/>
                    <a:pt x="17" y="1"/>
                    <a:pt x="1" y="34"/>
                  </a:cubicBezTo>
                  <a:cubicBezTo>
                    <a:pt x="50" y="71"/>
                    <a:pt x="104" y="121"/>
                    <a:pt x="153" y="174"/>
                  </a:cubicBezTo>
                  <a:cubicBezTo>
                    <a:pt x="170" y="158"/>
                    <a:pt x="170" y="137"/>
                    <a:pt x="170" y="121"/>
                  </a:cubicBezTo>
                  <a:cubicBezTo>
                    <a:pt x="170" y="88"/>
                    <a:pt x="170" y="71"/>
                    <a:pt x="153" y="34"/>
                  </a:cubicBezTo>
                  <a:cubicBezTo>
                    <a:pt x="137" y="17"/>
                    <a:pt x="120" y="1"/>
                    <a:pt x="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4" name="Google Shape;12414;p31"/>
            <p:cNvSpPr/>
            <p:nvPr/>
          </p:nvSpPr>
          <p:spPr>
            <a:xfrm>
              <a:off x="4071600" y="3206975"/>
              <a:ext cx="3025" cy="2200"/>
            </a:xfrm>
            <a:custGeom>
              <a:avLst/>
              <a:gdLst/>
              <a:ahLst/>
              <a:cxnLst/>
              <a:rect l="l" t="t" r="r" b="b"/>
              <a:pathLst>
                <a:path w="121" h="88" extrusionOk="0">
                  <a:moveTo>
                    <a:pt x="1" y="1"/>
                  </a:moveTo>
                  <a:cubicBezTo>
                    <a:pt x="54" y="38"/>
                    <a:pt x="87" y="71"/>
                    <a:pt x="120" y="88"/>
                  </a:cubicBezTo>
                  <a:cubicBezTo>
                    <a:pt x="120" y="71"/>
                    <a:pt x="104" y="55"/>
                    <a:pt x="87" y="38"/>
                  </a:cubicBezTo>
                  <a:cubicBezTo>
                    <a:pt x="71" y="17"/>
                    <a:pt x="34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5" name="Google Shape;12415;p31"/>
            <p:cNvSpPr/>
            <p:nvPr/>
          </p:nvSpPr>
          <p:spPr>
            <a:xfrm>
              <a:off x="4007175" y="3139175"/>
              <a:ext cx="3025" cy="3825"/>
            </a:xfrm>
            <a:custGeom>
              <a:avLst/>
              <a:gdLst/>
              <a:ahLst/>
              <a:cxnLst/>
              <a:rect l="l" t="t" r="r" b="b"/>
              <a:pathLst>
                <a:path w="121" h="153" extrusionOk="0">
                  <a:moveTo>
                    <a:pt x="1" y="0"/>
                  </a:moveTo>
                  <a:cubicBezTo>
                    <a:pt x="34" y="50"/>
                    <a:pt x="71" y="103"/>
                    <a:pt x="104" y="153"/>
                  </a:cubicBezTo>
                  <a:cubicBezTo>
                    <a:pt x="121" y="136"/>
                    <a:pt x="121" y="103"/>
                    <a:pt x="121" y="70"/>
                  </a:cubicBezTo>
                  <a:cubicBezTo>
                    <a:pt x="104" y="17"/>
                    <a:pt x="55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6" name="Google Shape;12416;p31"/>
            <p:cNvSpPr/>
            <p:nvPr/>
          </p:nvSpPr>
          <p:spPr>
            <a:xfrm>
              <a:off x="4208600" y="2956200"/>
              <a:ext cx="5575" cy="4525"/>
            </a:xfrm>
            <a:custGeom>
              <a:avLst/>
              <a:gdLst/>
              <a:ahLst/>
              <a:cxnLst/>
              <a:rect l="l" t="t" r="r" b="b"/>
              <a:pathLst>
                <a:path w="223" h="181" extrusionOk="0">
                  <a:moveTo>
                    <a:pt x="37" y="1"/>
                  </a:moveTo>
                  <a:cubicBezTo>
                    <a:pt x="17" y="34"/>
                    <a:pt x="0" y="71"/>
                    <a:pt x="17" y="104"/>
                  </a:cubicBezTo>
                  <a:cubicBezTo>
                    <a:pt x="37" y="120"/>
                    <a:pt x="37" y="137"/>
                    <a:pt x="54" y="153"/>
                  </a:cubicBezTo>
                  <a:cubicBezTo>
                    <a:pt x="65" y="168"/>
                    <a:pt x="94" y="181"/>
                    <a:pt x="123" y="181"/>
                  </a:cubicBezTo>
                  <a:cubicBezTo>
                    <a:pt x="135" y="181"/>
                    <a:pt x="146" y="179"/>
                    <a:pt x="157" y="174"/>
                  </a:cubicBezTo>
                  <a:cubicBezTo>
                    <a:pt x="190" y="153"/>
                    <a:pt x="206" y="137"/>
                    <a:pt x="223" y="104"/>
                  </a:cubicBezTo>
                  <a:cubicBezTo>
                    <a:pt x="157" y="71"/>
                    <a:pt x="103" y="34"/>
                    <a:pt x="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7" name="Google Shape;12417;p31"/>
            <p:cNvSpPr/>
            <p:nvPr/>
          </p:nvSpPr>
          <p:spPr>
            <a:xfrm>
              <a:off x="4356800" y="3225950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04" y="1"/>
                  </a:moveTo>
                  <a:cubicBezTo>
                    <a:pt x="67" y="1"/>
                    <a:pt x="50" y="17"/>
                    <a:pt x="34" y="34"/>
                  </a:cubicBezTo>
                  <a:cubicBezTo>
                    <a:pt x="17" y="67"/>
                    <a:pt x="1" y="83"/>
                    <a:pt x="1" y="120"/>
                  </a:cubicBezTo>
                  <a:cubicBezTo>
                    <a:pt x="1" y="120"/>
                    <a:pt x="1" y="137"/>
                    <a:pt x="17" y="137"/>
                  </a:cubicBezTo>
                  <a:cubicBezTo>
                    <a:pt x="17" y="153"/>
                    <a:pt x="34" y="170"/>
                    <a:pt x="34" y="186"/>
                  </a:cubicBezTo>
                  <a:cubicBezTo>
                    <a:pt x="55" y="201"/>
                    <a:pt x="78" y="207"/>
                    <a:pt x="100" y="207"/>
                  </a:cubicBezTo>
                  <a:cubicBezTo>
                    <a:pt x="135" y="207"/>
                    <a:pt x="168" y="192"/>
                    <a:pt x="190" y="170"/>
                  </a:cubicBezTo>
                  <a:cubicBezTo>
                    <a:pt x="207" y="153"/>
                    <a:pt x="223" y="120"/>
                    <a:pt x="207" y="83"/>
                  </a:cubicBezTo>
                  <a:cubicBezTo>
                    <a:pt x="207" y="67"/>
                    <a:pt x="190" y="34"/>
                    <a:pt x="170" y="17"/>
                  </a:cubicBezTo>
                  <a:cubicBezTo>
                    <a:pt x="153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8" name="Google Shape;12418;p31"/>
            <p:cNvSpPr/>
            <p:nvPr/>
          </p:nvSpPr>
          <p:spPr>
            <a:xfrm>
              <a:off x="4343000" y="3233175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124" y="0"/>
                  </a:moveTo>
                  <a:cubicBezTo>
                    <a:pt x="70" y="0"/>
                    <a:pt x="0" y="37"/>
                    <a:pt x="0" y="87"/>
                  </a:cubicBezTo>
                  <a:lnTo>
                    <a:pt x="0" y="140"/>
                  </a:lnTo>
                  <a:cubicBezTo>
                    <a:pt x="0" y="157"/>
                    <a:pt x="21" y="157"/>
                    <a:pt x="21" y="173"/>
                  </a:cubicBezTo>
                  <a:cubicBezTo>
                    <a:pt x="37" y="190"/>
                    <a:pt x="54" y="206"/>
                    <a:pt x="87" y="206"/>
                  </a:cubicBezTo>
                  <a:cubicBezTo>
                    <a:pt x="95" y="209"/>
                    <a:pt x="103" y="211"/>
                    <a:pt x="112" y="211"/>
                  </a:cubicBezTo>
                  <a:cubicBezTo>
                    <a:pt x="159" y="211"/>
                    <a:pt x="207" y="166"/>
                    <a:pt x="207" y="124"/>
                  </a:cubicBezTo>
                  <a:cubicBezTo>
                    <a:pt x="207" y="103"/>
                    <a:pt x="207" y="70"/>
                    <a:pt x="190" y="54"/>
                  </a:cubicBezTo>
                  <a:cubicBezTo>
                    <a:pt x="174" y="21"/>
                    <a:pt x="157" y="21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9" name="Google Shape;12419;p31"/>
            <p:cNvSpPr/>
            <p:nvPr/>
          </p:nvSpPr>
          <p:spPr>
            <a:xfrm>
              <a:off x="4343925" y="3219450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1"/>
                  </a:moveTo>
                  <a:cubicBezTo>
                    <a:pt x="66" y="1"/>
                    <a:pt x="17" y="34"/>
                    <a:pt x="0" y="87"/>
                  </a:cubicBezTo>
                  <a:lnTo>
                    <a:pt x="0" y="120"/>
                  </a:lnTo>
                  <a:lnTo>
                    <a:pt x="0" y="137"/>
                  </a:lnTo>
                  <a:cubicBezTo>
                    <a:pt x="17" y="157"/>
                    <a:pt x="17" y="157"/>
                    <a:pt x="17" y="174"/>
                  </a:cubicBezTo>
                  <a:cubicBezTo>
                    <a:pt x="33" y="190"/>
                    <a:pt x="66" y="207"/>
                    <a:pt x="87" y="207"/>
                  </a:cubicBezTo>
                  <a:cubicBezTo>
                    <a:pt x="120" y="207"/>
                    <a:pt x="137" y="207"/>
                    <a:pt x="170" y="190"/>
                  </a:cubicBezTo>
                  <a:cubicBezTo>
                    <a:pt x="190" y="174"/>
                    <a:pt x="207" y="157"/>
                    <a:pt x="207" y="120"/>
                  </a:cubicBezTo>
                  <a:cubicBezTo>
                    <a:pt x="207" y="104"/>
                    <a:pt x="207" y="71"/>
                    <a:pt x="190" y="54"/>
                  </a:cubicBezTo>
                  <a:cubicBezTo>
                    <a:pt x="170" y="34"/>
                    <a:pt x="153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0" name="Google Shape;12420;p31"/>
            <p:cNvSpPr/>
            <p:nvPr/>
          </p:nvSpPr>
          <p:spPr>
            <a:xfrm>
              <a:off x="4360200" y="3201425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37" y="0"/>
                  </a:moveTo>
                  <a:cubicBezTo>
                    <a:pt x="71" y="0"/>
                    <a:pt x="17" y="33"/>
                    <a:pt x="17" y="87"/>
                  </a:cubicBezTo>
                  <a:cubicBezTo>
                    <a:pt x="1" y="103"/>
                    <a:pt x="17" y="120"/>
                    <a:pt x="17" y="136"/>
                  </a:cubicBezTo>
                  <a:cubicBezTo>
                    <a:pt x="17" y="157"/>
                    <a:pt x="17" y="157"/>
                    <a:pt x="34" y="173"/>
                  </a:cubicBezTo>
                  <a:cubicBezTo>
                    <a:pt x="54" y="190"/>
                    <a:pt x="71" y="206"/>
                    <a:pt x="104" y="206"/>
                  </a:cubicBezTo>
                  <a:cubicBezTo>
                    <a:pt x="120" y="206"/>
                    <a:pt x="158" y="206"/>
                    <a:pt x="174" y="190"/>
                  </a:cubicBezTo>
                  <a:cubicBezTo>
                    <a:pt x="207" y="173"/>
                    <a:pt x="207" y="157"/>
                    <a:pt x="224" y="120"/>
                  </a:cubicBezTo>
                  <a:cubicBezTo>
                    <a:pt x="224" y="87"/>
                    <a:pt x="224" y="70"/>
                    <a:pt x="207" y="54"/>
                  </a:cubicBezTo>
                  <a:cubicBezTo>
                    <a:pt x="191" y="17"/>
                    <a:pt x="158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1" name="Google Shape;12421;p31"/>
            <p:cNvSpPr/>
            <p:nvPr/>
          </p:nvSpPr>
          <p:spPr>
            <a:xfrm>
              <a:off x="4338350" y="3245125"/>
              <a:ext cx="6000" cy="5375"/>
            </a:xfrm>
            <a:custGeom>
              <a:avLst/>
              <a:gdLst/>
              <a:ahLst/>
              <a:cxnLst/>
              <a:rect l="l" t="t" r="r" b="b"/>
              <a:pathLst>
                <a:path w="240" h="215" extrusionOk="0">
                  <a:moveTo>
                    <a:pt x="111" y="0"/>
                  </a:moveTo>
                  <a:cubicBezTo>
                    <a:pt x="102" y="0"/>
                    <a:pt x="93" y="2"/>
                    <a:pt x="83" y="5"/>
                  </a:cubicBezTo>
                  <a:cubicBezTo>
                    <a:pt x="17" y="38"/>
                    <a:pt x="1" y="91"/>
                    <a:pt x="17" y="141"/>
                  </a:cubicBezTo>
                  <a:cubicBezTo>
                    <a:pt x="31" y="185"/>
                    <a:pt x="81" y="215"/>
                    <a:pt x="126" y="215"/>
                  </a:cubicBezTo>
                  <a:cubicBezTo>
                    <a:pt x="135" y="215"/>
                    <a:pt x="145" y="214"/>
                    <a:pt x="153" y="211"/>
                  </a:cubicBezTo>
                  <a:cubicBezTo>
                    <a:pt x="207" y="178"/>
                    <a:pt x="240" y="124"/>
                    <a:pt x="207" y="75"/>
                  </a:cubicBezTo>
                  <a:cubicBezTo>
                    <a:pt x="190" y="30"/>
                    <a:pt x="153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2" name="Google Shape;12422;p31"/>
            <p:cNvSpPr/>
            <p:nvPr/>
          </p:nvSpPr>
          <p:spPr>
            <a:xfrm>
              <a:off x="4334450" y="3195850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120" y="1"/>
                  </a:moveTo>
                  <a:cubicBezTo>
                    <a:pt x="70" y="1"/>
                    <a:pt x="0" y="34"/>
                    <a:pt x="0" y="87"/>
                  </a:cubicBezTo>
                  <a:lnTo>
                    <a:pt x="0" y="137"/>
                  </a:lnTo>
                  <a:cubicBezTo>
                    <a:pt x="0" y="153"/>
                    <a:pt x="17" y="153"/>
                    <a:pt x="17" y="174"/>
                  </a:cubicBezTo>
                  <a:cubicBezTo>
                    <a:pt x="33" y="190"/>
                    <a:pt x="54" y="207"/>
                    <a:pt x="87" y="207"/>
                  </a:cubicBezTo>
                  <a:cubicBezTo>
                    <a:pt x="93" y="209"/>
                    <a:pt x="100" y="210"/>
                    <a:pt x="107" y="210"/>
                  </a:cubicBezTo>
                  <a:cubicBezTo>
                    <a:pt x="150" y="210"/>
                    <a:pt x="192" y="167"/>
                    <a:pt x="206" y="120"/>
                  </a:cubicBezTo>
                  <a:cubicBezTo>
                    <a:pt x="206" y="87"/>
                    <a:pt x="206" y="71"/>
                    <a:pt x="190" y="50"/>
                  </a:cubicBezTo>
                  <a:cubicBezTo>
                    <a:pt x="173" y="17"/>
                    <a:pt x="136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3" name="Google Shape;12423;p31"/>
            <p:cNvSpPr/>
            <p:nvPr/>
          </p:nvSpPr>
          <p:spPr>
            <a:xfrm>
              <a:off x="4312600" y="3253775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1"/>
                  </a:moveTo>
                  <a:cubicBezTo>
                    <a:pt x="83" y="1"/>
                    <a:pt x="50" y="1"/>
                    <a:pt x="17" y="38"/>
                  </a:cubicBezTo>
                  <a:cubicBezTo>
                    <a:pt x="17" y="54"/>
                    <a:pt x="0" y="71"/>
                    <a:pt x="0" y="87"/>
                  </a:cubicBezTo>
                  <a:lnTo>
                    <a:pt x="0" y="141"/>
                  </a:lnTo>
                  <a:cubicBezTo>
                    <a:pt x="17" y="174"/>
                    <a:pt x="50" y="207"/>
                    <a:pt x="83" y="207"/>
                  </a:cubicBezTo>
                  <a:cubicBezTo>
                    <a:pt x="153" y="207"/>
                    <a:pt x="186" y="174"/>
                    <a:pt x="206" y="124"/>
                  </a:cubicBezTo>
                  <a:cubicBezTo>
                    <a:pt x="206" y="87"/>
                    <a:pt x="206" y="71"/>
                    <a:pt x="186" y="38"/>
                  </a:cubicBezTo>
                  <a:cubicBezTo>
                    <a:pt x="169" y="21"/>
                    <a:pt x="136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4" name="Google Shape;12424;p31"/>
            <p:cNvSpPr/>
            <p:nvPr/>
          </p:nvSpPr>
          <p:spPr>
            <a:xfrm>
              <a:off x="4350325" y="3193700"/>
              <a:ext cx="5575" cy="5200"/>
            </a:xfrm>
            <a:custGeom>
              <a:avLst/>
              <a:gdLst/>
              <a:ahLst/>
              <a:cxnLst/>
              <a:rect l="l" t="t" r="r" b="b"/>
              <a:pathLst>
                <a:path w="223" h="208" extrusionOk="0">
                  <a:moveTo>
                    <a:pt x="103" y="0"/>
                  </a:moveTo>
                  <a:cubicBezTo>
                    <a:pt x="70" y="0"/>
                    <a:pt x="37" y="17"/>
                    <a:pt x="17" y="33"/>
                  </a:cubicBezTo>
                  <a:cubicBezTo>
                    <a:pt x="0" y="54"/>
                    <a:pt x="0" y="87"/>
                    <a:pt x="0" y="120"/>
                  </a:cubicBezTo>
                  <a:lnTo>
                    <a:pt x="0" y="136"/>
                  </a:lnTo>
                  <a:cubicBezTo>
                    <a:pt x="17" y="157"/>
                    <a:pt x="37" y="173"/>
                    <a:pt x="37" y="190"/>
                  </a:cubicBezTo>
                  <a:cubicBezTo>
                    <a:pt x="56" y="202"/>
                    <a:pt x="78" y="208"/>
                    <a:pt x="100" y="208"/>
                  </a:cubicBezTo>
                  <a:cubicBezTo>
                    <a:pt x="135" y="208"/>
                    <a:pt x="169" y="194"/>
                    <a:pt x="190" y="173"/>
                  </a:cubicBezTo>
                  <a:cubicBezTo>
                    <a:pt x="223" y="120"/>
                    <a:pt x="223" y="54"/>
                    <a:pt x="173" y="17"/>
                  </a:cubicBezTo>
                  <a:cubicBezTo>
                    <a:pt x="157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5" name="Google Shape;12425;p31"/>
            <p:cNvSpPr/>
            <p:nvPr/>
          </p:nvSpPr>
          <p:spPr>
            <a:xfrm>
              <a:off x="4336600" y="3183650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13" y="0"/>
                  </a:moveTo>
                  <a:cubicBezTo>
                    <a:pt x="84" y="0"/>
                    <a:pt x="55" y="13"/>
                    <a:pt x="34" y="43"/>
                  </a:cubicBezTo>
                  <a:cubicBezTo>
                    <a:pt x="17" y="60"/>
                    <a:pt x="1" y="93"/>
                    <a:pt x="1" y="109"/>
                  </a:cubicBezTo>
                  <a:cubicBezTo>
                    <a:pt x="1" y="126"/>
                    <a:pt x="17" y="146"/>
                    <a:pt x="17" y="146"/>
                  </a:cubicBezTo>
                  <a:cubicBezTo>
                    <a:pt x="17" y="163"/>
                    <a:pt x="34" y="179"/>
                    <a:pt x="50" y="179"/>
                  </a:cubicBezTo>
                  <a:cubicBezTo>
                    <a:pt x="67" y="202"/>
                    <a:pt x="90" y="211"/>
                    <a:pt x="113" y="211"/>
                  </a:cubicBezTo>
                  <a:cubicBezTo>
                    <a:pt x="141" y="211"/>
                    <a:pt x="170" y="198"/>
                    <a:pt x="190" y="179"/>
                  </a:cubicBezTo>
                  <a:cubicBezTo>
                    <a:pt x="207" y="146"/>
                    <a:pt x="223" y="126"/>
                    <a:pt x="223" y="93"/>
                  </a:cubicBezTo>
                  <a:cubicBezTo>
                    <a:pt x="207" y="76"/>
                    <a:pt x="207" y="43"/>
                    <a:pt x="174" y="23"/>
                  </a:cubicBezTo>
                  <a:cubicBezTo>
                    <a:pt x="158" y="8"/>
                    <a:pt x="136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6" name="Google Shape;12426;p31"/>
            <p:cNvSpPr/>
            <p:nvPr/>
          </p:nvSpPr>
          <p:spPr>
            <a:xfrm>
              <a:off x="4354650" y="3239250"/>
              <a:ext cx="5575" cy="5175"/>
            </a:xfrm>
            <a:custGeom>
              <a:avLst/>
              <a:gdLst/>
              <a:ahLst/>
              <a:cxnLst/>
              <a:rect l="l" t="t" r="r" b="b"/>
              <a:pathLst>
                <a:path w="223" h="207" extrusionOk="0">
                  <a:moveTo>
                    <a:pt x="120" y="0"/>
                  </a:moveTo>
                  <a:cubicBezTo>
                    <a:pt x="70" y="0"/>
                    <a:pt x="17" y="33"/>
                    <a:pt x="0" y="87"/>
                  </a:cubicBezTo>
                  <a:cubicBezTo>
                    <a:pt x="0" y="103"/>
                    <a:pt x="0" y="136"/>
                    <a:pt x="17" y="153"/>
                  </a:cubicBezTo>
                  <a:lnTo>
                    <a:pt x="17" y="169"/>
                  </a:lnTo>
                  <a:cubicBezTo>
                    <a:pt x="33" y="190"/>
                    <a:pt x="70" y="207"/>
                    <a:pt x="87" y="207"/>
                  </a:cubicBezTo>
                  <a:lnTo>
                    <a:pt x="153" y="207"/>
                  </a:lnTo>
                  <a:cubicBezTo>
                    <a:pt x="173" y="190"/>
                    <a:pt x="190" y="169"/>
                    <a:pt x="206" y="153"/>
                  </a:cubicBezTo>
                  <a:lnTo>
                    <a:pt x="206" y="120"/>
                  </a:lnTo>
                  <a:cubicBezTo>
                    <a:pt x="223" y="66"/>
                    <a:pt x="190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7" name="Google Shape;12427;p31"/>
            <p:cNvSpPr/>
            <p:nvPr/>
          </p:nvSpPr>
          <p:spPr>
            <a:xfrm>
              <a:off x="4345150" y="3205575"/>
              <a:ext cx="5600" cy="5050"/>
            </a:xfrm>
            <a:custGeom>
              <a:avLst/>
              <a:gdLst/>
              <a:ahLst/>
              <a:cxnLst/>
              <a:rect l="l" t="t" r="r" b="b"/>
              <a:pathLst>
                <a:path w="224" h="202" extrusionOk="0">
                  <a:moveTo>
                    <a:pt x="103" y="1"/>
                  </a:moveTo>
                  <a:cubicBezTo>
                    <a:pt x="86" y="1"/>
                    <a:pt x="66" y="12"/>
                    <a:pt x="55" y="24"/>
                  </a:cubicBezTo>
                  <a:cubicBezTo>
                    <a:pt x="17" y="40"/>
                    <a:pt x="1" y="57"/>
                    <a:pt x="1" y="94"/>
                  </a:cubicBezTo>
                  <a:cubicBezTo>
                    <a:pt x="1" y="111"/>
                    <a:pt x="1" y="127"/>
                    <a:pt x="17" y="144"/>
                  </a:cubicBezTo>
                  <a:lnTo>
                    <a:pt x="17" y="160"/>
                  </a:lnTo>
                  <a:cubicBezTo>
                    <a:pt x="38" y="177"/>
                    <a:pt x="71" y="197"/>
                    <a:pt x="88" y="197"/>
                  </a:cubicBezTo>
                  <a:cubicBezTo>
                    <a:pt x="99" y="200"/>
                    <a:pt x="109" y="201"/>
                    <a:pt x="119" y="201"/>
                  </a:cubicBezTo>
                  <a:cubicBezTo>
                    <a:pt x="172" y="201"/>
                    <a:pt x="207" y="166"/>
                    <a:pt x="207" y="111"/>
                  </a:cubicBezTo>
                  <a:cubicBezTo>
                    <a:pt x="224" y="94"/>
                    <a:pt x="207" y="57"/>
                    <a:pt x="191" y="40"/>
                  </a:cubicBezTo>
                  <a:cubicBezTo>
                    <a:pt x="174" y="24"/>
                    <a:pt x="158" y="7"/>
                    <a:pt x="121" y="7"/>
                  </a:cubicBezTo>
                  <a:cubicBezTo>
                    <a:pt x="116" y="3"/>
                    <a:pt x="109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8" name="Google Shape;12428;p31"/>
            <p:cNvSpPr/>
            <p:nvPr/>
          </p:nvSpPr>
          <p:spPr>
            <a:xfrm>
              <a:off x="4321150" y="3197450"/>
              <a:ext cx="6000" cy="5200"/>
            </a:xfrm>
            <a:custGeom>
              <a:avLst/>
              <a:gdLst/>
              <a:ahLst/>
              <a:cxnLst/>
              <a:rect l="l" t="t" r="r" b="b"/>
              <a:pathLst>
                <a:path w="240" h="208" extrusionOk="0">
                  <a:moveTo>
                    <a:pt x="116" y="1"/>
                  </a:moveTo>
                  <a:cubicBezTo>
                    <a:pt x="106" y="1"/>
                    <a:pt x="96" y="3"/>
                    <a:pt x="87" y="7"/>
                  </a:cubicBezTo>
                  <a:cubicBezTo>
                    <a:pt x="33" y="23"/>
                    <a:pt x="0" y="89"/>
                    <a:pt x="17" y="143"/>
                  </a:cubicBezTo>
                  <a:cubicBezTo>
                    <a:pt x="29" y="178"/>
                    <a:pt x="68" y="207"/>
                    <a:pt x="107" y="207"/>
                  </a:cubicBezTo>
                  <a:cubicBezTo>
                    <a:pt x="123" y="207"/>
                    <a:pt x="139" y="203"/>
                    <a:pt x="153" y="192"/>
                  </a:cubicBezTo>
                  <a:cubicBezTo>
                    <a:pt x="206" y="176"/>
                    <a:pt x="239" y="126"/>
                    <a:pt x="223" y="73"/>
                  </a:cubicBezTo>
                  <a:cubicBezTo>
                    <a:pt x="196" y="33"/>
                    <a:pt x="156" y="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9" name="Google Shape;12429;p31"/>
            <p:cNvSpPr/>
            <p:nvPr/>
          </p:nvSpPr>
          <p:spPr>
            <a:xfrm>
              <a:off x="4316400" y="3228325"/>
              <a:ext cx="5600" cy="5200"/>
            </a:xfrm>
            <a:custGeom>
              <a:avLst/>
              <a:gdLst/>
              <a:ahLst/>
              <a:cxnLst/>
              <a:rect l="l" t="t" r="r" b="b"/>
              <a:pathLst>
                <a:path w="224" h="208" extrusionOk="0">
                  <a:moveTo>
                    <a:pt x="112" y="1"/>
                  </a:moveTo>
                  <a:cubicBezTo>
                    <a:pt x="98" y="1"/>
                    <a:pt x="84" y="3"/>
                    <a:pt x="71" y="9"/>
                  </a:cubicBezTo>
                  <a:cubicBezTo>
                    <a:pt x="17" y="25"/>
                    <a:pt x="1" y="91"/>
                    <a:pt x="17" y="145"/>
                  </a:cubicBezTo>
                  <a:cubicBezTo>
                    <a:pt x="17" y="161"/>
                    <a:pt x="34" y="161"/>
                    <a:pt x="34" y="178"/>
                  </a:cubicBezTo>
                  <a:cubicBezTo>
                    <a:pt x="55" y="199"/>
                    <a:pt x="75" y="208"/>
                    <a:pt x="98" y="208"/>
                  </a:cubicBezTo>
                  <a:cubicBezTo>
                    <a:pt x="115" y="208"/>
                    <a:pt x="134" y="203"/>
                    <a:pt x="157" y="194"/>
                  </a:cubicBezTo>
                  <a:cubicBezTo>
                    <a:pt x="190" y="178"/>
                    <a:pt x="207" y="145"/>
                    <a:pt x="223" y="112"/>
                  </a:cubicBezTo>
                  <a:cubicBezTo>
                    <a:pt x="223" y="91"/>
                    <a:pt x="223" y="75"/>
                    <a:pt x="207" y="58"/>
                  </a:cubicBezTo>
                  <a:cubicBezTo>
                    <a:pt x="195" y="21"/>
                    <a:pt x="153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0" name="Google Shape;12430;p31"/>
            <p:cNvSpPr/>
            <p:nvPr/>
          </p:nvSpPr>
          <p:spPr>
            <a:xfrm>
              <a:off x="4320325" y="3216400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99" y="0"/>
                  </a:moveTo>
                  <a:cubicBezTo>
                    <a:pt x="54" y="0"/>
                    <a:pt x="15" y="43"/>
                    <a:pt x="0" y="90"/>
                  </a:cubicBezTo>
                  <a:lnTo>
                    <a:pt x="0" y="139"/>
                  </a:lnTo>
                  <a:cubicBezTo>
                    <a:pt x="17" y="139"/>
                    <a:pt x="17" y="156"/>
                    <a:pt x="17" y="156"/>
                  </a:cubicBezTo>
                  <a:cubicBezTo>
                    <a:pt x="33" y="193"/>
                    <a:pt x="66" y="193"/>
                    <a:pt x="83" y="209"/>
                  </a:cubicBezTo>
                  <a:cubicBezTo>
                    <a:pt x="136" y="209"/>
                    <a:pt x="206" y="176"/>
                    <a:pt x="206" y="123"/>
                  </a:cubicBezTo>
                  <a:cubicBezTo>
                    <a:pt x="206" y="90"/>
                    <a:pt x="206" y="73"/>
                    <a:pt x="186" y="36"/>
                  </a:cubicBezTo>
                  <a:cubicBezTo>
                    <a:pt x="169" y="20"/>
                    <a:pt x="153" y="3"/>
                    <a:pt x="120" y="3"/>
                  </a:cubicBezTo>
                  <a:cubicBezTo>
                    <a:pt x="113" y="1"/>
                    <a:pt x="106" y="0"/>
                    <a:pt x="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1" name="Google Shape;12431;p31"/>
            <p:cNvSpPr/>
            <p:nvPr/>
          </p:nvSpPr>
          <p:spPr>
            <a:xfrm>
              <a:off x="4314650" y="3242075"/>
              <a:ext cx="5175" cy="5350"/>
            </a:xfrm>
            <a:custGeom>
              <a:avLst/>
              <a:gdLst/>
              <a:ahLst/>
              <a:cxnLst/>
              <a:rect l="l" t="t" r="r" b="b"/>
              <a:pathLst>
                <a:path w="207" h="214" extrusionOk="0">
                  <a:moveTo>
                    <a:pt x="105" y="0"/>
                  </a:moveTo>
                  <a:cubicBezTo>
                    <a:pt x="77" y="0"/>
                    <a:pt x="48" y="13"/>
                    <a:pt x="21" y="40"/>
                  </a:cubicBezTo>
                  <a:cubicBezTo>
                    <a:pt x="1" y="56"/>
                    <a:pt x="1" y="94"/>
                    <a:pt x="1" y="110"/>
                  </a:cubicBezTo>
                  <a:cubicBezTo>
                    <a:pt x="1" y="127"/>
                    <a:pt x="1" y="127"/>
                    <a:pt x="21" y="143"/>
                  </a:cubicBezTo>
                  <a:cubicBezTo>
                    <a:pt x="21" y="160"/>
                    <a:pt x="38" y="180"/>
                    <a:pt x="38" y="180"/>
                  </a:cubicBezTo>
                  <a:cubicBezTo>
                    <a:pt x="71" y="197"/>
                    <a:pt x="87" y="213"/>
                    <a:pt x="124" y="213"/>
                  </a:cubicBezTo>
                  <a:cubicBezTo>
                    <a:pt x="141" y="197"/>
                    <a:pt x="174" y="197"/>
                    <a:pt x="190" y="160"/>
                  </a:cubicBezTo>
                  <a:cubicBezTo>
                    <a:pt x="207" y="143"/>
                    <a:pt x="207" y="127"/>
                    <a:pt x="207" y="94"/>
                  </a:cubicBezTo>
                  <a:cubicBezTo>
                    <a:pt x="207" y="56"/>
                    <a:pt x="190" y="40"/>
                    <a:pt x="174" y="23"/>
                  </a:cubicBezTo>
                  <a:cubicBezTo>
                    <a:pt x="151" y="9"/>
                    <a:pt x="128" y="0"/>
                    <a:pt x="1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2" name="Google Shape;12432;p31"/>
            <p:cNvSpPr/>
            <p:nvPr/>
          </p:nvSpPr>
          <p:spPr>
            <a:xfrm>
              <a:off x="4325475" y="3252025"/>
              <a:ext cx="6000" cy="5400"/>
            </a:xfrm>
            <a:custGeom>
              <a:avLst/>
              <a:gdLst/>
              <a:ahLst/>
              <a:cxnLst/>
              <a:rect l="l" t="t" r="r" b="b"/>
              <a:pathLst>
                <a:path w="240" h="216" extrusionOk="0">
                  <a:moveTo>
                    <a:pt x="113" y="0"/>
                  </a:moveTo>
                  <a:cubicBezTo>
                    <a:pt x="102" y="0"/>
                    <a:pt x="92" y="2"/>
                    <a:pt x="83" y="5"/>
                  </a:cubicBezTo>
                  <a:cubicBezTo>
                    <a:pt x="33" y="38"/>
                    <a:pt x="0" y="91"/>
                    <a:pt x="33" y="141"/>
                  </a:cubicBezTo>
                  <a:cubicBezTo>
                    <a:pt x="47" y="185"/>
                    <a:pt x="86" y="215"/>
                    <a:pt x="136" y="215"/>
                  </a:cubicBezTo>
                  <a:cubicBezTo>
                    <a:pt x="147" y="215"/>
                    <a:pt x="158" y="214"/>
                    <a:pt x="170" y="211"/>
                  </a:cubicBezTo>
                  <a:cubicBezTo>
                    <a:pt x="223" y="174"/>
                    <a:pt x="240" y="124"/>
                    <a:pt x="223" y="71"/>
                  </a:cubicBezTo>
                  <a:cubicBezTo>
                    <a:pt x="210" y="30"/>
                    <a:pt x="160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3" name="Google Shape;12433;p31"/>
            <p:cNvSpPr/>
            <p:nvPr/>
          </p:nvSpPr>
          <p:spPr>
            <a:xfrm>
              <a:off x="4330625" y="3226375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67" y="0"/>
                  </a:moveTo>
                  <a:cubicBezTo>
                    <a:pt x="50" y="17"/>
                    <a:pt x="34" y="33"/>
                    <a:pt x="17" y="50"/>
                  </a:cubicBezTo>
                  <a:cubicBezTo>
                    <a:pt x="1" y="66"/>
                    <a:pt x="1" y="103"/>
                    <a:pt x="17" y="136"/>
                  </a:cubicBezTo>
                  <a:cubicBezTo>
                    <a:pt x="31" y="180"/>
                    <a:pt x="67" y="210"/>
                    <a:pt x="118" y="210"/>
                  </a:cubicBezTo>
                  <a:cubicBezTo>
                    <a:pt x="129" y="210"/>
                    <a:pt x="141" y="209"/>
                    <a:pt x="153" y="206"/>
                  </a:cubicBezTo>
                  <a:cubicBezTo>
                    <a:pt x="207" y="169"/>
                    <a:pt x="223" y="120"/>
                    <a:pt x="207" y="66"/>
                  </a:cubicBezTo>
                  <a:cubicBezTo>
                    <a:pt x="186" y="33"/>
                    <a:pt x="170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4" name="Google Shape;12434;p31"/>
            <p:cNvSpPr/>
            <p:nvPr/>
          </p:nvSpPr>
          <p:spPr>
            <a:xfrm>
              <a:off x="4326300" y="3237800"/>
              <a:ext cx="6000" cy="5200"/>
            </a:xfrm>
            <a:custGeom>
              <a:avLst/>
              <a:gdLst/>
              <a:ahLst/>
              <a:cxnLst/>
              <a:rect l="l" t="t" r="r" b="b"/>
              <a:pathLst>
                <a:path w="240" h="208" extrusionOk="0">
                  <a:moveTo>
                    <a:pt x="115" y="1"/>
                  </a:moveTo>
                  <a:cubicBezTo>
                    <a:pt x="105" y="1"/>
                    <a:pt x="96" y="2"/>
                    <a:pt x="87" y="5"/>
                  </a:cubicBezTo>
                  <a:cubicBezTo>
                    <a:pt x="33" y="21"/>
                    <a:pt x="0" y="91"/>
                    <a:pt x="17" y="145"/>
                  </a:cubicBezTo>
                  <a:cubicBezTo>
                    <a:pt x="41" y="181"/>
                    <a:pt x="75" y="208"/>
                    <a:pt x="111" y="208"/>
                  </a:cubicBezTo>
                  <a:cubicBezTo>
                    <a:pt x="125" y="208"/>
                    <a:pt x="139" y="204"/>
                    <a:pt x="153" y="194"/>
                  </a:cubicBezTo>
                  <a:cubicBezTo>
                    <a:pt x="207" y="178"/>
                    <a:pt x="240" y="124"/>
                    <a:pt x="223" y="75"/>
                  </a:cubicBezTo>
                  <a:cubicBezTo>
                    <a:pt x="209" y="31"/>
                    <a:pt x="159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5" name="Google Shape;12435;p31"/>
            <p:cNvSpPr/>
            <p:nvPr/>
          </p:nvSpPr>
          <p:spPr>
            <a:xfrm>
              <a:off x="4331450" y="3209850"/>
              <a:ext cx="5600" cy="5050"/>
            </a:xfrm>
            <a:custGeom>
              <a:avLst/>
              <a:gdLst/>
              <a:ahLst/>
              <a:cxnLst/>
              <a:rect l="l" t="t" r="r" b="b"/>
              <a:pathLst>
                <a:path w="224" h="202" extrusionOk="0">
                  <a:moveTo>
                    <a:pt x="96" y="0"/>
                  </a:moveTo>
                  <a:cubicBezTo>
                    <a:pt x="64" y="0"/>
                    <a:pt x="35" y="13"/>
                    <a:pt x="17" y="43"/>
                  </a:cubicBezTo>
                  <a:cubicBezTo>
                    <a:pt x="1" y="59"/>
                    <a:pt x="1" y="76"/>
                    <a:pt x="1" y="109"/>
                  </a:cubicBezTo>
                  <a:lnTo>
                    <a:pt x="1" y="129"/>
                  </a:lnTo>
                  <a:cubicBezTo>
                    <a:pt x="17" y="146"/>
                    <a:pt x="17" y="162"/>
                    <a:pt x="34" y="179"/>
                  </a:cubicBezTo>
                  <a:cubicBezTo>
                    <a:pt x="58" y="193"/>
                    <a:pt x="84" y="202"/>
                    <a:pt x="110" y="202"/>
                  </a:cubicBezTo>
                  <a:cubicBezTo>
                    <a:pt x="141" y="202"/>
                    <a:pt x="170" y="189"/>
                    <a:pt x="190" y="162"/>
                  </a:cubicBezTo>
                  <a:cubicBezTo>
                    <a:pt x="223" y="109"/>
                    <a:pt x="223" y="59"/>
                    <a:pt x="174" y="26"/>
                  </a:cubicBezTo>
                  <a:cubicBezTo>
                    <a:pt x="149" y="9"/>
                    <a:pt x="122" y="0"/>
                    <a:pt x="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6" name="Google Shape;12436;p31"/>
            <p:cNvSpPr/>
            <p:nvPr/>
          </p:nvSpPr>
          <p:spPr>
            <a:xfrm>
              <a:off x="4357225" y="3212875"/>
              <a:ext cx="5575" cy="5075"/>
            </a:xfrm>
            <a:custGeom>
              <a:avLst/>
              <a:gdLst/>
              <a:ahLst/>
              <a:cxnLst/>
              <a:rect l="l" t="t" r="r" b="b"/>
              <a:pathLst>
                <a:path w="223" h="203" extrusionOk="0">
                  <a:moveTo>
                    <a:pt x="112" y="0"/>
                  </a:moveTo>
                  <a:cubicBezTo>
                    <a:pt x="98" y="0"/>
                    <a:pt x="83" y="3"/>
                    <a:pt x="70" y="8"/>
                  </a:cubicBezTo>
                  <a:cubicBezTo>
                    <a:pt x="17" y="25"/>
                    <a:pt x="0" y="74"/>
                    <a:pt x="17" y="144"/>
                  </a:cubicBezTo>
                  <a:cubicBezTo>
                    <a:pt x="17" y="144"/>
                    <a:pt x="33" y="161"/>
                    <a:pt x="33" y="177"/>
                  </a:cubicBezTo>
                  <a:cubicBezTo>
                    <a:pt x="59" y="189"/>
                    <a:pt x="83" y="202"/>
                    <a:pt x="112" y="202"/>
                  </a:cubicBezTo>
                  <a:cubicBezTo>
                    <a:pt x="125" y="202"/>
                    <a:pt x="138" y="200"/>
                    <a:pt x="153" y="194"/>
                  </a:cubicBezTo>
                  <a:cubicBezTo>
                    <a:pt x="190" y="177"/>
                    <a:pt x="206" y="144"/>
                    <a:pt x="206" y="111"/>
                  </a:cubicBezTo>
                  <a:cubicBezTo>
                    <a:pt x="223" y="91"/>
                    <a:pt x="206" y="74"/>
                    <a:pt x="206" y="58"/>
                  </a:cubicBezTo>
                  <a:cubicBezTo>
                    <a:pt x="194" y="21"/>
                    <a:pt x="153" y="0"/>
                    <a:pt x="1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7" name="Google Shape;12437;p31"/>
            <p:cNvSpPr/>
            <p:nvPr/>
          </p:nvSpPr>
          <p:spPr>
            <a:xfrm>
              <a:off x="4383825" y="3127525"/>
              <a:ext cx="2600" cy="5175"/>
            </a:xfrm>
            <a:custGeom>
              <a:avLst/>
              <a:gdLst/>
              <a:ahLst/>
              <a:cxnLst/>
              <a:rect l="l" t="t" r="r" b="b"/>
              <a:pathLst>
                <a:path w="104" h="207" extrusionOk="0">
                  <a:moveTo>
                    <a:pt x="70" y="0"/>
                  </a:moveTo>
                  <a:cubicBezTo>
                    <a:pt x="54" y="21"/>
                    <a:pt x="37" y="37"/>
                    <a:pt x="17" y="54"/>
                  </a:cubicBezTo>
                  <a:cubicBezTo>
                    <a:pt x="0" y="70"/>
                    <a:pt x="0" y="103"/>
                    <a:pt x="17" y="140"/>
                  </a:cubicBezTo>
                  <a:cubicBezTo>
                    <a:pt x="17" y="173"/>
                    <a:pt x="70" y="206"/>
                    <a:pt x="103" y="206"/>
                  </a:cubicBezTo>
                  <a:lnTo>
                    <a:pt x="1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8" name="Google Shape;12438;p31"/>
            <p:cNvSpPr/>
            <p:nvPr/>
          </p:nvSpPr>
          <p:spPr>
            <a:xfrm>
              <a:off x="4200450" y="3262450"/>
              <a:ext cx="5175" cy="2175"/>
            </a:xfrm>
            <a:custGeom>
              <a:avLst/>
              <a:gdLst/>
              <a:ahLst/>
              <a:cxnLst/>
              <a:rect l="l" t="t" r="r" b="b"/>
              <a:pathLst>
                <a:path w="207" h="87" extrusionOk="0">
                  <a:moveTo>
                    <a:pt x="120" y="0"/>
                  </a:moveTo>
                  <a:cubicBezTo>
                    <a:pt x="70" y="0"/>
                    <a:pt x="33" y="17"/>
                    <a:pt x="0" y="50"/>
                  </a:cubicBezTo>
                  <a:cubicBezTo>
                    <a:pt x="70" y="66"/>
                    <a:pt x="136" y="87"/>
                    <a:pt x="207" y="87"/>
                  </a:cubicBezTo>
                  <a:cubicBezTo>
                    <a:pt x="207" y="87"/>
                    <a:pt x="190" y="66"/>
                    <a:pt x="190" y="50"/>
                  </a:cubicBezTo>
                  <a:cubicBezTo>
                    <a:pt x="174" y="33"/>
                    <a:pt x="136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9" name="Google Shape;12439;p31"/>
            <p:cNvSpPr/>
            <p:nvPr/>
          </p:nvSpPr>
          <p:spPr>
            <a:xfrm>
              <a:off x="4086250" y="3216875"/>
              <a:ext cx="1675" cy="1775"/>
            </a:xfrm>
            <a:custGeom>
              <a:avLst/>
              <a:gdLst/>
              <a:ahLst/>
              <a:cxnLst/>
              <a:rect l="l" t="t" r="r" b="b"/>
              <a:pathLst>
                <a:path w="67" h="71" extrusionOk="0">
                  <a:moveTo>
                    <a:pt x="0" y="1"/>
                  </a:moveTo>
                  <a:lnTo>
                    <a:pt x="0" y="1"/>
                  </a:lnTo>
                  <a:cubicBezTo>
                    <a:pt x="17" y="34"/>
                    <a:pt x="50" y="54"/>
                    <a:pt x="66" y="71"/>
                  </a:cubicBezTo>
                  <a:cubicBezTo>
                    <a:pt x="66" y="54"/>
                    <a:pt x="50" y="34"/>
                    <a:pt x="50" y="34"/>
                  </a:cubicBezTo>
                  <a:cubicBezTo>
                    <a:pt x="33" y="17"/>
                    <a:pt x="17" y="1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0" name="Google Shape;12440;p31"/>
            <p:cNvSpPr/>
            <p:nvPr/>
          </p:nvSpPr>
          <p:spPr>
            <a:xfrm>
              <a:off x="4222400" y="3265425"/>
              <a:ext cx="5175" cy="2600"/>
            </a:xfrm>
            <a:custGeom>
              <a:avLst/>
              <a:gdLst/>
              <a:ahLst/>
              <a:cxnLst/>
              <a:rect l="l" t="t" r="r" b="b"/>
              <a:pathLst>
                <a:path w="207" h="104" extrusionOk="0">
                  <a:moveTo>
                    <a:pt x="120" y="1"/>
                  </a:moveTo>
                  <a:cubicBezTo>
                    <a:pt x="104" y="1"/>
                    <a:pt x="83" y="1"/>
                    <a:pt x="67" y="17"/>
                  </a:cubicBezTo>
                  <a:cubicBezTo>
                    <a:pt x="34" y="17"/>
                    <a:pt x="17" y="50"/>
                    <a:pt x="1" y="71"/>
                  </a:cubicBezTo>
                  <a:cubicBezTo>
                    <a:pt x="67" y="87"/>
                    <a:pt x="137" y="87"/>
                    <a:pt x="207" y="104"/>
                  </a:cubicBezTo>
                  <a:lnTo>
                    <a:pt x="207" y="71"/>
                  </a:lnTo>
                  <a:cubicBezTo>
                    <a:pt x="186" y="34"/>
                    <a:pt x="153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1" name="Google Shape;12441;p31"/>
            <p:cNvSpPr/>
            <p:nvPr/>
          </p:nvSpPr>
          <p:spPr>
            <a:xfrm>
              <a:off x="4139950" y="3245075"/>
              <a:ext cx="4250" cy="2350"/>
            </a:xfrm>
            <a:custGeom>
              <a:avLst/>
              <a:gdLst/>
              <a:ahLst/>
              <a:cxnLst/>
              <a:rect l="l" t="t" r="r" b="b"/>
              <a:pathLst>
                <a:path w="170" h="94" extrusionOk="0">
                  <a:moveTo>
                    <a:pt x="63" y="0"/>
                  </a:moveTo>
                  <a:cubicBezTo>
                    <a:pt x="48" y="0"/>
                    <a:pt x="33" y="2"/>
                    <a:pt x="17" y="7"/>
                  </a:cubicBezTo>
                  <a:lnTo>
                    <a:pt x="0" y="23"/>
                  </a:lnTo>
                  <a:cubicBezTo>
                    <a:pt x="17" y="40"/>
                    <a:pt x="50" y="40"/>
                    <a:pt x="83" y="60"/>
                  </a:cubicBezTo>
                  <a:cubicBezTo>
                    <a:pt x="120" y="77"/>
                    <a:pt x="136" y="77"/>
                    <a:pt x="169" y="93"/>
                  </a:cubicBezTo>
                  <a:cubicBezTo>
                    <a:pt x="169" y="77"/>
                    <a:pt x="169" y="77"/>
                    <a:pt x="153" y="60"/>
                  </a:cubicBezTo>
                  <a:cubicBezTo>
                    <a:pt x="140" y="20"/>
                    <a:pt x="107" y="0"/>
                    <a:pt x="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2" name="Google Shape;12442;p31"/>
            <p:cNvSpPr/>
            <p:nvPr/>
          </p:nvSpPr>
          <p:spPr>
            <a:xfrm>
              <a:off x="4299200" y="3262275"/>
              <a:ext cx="5175" cy="4925"/>
            </a:xfrm>
            <a:custGeom>
              <a:avLst/>
              <a:gdLst/>
              <a:ahLst/>
              <a:cxnLst/>
              <a:rect l="l" t="t" r="r" b="b"/>
              <a:pathLst>
                <a:path w="207" h="197" extrusionOk="0">
                  <a:moveTo>
                    <a:pt x="105" y="1"/>
                  </a:moveTo>
                  <a:cubicBezTo>
                    <a:pt x="76" y="1"/>
                    <a:pt x="48" y="13"/>
                    <a:pt x="21" y="40"/>
                  </a:cubicBezTo>
                  <a:cubicBezTo>
                    <a:pt x="0" y="57"/>
                    <a:pt x="0" y="94"/>
                    <a:pt x="0" y="110"/>
                  </a:cubicBezTo>
                  <a:lnTo>
                    <a:pt x="0" y="143"/>
                  </a:lnTo>
                  <a:cubicBezTo>
                    <a:pt x="21" y="160"/>
                    <a:pt x="21" y="176"/>
                    <a:pt x="37" y="176"/>
                  </a:cubicBezTo>
                  <a:lnTo>
                    <a:pt x="54" y="197"/>
                  </a:lnTo>
                  <a:lnTo>
                    <a:pt x="173" y="197"/>
                  </a:lnTo>
                  <a:cubicBezTo>
                    <a:pt x="173" y="176"/>
                    <a:pt x="190" y="176"/>
                    <a:pt x="190" y="176"/>
                  </a:cubicBezTo>
                  <a:cubicBezTo>
                    <a:pt x="206" y="143"/>
                    <a:pt x="206" y="127"/>
                    <a:pt x="206" y="94"/>
                  </a:cubicBezTo>
                  <a:cubicBezTo>
                    <a:pt x="206" y="73"/>
                    <a:pt x="190" y="40"/>
                    <a:pt x="173" y="24"/>
                  </a:cubicBezTo>
                  <a:cubicBezTo>
                    <a:pt x="151" y="9"/>
                    <a:pt x="128" y="1"/>
                    <a:pt x="1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3" name="Google Shape;12443;p31"/>
            <p:cNvSpPr/>
            <p:nvPr/>
          </p:nvSpPr>
          <p:spPr>
            <a:xfrm>
              <a:off x="4247250" y="3268250"/>
              <a:ext cx="3925" cy="1025"/>
            </a:xfrm>
            <a:custGeom>
              <a:avLst/>
              <a:gdLst/>
              <a:ahLst/>
              <a:cxnLst/>
              <a:rect l="l" t="t" r="r" b="b"/>
              <a:pathLst>
                <a:path w="157" h="41" extrusionOk="0">
                  <a:moveTo>
                    <a:pt x="77" y="1"/>
                  </a:moveTo>
                  <a:cubicBezTo>
                    <a:pt x="64" y="1"/>
                    <a:pt x="51" y="3"/>
                    <a:pt x="37" y="7"/>
                  </a:cubicBezTo>
                  <a:cubicBezTo>
                    <a:pt x="37" y="24"/>
                    <a:pt x="17" y="24"/>
                    <a:pt x="0" y="40"/>
                  </a:cubicBezTo>
                  <a:lnTo>
                    <a:pt x="157" y="40"/>
                  </a:lnTo>
                  <a:cubicBezTo>
                    <a:pt x="145" y="16"/>
                    <a:pt x="113" y="1"/>
                    <a:pt x="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4" name="Google Shape;12444;p31"/>
            <p:cNvSpPr/>
            <p:nvPr/>
          </p:nvSpPr>
          <p:spPr>
            <a:xfrm>
              <a:off x="4382175" y="3204400"/>
              <a:ext cx="4250" cy="5100"/>
            </a:xfrm>
            <a:custGeom>
              <a:avLst/>
              <a:gdLst/>
              <a:ahLst/>
              <a:cxnLst/>
              <a:rect l="l" t="t" r="r" b="b"/>
              <a:pathLst>
                <a:path w="170" h="204" extrusionOk="0">
                  <a:moveTo>
                    <a:pt x="83" y="1"/>
                  </a:moveTo>
                  <a:cubicBezTo>
                    <a:pt x="33" y="17"/>
                    <a:pt x="0" y="87"/>
                    <a:pt x="33" y="141"/>
                  </a:cubicBezTo>
                  <a:cubicBezTo>
                    <a:pt x="45" y="177"/>
                    <a:pt x="76" y="204"/>
                    <a:pt x="117" y="204"/>
                  </a:cubicBezTo>
                  <a:cubicBezTo>
                    <a:pt x="133" y="204"/>
                    <a:pt x="151" y="200"/>
                    <a:pt x="169" y="191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5" name="Google Shape;12445;p31"/>
            <p:cNvSpPr/>
            <p:nvPr/>
          </p:nvSpPr>
          <p:spPr>
            <a:xfrm>
              <a:off x="4276925" y="3256350"/>
              <a:ext cx="5175" cy="5425"/>
            </a:xfrm>
            <a:custGeom>
              <a:avLst/>
              <a:gdLst/>
              <a:ahLst/>
              <a:cxnLst/>
              <a:rect l="l" t="t" r="r" b="b"/>
              <a:pathLst>
                <a:path w="207" h="217" extrusionOk="0">
                  <a:moveTo>
                    <a:pt x="87" y="1"/>
                  </a:moveTo>
                  <a:cubicBezTo>
                    <a:pt x="67" y="1"/>
                    <a:pt x="34" y="21"/>
                    <a:pt x="17" y="38"/>
                  </a:cubicBezTo>
                  <a:cubicBezTo>
                    <a:pt x="1" y="71"/>
                    <a:pt x="1" y="87"/>
                    <a:pt x="1" y="124"/>
                  </a:cubicBezTo>
                  <a:lnTo>
                    <a:pt x="1" y="141"/>
                  </a:lnTo>
                  <a:cubicBezTo>
                    <a:pt x="17" y="157"/>
                    <a:pt x="17" y="174"/>
                    <a:pt x="34" y="190"/>
                  </a:cubicBezTo>
                  <a:cubicBezTo>
                    <a:pt x="58" y="207"/>
                    <a:pt x="81" y="217"/>
                    <a:pt x="105" y="217"/>
                  </a:cubicBezTo>
                  <a:cubicBezTo>
                    <a:pt x="133" y="217"/>
                    <a:pt x="161" y="203"/>
                    <a:pt x="190" y="174"/>
                  </a:cubicBezTo>
                  <a:cubicBezTo>
                    <a:pt x="207" y="157"/>
                    <a:pt x="207" y="124"/>
                    <a:pt x="207" y="104"/>
                  </a:cubicBezTo>
                  <a:cubicBezTo>
                    <a:pt x="207" y="71"/>
                    <a:pt x="190" y="54"/>
                    <a:pt x="170" y="38"/>
                  </a:cubicBezTo>
                  <a:cubicBezTo>
                    <a:pt x="137" y="21"/>
                    <a:pt x="120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6" name="Google Shape;12446;p31"/>
            <p:cNvSpPr/>
            <p:nvPr/>
          </p:nvSpPr>
          <p:spPr>
            <a:xfrm>
              <a:off x="4376500" y="3180700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97" y="0"/>
                  </a:moveTo>
                  <a:cubicBezTo>
                    <a:pt x="59" y="0"/>
                    <a:pt x="34" y="28"/>
                    <a:pt x="21" y="58"/>
                  </a:cubicBezTo>
                  <a:cubicBezTo>
                    <a:pt x="0" y="75"/>
                    <a:pt x="0" y="75"/>
                    <a:pt x="0" y="91"/>
                  </a:cubicBezTo>
                  <a:lnTo>
                    <a:pt x="0" y="141"/>
                  </a:lnTo>
                  <a:cubicBezTo>
                    <a:pt x="21" y="161"/>
                    <a:pt x="37" y="178"/>
                    <a:pt x="70" y="194"/>
                  </a:cubicBezTo>
                  <a:cubicBezTo>
                    <a:pt x="70" y="194"/>
                    <a:pt x="87" y="194"/>
                    <a:pt x="87" y="211"/>
                  </a:cubicBezTo>
                  <a:cubicBezTo>
                    <a:pt x="157" y="211"/>
                    <a:pt x="206" y="178"/>
                    <a:pt x="206" y="108"/>
                  </a:cubicBezTo>
                  <a:cubicBezTo>
                    <a:pt x="206" y="91"/>
                    <a:pt x="206" y="58"/>
                    <a:pt x="190" y="38"/>
                  </a:cubicBezTo>
                  <a:cubicBezTo>
                    <a:pt x="173" y="21"/>
                    <a:pt x="157" y="5"/>
                    <a:pt x="124" y="5"/>
                  </a:cubicBezTo>
                  <a:cubicBezTo>
                    <a:pt x="114" y="2"/>
                    <a:pt x="105" y="0"/>
                    <a:pt x="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7" name="Google Shape;12447;p31"/>
            <p:cNvSpPr/>
            <p:nvPr/>
          </p:nvSpPr>
          <p:spPr>
            <a:xfrm>
              <a:off x="4372675" y="3195275"/>
              <a:ext cx="5175" cy="4925"/>
            </a:xfrm>
            <a:custGeom>
              <a:avLst/>
              <a:gdLst/>
              <a:ahLst/>
              <a:cxnLst/>
              <a:rect l="l" t="t" r="r" b="b"/>
              <a:pathLst>
                <a:path w="207" h="197" extrusionOk="0">
                  <a:moveTo>
                    <a:pt x="97" y="1"/>
                  </a:moveTo>
                  <a:cubicBezTo>
                    <a:pt x="65" y="1"/>
                    <a:pt x="35" y="13"/>
                    <a:pt x="17" y="40"/>
                  </a:cubicBezTo>
                  <a:cubicBezTo>
                    <a:pt x="1" y="57"/>
                    <a:pt x="1" y="73"/>
                    <a:pt x="1" y="110"/>
                  </a:cubicBezTo>
                  <a:lnTo>
                    <a:pt x="1" y="127"/>
                  </a:lnTo>
                  <a:cubicBezTo>
                    <a:pt x="17" y="143"/>
                    <a:pt x="17" y="160"/>
                    <a:pt x="34" y="176"/>
                  </a:cubicBezTo>
                  <a:cubicBezTo>
                    <a:pt x="50" y="197"/>
                    <a:pt x="87" y="197"/>
                    <a:pt x="120" y="197"/>
                  </a:cubicBezTo>
                  <a:cubicBezTo>
                    <a:pt x="137" y="197"/>
                    <a:pt x="174" y="176"/>
                    <a:pt x="190" y="160"/>
                  </a:cubicBezTo>
                  <a:cubicBezTo>
                    <a:pt x="207" y="143"/>
                    <a:pt x="207" y="110"/>
                    <a:pt x="207" y="94"/>
                  </a:cubicBezTo>
                  <a:cubicBezTo>
                    <a:pt x="207" y="57"/>
                    <a:pt x="190" y="40"/>
                    <a:pt x="174" y="24"/>
                  </a:cubicBezTo>
                  <a:cubicBezTo>
                    <a:pt x="150" y="9"/>
                    <a:pt x="122" y="1"/>
                    <a:pt x="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8" name="Google Shape;12448;p31"/>
            <p:cNvSpPr/>
            <p:nvPr/>
          </p:nvSpPr>
          <p:spPr>
            <a:xfrm>
              <a:off x="4205200" y="3216050"/>
              <a:ext cx="5575" cy="5175"/>
            </a:xfrm>
            <a:custGeom>
              <a:avLst/>
              <a:gdLst/>
              <a:ahLst/>
              <a:cxnLst/>
              <a:rect l="l" t="t" r="r" b="b"/>
              <a:pathLst>
                <a:path w="223" h="207" extrusionOk="0">
                  <a:moveTo>
                    <a:pt x="136" y="1"/>
                  </a:moveTo>
                  <a:cubicBezTo>
                    <a:pt x="103" y="1"/>
                    <a:pt x="70" y="17"/>
                    <a:pt x="33" y="34"/>
                  </a:cubicBezTo>
                  <a:cubicBezTo>
                    <a:pt x="17" y="50"/>
                    <a:pt x="17" y="67"/>
                    <a:pt x="17" y="87"/>
                  </a:cubicBezTo>
                  <a:cubicBezTo>
                    <a:pt x="0" y="104"/>
                    <a:pt x="17" y="120"/>
                    <a:pt x="17" y="137"/>
                  </a:cubicBezTo>
                  <a:cubicBezTo>
                    <a:pt x="33" y="170"/>
                    <a:pt x="50" y="207"/>
                    <a:pt x="103" y="207"/>
                  </a:cubicBezTo>
                  <a:cubicBezTo>
                    <a:pt x="153" y="207"/>
                    <a:pt x="206" y="170"/>
                    <a:pt x="223" y="120"/>
                  </a:cubicBezTo>
                  <a:cubicBezTo>
                    <a:pt x="223" y="104"/>
                    <a:pt x="223" y="67"/>
                    <a:pt x="206" y="50"/>
                  </a:cubicBezTo>
                  <a:cubicBezTo>
                    <a:pt x="190" y="17"/>
                    <a:pt x="153" y="17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9" name="Google Shape;12449;p31"/>
            <p:cNvSpPr/>
            <p:nvPr/>
          </p:nvSpPr>
          <p:spPr>
            <a:xfrm>
              <a:off x="4368775" y="3222775"/>
              <a:ext cx="5675" cy="5250"/>
            </a:xfrm>
            <a:custGeom>
              <a:avLst/>
              <a:gdLst/>
              <a:ahLst/>
              <a:cxnLst/>
              <a:rect l="l" t="t" r="r" b="b"/>
              <a:pathLst>
                <a:path w="227" h="210" extrusionOk="0">
                  <a:moveTo>
                    <a:pt x="115" y="1"/>
                  </a:moveTo>
                  <a:cubicBezTo>
                    <a:pt x="58" y="1"/>
                    <a:pt x="21" y="47"/>
                    <a:pt x="21" y="90"/>
                  </a:cubicBezTo>
                  <a:cubicBezTo>
                    <a:pt x="0" y="107"/>
                    <a:pt x="21" y="128"/>
                    <a:pt x="21" y="144"/>
                  </a:cubicBezTo>
                  <a:cubicBezTo>
                    <a:pt x="37" y="177"/>
                    <a:pt x="54" y="210"/>
                    <a:pt x="103" y="210"/>
                  </a:cubicBezTo>
                  <a:cubicBezTo>
                    <a:pt x="157" y="210"/>
                    <a:pt x="206" y="177"/>
                    <a:pt x="227" y="128"/>
                  </a:cubicBezTo>
                  <a:cubicBezTo>
                    <a:pt x="227" y="90"/>
                    <a:pt x="227" y="74"/>
                    <a:pt x="206" y="41"/>
                  </a:cubicBezTo>
                  <a:cubicBezTo>
                    <a:pt x="190" y="24"/>
                    <a:pt x="157" y="4"/>
                    <a:pt x="140" y="4"/>
                  </a:cubicBezTo>
                  <a:cubicBezTo>
                    <a:pt x="131" y="2"/>
                    <a:pt x="123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0" name="Google Shape;12450;p31"/>
            <p:cNvSpPr/>
            <p:nvPr/>
          </p:nvSpPr>
          <p:spPr>
            <a:xfrm>
              <a:off x="4364125" y="3170900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20" y="1"/>
                  </a:moveTo>
                  <a:cubicBezTo>
                    <a:pt x="67" y="1"/>
                    <a:pt x="17" y="38"/>
                    <a:pt x="1" y="88"/>
                  </a:cubicBezTo>
                  <a:cubicBezTo>
                    <a:pt x="1" y="104"/>
                    <a:pt x="1" y="120"/>
                    <a:pt x="17" y="141"/>
                  </a:cubicBezTo>
                  <a:lnTo>
                    <a:pt x="17" y="174"/>
                  </a:lnTo>
                  <a:cubicBezTo>
                    <a:pt x="34" y="191"/>
                    <a:pt x="67" y="207"/>
                    <a:pt x="83" y="207"/>
                  </a:cubicBezTo>
                  <a:cubicBezTo>
                    <a:pt x="92" y="209"/>
                    <a:pt x="101" y="210"/>
                    <a:pt x="110" y="210"/>
                  </a:cubicBezTo>
                  <a:cubicBezTo>
                    <a:pt x="166" y="210"/>
                    <a:pt x="207" y="167"/>
                    <a:pt x="207" y="120"/>
                  </a:cubicBezTo>
                  <a:cubicBezTo>
                    <a:pt x="223" y="104"/>
                    <a:pt x="207" y="71"/>
                    <a:pt x="186" y="55"/>
                  </a:cubicBezTo>
                  <a:cubicBezTo>
                    <a:pt x="170" y="17"/>
                    <a:pt x="153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1" name="Google Shape;12451;p31"/>
            <p:cNvSpPr/>
            <p:nvPr/>
          </p:nvSpPr>
          <p:spPr>
            <a:xfrm>
              <a:off x="4378650" y="3153175"/>
              <a:ext cx="6125" cy="5425"/>
            </a:xfrm>
            <a:custGeom>
              <a:avLst/>
              <a:gdLst/>
              <a:ahLst/>
              <a:cxnLst/>
              <a:rect l="l" t="t" r="r" b="b"/>
              <a:pathLst>
                <a:path w="245" h="217" extrusionOk="0">
                  <a:moveTo>
                    <a:pt x="115" y="1"/>
                  </a:moveTo>
                  <a:cubicBezTo>
                    <a:pt x="105" y="1"/>
                    <a:pt x="96" y="2"/>
                    <a:pt x="87" y="5"/>
                  </a:cubicBezTo>
                  <a:cubicBezTo>
                    <a:pt x="38" y="42"/>
                    <a:pt x="1" y="91"/>
                    <a:pt x="38" y="145"/>
                  </a:cubicBezTo>
                  <a:cubicBezTo>
                    <a:pt x="51" y="185"/>
                    <a:pt x="86" y="217"/>
                    <a:pt x="127" y="217"/>
                  </a:cubicBezTo>
                  <a:cubicBezTo>
                    <a:pt x="137" y="217"/>
                    <a:pt x="147" y="215"/>
                    <a:pt x="158" y="211"/>
                  </a:cubicBezTo>
                  <a:cubicBezTo>
                    <a:pt x="224" y="178"/>
                    <a:pt x="244" y="129"/>
                    <a:pt x="224" y="75"/>
                  </a:cubicBezTo>
                  <a:cubicBezTo>
                    <a:pt x="210" y="34"/>
                    <a:pt x="161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2" name="Google Shape;12452;p31"/>
            <p:cNvSpPr/>
            <p:nvPr/>
          </p:nvSpPr>
          <p:spPr>
            <a:xfrm>
              <a:off x="4379575" y="3139050"/>
              <a:ext cx="6025" cy="5200"/>
            </a:xfrm>
            <a:custGeom>
              <a:avLst/>
              <a:gdLst/>
              <a:ahLst/>
              <a:cxnLst/>
              <a:rect l="l" t="t" r="r" b="b"/>
              <a:pathLst>
                <a:path w="241" h="208" extrusionOk="0">
                  <a:moveTo>
                    <a:pt x="111" y="1"/>
                  </a:moveTo>
                  <a:cubicBezTo>
                    <a:pt x="102" y="1"/>
                    <a:pt x="93" y="2"/>
                    <a:pt x="83" y="5"/>
                  </a:cubicBezTo>
                  <a:cubicBezTo>
                    <a:pt x="34" y="22"/>
                    <a:pt x="1" y="92"/>
                    <a:pt x="17" y="141"/>
                  </a:cubicBezTo>
                  <a:cubicBezTo>
                    <a:pt x="41" y="180"/>
                    <a:pt x="76" y="208"/>
                    <a:pt x="112" y="208"/>
                  </a:cubicBezTo>
                  <a:cubicBezTo>
                    <a:pt x="126" y="208"/>
                    <a:pt x="140" y="204"/>
                    <a:pt x="154" y="195"/>
                  </a:cubicBezTo>
                  <a:cubicBezTo>
                    <a:pt x="207" y="178"/>
                    <a:pt x="240" y="125"/>
                    <a:pt x="224" y="75"/>
                  </a:cubicBezTo>
                  <a:cubicBezTo>
                    <a:pt x="193" y="31"/>
                    <a:pt x="154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3" name="Google Shape;12453;p31"/>
            <p:cNvSpPr/>
            <p:nvPr/>
          </p:nvSpPr>
          <p:spPr>
            <a:xfrm>
              <a:off x="4377000" y="3166150"/>
              <a:ext cx="5200" cy="5275"/>
            </a:xfrm>
            <a:custGeom>
              <a:avLst/>
              <a:gdLst/>
              <a:ahLst/>
              <a:cxnLst/>
              <a:rect l="l" t="t" r="r" b="b"/>
              <a:pathLst>
                <a:path w="208" h="211" extrusionOk="0">
                  <a:moveTo>
                    <a:pt x="105" y="1"/>
                  </a:moveTo>
                  <a:cubicBezTo>
                    <a:pt x="71" y="1"/>
                    <a:pt x="37" y="16"/>
                    <a:pt x="17" y="38"/>
                  </a:cubicBezTo>
                  <a:cubicBezTo>
                    <a:pt x="1" y="71"/>
                    <a:pt x="1" y="88"/>
                    <a:pt x="1" y="125"/>
                  </a:cubicBezTo>
                  <a:lnTo>
                    <a:pt x="1" y="141"/>
                  </a:lnTo>
                  <a:cubicBezTo>
                    <a:pt x="17" y="158"/>
                    <a:pt x="17" y="174"/>
                    <a:pt x="34" y="191"/>
                  </a:cubicBezTo>
                  <a:cubicBezTo>
                    <a:pt x="53" y="205"/>
                    <a:pt x="74" y="211"/>
                    <a:pt x="96" y="211"/>
                  </a:cubicBezTo>
                  <a:cubicBezTo>
                    <a:pt x="131" y="211"/>
                    <a:pt x="166" y="195"/>
                    <a:pt x="186" y="174"/>
                  </a:cubicBezTo>
                  <a:cubicBezTo>
                    <a:pt x="207" y="158"/>
                    <a:pt x="207" y="125"/>
                    <a:pt x="207" y="88"/>
                  </a:cubicBezTo>
                  <a:cubicBezTo>
                    <a:pt x="207" y="71"/>
                    <a:pt x="186" y="38"/>
                    <a:pt x="170" y="22"/>
                  </a:cubicBezTo>
                  <a:cubicBezTo>
                    <a:pt x="150" y="7"/>
                    <a:pt x="128" y="1"/>
                    <a:pt x="1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4" name="Google Shape;12454;p31"/>
            <p:cNvSpPr/>
            <p:nvPr/>
          </p:nvSpPr>
          <p:spPr>
            <a:xfrm>
              <a:off x="4362375" y="3185125"/>
              <a:ext cx="5600" cy="5200"/>
            </a:xfrm>
            <a:custGeom>
              <a:avLst/>
              <a:gdLst/>
              <a:ahLst/>
              <a:cxnLst/>
              <a:rect l="l" t="t" r="r" b="b"/>
              <a:pathLst>
                <a:path w="224" h="208" extrusionOk="0">
                  <a:moveTo>
                    <a:pt x="137" y="1"/>
                  </a:moveTo>
                  <a:cubicBezTo>
                    <a:pt x="104" y="1"/>
                    <a:pt x="71" y="1"/>
                    <a:pt x="50" y="17"/>
                  </a:cubicBezTo>
                  <a:cubicBezTo>
                    <a:pt x="33" y="34"/>
                    <a:pt x="17" y="50"/>
                    <a:pt x="17" y="87"/>
                  </a:cubicBezTo>
                  <a:cubicBezTo>
                    <a:pt x="0" y="104"/>
                    <a:pt x="17" y="120"/>
                    <a:pt x="17" y="137"/>
                  </a:cubicBezTo>
                  <a:cubicBezTo>
                    <a:pt x="17" y="137"/>
                    <a:pt x="17" y="153"/>
                    <a:pt x="33" y="153"/>
                  </a:cubicBezTo>
                  <a:cubicBezTo>
                    <a:pt x="50" y="191"/>
                    <a:pt x="71" y="191"/>
                    <a:pt x="104" y="207"/>
                  </a:cubicBezTo>
                  <a:cubicBezTo>
                    <a:pt x="153" y="207"/>
                    <a:pt x="207" y="170"/>
                    <a:pt x="223" y="120"/>
                  </a:cubicBezTo>
                  <a:cubicBezTo>
                    <a:pt x="223" y="87"/>
                    <a:pt x="223" y="50"/>
                    <a:pt x="207" y="34"/>
                  </a:cubicBezTo>
                  <a:cubicBezTo>
                    <a:pt x="190" y="17"/>
                    <a:pt x="153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5" name="Google Shape;12455;p31"/>
            <p:cNvSpPr/>
            <p:nvPr/>
          </p:nvSpPr>
          <p:spPr>
            <a:xfrm>
              <a:off x="4370925" y="3207300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14" y="0"/>
                  </a:moveTo>
                  <a:cubicBezTo>
                    <a:pt x="105" y="0"/>
                    <a:pt x="96" y="2"/>
                    <a:pt x="87" y="4"/>
                  </a:cubicBezTo>
                  <a:cubicBezTo>
                    <a:pt x="38" y="42"/>
                    <a:pt x="1" y="91"/>
                    <a:pt x="38" y="145"/>
                  </a:cubicBezTo>
                  <a:cubicBezTo>
                    <a:pt x="38" y="161"/>
                    <a:pt x="38" y="178"/>
                    <a:pt x="54" y="178"/>
                  </a:cubicBezTo>
                  <a:cubicBezTo>
                    <a:pt x="87" y="211"/>
                    <a:pt x="120" y="211"/>
                    <a:pt x="157" y="211"/>
                  </a:cubicBezTo>
                  <a:cubicBezTo>
                    <a:pt x="207" y="194"/>
                    <a:pt x="223" y="161"/>
                    <a:pt x="223" y="108"/>
                  </a:cubicBezTo>
                  <a:lnTo>
                    <a:pt x="223" y="75"/>
                  </a:lnTo>
                  <a:cubicBezTo>
                    <a:pt x="210" y="33"/>
                    <a:pt x="161" y="0"/>
                    <a:pt x="1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6" name="Google Shape;12456;p31"/>
            <p:cNvSpPr/>
            <p:nvPr/>
          </p:nvSpPr>
          <p:spPr>
            <a:xfrm>
              <a:off x="4236100" y="3258825"/>
              <a:ext cx="5600" cy="5150"/>
            </a:xfrm>
            <a:custGeom>
              <a:avLst/>
              <a:gdLst/>
              <a:ahLst/>
              <a:cxnLst/>
              <a:rect l="l" t="t" r="r" b="b"/>
              <a:pathLst>
                <a:path w="224" h="206" extrusionOk="0">
                  <a:moveTo>
                    <a:pt x="112" y="1"/>
                  </a:moveTo>
                  <a:cubicBezTo>
                    <a:pt x="104" y="1"/>
                    <a:pt x="96" y="2"/>
                    <a:pt x="87" y="5"/>
                  </a:cubicBezTo>
                  <a:cubicBezTo>
                    <a:pt x="34" y="25"/>
                    <a:pt x="1" y="91"/>
                    <a:pt x="17" y="145"/>
                  </a:cubicBezTo>
                  <a:cubicBezTo>
                    <a:pt x="34" y="162"/>
                    <a:pt x="34" y="178"/>
                    <a:pt x="50" y="178"/>
                  </a:cubicBezTo>
                  <a:cubicBezTo>
                    <a:pt x="72" y="197"/>
                    <a:pt x="92" y="205"/>
                    <a:pt x="112" y="205"/>
                  </a:cubicBezTo>
                  <a:cubicBezTo>
                    <a:pt x="126" y="205"/>
                    <a:pt x="140" y="201"/>
                    <a:pt x="153" y="195"/>
                  </a:cubicBezTo>
                  <a:cubicBezTo>
                    <a:pt x="191" y="195"/>
                    <a:pt x="224" y="162"/>
                    <a:pt x="224" y="108"/>
                  </a:cubicBezTo>
                  <a:lnTo>
                    <a:pt x="224" y="75"/>
                  </a:lnTo>
                  <a:cubicBezTo>
                    <a:pt x="196" y="34"/>
                    <a:pt x="154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7" name="Google Shape;12457;p31"/>
            <p:cNvSpPr/>
            <p:nvPr/>
          </p:nvSpPr>
          <p:spPr>
            <a:xfrm>
              <a:off x="4240850" y="3227925"/>
              <a:ext cx="6000" cy="5400"/>
            </a:xfrm>
            <a:custGeom>
              <a:avLst/>
              <a:gdLst/>
              <a:ahLst/>
              <a:cxnLst/>
              <a:rect l="l" t="t" r="r" b="b"/>
              <a:pathLst>
                <a:path w="240" h="216" extrusionOk="0">
                  <a:moveTo>
                    <a:pt x="113" y="0"/>
                  </a:moveTo>
                  <a:cubicBezTo>
                    <a:pt x="104" y="0"/>
                    <a:pt x="95" y="1"/>
                    <a:pt x="87" y="4"/>
                  </a:cubicBezTo>
                  <a:cubicBezTo>
                    <a:pt x="34" y="41"/>
                    <a:pt x="1" y="91"/>
                    <a:pt x="34" y="144"/>
                  </a:cubicBezTo>
                  <a:cubicBezTo>
                    <a:pt x="47" y="184"/>
                    <a:pt x="84" y="216"/>
                    <a:pt x="133" y="216"/>
                  </a:cubicBezTo>
                  <a:cubicBezTo>
                    <a:pt x="145" y="216"/>
                    <a:pt x="157" y="214"/>
                    <a:pt x="170" y="210"/>
                  </a:cubicBezTo>
                  <a:cubicBezTo>
                    <a:pt x="223" y="177"/>
                    <a:pt x="240" y="128"/>
                    <a:pt x="223" y="74"/>
                  </a:cubicBezTo>
                  <a:cubicBezTo>
                    <a:pt x="209" y="33"/>
                    <a:pt x="158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8" name="Google Shape;12458;p31"/>
            <p:cNvSpPr/>
            <p:nvPr/>
          </p:nvSpPr>
          <p:spPr>
            <a:xfrm>
              <a:off x="4239925" y="3246975"/>
              <a:ext cx="5700" cy="5175"/>
            </a:xfrm>
            <a:custGeom>
              <a:avLst/>
              <a:gdLst/>
              <a:ahLst/>
              <a:cxnLst/>
              <a:rect l="l" t="t" r="r" b="b"/>
              <a:pathLst>
                <a:path w="228" h="207" extrusionOk="0">
                  <a:moveTo>
                    <a:pt x="124" y="1"/>
                  </a:moveTo>
                  <a:cubicBezTo>
                    <a:pt x="71" y="1"/>
                    <a:pt x="21" y="34"/>
                    <a:pt x="21" y="87"/>
                  </a:cubicBezTo>
                  <a:cubicBezTo>
                    <a:pt x="0" y="104"/>
                    <a:pt x="0" y="120"/>
                    <a:pt x="21" y="137"/>
                  </a:cubicBezTo>
                  <a:cubicBezTo>
                    <a:pt x="21" y="153"/>
                    <a:pt x="21" y="153"/>
                    <a:pt x="38" y="153"/>
                  </a:cubicBezTo>
                  <a:cubicBezTo>
                    <a:pt x="54" y="190"/>
                    <a:pt x="71" y="207"/>
                    <a:pt x="104" y="207"/>
                  </a:cubicBezTo>
                  <a:cubicBezTo>
                    <a:pt x="157" y="207"/>
                    <a:pt x="207" y="170"/>
                    <a:pt x="227" y="120"/>
                  </a:cubicBezTo>
                  <a:cubicBezTo>
                    <a:pt x="227" y="87"/>
                    <a:pt x="207" y="67"/>
                    <a:pt x="190" y="34"/>
                  </a:cubicBezTo>
                  <a:cubicBezTo>
                    <a:pt x="190" y="17"/>
                    <a:pt x="157" y="1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9" name="Google Shape;12459;p31"/>
            <p:cNvSpPr/>
            <p:nvPr/>
          </p:nvSpPr>
          <p:spPr>
            <a:xfrm>
              <a:off x="4231375" y="3207525"/>
              <a:ext cx="6000" cy="5250"/>
            </a:xfrm>
            <a:custGeom>
              <a:avLst/>
              <a:gdLst/>
              <a:ahLst/>
              <a:cxnLst/>
              <a:rect l="l" t="t" r="r" b="b"/>
              <a:pathLst>
                <a:path w="240" h="210" extrusionOk="0">
                  <a:moveTo>
                    <a:pt x="123" y="1"/>
                  </a:moveTo>
                  <a:cubicBezTo>
                    <a:pt x="107" y="1"/>
                    <a:pt x="89" y="6"/>
                    <a:pt x="70" y="16"/>
                  </a:cubicBezTo>
                  <a:cubicBezTo>
                    <a:pt x="17" y="33"/>
                    <a:pt x="0" y="82"/>
                    <a:pt x="17" y="136"/>
                  </a:cubicBezTo>
                  <a:cubicBezTo>
                    <a:pt x="29" y="185"/>
                    <a:pt x="72" y="209"/>
                    <a:pt x="115" y="209"/>
                  </a:cubicBezTo>
                  <a:cubicBezTo>
                    <a:pt x="129" y="209"/>
                    <a:pt x="144" y="207"/>
                    <a:pt x="157" y="202"/>
                  </a:cubicBezTo>
                  <a:cubicBezTo>
                    <a:pt x="206" y="185"/>
                    <a:pt x="239" y="119"/>
                    <a:pt x="206" y="66"/>
                  </a:cubicBezTo>
                  <a:cubicBezTo>
                    <a:pt x="195" y="30"/>
                    <a:pt x="164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0" name="Google Shape;12460;p31"/>
            <p:cNvSpPr/>
            <p:nvPr/>
          </p:nvSpPr>
          <p:spPr>
            <a:xfrm>
              <a:off x="4250225" y="3256875"/>
              <a:ext cx="6100" cy="5275"/>
            </a:xfrm>
            <a:custGeom>
              <a:avLst/>
              <a:gdLst/>
              <a:ahLst/>
              <a:cxnLst/>
              <a:rect l="l" t="t" r="r" b="b"/>
              <a:pathLst>
                <a:path w="244" h="211" extrusionOk="0">
                  <a:moveTo>
                    <a:pt x="87" y="0"/>
                  </a:moveTo>
                  <a:cubicBezTo>
                    <a:pt x="54" y="17"/>
                    <a:pt x="38" y="33"/>
                    <a:pt x="38" y="50"/>
                  </a:cubicBezTo>
                  <a:cubicBezTo>
                    <a:pt x="21" y="83"/>
                    <a:pt x="1" y="120"/>
                    <a:pt x="21" y="136"/>
                  </a:cubicBezTo>
                  <a:cubicBezTo>
                    <a:pt x="35" y="178"/>
                    <a:pt x="83" y="211"/>
                    <a:pt x="130" y="211"/>
                  </a:cubicBezTo>
                  <a:cubicBezTo>
                    <a:pt x="139" y="211"/>
                    <a:pt x="149" y="209"/>
                    <a:pt x="157" y="207"/>
                  </a:cubicBezTo>
                  <a:cubicBezTo>
                    <a:pt x="207" y="186"/>
                    <a:pt x="244" y="120"/>
                    <a:pt x="228" y="66"/>
                  </a:cubicBezTo>
                  <a:cubicBezTo>
                    <a:pt x="207" y="33"/>
                    <a:pt x="174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1" name="Google Shape;12461;p31"/>
            <p:cNvSpPr/>
            <p:nvPr/>
          </p:nvSpPr>
          <p:spPr>
            <a:xfrm>
              <a:off x="4230550" y="3235650"/>
              <a:ext cx="6000" cy="5225"/>
            </a:xfrm>
            <a:custGeom>
              <a:avLst/>
              <a:gdLst/>
              <a:ahLst/>
              <a:cxnLst/>
              <a:rect l="l" t="t" r="r" b="b"/>
              <a:pathLst>
                <a:path w="240" h="209" extrusionOk="0">
                  <a:moveTo>
                    <a:pt x="99" y="0"/>
                  </a:moveTo>
                  <a:cubicBezTo>
                    <a:pt x="89" y="0"/>
                    <a:pt x="78" y="2"/>
                    <a:pt x="66" y="4"/>
                  </a:cubicBezTo>
                  <a:cubicBezTo>
                    <a:pt x="17" y="25"/>
                    <a:pt x="0" y="91"/>
                    <a:pt x="17" y="144"/>
                  </a:cubicBezTo>
                  <a:cubicBezTo>
                    <a:pt x="29" y="180"/>
                    <a:pt x="68" y="209"/>
                    <a:pt x="107" y="209"/>
                  </a:cubicBezTo>
                  <a:cubicBezTo>
                    <a:pt x="123" y="209"/>
                    <a:pt x="139" y="204"/>
                    <a:pt x="153" y="194"/>
                  </a:cubicBezTo>
                  <a:cubicBezTo>
                    <a:pt x="206" y="177"/>
                    <a:pt x="239" y="128"/>
                    <a:pt x="206" y="74"/>
                  </a:cubicBezTo>
                  <a:cubicBezTo>
                    <a:pt x="193" y="33"/>
                    <a:pt x="153" y="0"/>
                    <a:pt x="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2" name="Google Shape;12462;p31"/>
            <p:cNvSpPr/>
            <p:nvPr/>
          </p:nvSpPr>
          <p:spPr>
            <a:xfrm>
              <a:off x="4251150" y="3240325"/>
              <a:ext cx="5600" cy="5100"/>
            </a:xfrm>
            <a:custGeom>
              <a:avLst/>
              <a:gdLst/>
              <a:ahLst/>
              <a:cxnLst/>
              <a:rect l="l" t="t" r="r" b="b"/>
              <a:pathLst>
                <a:path w="224" h="204" extrusionOk="0">
                  <a:moveTo>
                    <a:pt x="111" y="1"/>
                  </a:moveTo>
                  <a:cubicBezTo>
                    <a:pt x="82" y="1"/>
                    <a:pt x="52" y="14"/>
                    <a:pt x="34" y="44"/>
                  </a:cubicBezTo>
                  <a:cubicBezTo>
                    <a:pt x="17" y="60"/>
                    <a:pt x="1" y="77"/>
                    <a:pt x="1" y="110"/>
                  </a:cubicBezTo>
                  <a:cubicBezTo>
                    <a:pt x="17" y="126"/>
                    <a:pt x="17" y="126"/>
                    <a:pt x="17" y="147"/>
                  </a:cubicBezTo>
                  <a:cubicBezTo>
                    <a:pt x="17" y="164"/>
                    <a:pt x="34" y="164"/>
                    <a:pt x="50" y="180"/>
                  </a:cubicBezTo>
                  <a:cubicBezTo>
                    <a:pt x="67" y="195"/>
                    <a:pt x="90" y="203"/>
                    <a:pt x="113" y="203"/>
                  </a:cubicBezTo>
                  <a:cubicBezTo>
                    <a:pt x="141" y="203"/>
                    <a:pt x="170" y="191"/>
                    <a:pt x="191" y="164"/>
                  </a:cubicBezTo>
                  <a:cubicBezTo>
                    <a:pt x="223" y="126"/>
                    <a:pt x="223" y="60"/>
                    <a:pt x="170" y="23"/>
                  </a:cubicBezTo>
                  <a:cubicBezTo>
                    <a:pt x="155" y="9"/>
                    <a:pt x="134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3" name="Google Shape;12463;p31"/>
            <p:cNvSpPr/>
            <p:nvPr/>
          </p:nvSpPr>
          <p:spPr>
            <a:xfrm>
              <a:off x="4243425" y="3214600"/>
              <a:ext cx="5600" cy="5300"/>
            </a:xfrm>
            <a:custGeom>
              <a:avLst/>
              <a:gdLst/>
              <a:ahLst/>
              <a:cxnLst/>
              <a:rect l="l" t="t" r="r" b="b"/>
              <a:pathLst>
                <a:path w="224" h="212" extrusionOk="0">
                  <a:moveTo>
                    <a:pt x="103" y="1"/>
                  </a:moveTo>
                  <a:cubicBezTo>
                    <a:pt x="51" y="1"/>
                    <a:pt x="17" y="34"/>
                    <a:pt x="17" y="92"/>
                  </a:cubicBezTo>
                  <a:cubicBezTo>
                    <a:pt x="1" y="108"/>
                    <a:pt x="1" y="125"/>
                    <a:pt x="17" y="145"/>
                  </a:cubicBezTo>
                  <a:cubicBezTo>
                    <a:pt x="17" y="145"/>
                    <a:pt x="17" y="162"/>
                    <a:pt x="34" y="162"/>
                  </a:cubicBezTo>
                  <a:cubicBezTo>
                    <a:pt x="50" y="178"/>
                    <a:pt x="67" y="195"/>
                    <a:pt x="104" y="211"/>
                  </a:cubicBezTo>
                  <a:cubicBezTo>
                    <a:pt x="153" y="211"/>
                    <a:pt x="207" y="178"/>
                    <a:pt x="223" y="125"/>
                  </a:cubicBezTo>
                  <a:cubicBezTo>
                    <a:pt x="223" y="92"/>
                    <a:pt x="207" y="59"/>
                    <a:pt x="207" y="42"/>
                  </a:cubicBezTo>
                  <a:cubicBezTo>
                    <a:pt x="190" y="22"/>
                    <a:pt x="153" y="5"/>
                    <a:pt x="137" y="5"/>
                  </a:cubicBezTo>
                  <a:cubicBezTo>
                    <a:pt x="125" y="2"/>
                    <a:pt x="11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4" name="Google Shape;12464;p31"/>
            <p:cNvSpPr/>
            <p:nvPr/>
          </p:nvSpPr>
          <p:spPr>
            <a:xfrm>
              <a:off x="4247650" y="3201725"/>
              <a:ext cx="5700" cy="5275"/>
            </a:xfrm>
            <a:custGeom>
              <a:avLst/>
              <a:gdLst/>
              <a:ahLst/>
              <a:cxnLst/>
              <a:rect l="l" t="t" r="r" b="b"/>
              <a:pathLst>
                <a:path w="228" h="211" extrusionOk="0">
                  <a:moveTo>
                    <a:pt x="97" y="1"/>
                  </a:moveTo>
                  <a:cubicBezTo>
                    <a:pt x="55" y="1"/>
                    <a:pt x="18" y="33"/>
                    <a:pt x="1" y="91"/>
                  </a:cubicBezTo>
                  <a:lnTo>
                    <a:pt x="1" y="145"/>
                  </a:lnTo>
                  <a:cubicBezTo>
                    <a:pt x="21" y="145"/>
                    <a:pt x="21" y="161"/>
                    <a:pt x="21" y="161"/>
                  </a:cubicBezTo>
                  <a:cubicBezTo>
                    <a:pt x="38" y="178"/>
                    <a:pt x="71" y="194"/>
                    <a:pt x="87" y="211"/>
                  </a:cubicBezTo>
                  <a:cubicBezTo>
                    <a:pt x="124" y="211"/>
                    <a:pt x="141" y="194"/>
                    <a:pt x="174" y="178"/>
                  </a:cubicBezTo>
                  <a:cubicBezTo>
                    <a:pt x="190" y="178"/>
                    <a:pt x="207" y="145"/>
                    <a:pt x="207" y="124"/>
                  </a:cubicBezTo>
                  <a:cubicBezTo>
                    <a:pt x="227" y="58"/>
                    <a:pt x="174" y="5"/>
                    <a:pt x="124" y="5"/>
                  </a:cubicBezTo>
                  <a:cubicBezTo>
                    <a:pt x="115" y="2"/>
                    <a:pt x="106" y="1"/>
                    <a:pt x="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5" name="Google Shape;12465;p31"/>
            <p:cNvSpPr/>
            <p:nvPr/>
          </p:nvSpPr>
          <p:spPr>
            <a:xfrm>
              <a:off x="4216325" y="3241825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0"/>
                  </a:moveTo>
                  <a:cubicBezTo>
                    <a:pt x="70" y="0"/>
                    <a:pt x="37" y="17"/>
                    <a:pt x="17" y="66"/>
                  </a:cubicBezTo>
                  <a:cubicBezTo>
                    <a:pt x="0" y="66"/>
                    <a:pt x="0" y="66"/>
                    <a:pt x="0" y="87"/>
                  </a:cubicBezTo>
                  <a:lnTo>
                    <a:pt x="0" y="137"/>
                  </a:lnTo>
                  <a:cubicBezTo>
                    <a:pt x="17" y="153"/>
                    <a:pt x="37" y="190"/>
                    <a:pt x="70" y="190"/>
                  </a:cubicBezTo>
                  <a:cubicBezTo>
                    <a:pt x="70" y="207"/>
                    <a:pt x="87" y="207"/>
                    <a:pt x="87" y="207"/>
                  </a:cubicBezTo>
                  <a:cubicBezTo>
                    <a:pt x="157" y="207"/>
                    <a:pt x="206" y="170"/>
                    <a:pt x="206" y="120"/>
                  </a:cubicBezTo>
                  <a:cubicBezTo>
                    <a:pt x="206" y="87"/>
                    <a:pt x="206" y="66"/>
                    <a:pt x="190" y="33"/>
                  </a:cubicBezTo>
                  <a:cubicBezTo>
                    <a:pt x="173" y="17"/>
                    <a:pt x="15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6" name="Google Shape;12466;p31"/>
            <p:cNvSpPr/>
            <p:nvPr/>
          </p:nvSpPr>
          <p:spPr>
            <a:xfrm>
              <a:off x="4216725" y="3227450"/>
              <a:ext cx="5175" cy="5075"/>
            </a:xfrm>
            <a:custGeom>
              <a:avLst/>
              <a:gdLst/>
              <a:ahLst/>
              <a:cxnLst/>
              <a:rect l="l" t="t" r="r" b="b"/>
              <a:pathLst>
                <a:path w="207" h="203" extrusionOk="0">
                  <a:moveTo>
                    <a:pt x="102" y="0"/>
                  </a:moveTo>
                  <a:cubicBezTo>
                    <a:pt x="70" y="0"/>
                    <a:pt x="40" y="14"/>
                    <a:pt x="21" y="44"/>
                  </a:cubicBezTo>
                  <a:cubicBezTo>
                    <a:pt x="1" y="60"/>
                    <a:pt x="1" y="77"/>
                    <a:pt x="1" y="110"/>
                  </a:cubicBezTo>
                  <a:lnTo>
                    <a:pt x="1" y="147"/>
                  </a:lnTo>
                  <a:cubicBezTo>
                    <a:pt x="21" y="163"/>
                    <a:pt x="21" y="163"/>
                    <a:pt x="38" y="180"/>
                  </a:cubicBezTo>
                  <a:cubicBezTo>
                    <a:pt x="60" y="195"/>
                    <a:pt x="83" y="203"/>
                    <a:pt x="106" y="203"/>
                  </a:cubicBezTo>
                  <a:cubicBezTo>
                    <a:pt x="135" y="203"/>
                    <a:pt x="163" y="190"/>
                    <a:pt x="190" y="163"/>
                  </a:cubicBezTo>
                  <a:cubicBezTo>
                    <a:pt x="207" y="147"/>
                    <a:pt x="207" y="110"/>
                    <a:pt x="207" y="93"/>
                  </a:cubicBezTo>
                  <a:cubicBezTo>
                    <a:pt x="207" y="60"/>
                    <a:pt x="190" y="44"/>
                    <a:pt x="174" y="23"/>
                  </a:cubicBezTo>
                  <a:cubicBezTo>
                    <a:pt x="152" y="9"/>
                    <a:pt x="126" y="0"/>
                    <a:pt x="1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7" name="Google Shape;12467;p31"/>
            <p:cNvSpPr/>
            <p:nvPr/>
          </p:nvSpPr>
          <p:spPr>
            <a:xfrm>
              <a:off x="4310425" y="3205150"/>
              <a:ext cx="6000" cy="5050"/>
            </a:xfrm>
            <a:custGeom>
              <a:avLst/>
              <a:gdLst/>
              <a:ahLst/>
              <a:cxnLst/>
              <a:rect l="l" t="t" r="r" b="b"/>
              <a:pathLst>
                <a:path w="240" h="202" extrusionOk="0">
                  <a:moveTo>
                    <a:pt x="126" y="0"/>
                  </a:moveTo>
                  <a:cubicBezTo>
                    <a:pt x="113" y="0"/>
                    <a:pt x="99" y="3"/>
                    <a:pt x="87" y="8"/>
                  </a:cubicBezTo>
                  <a:cubicBezTo>
                    <a:pt x="34" y="24"/>
                    <a:pt x="1" y="90"/>
                    <a:pt x="17" y="144"/>
                  </a:cubicBezTo>
                  <a:cubicBezTo>
                    <a:pt x="41" y="181"/>
                    <a:pt x="77" y="201"/>
                    <a:pt x="114" y="201"/>
                  </a:cubicBezTo>
                  <a:cubicBezTo>
                    <a:pt x="127" y="201"/>
                    <a:pt x="140" y="199"/>
                    <a:pt x="153" y="194"/>
                  </a:cubicBezTo>
                  <a:cubicBezTo>
                    <a:pt x="207" y="177"/>
                    <a:pt x="240" y="128"/>
                    <a:pt x="223" y="74"/>
                  </a:cubicBezTo>
                  <a:cubicBezTo>
                    <a:pt x="211" y="24"/>
                    <a:pt x="168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8" name="Google Shape;12468;p31"/>
            <p:cNvSpPr/>
            <p:nvPr/>
          </p:nvSpPr>
          <p:spPr>
            <a:xfrm>
              <a:off x="4212500" y="3256225"/>
              <a:ext cx="5175" cy="5300"/>
            </a:xfrm>
            <a:custGeom>
              <a:avLst/>
              <a:gdLst/>
              <a:ahLst/>
              <a:cxnLst/>
              <a:rect l="l" t="t" r="r" b="b"/>
              <a:pathLst>
                <a:path w="207" h="212" extrusionOk="0">
                  <a:moveTo>
                    <a:pt x="95" y="0"/>
                  </a:moveTo>
                  <a:cubicBezTo>
                    <a:pt x="64" y="0"/>
                    <a:pt x="35" y="14"/>
                    <a:pt x="17" y="43"/>
                  </a:cubicBezTo>
                  <a:cubicBezTo>
                    <a:pt x="1" y="59"/>
                    <a:pt x="1" y="92"/>
                    <a:pt x="1" y="109"/>
                  </a:cubicBezTo>
                  <a:lnTo>
                    <a:pt x="1" y="146"/>
                  </a:lnTo>
                  <a:cubicBezTo>
                    <a:pt x="17" y="162"/>
                    <a:pt x="17" y="179"/>
                    <a:pt x="34" y="179"/>
                  </a:cubicBezTo>
                  <a:cubicBezTo>
                    <a:pt x="50" y="195"/>
                    <a:pt x="87" y="212"/>
                    <a:pt x="120" y="212"/>
                  </a:cubicBezTo>
                  <a:cubicBezTo>
                    <a:pt x="137" y="195"/>
                    <a:pt x="170" y="195"/>
                    <a:pt x="190" y="162"/>
                  </a:cubicBezTo>
                  <a:cubicBezTo>
                    <a:pt x="207" y="146"/>
                    <a:pt x="207" y="129"/>
                    <a:pt x="207" y="92"/>
                  </a:cubicBezTo>
                  <a:cubicBezTo>
                    <a:pt x="207" y="59"/>
                    <a:pt x="190" y="43"/>
                    <a:pt x="170" y="26"/>
                  </a:cubicBezTo>
                  <a:cubicBezTo>
                    <a:pt x="147" y="10"/>
                    <a:pt x="121" y="0"/>
                    <a:pt x="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9" name="Google Shape;12469;p31"/>
            <p:cNvSpPr/>
            <p:nvPr/>
          </p:nvSpPr>
          <p:spPr>
            <a:xfrm>
              <a:off x="4207775" y="3204375"/>
              <a:ext cx="5175" cy="5200"/>
            </a:xfrm>
            <a:custGeom>
              <a:avLst/>
              <a:gdLst/>
              <a:ahLst/>
              <a:cxnLst/>
              <a:rect l="l" t="t" r="r" b="b"/>
              <a:pathLst>
                <a:path w="207" h="208" extrusionOk="0">
                  <a:moveTo>
                    <a:pt x="109" y="1"/>
                  </a:moveTo>
                  <a:cubicBezTo>
                    <a:pt x="72" y="1"/>
                    <a:pt x="37" y="16"/>
                    <a:pt x="17" y="39"/>
                  </a:cubicBezTo>
                  <a:cubicBezTo>
                    <a:pt x="0" y="55"/>
                    <a:pt x="0" y="88"/>
                    <a:pt x="0" y="121"/>
                  </a:cubicBezTo>
                  <a:lnTo>
                    <a:pt x="0" y="142"/>
                  </a:lnTo>
                  <a:cubicBezTo>
                    <a:pt x="17" y="159"/>
                    <a:pt x="17" y="175"/>
                    <a:pt x="33" y="192"/>
                  </a:cubicBezTo>
                  <a:cubicBezTo>
                    <a:pt x="50" y="208"/>
                    <a:pt x="87" y="208"/>
                    <a:pt x="120" y="208"/>
                  </a:cubicBezTo>
                  <a:cubicBezTo>
                    <a:pt x="136" y="208"/>
                    <a:pt x="173" y="192"/>
                    <a:pt x="190" y="175"/>
                  </a:cubicBezTo>
                  <a:cubicBezTo>
                    <a:pt x="206" y="142"/>
                    <a:pt x="206" y="121"/>
                    <a:pt x="206" y="88"/>
                  </a:cubicBezTo>
                  <a:cubicBezTo>
                    <a:pt x="206" y="72"/>
                    <a:pt x="190" y="39"/>
                    <a:pt x="173" y="18"/>
                  </a:cubicBezTo>
                  <a:cubicBezTo>
                    <a:pt x="153" y="6"/>
                    <a:pt x="131" y="1"/>
                    <a:pt x="1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0" name="Google Shape;12470;p31"/>
            <p:cNvSpPr/>
            <p:nvPr/>
          </p:nvSpPr>
          <p:spPr>
            <a:xfrm>
              <a:off x="4254150" y="3226375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20" y="0"/>
                  </a:moveTo>
                  <a:cubicBezTo>
                    <a:pt x="71" y="0"/>
                    <a:pt x="17" y="33"/>
                    <a:pt x="0" y="87"/>
                  </a:cubicBezTo>
                  <a:cubicBezTo>
                    <a:pt x="0" y="103"/>
                    <a:pt x="0" y="120"/>
                    <a:pt x="17" y="136"/>
                  </a:cubicBezTo>
                  <a:lnTo>
                    <a:pt x="17" y="169"/>
                  </a:lnTo>
                  <a:cubicBezTo>
                    <a:pt x="33" y="190"/>
                    <a:pt x="71" y="206"/>
                    <a:pt x="87" y="206"/>
                  </a:cubicBezTo>
                  <a:cubicBezTo>
                    <a:pt x="95" y="208"/>
                    <a:pt x="103" y="209"/>
                    <a:pt x="111" y="209"/>
                  </a:cubicBezTo>
                  <a:cubicBezTo>
                    <a:pt x="166" y="209"/>
                    <a:pt x="207" y="163"/>
                    <a:pt x="207" y="120"/>
                  </a:cubicBezTo>
                  <a:cubicBezTo>
                    <a:pt x="223" y="103"/>
                    <a:pt x="207" y="66"/>
                    <a:pt x="190" y="50"/>
                  </a:cubicBezTo>
                  <a:cubicBezTo>
                    <a:pt x="174" y="17"/>
                    <a:pt x="153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1" name="Google Shape;12471;p31"/>
            <p:cNvSpPr/>
            <p:nvPr/>
          </p:nvSpPr>
          <p:spPr>
            <a:xfrm>
              <a:off x="4223650" y="3188650"/>
              <a:ext cx="5575" cy="5175"/>
            </a:xfrm>
            <a:custGeom>
              <a:avLst/>
              <a:gdLst/>
              <a:ahLst/>
              <a:cxnLst/>
              <a:rect l="l" t="t" r="r" b="b"/>
              <a:pathLst>
                <a:path w="223" h="207" extrusionOk="0">
                  <a:moveTo>
                    <a:pt x="103" y="0"/>
                  </a:moveTo>
                  <a:cubicBezTo>
                    <a:pt x="91" y="0"/>
                    <a:pt x="78" y="4"/>
                    <a:pt x="70" y="12"/>
                  </a:cubicBezTo>
                  <a:cubicBezTo>
                    <a:pt x="54" y="12"/>
                    <a:pt x="33" y="29"/>
                    <a:pt x="17" y="50"/>
                  </a:cubicBezTo>
                  <a:cubicBezTo>
                    <a:pt x="0" y="83"/>
                    <a:pt x="0" y="116"/>
                    <a:pt x="17" y="132"/>
                  </a:cubicBezTo>
                  <a:cubicBezTo>
                    <a:pt x="30" y="176"/>
                    <a:pt x="69" y="206"/>
                    <a:pt x="110" y="206"/>
                  </a:cubicBezTo>
                  <a:cubicBezTo>
                    <a:pt x="119" y="206"/>
                    <a:pt x="127" y="205"/>
                    <a:pt x="136" y="202"/>
                  </a:cubicBezTo>
                  <a:cubicBezTo>
                    <a:pt x="206" y="186"/>
                    <a:pt x="223" y="116"/>
                    <a:pt x="206" y="66"/>
                  </a:cubicBezTo>
                  <a:cubicBezTo>
                    <a:pt x="190" y="29"/>
                    <a:pt x="173" y="12"/>
                    <a:pt x="136" y="12"/>
                  </a:cubicBezTo>
                  <a:cubicBezTo>
                    <a:pt x="128" y="4"/>
                    <a:pt x="115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2" name="Google Shape;12472;p31"/>
            <p:cNvSpPr/>
            <p:nvPr/>
          </p:nvSpPr>
          <p:spPr>
            <a:xfrm>
              <a:off x="4218475" y="3214575"/>
              <a:ext cx="6025" cy="5050"/>
            </a:xfrm>
            <a:custGeom>
              <a:avLst/>
              <a:gdLst/>
              <a:ahLst/>
              <a:cxnLst/>
              <a:rect l="l" t="t" r="r" b="b"/>
              <a:pathLst>
                <a:path w="241" h="202" extrusionOk="0">
                  <a:moveTo>
                    <a:pt x="127" y="0"/>
                  </a:moveTo>
                  <a:cubicBezTo>
                    <a:pt x="113" y="0"/>
                    <a:pt x="100" y="2"/>
                    <a:pt x="87" y="6"/>
                  </a:cubicBezTo>
                  <a:cubicBezTo>
                    <a:pt x="34" y="23"/>
                    <a:pt x="1" y="76"/>
                    <a:pt x="17" y="146"/>
                  </a:cubicBezTo>
                  <a:cubicBezTo>
                    <a:pt x="45" y="183"/>
                    <a:pt x="80" y="202"/>
                    <a:pt x="118" y="202"/>
                  </a:cubicBezTo>
                  <a:cubicBezTo>
                    <a:pt x="131" y="202"/>
                    <a:pt x="144" y="200"/>
                    <a:pt x="158" y="196"/>
                  </a:cubicBezTo>
                  <a:cubicBezTo>
                    <a:pt x="224" y="179"/>
                    <a:pt x="240" y="109"/>
                    <a:pt x="224" y="60"/>
                  </a:cubicBezTo>
                  <a:cubicBezTo>
                    <a:pt x="211" y="19"/>
                    <a:pt x="168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3" name="Google Shape;12473;p31"/>
            <p:cNvSpPr/>
            <p:nvPr/>
          </p:nvSpPr>
          <p:spPr>
            <a:xfrm>
              <a:off x="4219300" y="3200225"/>
              <a:ext cx="6125" cy="5225"/>
            </a:xfrm>
            <a:custGeom>
              <a:avLst/>
              <a:gdLst/>
              <a:ahLst/>
              <a:cxnLst/>
              <a:rect l="l" t="t" r="r" b="b"/>
              <a:pathLst>
                <a:path w="245" h="209" extrusionOk="0">
                  <a:moveTo>
                    <a:pt x="132" y="0"/>
                  </a:moveTo>
                  <a:cubicBezTo>
                    <a:pt x="118" y="0"/>
                    <a:pt x="103" y="5"/>
                    <a:pt x="87" y="15"/>
                  </a:cubicBezTo>
                  <a:cubicBezTo>
                    <a:pt x="38" y="32"/>
                    <a:pt x="1" y="81"/>
                    <a:pt x="21" y="135"/>
                  </a:cubicBezTo>
                  <a:cubicBezTo>
                    <a:pt x="49" y="176"/>
                    <a:pt x="88" y="209"/>
                    <a:pt x="132" y="209"/>
                  </a:cubicBezTo>
                  <a:cubicBezTo>
                    <a:pt x="140" y="209"/>
                    <a:pt x="149" y="208"/>
                    <a:pt x="158" y="205"/>
                  </a:cubicBezTo>
                  <a:cubicBezTo>
                    <a:pt x="207" y="184"/>
                    <a:pt x="244" y="118"/>
                    <a:pt x="228" y="65"/>
                  </a:cubicBezTo>
                  <a:cubicBezTo>
                    <a:pt x="201" y="29"/>
                    <a:pt x="168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4" name="Google Shape;12474;p31"/>
            <p:cNvSpPr/>
            <p:nvPr/>
          </p:nvSpPr>
          <p:spPr>
            <a:xfrm>
              <a:off x="4225800" y="3252125"/>
              <a:ext cx="5600" cy="5300"/>
            </a:xfrm>
            <a:custGeom>
              <a:avLst/>
              <a:gdLst/>
              <a:ahLst/>
              <a:cxnLst/>
              <a:rect l="l" t="t" r="r" b="b"/>
              <a:pathLst>
                <a:path w="224" h="212" extrusionOk="0">
                  <a:moveTo>
                    <a:pt x="120" y="1"/>
                  </a:moveTo>
                  <a:cubicBezTo>
                    <a:pt x="104" y="1"/>
                    <a:pt x="71" y="17"/>
                    <a:pt x="50" y="34"/>
                  </a:cubicBezTo>
                  <a:cubicBezTo>
                    <a:pt x="34" y="34"/>
                    <a:pt x="17" y="67"/>
                    <a:pt x="1" y="87"/>
                  </a:cubicBezTo>
                  <a:cubicBezTo>
                    <a:pt x="1" y="120"/>
                    <a:pt x="1" y="137"/>
                    <a:pt x="17" y="153"/>
                  </a:cubicBezTo>
                  <a:lnTo>
                    <a:pt x="34" y="170"/>
                  </a:lnTo>
                  <a:cubicBezTo>
                    <a:pt x="50" y="190"/>
                    <a:pt x="71" y="207"/>
                    <a:pt x="104" y="207"/>
                  </a:cubicBezTo>
                  <a:cubicBezTo>
                    <a:pt x="112" y="210"/>
                    <a:pt x="121" y="211"/>
                    <a:pt x="129" y="211"/>
                  </a:cubicBezTo>
                  <a:cubicBezTo>
                    <a:pt x="170" y="211"/>
                    <a:pt x="210" y="178"/>
                    <a:pt x="223" y="120"/>
                  </a:cubicBezTo>
                  <a:cubicBezTo>
                    <a:pt x="223" y="104"/>
                    <a:pt x="207" y="67"/>
                    <a:pt x="190" y="50"/>
                  </a:cubicBezTo>
                  <a:cubicBezTo>
                    <a:pt x="174" y="34"/>
                    <a:pt x="153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5" name="Google Shape;12475;p31"/>
            <p:cNvSpPr/>
            <p:nvPr/>
          </p:nvSpPr>
          <p:spPr>
            <a:xfrm>
              <a:off x="4288875" y="325337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25" y="0"/>
                  </a:moveTo>
                  <a:cubicBezTo>
                    <a:pt x="71" y="0"/>
                    <a:pt x="21" y="37"/>
                    <a:pt x="1" y="87"/>
                  </a:cubicBezTo>
                  <a:lnTo>
                    <a:pt x="1" y="140"/>
                  </a:lnTo>
                  <a:cubicBezTo>
                    <a:pt x="21" y="173"/>
                    <a:pt x="54" y="206"/>
                    <a:pt x="87" y="206"/>
                  </a:cubicBezTo>
                  <a:cubicBezTo>
                    <a:pt x="97" y="209"/>
                    <a:pt x="106" y="210"/>
                    <a:pt x="114" y="210"/>
                  </a:cubicBezTo>
                  <a:cubicBezTo>
                    <a:pt x="170" y="210"/>
                    <a:pt x="207" y="166"/>
                    <a:pt x="207" y="120"/>
                  </a:cubicBezTo>
                  <a:cubicBezTo>
                    <a:pt x="207" y="87"/>
                    <a:pt x="207" y="70"/>
                    <a:pt x="190" y="54"/>
                  </a:cubicBezTo>
                  <a:cubicBezTo>
                    <a:pt x="174" y="17"/>
                    <a:pt x="158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6" name="Google Shape;12476;p31"/>
            <p:cNvSpPr/>
            <p:nvPr/>
          </p:nvSpPr>
          <p:spPr>
            <a:xfrm>
              <a:off x="4292400" y="3225700"/>
              <a:ext cx="5575" cy="5125"/>
            </a:xfrm>
            <a:custGeom>
              <a:avLst/>
              <a:gdLst/>
              <a:ahLst/>
              <a:cxnLst/>
              <a:rect l="l" t="t" r="r" b="b"/>
              <a:pathLst>
                <a:path w="223" h="205" extrusionOk="0">
                  <a:moveTo>
                    <a:pt x="108" y="1"/>
                  </a:moveTo>
                  <a:cubicBezTo>
                    <a:pt x="80" y="1"/>
                    <a:pt x="51" y="14"/>
                    <a:pt x="33" y="44"/>
                  </a:cubicBezTo>
                  <a:cubicBezTo>
                    <a:pt x="17" y="60"/>
                    <a:pt x="0" y="77"/>
                    <a:pt x="0" y="114"/>
                  </a:cubicBezTo>
                  <a:cubicBezTo>
                    <a:pt x="0" y="130"/>
                    <a:pt x="0" y="130"/>
                    <a:pt x="17" y="147"/>
                  </a:cubicBezTo>
                  <a:cubicBezTo>
                    <a:pt x="17" y="163"/>
                    <a:pt x="33" y="163"/>
                    <a:pt x="49" y="180"/>
                  </a:cubicBezTo>
                  <a:cubicBezTo>
                    <a:pt x="61" y="191"/>
                    <a:pt x="75" y="205"/>
                    <a:pt x="93" y="205"/>
                  </a:cubicBezTo>
                  <a:cubicBezTo>
                    <a:pt x="101" y="205"/>
                    <a:pt x="110" y="202"/>
                    <a:pt x="120" y="196"/>
                  </a:cubicBezTo>
                  <a:cubicBezTo>
                    <a:pt x="153" y="196"/>
                    <a:pt x="169" y="180"/>
                    <a:pt x="190" y="163"/>
                  </a:cubicBezTo>
                  <a:cubicBezTo>
                    <a:pt x="206" y="147"/>
                    <a:pt x="223" y="114"/>
                    <a:pt x="206" y="93"/>
                  </a:cubicBezTo>
                  <a:cubicBezTo>
                    <a:pt x="206" y="60"/>
                    <a:pt x="190" y="44"/>
                    <a:pt x="169" y="27"/>
                  </a:cubicBezTo>
                  <a:cubicBezTo>
                    <a:pt x="154" y="10"/>
                    <a:pt x="131" y="1"/>
                    <a:pt x="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7" name="Google Shape;12477;p31"/>
            <p:cNvSpPr/>
            <p:nvPr/>
          </p:nvSpPr>
          <p:spPr>
            <a:xfrm>
              <a:off x="4284250" y="3201425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120" y="0"/>
                  </a:moveTo>
                  <a:cubicBezTo>
                    <a:pt x="50" y="0"/>
                    <a:pt x="0" y="33"/>
                    <a:pt x="0" y="87"/>
                  </a:cubicBezTo>
                  <a:lnTo>
                    <a:pt x="0" y="157"/>
                  </a:lnTo>
                  <a:lnTo>
                    <a:pt x="17" y="173"/>
                  </a:lnTo>
                  <a:cubicBezTo>
                    <a:pt x="33" y="190"/>
                    <a:pt x="50" y="206"/>
                    <a:pt x="83" y="206"/>
                  </a:cubicBezTo>
                  <a:cubicBezTo>
                    <a:pt x="92" y="209"/>
                    <a:pt x="101" y="211"/>
                    <a:pt x="110" y="211"/>
                  </a:cubicBezTo>
                  <a:cubicBezTo>
                    <a:pt x="152" y="211"/>
                    <a:pt x="189" y="178"/>
                    <a:pt x="206" y="120"/>
                  </a:cubicBezTo>
                  <a:cubicBezTo>
                    <a:pt x="206" y="103"/>
                    <a:pt x="206" y="70"/>
                    <a:pt x="186" y="54"/>
                  </a:cubicBezTo>
                  <a:cubicBezTo>
                    <a:pt x="169" y="17"/>
                    <a:pt x="136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8" name="Google Shape;12478;p31"/>
            <p:cNvSpPr/>
            <p:nvPr/>
          </p:nvSpPr>
          <p:spPr>
            <a:xfrm>
              <a:off x="4296200" y="3211200"/>
              <a:ext cx="5600" cy="5300"/>
            </a:xfrm>
            <a:custGeom>
              <a:avLst/>
              <a:gdLst/>
              <a:ahLst/>
              <a:cxnLst/>
              <a:rect l="l" t="t" r="r" b="b"/>
              <a:pathLst>
                <a:path w="224" h="212" extrusionOk="0">
                  <a:moveTo>
                    <a:pt x="112" y="1"/>
                  </a:moveTo>
                  <a:cubicBezTo>
                    <a:pt x="70" y="1"/>
                    <a:pt x="34" y="28"/>
                    <a:pt x="17" y="55"/>
                  </a:cubicBezTo>
                  <a:lnTo>
                    <a:pt x="17" y="92"/>
                  </a:lnTo>
                  <a:cubicBezTo>
                    <a:pt x="1" y="108"/>
                    <a:pt x="17" y="125"/>
                    <a:pt x="17" y="141"/>
                  </a:cubicBezTo>
                  <a:cubicBezTo>
                    <a:pt x="38" y="158"/>
                    <a:pt x="54" y="195"/>
                    <a:pt x="71" y="195"/>
                  </a:cubicBezTo>
                  <a:cubicBezTo>
                    <a:pt x="87" y="195"/>
                    <a:pt x="87" y="211"/>
                    <a:pt x="104" y="211"/>
                  </a:cubicBezTo>
                  <a:cubicBezTo>
                    <a:pt x="157" y="211"/>
                    <a:pt x="207" y="178"/>
                    <a:pt x="223" y="125"/>
                  </a:cubicBezTo>
                  <a:cubicBezTo>
                    <a:pt x="223" y="92"/>
                    <a:pt x="223" y="55"/>
                    <a:pt x="207" y="38"/>
                  </a:cubicBezTo>
                  <a:cubicBezTo>
                    <a:pt x="190" y="22"/>
                    <a:pt x="157" y="5"/>
                    <a:pt x="141" y="5"/>
                  </a:cubicBezTo>
                  <a:cubicBezTo>
                    <a:pt x="131" y="2"/>
                    <a:pt x="121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9" name="Google Shape;12479;p31"/>
            <p:cNvSpPr/>
            <p:nvPr/>
          </p:nvSpPr>
          <p:spPr>
            <a:xfrm>
              <a:off x="4301350" y="3248225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20" y="0"/>
                  </a:moveTo>
                  <a:cubicBezTo>
                    <a:pt x="104" y="0"/>
                    <a:pt x="71" y="17"/>
                    <a:pt x="54" y="37"/>
                  </a:cubicBezTo>
                  <a:cubicBezTo>
                    <a:pt x="17" y="37"/>
                    <a:pt x="1" y="70"/>
                    <a:pt x="1" y="87"/>
                  </a:cubicBezTo>
                  <a:cubicBezTo>
                    <a:pt x="1" y="120"/>
                    <a:pt x="1" y="140"/>
                    <a:pt x="17" y="157"/>
                  </a:cubicBezTo>
                  <a:lnTo>
                    <a:pt x="17" y="173"/>
                  </a:lnTo>
                  <a:cubicBezTo>
                    <a:pt x="38" y="190"/>
                    <a:pt x="71" y="206"/>
                    <a:pt x="87" y="206"/>
                  </a:cubicBezTo>
                  <a:cubicBezTo>
                    <a:pt x="99" y="209"/>
                    <a:pt x="111" y="210"/>
                    <a:pt x="121" y="210"/>
                  </a:cubicBezTo>
                  <a:cubicBezTo>
                    <a:pt x="173" y="210"/>
                    <a:pt x="207" y="178"/>
                    <a:pt x="207" y="120"/>
                  </a:cubicBezTo>
                  <a:cubicBezTo>
                    <a:pt x="223" y="103"/>
                    <a:pt x="207" y="70"/>
                    <a:pt x="190" y="54"/>
                  </a:cubicBezTo>
                  <a:cubicBezTo>
                    <a:pt x="174" y="37"/>
                    <a:pt x="157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0" name="Google Shape;12480;p31"/>
            <p:cNvSpPr/>
            <p:nvPr/>
          </p:nvSpPr>
          <p:spPr>
            <a:xfrm>
              <a:off x="4306100" y="322162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20" y="0"/>
                  </a:moveTo>
                  <a:cubicBezTo>
                    <a:pt x="87" y="0"/>
                    <a:pt x="70" y="0"/>
                    <a:pt x="33" y="17"/>
                  </a:cubicBezTo>
                  <a:cubicBezTo>
                    <a:pt x="17" y="33"/>
                    <a:pt x="0" y="70"/>
                    <a:pt x="0" y="87"/>
                  </a:cubicBezTo>
                  <a:lnTo>
                    <a:pt x="0" y="136"/>
                  </a:lnTo>
                  <a:cubicBezTo>
                    <a:pt x="17" y="153"/>
                    <a:pt x="17" y="153"/>
                    <a:pt x="17" y="174"/>
                  </a:cubicBezTo>
                  <a:cubicBezTo>
                    <a:pt x="33" y="190"/>
                    <a:pt x="54" y="207"/>
                    <a:pt x="87" y="207"/>
                  </a:cubicBezTo>
                  <a:cubicBezTo>
                    <a:pt x="94" y="209"/>
                    <a:pt x="100" y="210"/>
                    <a:pt x="108" y="210"/>
                  </a:cubicBezTo>
                  <a:cubicBezTo>
                    <a:pt x="154" y="210"/>
                    <a:pt x="207" y="166"/>
                    <a:pt x="207" y="120"/>
                  </a:cubicBezTo>
                  <a:cubicBezTo>
                    <a:pt x="207" y="103"/>
                    <a:pt x="207" y="70"/>
                    <a:pt x="190" y="50"/>
                  </a:cubicBezTo>
                  <a:cubicBezTo>
                    <a:pt x="174" y="17"/>
                    <a:pt x="157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1" name="Google Shape;12481;p31"/>
            <p:cNvSpPr/>
            <p:nvPr/>
          </p:nvSpPr>
          <p:spPr>
            <a:xfrm>
              <a:off x="4302275" y="3234925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83" y="0"/>
                  </a:moveTo>
                  <a:cubicBezTo>
                    <a:pt x="17" y="33"/>
                    <a:pt x="1" y="87"/>
                    <a:pt x="17" y="136"/>
                  </a:cubicBezTo>
                  <a:cubicBezTo>
                    <a:pt x="31" y="180"/>
                    <a:pt x="81" y="211"/>
                    <a:pt x="126" y="211"/>
                  </a:cubicBezTo>
                  <a:cubicBezTo>
                    <a:pt x="135" y="211"/>
                    <a:pt x="145" y="209"/>
                    <a:pt x="153" y="206"/>
                  </a:cubicBezTo>
                  <a:cubicBezTo>
                    <a:pt x="170" y="190"/>
                    <a:pt x="186" y="190"/>
                    <a:pt x="186" y="173"/>
                  </a:cubicBezTo>
                  <a:cubicBezTo>
                    <a:pt x="223" y="136"/>
                    <a:pt x="223" y="103"/>
                    <a:pt x="207" y="70"/>
                  </a:cubicBezTo>
                  <a:cubicBezTo>
                    <a:pt x="207" y="33"/>
                    <a:pt x="170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2" name="Google Shape;12482;p31"/>
            <p:cNvSpPr/>
            <p:nvPr/>
          </p:nvSpPr>
          <p:spPr>
            <a:xfrm>
              <a:off x="4282500" y="3215650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0"/>
                  </a:moveTo>
                  <a:cubicBezTo>
                    <a:pt x="103" y="0"/>
                    <a:pt x="70" y="0"/>
                    <a:pt x="50" y="17"/>
                  </a:cubicBezTo>
                  <a:cubicBezTo>
                    <a:pt x="17" y="33"/>
                    <a:pt x="0" y="50"/>
                    <a:pt x="0" y="83"/>
                  </a:cubicBezTo>
                  <a:lnTo>
                    <a:pt x="0" y="136"/>
                  </a:lnTo>
                  <a:lnTo>
                    <a:pt x="17" y="153"/>
                  </a:lnTo>
                  <a:cubicBezTo>
                    <a:pt x="33" y="186"/>
                    <a:pt x="70" y="206"/>
                    <a:pt x="87" y="206"/>
                  </a:cubicBezTo>
                  <a:cubicBezTo>
                    <a:pt x="153" y="206"/>
                    <a:pt x="206" y="169"/>
                    <a:pt x="206" y="120"/>
                  </a:cubicBezTo>
                  <a:cubicBezTo>
                    <a:pt x="206" y="83"/>
                    <a:pt x="206" y="66"/>
                    <a:pt x="190" y="33"/>
                  </a:cubicBezTo>
                  <a:cubicBezTo>
                    <a:pt x="173" y="17"/>
                    <a:pt x="153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3" name="Google Shape;12483;p31"/>
            <p:cNvSpPr/>
            <p:nvPr/>
          </p:nvSpPr>
          <p:spPr>
            <a:xfrm>
              <a:off x="4270025" y="3224200"/>
              <a:ext cx="6000" cy="5225"/>
            </a:xfrm>
            <a:custGeom>
              <a:avLst/>
              <a:gdLst/>
              <a:ahLst/>
              <a:cxnLst/>
              <a:rect l="l" t="t" r="r" b="b"/>
              <a:pathLst>
                <a:path w="240" h="209" extrusionOk="0">
                  <a:moveTo>
                    <a:pt x="103" y="0"/>
                  </a:moveTo>
                  <a:cubicBezTo>
                    <a:pt x="70" y="0"/>
                    <a:pt x="54" y="17"/>
                    <a:pt x="33" y="33"/>
                  </a:cubicBezTo>
                  <a:cubicBezTo>
                    <a:pt x="17" y="50"/>
                    <a:pt x="0" y="87"/>
                    <a:pt x="17" y="120"/>
                  </a:cubicBezTo>
                  <a:lnTo>
                    <a:pt x="17" y="137"/>
                  </a:lnTo>
                  <a:cubicBezTo>
                    <a:pt x="17" y="153"/>
                    <a:pt x="33" y="174"/>
                    <a:pt x="54" y="190"/>
                  </a:cubicBezTo>
                  <a:cubicBezTo>
                    <a:pt x="67" y="203"/>
                    <a:pt x="85" y="208"/>
                    <a:pt x="104" y="208"/>
                  </a:cubicBezTo>
                  <a:cubicBezTo>
                    <a:pt x="135" y="208"/>
                    <a:pt x="170" y="194"/>
                    <a:pt x="190" y="174"/>
                  </a:cubicBezTo>
                  <a:cubicBezTo>
                    <a:pt x="239" y="120"/>
                    <a:pt x="223" y="50"/>
                    <a:pt x="190" y="17"/>
                  </a:cubicBezTo>
                  <a:cubicBezTo>
                    <a:pt x="157" y="0"/>
                    <a:pt x="136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4" name="Google Shape;12484;p31"/>
            <p:cNvSpPr/>
            <p:nvPr/>
          </p:nvSpPr>
          <p:spPr>
            <a:xfrm>
              <a:off x="4263625" y="3249975"/>
              <a:ext cx="5600" cy="5350"/>
            </a:xfrm>
            <a:custGeom>
              <a:avLst/>
              <a:gdLst/>
              <a:ahLst/>
              <a:cxnLst/>
              <a:rect l="l" t="t" r="r" b="b"/>
              <a:pathLst>
                <a:path w="224" h="214" extrusionOk="0">
                  <a:moveTo>
                    <a:pt x="137" y="0"/>
                  </a:moveTo>
                  <a:cubicBezTo>
                    <a:pt x="67" y="0"/>
                    <a:pt x="17" y="33"/>
                    <a:pt x="17" y="87"/>
                  </a:cubicBezTo>
                  <a:cubicBezTo>
                    <a:pt x="1" y="103"/>
                    <a:pt x="17" y="120"/>
                    <a:pt x="17" y="136"/>
                  </a:cubicBezTo>
                  <a:lnTo>
                    <a:pt x="17" y="153"/>
                  </a:lnTo>
                  <a:cubicBezTo>
                    <a:pt x="17" y="153"/>
                    <a:pt x="17" y="173"/>
                    <a:pt x="34" y="173"/>
                  </a:cubicBezTo>
                  <a:cubicBezTo>
                    <a:pt x="50" y="190"/>
                    <a:pt x="67" y="206"/>
                    <a:pt x="104" y="206"/>
                  </a:cubicBezTo>
                  <a:cubicBezTo>
                    <a:pt x="109" y="211"/>
                    <a:pt x="115" y="213"/>
                    <a:pt x="122" y="213"/>
                  </a:cubicBezTo>
                  <a:cubicBezTo>
                    <a:pt x="138" y="213"/>
                    <a:pt x="158" y="201"/>
                    <a:pt x="170" y="190"/>
                  </a:cubicBezTo>
                  <a:cubicBezTo>
                    <a:pt x="207" y="173"/>
                    <a:pt x="207" y="153"/>
                    <a:pt x="223" y="120"/>
                  </a:cubicBezTo>
                  <a:cubicBezTo>
                    <a:pt x="223" y="103"/>
                    <a:pt x="223" y="87"/>
                    <a:pt x="207" y="50"/>
                  </a:cubicBezTo>
                  <a:cubicBezTo>
                    <a:pt x="186" y="33"/>
                    <a:pt x="153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5" name="Google Shape;12485;p31"/>
            <p:cNvSpPr/>
            <p:nvPr/>
          </p:nvSpPr>
          <p:spPr>
            <a:xfrm>
              <a:off x="4262700" y="3263675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20" y="1"/>
                  </a:moveTo>
                  <a:cubicBezTo>
                    <a:pt x="71" y="1"/>
                    <a:pt x="17" y="38"/>
                    <a:pt x="1" y="87"/>
                  </a:cubicBezTo>
                  <a:cubicBezTo>
                    <a:pt x="1" y="120"/>
                    <a:pt x="1" y="141"/>
                    <a:pt x="17" y="157"/>
                  </a:cubicBezTo>
                  <a:cubicBezTo>
                    <a:pt x="17" y="157"/>
                    <a:pt x="17" y="174"/>
                    <a:pt x="38" y="174"/>
                  </a:cubicBezTo>
                  <a:cubicBezTo>
                    <a:pt x="54" y="190"/>
                    <a:pt x="71" y="207"/>
                    <a:pt x="104" y="207"/>
                  </a:cubicBezTo>
                  <a:cubicBezTo>
                    <a:pt x="113" y="209"/>
                    <a:pt x="122" y="211"/>
                    <a:pt x="131" y="211"/>
                  </a:cubicBezTo>
                  <a:cubicBezTo>
                    <a:pt x="173" y="211"/>
                    <a:pt x="210" y="178"/>
                    <a:pt x="223" y="120"/>
                  </a:cubicBezTo>
                  <a:cubicBezTo>
                    <a:pt x="223" y="104"/>
                    <a:pt x="207" y="71"/>
                    <a:pt x="190" y="54"/>
                  </a:cubicBezTo>
                  <a:cubicBezTo>
                    <a:pt x="174" y="38"/>
                    <a:pt x="157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6" name="Google Shape;12486;p31"/>
            <p:cNvSpPr/>
            <p:nvPr/>
          </p:nvSpPr>
          <p:spPr>
            <a:xfrm>
              <a:off x="4260125" y="3200175"/>
              <a:ext cx="5175" cy="5350"/>
            </a:xfrm>
            <a:custGeom>
              <a:avLst/>
              <a:gdLst/>
              <a:ahLst/>
              <a:cxnLst/>
              <a:rect l="l" t="t" r="r" b="b"/>
              <a:pathLst>
                <a:path w="207" h="214" extrusionOk="0">
                  <a:moveTo>
                    <a:pt x="120" y="1"/>
                  </a:moveTo>
                  <a:cubicBezTo>
                    <a:pt x="71" y="1"/>
                    <a:pt x="17" y="34"/>
                    <a:pt x="1" y="83"/>
                  </a:cubicBezTo>
                  <a:lnTo>
                    <a:pt x="1" y="137"/>
                  </a:lnTo>
                  <a:cubicBezTo>
                    <a:pt x="17" y="153"/>
                    <a:pt x="17" y="153"/>
                    <a:pt x="17" y="170"/>
                  </a:cubicBezTo>
                  <a:cubicBezTo>
                    <a:pt x="38" y="186"/>
                    <a:pt x="71" y="207"/>
                    <a:pt x="87" y="207"/>
                  </a:cubicBezTo>
                  <a:cubicBezTo>
                    <a:pt x="97" y="212"/>
                    <a:pt x="105" y="214"/>
                    <a:pt x="113" y="214"/>
                  </a:cubicBezTo>
                  <a:cubicBezTo>
                    <a:pt x="133" y="214"/>
                    <a:pt x="150" y="201"/>
                    <a:pt x="174" y="186"/>
                  </a:cubicBezTo>
                  <a:cubicBezTo>
                    <a:pt x="190" y="170"/>
                    <a:pt x="207" y="153"/>
                    <a:pt x="207" y="120"/>
                  </a:cubicBezTo>
                  <a:cubicBezTo>
                    <a:pt x="207" y="104"/>
                    <a:pt x="207" y="67"/>
                    <a:pt x="190" y="50"/>
                  </a:cubicBezTo>
                  <a:cubicBezTo>
                    <a:pt x="174" y="17"/>
                    <a:pt x="157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7" name="Google Shape;12487;p31"/>
            <p:cNvSpPr/>
            <p:nvPr/>
          </p:nvSpPr>
          <p:spPr>
            <a:xfrm>
              <a:off x="4280325" y="3231925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1"/>
                  </a:moveTo>
                  <a:cubicBezTo>
                    <a:pt x="71" y="1"/>
                    <a:pt x="17" y="34"/>
                    <a:pt x="1" y="87"/>
                  </a:cubicBezTo>
                  <a:lnTo>
                    <a:pt x="1" y="137"/>
                  </a:lnTo>
                  <a:cubicBezTo>
                    <a:pt x="17" y="153"/>
                    <a:pt x="17" y="153"/>
                    <a:pt x="17" y="174"/>
                  </a:cubicBezTo>
                  <a:cubicBezTo>
                    <a:pt x="34" y="190"/>
                    <a:pt x="71" y="207"/>
                    <a:pt x="87" y="207"/>
                  </a:cubicBezTo>
                  <a:cubicBezTo>
                    <a:pt x="120" y="207"/>
                    <a:pt x="137" y="207"/>
                    <a:pt x="174" y="190"/>
                  </a:cubicBezTo>
                  <a:cubicBezTo>
                    <a:pt x="190" y="174"/>
                    <a:pt x="207" y="153"/>
                    <a:pt x="207" y="120"/>
                  </a:cubicBezTo>
                  <a:cubicBezTo>
                    <a:pt x="207" y="104"/>
                    <a:pt x="207" y="71"/>
                    <a:pt x="190" y="50"/>
                  </a:cubicBezTo>
                  <a:cubicBezTo>
                    <a:pt x="174" y="17"/>
                    <a:pt x="157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8" name="Google Shape;12488;p31"/>
            <p:cNvSpPr/>
            <p:nvPr/>
          </p:nvSpPr>
          <p:spPr>
            <a:xfrm>
              <a:off x="4265275" y="3236050"/>
              <a:ext cx="5175" cy="5375"/>
            </a:xfrm>
            <a:custGeom>
              <a:avLst/>
              <a:gdLst/>
              <a:ahLst/>
              <a:cxnLst/>
              <a:rect l="l" t="t" r="r" b="b"/>
              <a:pathLst>
                <a:path w="207" h="215" extrusionOk="0">
                  <a:moveTo>
                    <a:pt x="91" y="0"/>
                  </a:moveTo>
                  <a:cubicBezTo>
                    <a:pt x="69" y="0"/>
                    <a:pt x="49" y="14"/>
                    <a:pt x="38" y="25"/>
                  </a:cubicBezTo>
                  <a:cubicBezTo>
                    <a:pt x="17" y="42"/>
                    <a:pt x="1" y="58"/>
                    <a:pt x="1" y="91"/>
                  </a:cubicBezTo>
                  <a:lnTo>
                    <a:pt x="1" y="145"/>
                  </a:lnTo>
                  <a:cubicBezTo>
                    <a:pt x="1" y="145"/>
                    <a:pt x="1" y="161"/>
                    <a:pt x="17" y="161"/>
                  </a:cubicBezTo>
                  <a:cubicBezTo>
                    <a:pt x="38" y="178"/>
                    <a:pt x="54" y="194"/>
                    <a:pt x="87" y="215"/>
                  </a:cubicBezTo>
                  <a:cubicBezTo>
                    <a:pt x="141" y="215"/>
                    <a:pt x="190" y="178"/>
                    <a:pt x="207" y="128"/>
                  </a:cubicBezTo>
                  <a:cubicBezTo>
                    <a:pt x="207" y="91"/>
                    <a:pt x="207" y="58"/>
                    <a:pt x="190" y="42"/>
                  </a:cubicBezTo>
                  <a:cubicBezTo>
                    <a:pt x="174" y="25"/>
                    <a:pt x="141" y="9"/>
                    <a:pt x="120" y="9"/>
                  </a:cubicBezTo>
                  <a:cubicBezTo>
                    <a:pt x="110" y="3"/>
                    <a:pt x="101" y="0"/>
                    <a:pt x="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9" name="Google Shape;12489;p31"/>
            <p:cNvSpPr/>
            <p:nvPr/>
          </p:nvSpPr>
          <p:spPr>
            <a:xfrm>
              <a:off x="4256725" y="321427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08" y="0"/>
                  </a:moveTo>
                  <a:cubicBezTo>
                    <a:pt x="72" y="0"/>
                    <a:pt x="37" y="14"/>
                    <a:pt x="17" y="35"/>
                  </a:cubicBezTo>
                  <a:cubicBezTo>
                    <a:pt x="0" y="55"/>
                    <a:pt x="0" y="88"/>
                    <a:pt x="0" y="121"/>
                  </a:cubicBezTo>
                  <a:lnTo>
                    <a:pt x="0" y="138"/>
                  </a:lnTo>
                  <a:cubicBezTo>
                    <a:pt x="17" y="158"/>
                    <a:pt x="17" y="175"/>
                    <a:pt x="33" y="191"/>
                  </a:cubicBezTo>
                  <a:cubicBezTo>
                    <a:pt x="54" y="204"/>
                    <a:pt x="76" y="209"/>
                    <a:pt x="98" y="209"/>
                  </a:cubicBezTo>
                  <a:cubicBezTo>
                    <a:pt x="133" y="209"/>
                    <a:pt x="167" y="195"/>
                    <a:pt x="190" y="175"/>
                  </a:cubicBezTo>
                  <a:cubicBezTo>
                    <a:pt x="207" y="138"/>
                    <a:pt x="207" y="121"/>
                    <a:pt x="207" y="88"/>
                  </a:cubicBezTo>
                  <a:cubicBezTo>
                    <a:pt x="207" y="72"/>
                    <a:pt x="190" y="35"/>
                    <a:pt x="174" y="18"/>
                  </a:cubicBezTo>
                  <a:cubicBezTo>
                    <a:pt x="153" y="6"/>
                    <a:pt x="130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0" name="Google Shape;12490;p31"/>
            <p:cNvSpPr/>
            <p:nvPr/>
          </p:nvSpPr>
          <p:spPr>
            <a:xfrm>
              <a:off x="4276925" y="3243325"/>
              <a:ext cx="5600" cy="5075"/>
            </a:xfrm>
            <a:custGeom>
              <a:avLst/>
              <a:gdLst/>
              <a:ahLst/>
              <a:cxnLst/>
              <a:rect l="l" t="t" r="r" b="b"/>
              <a:pathLst>
                <a:path w="224" h="203" extrusionOk="0">
                  <a:moveTo>
                    <a:pt x="124" y="0"/>
                  </a:moveTo>
                  <a:cubicBezTo>
                    <a:pt x="112" y="0"/>
                    <a:pt x="99" y="2"/>
                    <a:pt x="87" y="6"/>
                  </a:cubicBezTo>
                  <a:cubicBezTo>
                    <a:pt x="34" y="27"/>
                    <a:pt x="1" y="93"/>
                    <a:pt x="17" y="147"/>
                  </a:cubicBezTo>
                  <a:cubicBezTo>
                    <a:pt x="34" y="163"/>
                    <a:pt x="34" y="163"/>
                    <a:pt x="50" y="180"/>
                  </a:cubicBezTo>
                  <a:cubicBezTo>
                    <a:pt x="76" y="191"/>
                    <a:pt x="100" y="203"/>
                    <a:pt x="124" y="203"/>
                  </a:cubicBezTo>
                  <a:cubicBezTo>
                    <a:pt x="134" y="203"/>
                    <a:pt x="143" y="201"/>
                    <a:pt x="153" y="196"/>
                  </a:cubicBezTo>
                  <a:cubicBezTo>
                    <a:pt x="190" y="180"/>
                    <a:pt x="223" y="147"/>
                    <a:pt x="223" y="110"/>
                  </a:cubicBezTo>
                  <a:lnTo>
                    <a:pt x="223" y="60"/>
                  </a:lnTo>
                  <a:cubicBezTo>
                    <a:pt x="198" y="20"/>
                    <a:pt x="162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1" name="Google Shape;12491;p31"/>
            <p:cNvSpPr/>
            <p:nvPr/>
          </p:nvSpPr>
          <p:spPr>
            <a:xfrm>
              <a:off x="4272175" y="3194075"/>
              <a:ext cx="5600" cy="5200"/>
            </a:xfrm>
            <a:custGeom>
              <a:avLst/>
              <a:gdLst/>
              <a:ahLst/>
              <a:cxnLst/>
              <a:rect l="l" t="t" r="r" b="b"/>
              <a:pathLst>
                <a:path w="224" h="208" extrusionOk="0">
                  <a:moveTo>
                    <a:pt x="123" y="0"/>
                  </a:moveTo>
                  <a:cubicBezTo>
                    <a:pt x="92" y="0"/>
                    <a:pt x="57" y="15"/>
                    <a:pt x="34" y="39"/>
                  </a:cubicBezTo>
                  <a:cubicBezTo>
                    <a:pt x="17" y="55"/>
                    <a:pt x="1" y="88"/>
                    <a:pt x="1" y="121"/>
                  </a:cubicBezTo>
                  <a:cubicBezTo>
                    <a:pt x="17" y="121"/>
                    <a:pt x="17" y="142"/>
                    <a:pt x="17" y="142"/>
                  </a:cubicBezTo>
                  <a:cubicBezTo>
                    <a:pt x="17" y="158"/>
                    <a:pt x="34" y="175"/>
                    <a:pt x="50" y="191"/>
                  </a:cubicBezTo>
                  <a:cubicBezTo>
                    <a:pt x="71" y="208"/>
                    <a:pt x="104" y="208"/>
                    <a:pt x="120" y="208"/>
                  </a:cubicBezTo>
                  <a:cubicBezTo>
                    <a:pt x="153" y="208"/>
                    <a:pt x="174" y="191"/>
                    <a:pt x="191" y="175"/>
                  </a:cubicBezTo>
                  <a:cubicBezTo>
                    <a:pt x="207" y="142"/>
                    <a:pt x="224" y="121"/>
                    <a:pt x="224" y="88"/>
                  </a:cubicBezTo>
                  <a:cubicBezTo>
                    <a:pt x="207" y="72"/>
                    <a:pt x="207" y="39"/>
                    <a:pt x="174" y="18"/>
                  </a:cubicBezTo>
                  <a:cubicBezTo>
                    <a:pt x="160" y="6"/>
                    <a:pt x="142" y="0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2" name="Google Shape;12492;p31"/>
            <p:cNvSpPr/>
            <p:nvPr/>
          </p:nvSpPr>
          <p:spPr>
            <a:xfrm>
              <a:off x="4151075" y="3238175"/>
              <a:ext cx="6000" cy="5075"/>
            </a:xfrm>
            <a:custGeom>
              <a:avLst/>
              <a:gdLst/>
              <a:ahLst/>
              <a:cxnLst/>
              <a:rect l="l" t="t" r="r" b="b"/>
              <a:pathLst>
                <a:path w="240" h="203" extrusionOk="0">
                  <a:moveTo>
                    <a:pt x="126" y="0"/>
                  </a:moveTo>
                  <a:cubicBezTo>
                    <a:pt x="113" y="0"/>
                    <a:pt x="99" y="2"/>
                    <a:pt x="87" y="6"/>
                  </a:cubicBezTo>
                  <a:cubicBezTo>
                    <a:pt x="33" y="27"/>
                    <a:pt x="1" y="76"/>
                    <a:pt x="17" y="146"/>
                  </a:cubicBezTo>
                  <a:cubicBezTo>
                    <a:pt x="42" y="184"/>
                    <a:pt x="78" y="202"/>
                    <a:pt x="116" y="202"/>
                  </a:cubicBezTo>
                  <a:cubicBezTo>
                    <a:pt x="128" y="202"/>
                    <a:pt x="141" y="200"/>
                    <a:pt x="153" y="196"/>
                  </a:cubicBezTo>
                  <a:cubicBezTo>
                    <a:pt x="207" y="179"/>
                    <a:pt x="240" y="109"/>
                    <a:pt x="223" y="60"/>
                  </a:cubicBezTo>
                  <a:cubicBezTo>
                    <a:pt x="211" y="19"/>
                    <a:pt x="168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3" name="Google Shape;12493;p31"/>
            <p:cNvSpPr/>
            <p:nvPr/>
          </p:nvSpPr>
          <p:spPr>
            <a:xfrm>
              <a:off x="4082750" y="3121375"/>
              <a:ext cx="5175" cy="5300"/>
            </a:xfrm>
            <a:custGeom>
              <a:avLst/>
              <a:gdLst/>
              <a:ahLst/>
              <a:cxnLst/>
              <a:rect l="l" t="t" r="r" b="b"/>
              <a:pathLst>
                <a:path w="207" h="212" extrusionOk="0">
                  <a:moveTo>
                    <a:pt x="99" y="1"/>
                  </a:moveTo>
                  <a:cubicBezTo>
                    <a:pt x="68" y="1"/>
                    <a:pt x="39" y="13"/>
                    <a:pt x="21" y="40"/>
                  </a:cubicBezTo>
                  <a:cubicBezTo>
                    <a:pt x="0" y="61"/>
                    <a:pt x="0" y="94"/>
                    <a:pt x="0" y="110"/>
                  </a:cubicBezTo>
                  <a:lnTo>
                    <a:pt x="0" y="143"/>
                  </a:lnTo>
                  <a:cubicBezTo>
                    <a:pt x="21" y="164"/>
                    <a:pt x="21" y="180"/>
                    <a:pt x="37" y="180"/>
                  </a:cubicBezTo>
                  <a:cubicBezTo>
                    <a:pt x="59" y="203"/>
                    <a:pt x="86" y="211"/>
                    <a:pt x="111" y="211"/>
                  </a:cubicBezTo>
                  <a:cubicBezTo>
                    <a:pt x="142" y="211"/>
                    <a:pt x="172" y="198"/>
                    <a:pt x="190" y="180"/>
                  </a:cubicBezTo>
                  <a:cubicBezTo>
                    <a:pt x="206" y="143"/>
                    <a:pt x="206" y="127"/>
                    <a:pt x="206" y="94"/>
                  </a:cubicBezTo>
                  <a:cubicBezTo>
                    <a:pt x="206" y="77"/>
                    <a:pt x="190" y="40"/>
                    <a:pt x="173" y="24"/>
                  </a:cubicBezTo>
                  <a:cubicBezTo>
                    <a:pt x="151" y="9"/>
                    <a:pt x="125" y="1"/>
                    <a:pt x="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4" name="Google Shape;12494;p31"/>
            <p:cNvSpPr/>
            <p:nvPr/>
          </p:nvSpPr>
          <p:spPr>
            <a:xfrm>
              <a:off x="4078500" y="3150275"/>
              <a:ext cx="5200" cy="5200"/>
            </a:xfrm>
            <a:custGeom>
              <a:avLst/>
              <a:gdLst/>
              <a:ahLst/>
              <a:cxnLst/>
              <a:rect l="l" t="t" r="r" b="b"/>
              <a:pathLst>
                <a:path w="208" h="208" extrusionOk="0">
                  <a:moveTo>
                    <a:pt x="109" y="0"/>
                  </a:moveTo>
                  <a:cubicBezTo>
                    <a:pt x="73" y="0"/>
                    <a:pt x="38" y="15"/>
                    <a:pt x="17" y="38"/>
                  </a:cubicBezTo>
                  <a:cubicBezTo>
                    <a:pt x="1" y="55"/>
                    <a:pt x="1" y="88"/>
                    <a:pt x="1" y="121"/>
                  </a:cubicBezTo>
                  <a:lnTo>
                    <a:pt x="1" y="142"/>
                  </a:lnTo>
                  <a:cubicBezTo>
                    <a:pt x="17" y="158"/>
                    <a:pt x="17" y="175"/>
                    <a:pt x="34" y="191"/>
                  </a:cubicBezTo>
                  <a:cubicBezTo>
                    <a:pt x="67" y="207"/>
                    <a:pt x="88" y="207"/>
                    <a:pt x="121" y="207"/>
                  </a:cubicBezTo>
                  <a:cubicBezTo>
                    <a:pt x="137" y="207"/>
                    <a:pt x="170" y="191"/>
                    <a:pt x="191" y="175"/>
                  </a:cubicBezTo>
                  <a:cubicBezTo>
                    <a:pt x="207" y="158"/>
                    <a:pt x="207" y="121"/>
                    <a:pt x="207" y="88"/>
                  </a:cubicBezTo>
                  <a:cubicBezTo>
                    <a:pt x="207" y="71"/>
                    <a:pt x="191" y="38"/>
                    <a:pt x="170" y="18"/>
                  </a:cubicBezTo>
                  <a:cubicBezTo>
                    <a:pt x="152" y="5"/>
                    <a:pt x="130" y="0"/>
                    <a:pt x="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5" name="Google Shape;12495;p31"/>
            <p:cNvSpPr/>
            <p:nvPr/>
          </p:nvSpPr>
          <p:spPr>
            <a:xfrm>
              <a:off x="4085325" y="3094325"/>
              <a:ext cx="6100" cy="5075"/>
            </a:xfrm>
            <a:custGeom>
              <a:avLst/>
              <a:gdLst/>
              <a:ahLst/>
              <a:cxnLst/>
              <a:rect l="l" t="t" r="r" b="b"/>
              <a:pathLst>
                <a:path w="244" h="203" extrusionOk="0">
                  <a:moveTo>
                    <a:pt x="130" y="1"/>
                  </a:moveTo>
                  <a:cubicBezTo>
                    <a:pt x="115" y="1"/>
                    <a:pt x="101" y="3"/>
                    <a:pt x="87" y="9"/>
                  </a:cubicBezTo>
                  <a:cubicBezTo>
                    <a:pt x="37" y="25"/>
                    <a:pt x="0" y="91"/>
                    <a:pt x="21" y="145"/>
                  </a:cubicBezTo>
                  <a:cubicBezTo>
                    <a:pt x="45" y="182"/>
                    <a:pt x="79" y="202"/>
                    <a:pt x="116" y="202"/>
                  </a:cubicBezTo>
                  <a:cubicBezTo>
                    <a:pt x="129" y="202"/>
                    <a:pt x="143" y="200"/>
                    <a:pt x="157" y="194"/>
                  </a:cubicBezTo>
                  <a:cubicBezTo>
                    <a:pt x="227" y="178"/>
                    <a:pt x="243" y="112"/>
                    <a:pt x="227" y="58"/>
                  </a:cubicBezTo>
                  <a:cubicBezTo>
                    <a:pt x="212" y="22"/>
                    <a:pt x="172" y="1"/>
                    <a:pt x="1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6" name="Google Shape;12496;p31"/>
            <p:cNvSpPr/>
            <p:nvPr/>
          </p:nvSpPr>
          <p:spPr>
            <a:xfrm>
              <a:off x="4082325" y="3135775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20" y="0"/>
                  </a:moveTo>
                  <a:cubicBezTo>
                    <a:pt x="71" y="0"/>
                    <a:pt x="38" y="17"/>
                    <a:pt x="17" y="66"/>
                  </a:cubicBezTo>
                  <a:lnTo>
                    <a:pt x="1" y="82"/>
                  </a:lnTo>
                  <a:cubicBezTo>
                    <a:pt x="1" y="103"/>
                    <a:pt x="1" y="136"/>
                    <a:pt x="17" y="136"/>
                  </a:cubicBezTo>
                  <a:cubicBezTo>
                    <a:pt x="17" y="169"/>
                    <a:pt x="38" y="186"/>
                    <a:pt x="71" y="206"/>
                  </a:cubicBezTo>
                  <a:lnTo>
                    <a:pt x="87" y="206"/>
                  </a:lnTo>
                  <a:cubicBezTo>
                    <a:pt x="96" y="208"/>
                    <a:pt x="104" y="209"/>
                    <a:pt x="113" y="209"/>
                  </a:cubicBezTo>
                  <a:cubicBezTo>
                    <a:pt x="169" y="209"/>
                    <a:pt x="207" y="163"/>
                    <a:pt x="207" y="120"/>
                  </a:cubicBezTo>
                  <a:cubicBezTo>
                    <a:pt x="223" y="103"/>
                    <a:pt x="207" y="66"/>
                    <a:pt x="190" y="49"/>
                  </a:cubicBezTo>
                  <a:cubicBezTo>
                    <a:pt x="174" y="17"/>
                    <a:pt x="157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7" name="Google Shape;12497;p31"/>
            <p:cNvSpPr/>
            <p:nvPr/>
          </p:nvSpPr>
          <p:spPr>
            <a:xfrm>
              <a:off x="4084500" y="3108550"/>
              <a:ext cx="6000" cy="5200"/>
            </a:xfrm>
            <a:custGeom>
              <a:avLst/>
              <a:gdLst/>
              <a:ahLst/>
              <a:cxnLst/>
              <a:rect l="l" t="t" r="r" b="b"/>
              <a:pathLst>
                <a:path w="240" h="208" extrusionOk="0">
                  <a:moveTo>
                    <a:pt x="114" y="0"/>
                  </a:moveTo>
                  <a:cubicBezTo>
                    <a:pt x="105" y="0"/>
                    <a:pt x="95" y="2"/>
                    <a:pt x="87" y="5"/>
                  </a:cubicBezTo>
                  <a:cubicBezTo>
                    <a:pt x="33" y="21"/>
                    <a:pt x="0" y="91"/>
                    <a:pt x="33" y="141"/>
                  </a:cubicBezTo>
                  <a:cubicBezTo>
                    <a:pt x="48" y="180"/>
                    <a:pt x="78" y="208"/>
                    <a:pt x="120" y="208"/>
                  </a:cubicBezTo>
                  <a:cubicBezTo>
                    <a:pt x="136" y="208"/>
                    <a:pt x="154" y="203"/>
                    <a:pt x="173" y="194"/>
                  </a:cubicBezTo>
                  <a:cubicBezTo>
                    <a:pt x="223" y="178"/>
                    <a:pt x="239" y="124"/>
                    <a:pt x="223" y="75"/>
                  </a:cubicBezTo>
                  <a:cubicBezTo>
                    <a:pt x="209" y="31"/>
                    <a:pt x="159" y="0"/>
                    <a:pt x="1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8" name="Google Shape;12498;p31"/>
            <p:cNvSpPr/>
            <p:nvPr/>
          </p:nvSpPr>
          <p:spPr>
            <a:xfrm>
              <a:off x="4093550" y="3052300"/>
              <a:ext cx="5200" cy="5250"/>
            </a:xfrm>
            <a:custGeom>
              <a:avLst/>
              <a:gdLst/>
              <a:ahLst/>
              <a:cxnLst/>
              <a:rect l="l" t="t" r="r" b="b"/>
              <a:pathLst>
                <a:path w="208" h="210" extrusionOk="0">
                  <a:moveTo>
                    <a:pt x="100" y="1"/>
                  </a:moveTo>
                  <a:cubicBezTo>
                    <a:pt x="51" y="1"/>
                    <a:pt x="1" y="47"/>
                    <a:pt x="1" y="90"/>
                  </a:cubicBezTo>
                  <a:lnTo>
                    <a:pt x="1" y="144"/>
                  </a:lnTo>
                  <a:lnTo>
                    <a:pt x="17" y="160"/>
                  </a:lnTo>
                  <a:cubicBezTo>
                    <a:pt x="34" y="193"/>
                    <a:pt x="50" y="210"/>
                    <a:pt x="83" y="210"/>
                  </a:cubicBezTo>
                  <a:cubicBezTo>
                    <a:pt x="137" y="210"/>
                    <a:pt x="186" y="177"/>
                    <a:pt x="207" y="123"/>
                  </a:cubicBezTo>
                  <a:cubicBezTo>
                    <a:pt x="207" y="90"/>
                    <a:pt x="207" y="74"/>
                    <a:pt x="186" y="41"/>
                  </a:cubicBezTo>
                  <a:cubicBezTo>
                    <a:pt x="170" y="20"/>
                    <a:pt x="137" y="4"/>
                    <a:pt x="121" y="4"/>
                  </a:cubicBezTo>
                  <a:cubicBezTo>
                    <a:pt x="114" y="2"/>
                    <a:pt x="107" y="1"/>
                    <a:pt x="1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9" name="Google Shape;12499;p31"/>
            <p:cNvSpPr/>
            <p:nvPr/>
          </p:nvSpPr>
          <p:spPr>
            <a:xfrm>
              <a:off x="4096150" y="3115475"/>
              <a:ext cx="5575" cy="5275"/>
            </a:xfrm>
            <a:custGeom>
              <a:avLst/>
              <a:gdLst/>
              <a:ahLst/>
              <a:cxnLst/>
              <a:rect l="l" t="t" r="r" b="b"/>
              <a:pathLst>
                <a:path w="223" h="211" extrusionOk="0">
                  <a:moveTo>
                    <a:pt x="98" y="1"/>
                  </a:moveTo>
                  <a:cubicBezTo>
                    <a:pt x="53" y="1"/>
                    <a:pt x="14" y="44"/>
                    <a:pt x="0" y="91"/>
                  </a:cubicBezTo>
                  <a:cubicBezTo>
                    <a:pt x="0" y="107"/>
                    <a:pt x="0" y="123"/>
                    <a:pt x="17" y="140"/>
                  </a:cubicBezTo>
                  <a:lnTo>
                    <a:pt x="17" y="156"/>
                  </a:lnTo>
                  <a:cubicBezTo>
                    <a:pt x="33" y="194"/>
                    <a:pt x="66" y="210"/>
                    <a:pt x="82" y="210"/>
                  </a:cubicBezTo>
                  <a:cubicBezTo>
                    <a:pt x="153" y="210"/>
                    <a:pt x="206" y="173"/>
                    <a:pt x="206" y="123"/>
                  </a:cubicBezTo>
                  <a:cubicBezTo>
                    <a:pt x="223" y="91"/>
                    <a:pt x="206" y="70"/>
                    <a:pt x="186" y="37"/>
                  </a:cubicBezTo>
                  <a:cubicBezTo>
                    <a:pt x="169" y="20"/>
                    <a:pt x="153" y="4"/>
                    <a:pt x="120" y="4"/>
                  </a:cubicBezTo>
                  <a:cubicBezTo>
                    <a:pt x="112" y="2"/>
                    <a:pt x="105" y="1"/>
                    <a:pt x="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0" name="Google Shape;12500;p31"/>
            <p:cNvSpPr/>
            <p:nvPr/>
          </p:nvSpPr>
          <p:spPr>
            <a:xfrm>
              <a:off x="4090475" y="3066100"/>
              <a:ext cx="5700" cy="5275"/>
            </a:xfrm>
            <a:custGeom>
              <a:avLst/>
              <a:gdLst/>
              <a:ahLst/>
              <a:cxnLst/>
              <a:rect l="l" t="t" r="r" b="b"/>
              <a:pathLst>
                <a:path w="228" h="211" extrusionOk="0">
                  <a:moveTo>
                    <a:pt x="112" y="1"/>
                  </a:moveTo>
                  <a:cubicBezTo>
                    <a:pt x="76" y="1"/>
                    <a:pt x="41" y="17"/>
                    <a:pt x="21" y="37"/>
                  </a:cubicBezTo>
                  <a:cubicBezTo>
                    <a:pt x="0" y="54"/>
                    <a:pt x="0" y="87"/>
                    <a:pt x="0" y="124"/>
                  </a:cubicBezTo>
                  <a:lnTo>
                    <a:pt x="0" y="140"/>
                  </a:lnTo>
                  <a:cubicBezTo>
                    <a:pt x="21" y="157"/>
                    <a:pt x="21" y="173"/>
                    <a:pt x="37" y="190"/>
                  </a:cubicBezTo>
                  <a:cubicBezTo>
                    <a:pt x="57" y="204"/>
                    <a:pt x="80" y="211"/>
                    <a:pt x="102" y="211"/>
                  </a:cubicBezTo>
                  <a:cubicBezTo>
                    <a:pt x="136" y="211"/>
                    <a:pt x="170" y="196"/>
                    <a:pt x="190" y="173"/>
                  </a:cubicBezTo>
                  <a:cubicBezTo>
                    <a:pt x="227" y="124"/>
                    <a:pt x="227" y="54"/>
                    <a:pt x="173" y="21"/>
                  </a:cubicBezTo>
                  <a:cubicBezTo>
                    <a:pt x="155" y="7"/>
                    <a:pt x="133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1" name="Google Shape;12501;p31"/>
            <p:cNvSpPr/>
            <p:nvPr/>
          </p:nvSpPr>
          <p:spPr>
            <a:xfrm>
              <a:off x="4089650" y="3082875"/>
              <a:ext cx="5575" cy="4925"/>
            </a:xfrm>
            <a:custGeom>
              <a:avLst/>
              <a:gdLst/>
              <a:ahLst/>
              <a:cxnLst/>
              <a:rect l="l" t="t" r="r" b="b"/>
              <a:pathLst>
                <a:path w="223" h="197" extrusionOk="0">
                  <a:moveTo>
                    <a:pt x="70" y="1"/>
                  </a:moveTo>
                  <a:cubicBezTo>
                    <a:pt x="54" y="17"/>
                    <a:pt x="33" y="34"/>
                    <a:pt x="17" y="55"/>
                  </a:cubicBezTo>
                  <a:cubicBezTo>
                    <a:pt x="0" y="71"/>
                    <a:pt x="0" y="104"/>
                    <a:pt x="17" y="137"/>
                  </a:cubicBezTo>
                  <a:cubicBezTo>
                    <a:pt x="29" y="177"/>
                    <a:pt x="63" y="197"/>
                    <a:pt x="108" y="197"/>
                  </a:cubicBezTo>
                  <a:cubicBezTo>
                    <a:pt x="123" y="197"/>
                    <a:pt x="140" y="195"/>
                    <a:pt x="157" y="191"/>
                  </a:cubicBezTo>
                  <a:cubicBezTo>
                    <a:pt x="206" y="174"/>
                    <a:pt x="223" y="121"/>
                    <a:pt x="206" y="55"/>
                  </a:cubicBezTo>
                  <a:cubicBezTo>
                    <a:pt x="190" y="34"/>
                    <a:pt x="17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2" name="Google Shape;12502;p31"/>
            <p:cNvSpPr/>
            <p:nvPr/>
          </p:nvSpPr>
          <p:spPr>
            <a:xfrm>
              <a:off x="4066450" y="3156700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95" y="1"/>
                  </a:moveTo>
                  <a:cubicBezTo>
                    <a:pt x="41" y="1"/>
                    <a:pt x="1" y="44"/>
                    <a:pt x="1" y="91"/>
                  </a:cubicBezTo>
                  <a:lnTo>
                    <a:pt x="1" y="140"/>
                  </a:lnTo>
                  <a:lnTo>
                    <a:pt x="17" y="157"/>
                  </a:lnTo>
                  <a:cubicBezTo>
                    <a:pt x="34" y="194"/>
                    <a:pt x="54" y="194"/>
                    <a:pt x="87" y="210"/>
                  </a:cubicBezTo>
                  <a:cubicBezTo>
                    <a:pt x="120" y="210"/>
                    <a:pt x="137" y="210"/>
                    <a:pt x="157" y="194"/>
                  </a:cubicBezTo>
                  <a:cubicBezTo>
                    <a:pt x="190" y="173"/>
                    <a:pt x="207" y="140"/>
                    <a:pt x="207" y="124"/>
                  </a:cubicBezTo>
                  <a:cubicBezTo>
                    <a:pt x="207" y="91"/>
                    <a:pt x="207" y="70"/>
                    <a:pt x="190" y="37"/>
                  </a:cubicBezTo>
                  <a:cubicBezTo>
                    <a:pt x="174" y="21"/>
                    <a:pt x="137" y="4"/>
                    <a:pt x="120" y="4"/>
                  </a:cubicBezTo>
                  <a:cubicBezTo>
                    <a:pt x="111" y="2"/>
                    <a:pt x="103" y="1"/>
                    <a:pt x="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3" name="Google Shape;12503;p31"/>
            <p:cNvSpPr/>
            <p:nvPr/>
          </p:nvSpPr>
          <p:spPr>
            <a:xfrm>
              <a:off x="4077175" y="3162625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10" y="0"/>
                  </a:moveTo>
                  <a:cubicBezTo>
                    <a:pt x="96" y="0"/>
                    <a:pt x="83" y="2"/>
                    <a:pt x="70" y="6"/>
                  </a:cubicBezTo>
                  <a:cubicBezTo>
                    <a:pt x="17" y="23"/>
                    <a:pt x="0" y="93"/>
                    <a:pt x="17" y="142"/>
                  </a:cubicBezTo>
                  <a:cubicBezTo>
                    <a:pt x="17" y="163"/>
                    <a:pt x="38" y="163"/>
                    <a:pt x="38" y="179"/>
                  </a:cubicBezTo>
                  <a:cubicBezTo>
                    <a:pt x="57" y="199"/>
                    <a:pt x="76" y="207"/>
                    <a:pt x="100" y="207"/>
                  </a:cubicBezTo>
                  <a:cubicBezTo>
                    <a:pt x="116" y="207"/>
                    <a:pt x="135" y="203"/>
                    <a:pt x="157" y="196"/>
                  </a:cubicBezTo>
                  <a:cubicBezTo>
                    <a:pt x="190" y="179"/>
                    <a:pt x="207" y="142"/>
                    <a:pt x="223" y="109"/>
                  </a:cubicBezTo>
                  <a:cubicBezTo>
                    <a:pt x="223" y="93"/>
                    <a:pt x="223" y="76"/>
                    <a:pt x="207" y="60"/>
                  </a:cubicBezTo>
                  <a:cubicBezTo>
                    <a:pt x="194" y="19"/>
                    <a:pt x="151" y="0"/>
                    <a:pt x="1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4" name="Google Shape;12504;p31"/>
            <p:cNvSpPr/>
            <p:nvPr/>
          </p:nvSpPr>
          <p:spPr>
            <a:xfrm>
              <a:off x="4062650" y="3181225"/>
              <a:ext cx="5575" cy="5125"/>
            </a:xfrm>
            <a:custGeom>
              <a:avLst/>
              <a:gdLst/>
              <a:ahLst/>
              <a:cxnLst/>
              <a:rect l="l" t="t" r="r" b="b"/>
              <a:pathLst>
                <a:path w="223" h="205" extrusionOk="0">
                  <a:moveTo>
                    <a:pt x="103" y="0"/>
                  </a:moveTo>
                  <a:cubicBezTo>
                    <a:pt x="66" y="0"/>
                    <a:pt x="50" y="17"/>
                    <a:pt x="33" y="37"/>
                  </a:cubicBezTo>
                  <a:cubicBezTo>
                    <a:pt x="17" y="54"/>
                    <a:pt x="0" y="87"/>
                    <a:pt x="0" y="103"/>
                  </a:cubicBezTo>
                  <a:cubicBezTo>
                    <a:pt x="0" y="120"/>
                    <a:pt x="17" y="120"/>
                    <a:pt x="17" y="140"/>
                  </a:cubicBezTo>
                  <a:cubicBezTo>
                    <a:pt x="17" y="157"/>
                    <a:pt x="33" y="173"/>
                    <a:pt x="50" y="173"/>
                  </a:cubicBezTo>
                  <a:cubicBezTo>
                    <a:pt x="64" y="196"/>
                    <a:pt x="87" y="205"/>
                    <a:pt x="110" y="205"/>
                  </a:cubicBezTo>
                  <a:cubicBezTo>
                    <a:pt x="138" y="205"/>
                    <a:pt x="168" y="191"/>
                    <a:pt x="186" y="173"/>
                  </a:cubicBezTo>
                  <a:cubicBezTo>
                    <a:pt x="206" y="140"/>
                    <a:pt x="223" y="120"/>
                    <a:pt x="223" y="87"/>
                  </a:cubicBezTo>
                  <a:cubicBezTo>
                    <a:pt x="206" y="70"/>
                    <a:pt x="206" y="37"/>
                    <a:pt x="169" y="17"/>
                  </a:cubicBezTo>
                  <a:cubicBezTo>
                    <a:pt x="153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5" name="Google Shape;12505;p31"/>
            <p:cNvSpPr/>
            <p:nvPr/>
          </p:nvSpPr>
          <p:spPr>
            <a:xfrm>
              <a:off x="4060475" y="3194525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20" y="0"/>
                  </a:moveTo>
                  <a:cubicBezTo>
                    <a:pt x="66" y="0"/>
                    <a:pt x="17" y="37"/>
                    <a:pt x="0" y="87"/>
                  </a:cubicBezTo>
                  <a:cubicBezTo>
                    <a:pt x="0" y="103"/>
                    <a:pt x="0" y="124"/>
                    <a:pt x="17" y="140"/>
                  </a:cubicBezTo>
                  <a:cubicBezTo>
                    <a:pt x="17" y="157"/>
                    <a:pt x="17" y="157"/>
                    <a:pt x="33" y="173"/>
                  </a:cubicBezTo>
                  <a:cubicBezTo>
                    <a:pt x="33" y="190"/>
                    <a:pt x="66" y="206"/>
                    <a:pt x="104" y="206"/>
                  </a:cubicBezTo>
                  <a:cubicBezTo>
                    <a:pt x="120" y="206"/>
                    <a:pt x="153" y="206"/>
                    <a:pt x="170" y="190"/>
                  </a:cubicBezTo>
                  <a:cubicBezTo>
                    <a:pt x="190" y="173"/>
                    <a:pt x="207" y="157"/>
                    <a:pt x="207" y="124"/>
                  </a:cubicBezTo>
                  <a:cubicBezTo>
                    <a:pt x="223" y="70"/>
                    <a:pt x="190" y="21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6" name="Google Shape;12506;p31"/>
            <p:cNvSpPr/>
            <p:nvPr/>
          </p:nvSpPr>
          <p:spPr>
            <a:xfrm>
              <a:off x="4096550" y="3129775"/>
              <a:ext cx="6000" cy="5225"/>
            </a:xfrm>
            <a:custGeom>
              <a:avLst/>
              <a:gdLst/>
              <a:ahLst/>
              <a:cxnLst/>
              <a:rect l="l" t="t" r="r" b="b"/>
              <a:pathLst>
                <a:path w="240" h="209" extrusionOk="0">
                  <a:moveTo>
                    <a:pt x="129" y="0"/>
                  </a:moveTo>
                  <a:cubicBezTo>
                    <a:pt x="115" y="0"/>
                    <a:pt x="101" y="4"/>
                    <a:pt x="87" y="13"/>
                  </a:cubicBezTo>
                  <a:cubicBezTo>
                    <a:pt x="17" y="34"/>
                    <a:pt x="1" y="83"/>
                    <a:pt x="17" y="137"/>
                  </a:cubicBezTo>
                  <a:cubicBezTo>
                    <a:pt x="30" y="187"/>
                    <a:pt x="73" y="209"/>
                    <a:pt x="116" y="209"/>
                  </a:cubicBezTo>
                  <a:cubicBezTo>
                    <a:pt x="129" y="209"/>
                    <a:pt x="141" y="207"/>
                    <a:pt x="153" y="203"/>
                  </a:cubicBezTo>
                  <a:cubicBezTo>
                    <a:pt x="207" y="186"/>
                    <a:pt x="240" y="116"/>
                    <a:pt x="223" y="67"/>
                  </a:cubicBezTo>
                  <a:cubicBezTo>
                    <a:pt x="199" y="28"/>
                    <a:pt x="165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7" name="Google Shape;12507;p31"/>
            <p:cNvSpPr/>
            <p:nvPr/>
          </p:nvSpPr>
          <p:spPr>
            <a:xfrm>
              <a:off x="4063050" y="3167825"/>
              <a:ext cx="5600" cy="5450"/>
            </a:xfrm>
            <a:custGeom>
              <a:avLst/>
              <a:gdLst/>
              <a:ahLst/>
              <a:cxnLst/>
              <a:rect l="l" t="t" r="r" b="b"/>
              <a:pathLst>
                <a:path w="224" h="218" extrusionOk="0">
                  <a:moveTo>
                    <a:pt x="102" y="0"/>
                  </a:moveTo>
                  <a:cubicBezTo>
                    <a:pt x="91" y="0"/>
                    <a:pt x="79" y="1"/>
                    <a:pt x="67" y="4"/>
                  </a:cubicBezTo>
                  <a:cubicBezTo>
                    <a:pt x="17" y="37"/>
                    <a:pt x="1" y="91"/>
                    <a:pt x="17" y="140"/>
                  </a:cubicBezTo>
                  <a:cubicBezTo>
                    <a:pt x="17" y="161"/>
                    <a:pt x="34" y="178"/>
                    <a:pt x="50" y="194"/>
                  </a:cubicBezTo>
                  <a:cubicBezTo>
                    <a:pt x="62" y="206"/>
                    <a:pt x="92" y="217"/>
                    <a:pt x="120" y="217"/>
                  </a:cubicBezTo>
                  <a:cubicBezTo>
                    <a:pt x="132" y="217"/>
                    <a:pt x="143" y="215"/>
                    <a:pt x="153" y="211"/>
                  </a:cubicBezTo>
                  <a:cubicBezTo>
                    <a:pt x="190" y="194"/>
                    <a:pt x="207" y="161"/>
                    <a:pt x="223" y="124"/>
                  </a:cubicBezTo>
                  <a:cubicBezTo>
                    <a:pt x="223" y="107"/>
                    <a:pt x="223" y="91"/>
                    <a:pt x="207" y="74"/>
                  </a:cubicBezTo>
                  <a:cubicBezTo>
                    <a:pt x="193" y="30"/>
                    <a:pt x="154" y="0"/>
                    <a:pt x="1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8" name="Google Shape;12508;p31"/>
            <p:cNvSpPr/>
            <p:nvPr/>
          </p:nvSpPr>
          <p:spPr>
            <a:xfrm>
              <a:off x="4075000" y="3178125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90" y="0"/>
                  </a:moveTo>
                  <a:cubicBezTo>
                    <a:pt x="38" y="0"/>
                    <a:pt x="1" y="33"/>
                    <a:pt x="1" y="91"/>
                  </a:cubicBezTo>
                  <a:lnTo>
                    <a:pt x="1" y="141"/>
                  </a:lnTo>
                  <a:cubicBezTo>
                    <a:pt x="21" y="178"/>
                    <a:pt x="54" y="194"/>
                    <a:pt x="87" y="211"/>
                  </a:cubicBezTo>
                  <a:cubicBezTo>
                    <a:pt x="141" y="211"/>
                    <a:pt x="190" y="178"/>
                    <a:pt x="207" y="124"/>
                  </a:cubicBezTo>
                  <a:cubicBezTo>
                    <a:pt x="207" y="91"/>
                    <a:pt x="207" y="58"/>
                    <a:pt x="190" y="38"/>
                  </a:cubicBezTo>
                  <a:cubicBezTo>
                    <a:pt x="174" y="21"/>
                    <a:pt x="141" y="5"/>
                    <a:pt x="125" y="5"/>
                  </a:cubicBezTo>
                  <a:cubicBezTo>
                    <a:pt x="113" y="2"/>
                    <a:pt x="101" y="0"/>
                    <a:pt x="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9" name="Google Shape;12509;p31"/>
            <p:cNvSpPr/>
            <p:nvPr/>
          </p:nvSpPr>
          <p:spPr>
            <a:xfrm>
              <a:off x="4068625" y="3140225"/>
              <a:ext cx="5175" cy="5050"/>
            </a:xfrm>
            <a:custGeom>
              <a:avLst/>
              <a:gdLst/>
              <a:ahLst/>
              <a:cxnLst/>
              <a:rect l="l" t="t" r="r" b="b"/>
              <a:pathLst>
                <a:path w="207" h="202" extrusionOk="0">
                  <a:moveTo>
                    <a:pt x="95" y="1"/>
                  </a:moveTo>
                  <a:cubicBezTo>
                    <a:pt x="76" y="1"/>
                    <a:pt x="60" y="13"/>
                    <a:pt x="33" y="28"/>
                  </a:cubicBezTo>
                  <a:cubicBezTo>
                    <a:pt x="17" y="45"/>
                    <a:pt x="0" y="61"/>
                    <a:pt x="0" y="94"/>
                  </a:cubicBezTo>
                  <a:lnTo>
                    <a:pt x="0" y="148"/>
                  </a:lnTo>
                  <a:lnTo>
                    <a:pt x="17" y="164"/>
                  </a:lnTo>
                  <a:cubicBezTo>
                    <a:pt x="33" y="181"/>
                    <a:pt x="50" y="197"/>
                    <a:pt x="87" y="197"/>
                  </a:cubicBezTo>
                  <a:cubicBezTo>
                    <a:pt x="95" y="200"/>
                    <a:pt x="104" y="201"/>
                    <a:pt x="112" y="201"/>
                  </a:cubicBezTo>
                  <a:cubicBezTo>
                    <a:pt x="153" y="201"/>
                    <a:pt x="193" y="169"/>
                    <a:pt x="206" y="111"/>
                  </a:cubicBezTo>
                  <a:cubicBezTo>
                    <a:pt x="206" y="94"/>
                    <a:pt x="206" y="61"/>
                    <a:pt x="190" y="45"/>
                  </a:cubicBezTo>
                  <a:cubicBezTo>
                    <a:pt x="173" y="28"/>
                    <a:pt x="136" y="8"/>
                    <a:pt x="120" y="8"/>
                  </a:cubicBezTo>
                  <a:cubicBezTo>
                    <a:pt x="110" y="3"/>
                    <a:pt x="102" y="1"/>
                    <a:pt x="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0" name="Google Shape;12510;p31"/>
            <p:cNvSpPr/>
            <p:nvPr/>
          </p:nvSpPr>
          <p:spPr>
            <a:xfrm>
              <a:off x="4072950" y="3193200"/>
              <a:ext cx="5575" cy="5250"/>
            </a:xfrm>
            <a:custGeom>
              <a:avLst/>
              <a:gdLst/>
              <a:ahLst/>
              <a:cxnLst/>
              <a:rect l="l" t="t" r="r" b="b"/>
              <a:pathLst>
                <a:path w="223" h="210" extrusionOk="0">
                  <a:moveTo>
                    <a:pt x="99" y="0"/>
                  </a:moveTo>
                  <a:cubicBezTo>
                    <a:pt x="54" y="0"/>
                    <a:pt x="15" y="44"/>
                    <a:pt x="0" y="90"/>
                  </a:cubicBezTo>
                  <a:cubicBezTo>
                    <a:pt x="0" y="107"/>
                    <a:pt x="0" y="123"/>
                    <a:pt x="17" y="140"/>
                  </a:cubicBezTo>
                  <a:cubicBezTo>
                    <a:pt x="17" y="140"/>
                    <a:pt x="17" y="156"/>
                    <a:pt x="33" y="156"/>
                  </a:cubicBezTo>
                  <a:cubicBezTo>
                    <a:pt x="33" y="193"/>
                    <a:pt x="66" y="193"/>
                    <a:pt x="103" y="210"/>
                  </a:cubicBezTo>
                  <a:cubicBezTo>
                    <a:pt x="120" y="210"/>
                    <a:pt x="153" y="210"/>
                    <a:pt x="169" y="193"/>
                  </a:cubicBezTo>
                  <a:cubicBezTo>
                    <a:pt x="186" y="177"/>
                    <a:pt x="207" y="140"/>
                    <a:pt x="207" y="123"/>
                  </a:cubicBezTo>
                  <a:cubicBezTo>
                    <a:pt x="223" y="90"/>
                    <a:pt x="207" y="74"/>
                    <a:pt x="186" y="37"/>
                  </a:cubicBezTo>
                  <a:cubicBezTo>
                    <a:pt x="169" y="20"/>
                    <a:pt x="153" y="4"/>
                    <a:pt x="120" y="4"/>
                  </a:cubicBezTo>
                  <a:cubicBezTo>
                    <a:pt x="113" y="1"/>
                    <a:pt x="106" y="0"/>
                    <a:pt x="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1" name="Google Shape;12511;p31"/>
            <p:cNvSpPr/>
            <p:nvPr/>
          </p:nvSpPr>
          <p:spPr>
            <a:xfrm>
              <a:off x="4056150" y="3148900"/>
              <a:ext cx="5575" cy="5050"/>
            </a:xfrm>
            <a:custGeom>
              <a:avLst/>
              <a:gdLst/>
              <a:ahLst/>
              <a:cxnLst/>
              <a:rect l="l" t="t" r="r" b="b"/>
              <a:pathLst>
                <a:path w="223" h="202" extrusionOk="0">
                  <a:moveTo>
                    <a:pt x="122" y="0"/>
                  </a:moveTo>
                  <a:cubicBezTo>
                    <a:pt x="115" y="0"/>
                    <a:pt x="108" y="2"/>
                    <a:pt x="103" y="7"/>
                  </a:cubicBezTo>
                  <a:cubicBezTo>
                    <a:pt x="70" y="7"/>
                    <a:pt x="54" y="23"/>
                    <a:pt x="33" y="40"/>
                  </a:cubicBezTo>
                  <a:cubicBezTo>
                    <a:pt x="17" y="56"/>
                    <a:pt x="0" y="93"/>
                    <a:pt x="0" y="110"/>
                  </a:cubicBezTo>
                  <a:cubicBezTo>
                    <a:pt x="0" y="126"/>
                    <a:pt x="0" y="126"/>
                    <a:pt x="17" y="143"/>
                  </a:cubicBezTo>
                  <a:cubicBezTo>
                    <a:pt x="17" y="159"/>
                    <a:pt x="33" y="176"/>
                    <a:pt x="54" y="176"/>
                  </a:cubicBezTo>
                  <a:cubicBezTo>
                    <a:pt x="69" y="193"/>
                    <a:pt x="92" y="202"/>
                    <a:pt x="115" y="202"/>
                  </a:cubicBezTo>
                  <a:cubicBezTo>
                    <a:pt x="143" y="202"/>
                    <a:pt x="172" y="189"/>
                    <a:pt x="190" y="159"/>
                  </a:cubicBezTo>
                  <a:cubicBezTo>
                    <a:pt x="223" y="126"/>
                    <a:pt x="223" y="56"/>
                    <a:pt x="173" y="23"/>
                  </a:cubicBezTo>
                  <a:cubicBezTo>
                    <a:pt x="162" y="12"/>
                    <a:pt x="140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2" name="Google Shape;12512;p31"/>
            <p:cNvSpPr/>
            <p:nvPr/>
          </p:nvSpPr>
          <p:spPr>
            <a:xfrm>
              <a:off x="4128700" y="3157950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15" y="1"/>
                  </a:moveTo>
                  <a:cubicBezTo>
                    <a:pt x="58" y="1"/>
                    <a:pt x="17" y="47"/>
                    <a:pt x="17" y="90"/>
                  </a:cubicBezTo>
                  <a:cubicBezTo>
                    <a:pt x="1" y="107"/>
                    <a:pt x="17" y="123"/>
                    <a:pt x="17" y="144"/>
                  </a:cubicBezTo>
                  <a:cubicBezTo>
                    <a:pt x="17" y="144"/>
                    <a:pt x="17" y="160"/>
                    <a:pt x="38" y="160"/>
                  </a:cubicBezTo>
                  <a:cubicBezTo>
                    <a:pt x="54" y="193"/>
                    <a:pt x="71" y="210"/>
                    <a:pt x="104" y="210"/>
                  </a:cubicBezTo>
                  <a:cubicBezTo>
                    <a:pt x="158" y="210"/>
                    <a:pt x="207" y="177"/>
                    <a:pt x="223" y="123"/>
                  </a:cubicBezTo>
                  <a:cubicBezTo>
                    <a:pt x="223" y="90"/>
                    <a:pt x="223" y="74"/>
                    <a:pt x="207" y="41"/>
                  </a:cubicBezTo>
                  <a:cubicBezTo>
                    <a:pt x="191" y="20"/>
                    <a:pt x="158" y="4"/>
                    <a:pt x="141" y="4"/>
                  </a:cubicBezTo>
                  <a:cubicBezTo>
                    <a:pt x="132" y="1"/>
                    <a:pt x="124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3" name="Google Shape;12513;p31"/>
            <p:cNvSpPr/>
            <p:nvPr/>
          </p:nvSpPr>
          <p:spPr>
            <a:xfrm>
              <a:off x="4131275" y="3130100"/>
              <a:ext cx="5200" cy="5175"/>
            </a:xfrm>
            <a:custGeom>
              <a:avLst/>
              <a:gdLst/>
              <a:ahLst/>
              <a:cxnLst/>
              <a:rect l="l" t="t" r="r" b="b"/>
              <a:pathLst>
                <a:path w="208" h="207" extrusionOk="0">
                  <a:moveTo>
                    <a:pt x="120" y="0"/>
                  </a:moveTo>
                  <a:cubicBezTo>
                    <a:pt x="88" y="0"/>
                    <a:pt x="71" y="0"/>
                    <a:pt x="38" y="21"/>
                  </a:cubicBezTo>
                  <a:cubicBezTo>
                    <a:pt x="17" y="37"/>
                    <a:pt x="1" y="70"/>
                    <a:pt x="1" y="87"/>
                  </a:cubicBezTo>
                  <a:lnTo>
                    <a:pt x="1" y="140"/>
                  </a:lnTo>
                  <a:cubicBezTo>
                    <a:pt x="1" y="157"/>
                    <a:pt x="17" y="157"/>
                    <a:pt x="17" y="173"/>
                  </a:cubicBezTo>
                  <a:cubicBezTo>
                    <a:pt x="38" y="190"/>
                    <a:pt x="55" y="206"/>
                    <a:pt x="88" y="206"/>
                  </a:cubicBezTo>
                  <a:cubicBezTo>
                    <a:pt x="141" y="206"/>
                    <a:pt x="191" y="173"/>
                    <a:pt x="207" y="124"/>
                  </a:cubicBezTo>
                  <a:cubicBezTo>
                    <a:pt x="207" y="87"/>
                    <a:pt x="207" y="70"/>
                    <a:pt x="191" y="37"/>
                  </a:cubicBezTo>
                  <a:cubicBezTo>
                    <a:pt x="174" y="21"/>
                    <a:pt x="14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4" name="Google Shape;12514;p31"/>
            <p:cNvSpPr/>
            <p:nvPr/>
          </p:nvSpPr>
          <p:spPr>
            <a:xfrm>
              <a:off x="4130050" y="3144225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93" y="1"/>
                  </a:moveTo>
                  <a:cubicBezTo>
                    <a:pt x="38" y="1"/>
                    <a:pt x="0" y="44"/>
                    <a:pt x="0" y="91"/>
                  </a:cubicBezTo>
                  <a:lnTo>
                    <a:pt x="0" y="124"/>
                  </a:lnTo>
                  <a:lnTo>
                    <a:pt x="0" y="140"/>
                  </a:lnTo>
                  <a:lnTo>
                    <a:pt x="17" y="157"/>
                  </a:lnTo>
                  <a:cubicBezTo>
                    <a:pt x="33" y="194"/>
                    <a:pt x="50" y="210"/>
                    <a:pt x="87" y="210"/>
                  </a:cubicBezTo>
                  <a:cubicBezTo>
                    <a:pt x="120" y="210"/>
                    <a:pt x="137" y="210"/>
                    <a:pt x="153" y="194"/>
                  </a:cubicBezTo>
                  <a:cubicBezTo>
                    <a:pt x="190" y="177"/>
                    <a:pt x="207" y="140"/>
                    <a:pt x="207" y="124"/>
                  </a:cubicBezTo>
                  <a:cubicBezTo>
                    <a:pt x="207" y="91"/>
                    <a:pt x="207" y="74"/>
                    <a:pt x="190" y="54"/>
                  </a:cubicBezTo>
                  <a:cubicBezTo>
                    <a:pt x="169" y="21"/>
                    <a:pt x="153" y="4"/>
                    <a:pt x="120" y="4"/>
                  </a:cubicBezTo>
                  <a:cubicBezTo>
                    <a:pt x="111" y="2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5" name="Google Shape;12515;p31"/>
            <p:cNvSpPr/>
            <p:nvPr/>
          </p:nvSpPr>
          <p:spPr>
            <a:xfrm>
              <a:off x="4124475" y="3169925"/>
              <a:ext cx="5600" cy="5075"/>
            </a:xfrm>
            <a:custGeom>
              <a:avLst/>
              <a:gdLst/>
              <a:ahLst/>
              <a:cxnLst/>
              <a:rect l="l" t="t" r="r" b="b"/>
              <a:pathLst>
                <a:path w="224" h="203" extrusionOk="0">
                  <a:moveTo>
                    <a:pt x="108" y="1"/>
                  </a:moveTo>
                  <a:cubicBezTo>
                    <a:pt x="94" y="1"/>
                    <a:pt x="80" y="3"/>
                    <a:pt x="67" y="7"/>
                  </a:cubicBezTo>
                  <a:cubicBezTo>
                    <a:pt x="17" y="23"/>
                    <a:pt x="1" y="94"/>
                    <a:pt x="17" y="143"/>
                  </a:cubicBezTo>
                  <a:cubicBezTo>
                    <a:pt x="30" y="183"/>
                    <a:pt x="61" y="203"/>
                    <a:pt x="106" y="203"/>
                  </a:cubicBezTo>
                  <a:cubicBezTo>
                    <a:pt x="120" y="203"/>
                    <a:pt x="136" y="201"/>
                    <a:pt x="153" y="197"/>
                  </a:cubicBezTo>
                  <a:cubicBezTo>
                    <a:pt x="207" y="180"/>
                    <a:pt x="223" y="110"/>
                    <a:pt x="207" y="56"/>
                  </a:cubicBezTo>
                  <a:cubicBezTo>
                    <a:pt x="191" y="19"/>
                    <a:pt x="151" y="1"/>
                    <a:pt x="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6" name="Google Shape;12516;p31"/>
            <p:cNvSpPr/>
            <p:nvPr/>
          </p:nvSpPr>
          <p:spPr>
            <a:xfrm>
              <a:off x="4146325" y="3126175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95" y="1"/>
                  </a:moveTo>
                  <a:cubicBezTo>
                    <a:pt x="54" y="1"/>
                    <a:pt x="15" y="33"/>
                    <a:pt x="1" y="91"/>
                  </a:cubicBezTo>
                  <a:cubicBezTo>
                    <a:pt x="1" y="108"/>
                    <a:pt x="1" y="124"/>
                    <a:pt x="17" y="141"/>
                  </a:cubicBezTo>
                  <a:lnTo>
                    <a:pt x="17" y="157"/>
                  </a:lnTo>
                  <a:cubicBezTo>
                    <a:pt x="34" y="178"/>
                    <a:pt x="71" y="194"/>
                    <a:pt x="87" y="211"/>
                  </a:cubicBezTo>
                  <a:cubicBezTo>
                    <a:pt x="120" y="211"/>
                    <a:pt x="158" y="194"/>
                    <a:pt x="174" y="194"/>
                  </a:cubicBezTo>
                  <a:cubicBezTo>
                    <a:pt x="191" y="178"/>
                    <a:pt x="207" y="141"/>
                    <a:pt x="207" y="124"/>
                  </a:cubicBezTo>
                  <a:cubicBezTo>
                    <a:pt x="223" y="91"/>
                    <a:pt x="207" y="54"/>
                    <a:pt x="191" y="38"/>
                  </a:cubicBezTo>
                  <a:cubicBezTo>
                    <a:pt x="174" y="21"/>
                    <a:pt x="158" y="5"/>
                    <a:pt x="120" y="5"/>
                  </a:cubicBezTo>
                  <a:cubicBezTo>
                    <a:pt x="112" y="2"/>
                    <a:pt x="103" y="1"/>
                    <a:pt x="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7" name="Google Shape;12517;p31"/>
            <p:cNvSpPr/>
            <p:nvPr/>
          </p:nvSpPr>
          <p:spPr>
            <a:xfrm>
              <a:off x="4142925" y="3137300"/>
              <a:ext cx="5600" cy="5300"/>
            </a:xfrm>
            <a:custGeom>
              <a:avLst/>
              <a:gdLst/>
              <a:ahLst/>
              <a:cxnLst/>
              <a:rect l="l" t="t" r="r" b="b"/>
              <a:pathLst>
                <a:path w="224" h="212" extrusionOk="0">
                  <a:moveTo>
                    <a:pt x="115" y="1"/>
                  </a:moveTo>
                  <a:cubicBezTo>
                    <a:pt x="105" y="1"/>
                    <a:pt x="96" y="2"/>
                    <a:pt x="87" y="5"/>
                  </a:cubicBezTo>
                  <a:cubicBezTo>
                    <a:pt x="34" y="42"/>
                    <a:pt x="1" y="92"/>
                    <a:pt x="17" y="145"/>
                  </a:cubicBezTo>
                  <a:cubicBezTo>
                    <a:pt x="34" y="162"/>
                    <a:pt x="34" y="178"/>
                    <a:pt x="50" y="178"/>
                  </a:cubicBezTo>
                  <a:cubicBezTo>
                    <a:pt x="87" y="211"/>
                    <a:pt x="120" y="211"/>
                    <a:pt x="153" y="211"/>
                  </a:cubicBezTo>
                  <a:cubicBezTo>
                    <a:pt x="207" y="195"/>
                    <a:pt x="223" y="162"/>
                    <a:pt x="223" y="125"/>
                  </a:cubicBezTo>
                  <a:lnTo>
                    <a:pt x="223" y="75"/>
                  </a:lnTo>
                  <a:cubicBezTo>
                    <a:pt x="210" y="31"/>
                    <a:pt x="160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8" name="Google Shape;12518;p31"/>
            <p:cNvSpPr/>
            <p:nvPr/>
          </p:nvSpPr>
          <p:spPr>
            <a:xfrm>
              <a:off x="4142925" y="3150550"/>
              <a:ext cx="5175" cy="5075"/>
            </a:xfrm>
            <a:custGeom>
              <a:avLst/>
              <a:gdLst/>
              <a:ahLst/>
              <a:cxnLst/>
              <a:rect l="l" t="t" r="r" b="b"/>
              <a:pathLst>
                <a:path w="207" h="203" extrusionOk="0">
                  <a:moveTo>
                    <a:pt x="115" y="0"/>
                  </a:moveTo>
                  <a:cubicBezTo>
                    <a:pt x="106" y="0"/>
                    <a:pt x="97" y="2"/>
                    <a:pt x="87" y="7"/>
                  </a:cubicBezTo>
                  <a:cubicBezTo>
                    <a:pt x="67" y="7"/>
                    <a:pt x="34" y="27"/>
                    <a:pt x="17" y="44"/>
                  </a:cubicBezTo>
                  <a:cubicBezTo>
                    <a:pt x="1" y="60"/>
                    <a:pt x="1" y="93"/>
                    <a:pt x="1" y="110"/>
                  </a:cubicBezTo>
                  <a:lnTo>
                    <a:pt x="1" y="147"/>
                  </a:lnTo>
                  <a:cubicBezTo>
                    <a:pt x="17" y="164"/>
                    <a:pt x="17" y="180"/>
                    <a:pt x="34" y="180"/>
                  </a:cubicBezTo>
                  <a:cubicBezTo>
                    <a:pt x="58" y="195"/>
                    <a:pt x="84" y="203"/>
                    <a:pt x="110" y="203"/>
                  </a:cubicBezTo>
                  <a:cubicBezTo>
                    <a:pt x="141" y="203"/>
                    <a:pt x="170" y="191"/>
                    <a:pt x="190" y="164"/>
                  </a:cubicBezTo>
                  <a:cubicBezTo>
                    <a:pt x="207" y="147"/>
                    <a:pt x="207" y="131"/>
                    <a:pt x="207" y="93"/>
                  </a:cubicBezTo>
                  <a:cubicBezTo>
                    <a:pt x="207" y="60"/>
                    <a:pt x="190" y="44"/>
                    <a:pt x="170" y="27"/>
                  </a:cubicBezTo>
                  <a:cubicBezTo>
                    <a:pt x="158" y="13"/>
                    <a:pt x="138" y="0"/>
                    <a:pt x="1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9" name="Google Shape;12519;p31"/>
            <p:cNvSpPr/>
            <p:nvPr/>
          </p:nvSpPr>
          <p:spPr>
            <a:xfrm>
              <a:off x="4136450" y="3118150"/>
              <a:ext cx="5575" cy="5325"/>
            </a:xfrm>
            <a:custGeom>
              <a:avLst/>
              <a:gdLst/>
              <a:ahLst/>
              <a:cxnLst/>
              <a:rect l="l" t="t" r="r" b="b"/>
              <a:pathLst>
                <a:path w="223" h="213" extrusionOk="0">
                  <a:moveTo>
                    <a:pt x="87" y="0"/>
                  </a:moveTo>
                  <a:cubicBezTo>
                    <a:pt x="70" y="16"/>
                    <a:pt x="37" y="16"/>
                    <a:pt x="17" y="49"/>
                  </a:cubicBezTo>
                  <a:cubicBezTo>
                    <a:pt x="0" y="66"/>
                    <a:pt x="0" y="87"/>
                    <a:pt x="0" y="120"/>
                  </a:cubicBezTo>
                  <a:lnTo>
                    <a:pt x="0" y="153"/>
                  </a:lnTo>
                  <a:cubicBezTo>
                    <a:pt x="17" y="169"/>
                    <a:pt x="17" y="169"/>
                    <a:pt x="37" y="190"/>
                  </a:cubicBezTo>
                  <a:cubicBezTo>
                    <a:pt x="59" y="204"/>
                    <a:pt x="85" y="212"/>
                    <a:pt x="109" y="212"/>
                  </a:cubicBezTo>
                  <a:cubicBezTo>
                    <a:pt x="141" y="212"/>
                    <a:pt x="171" y="199"/>
                    <a:pt x="190" y="169"/>
                  </a:cubicBezTo>
                  <a:cubicBezTo>
                    <a:pt x="223" y="136"/>
                    <a:pt x="206" y="66"/>
                    <a:pt x="173" y="33"/>
                  </a:cubicBezTo>
                  <a:cubicBezTo>
                    <a:pt x="140" y="16"/>
                    <a:pt x="120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0" name="Google Shape;12520;p31"/>
            <p:cNvSpPr/>
            <p:nvPr/>
          </p:nvSpPr>
          <p:spPr>
            <a:xfrm>
              <a:off x="4123150" y="318372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00" y="0"/>
                  </a:moveTo>
                  <a:cubicBezTo>
                    <a:pt x="54" y="0"/>
                    <a:pt x="0" y="47"/>
                    <a:pt x="0" y="90"/>
                  </a:cubicBezTo>
                  <a:lnTo>
                    <a:pt x="0" y="143"/>
                  </a:lnTo>
                  <a:lnTo>
                    <a:pt x="17" y="160"/>
                  </a:lnTo>
                  <a:cubicBezTo>
                    <a:pt x="33" y="193"/>
                    <a:pt x="54" y="193"/>
                    <a:pt x="87" y="209"/>
                  </a:cubicBezTo>
                  <a:cubicBezTo>
                    <a:pt x="136" y="209"/>
                    <a:pt x="190" y="176"/>
                    <a:pt x="206" y="123"/>
                  </a:cubicBezTo>
                  <a:cubicBezTo>
                    <a:pt x="206" y="90"/>
                    <a:pt x="206" y="73"/>
                    <a:pt x="190" y="40"/>
                  </a:cubicBezTo>
                  <a:cubicBezTo>
                    <a:pt x="173" y="20"/>
                    <a:pt x="157" y="3"/>
                    <a:pt x="120" y="3"/>
                  </a:cubicBezTo>
                  <a:cubicBezTo>
                    <a:pt x="114" y="1"/>
                    <a:pt x="107" y="0"/>
                    <a:pt x="1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1" name="Google Shape;12521;p31"/>
            <p:cNvSpPr/>
            <p:nvPr/>
          </p:nvSpPr>
          <p:spPr>
            <a:xfrm>
              <a:off x="4120150" y="3120600"/>
              <a:ext cx="5600" cy="5300"/>
            </a:xfrm>
            <a:custGeom>
              <a:avLst/>
              <a:gdLst/>
              <a:ahLst/>
              <a:cxnLst/>
              <a:rect l="l" t="t" r="r" b="b"/>
              <a:pathLst>
                <a:path w="224" h="212" extrusionOk="0">
                  <a:moveTo>
                    <a:pt x="104" y="1"/>
                  </a:moveTo>
                  <a:cubicBezTo>
                    <a:pt x="54" y="1"/>
                    <a:pt x="17" y="34"/>
                    <a:pt x="17" y="92"/>
                  </a:cubicBezTo>
                  <a:cubicBezTo>
                    <a:pt x="1" y="108"/>
                    <a:pt x="17" y="125"/>
                    <a:pt x="17" y="141"/>
                  </a:cubicBezTo>
                  <a:cubicBezTo>
                    <a:pt x="17" y="141"/>
                    <a:pt x="17" y="158"/>
                    <a:pt x="34" y="158"/>
                  </a:cubicBezTo>
                  <a:cubicBezTo>
                    <a:pt x="50" y="195"/>
                    <a:pt x="71" y="195"/>
                    <a:pt x="104" y="211"/>
                  </a:cubicBezTo>
                  <a:cubicBezTo>
                    <a:pt x="153" y="211"/>
                    <a:pt x="207" y="174"/>
                    <a:pt x="223" y="125"/>
                  </a:cubicBezTo>
                  <a:cubicBezTo>
                    <a:pt x="223" y="92"/>
                    <a:pt x="207" y="55"/>
                    <a:pt x="207" y="38"/>
                  </a:cubicBezTo>
                  <a:cubicBezTo>
                    <a:pt x="190" y="22"/>
                    <a:pt x="153" y="5"/>
                    <a:pt x="137" y="5"/>
                  </a:cubicBezTo>
                  <a:cubicBezTo>
                    <a:pt x="125" y="2"/>
                    <a:pt x="115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2" name="Google Shape;12522;p31"/>
            <p:cNvSpPr/>
            <p:nvPr/>
          </p:nvSpPr>
          <p:spPr>
            <a:xfrm>
              <a:off x="4109850" y="3108650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1"/>
                  </a:moveTo>
                  <a:cubicBezTo>
                    <a:pt x="50" y="1"/>
                    <a:pt x="0" y="34"/>
                    <a:pt x="0" y="87"/>
                  </a:cubicBezTo>
                  <a:lnTo>
                    <a:pt x="0" y="137"/>
                  </a:lnTo>
                  <a:cubicBezTo>
                    <a:pt x="0" y="157"/>
                    <a:pt x="17" y="157"/>
                    <a:pt x="17" y="174"/>
                  </a:cubicBezTo>
                  <a:cubicBezTo>
                    <a:pt x="33" y="190"/>
                    <a:pt x="50" y="207"/>
                    <a:pt x="87" y="207"/>
                  </a:cubicBezTo>
                  <a:cubicBezTo>
                    <a:pt x="136" y="207"/>
                    <a:pt x="190" y="174"/>
                    <a:pt x="207" y="120"/>
                  </a:cubicBezTo>
                  <a:cubicBezTo>
                    <a:pt x="207" y="87"/>
                    <a:pt x="207" y="71"/>
                    <a:pt x="190" y="34"/>
                  </a:cubicBezTo>
                  <a:cubicBezTo>
                    <a:pt x="174" y="17"/>
                    <a:pt x="136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3" name="Google Shape;12523;p31"/>
            <p:cNvSpPr/>
            <p:nvPr/>
          </p:nvSpPr>
          <p:spPr>
            <a:xfrm>
              <a:off x="4106450" y="3140925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120" y="0"/>
                  </a:moveTo>
                  <a:cubicBezTo>
                    <a:pt x="50" y="0"/>
                    <a:pt x="0" y="33"/>
                    <a:pt x="0" y="83"/>
                  </a:cubicBezTo>
                  <a:lnTo>
                    <a:pt x="0" y="153"/>
                  </a:lnTo>
                  <a:lnTo>
                    <a:pt x="17" y="169"/>
                  </a:lnTo>
                  <a:cubicBezTo>
                    <a:pt x="33" y="186"/>
                    <a:pt x="50" y="206"/>
                    <a:pt x="83" y="206"/>
                  </a:cubicBezTo>
                  <a:cubicBezTo>
                    <a:pt x="91" y="209"/>
                    <a:pt x="100" y="210"/>
                    <a:pt x="108" y="210"/>
                  </a:cubicBezTo>
                  <a:cubicBezTo>
                    <a:pt x="151" y="210"/>
                    <a:pt x="189" y="175"/>
                    <a:pt x="206" y="120"/>
                  </a:cubicBezTo>
                  <a:cubicBezTo>
                    <a:pt x="206" y="103"/>
                    <a:pt x="206" y="66"/>
                    <a:pt x="186" y="50"/>
                  </a:cubicBezTo>
                  <a:cubicBezTo>
                    <a:pt x="169" y="33"/>
                    <a:pt x="136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4" name="Google Shape;12524;p31"/>
            <p:cNvSpPr/>
            <p:nvPr/>
          </p:nvSpPr>
          <p:spPr>
            <a:xfrm>
              <a:off x="4107275" y="3122200"/>
              <a:ext cx="5575" cy="5075"/>
            </a:xfrm>
            <a:custGeom>
              <a:avLst/>
              <a:gdLst/>
              <a:ahLst/>
              <a:cxnLst/>
              <a:rect l="l" t="t" r="r" b="b"/>
              <a:pathLst>
                <a:path w="223" h="203" extrusionOk="0">
                  <a:moveTo>
                    <a:pt x="110" y="1"/>
                  </a:moveTo>
                  <a:cubicBezTo>
                    <a:pt x="96" y="1"/>
                    <a:pt x="83" y="3"/>
                    <a:pt x="70" y="7"/>
                  </a:cubicBezTo>
                  <a:cubicBezTo>
                    <a:pt x="17" y="28"/>
                    <a:pt x="0" y="77"/>
                    <a:pt x="17" y="147"/>
                  </a:cubicBezTo>
                  <a:cubicBezTo>
                    <a:pt x="29" y="184"/>
                    <a:pt x="72" y="203"/>
                    <a:pt x="113" y="203"/>
                  </a:cubicBezTo>
                  <a:cubicBezTo>
                    <a:pt x="127" y="203"/>
                    <a:pt x="140" y="201"/>
                    <a:pt x="153" y="197"/>
                  </a:cubicBezTo>
                  <a:cubicBezTo>
                    <a:pt x="206" y="180"/>
                    <a:pt x="223" y="110"/>
                    <a:pt x="206" y="61"/>
                  </a:cubicBezTo>
                  <a:cubicBezTo>
                    <a:pt x="194" y="20"/>
                    <a:pt x="151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5" name="Google Shape;12525;p31"/>
            <p:cNvSpPr/>
            <p:nvPr/>
          </p:nvSpPr>
          <p:spPr>
            <a:xfrm>
              <a:off x="4102125" y="3152950"/>
              <a:ext cx="5575" cy="5275"/>
            </a:xfrm>
            <a:custGeom>
              <a:avLst/>
              <a:gdLst/>
              <a:ahLst/>
              <a:cxnLst/>
              <a:rect l="l" t="t" r="r" b="b"/>
              <a:pathLst>
                <a:path w="223" h="211" extrusionOk="0">
                  <a:moveTo>
                    <a:pt x="131" y="1"/>
                  </a:moveTo>
                  <a:cubicBezTo>
                    <a:pt x="116" y="1"/>
                    <a:pt x="100" y="5"/>
                    <a:pt x="87" y="14"/>
                  </a:cubicBezTo>
                  <a:cubicBezTo>
                    <a:pt x="33" y="35"/>
                    <a:pt x="0" y="84"/>
                    <a:pt x="17" y="138"/>
                  </a:cubicBezTo>
                  <a:cubicBezTo>
                    <a:pt x="33" y="154"/>
                    <a:pt x="33" y="171"/>
                    <a:pt x="50" y="187"/>
                  </a:cubicBezTo>
                  <a:cubicBezTo>
                    <a:pt x="76" y="199"/>
                    <a:pt x="100" y="210"/>
                    <a:pt x="124" y="210"/>
                  </a:cubicBezTo>
                  <a:cubicBezTo>
                    <a:pt x="133" y="210"/>
                    <a:pt x="143" y="208"/>
                    <a:pt x="153" y="204"/>
                  </a:cubicBezTo>
                  <a:cubicBezTo>
                    <a:pt x="206" y="187"/>
                    <a:pt x="223" y="154"/>
                    <a:pt x="223" y="117"/>
                  </a:cubicBezTo>
                  <a:lnTo>
                    <a:pt x="223" y="68"/>
                  </a:lnTo>
                  <a:cubicBezTo>
                    <a:pt x="211" y="29"/>
                    <a:pt x="171" y="1"/>
                    <a:pt x="1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6" name="Google Shape;12526;p31"/>
            <p:cNvSpPr/>
            <p:nvPr/>
          </p:nvSpPr>
          <p:spPr>
            <a:xfrm>
              <a:off x="4117175" y="3134375"/>
              <a:ext cx="6000" cy="5275"/>
            </a:xfrm>
            <a:custGeom>
              <a:avLst/>
              <a:gdLst/>
              <a:ahLst/>
              <a:cxnLst/>
              <a:rect l="l" t="t" r="r" b="b"/>
              <a:pathLst>
                <a:path w="240" h="211" extrusionOk="0">
                  <a:moveTo>
                    <a:pt x="124" y="1"/>
                  </a:moveTo>
                  <a:cubicBezTo>
                    <a:pt x="88" y="1"/>
                    <a:pt x="53" y="15"/>
                    <a:pt x="33" y="35"/>
                  </a:cubicBezTo>
                  <a:cubicBezTo>
                    <a:pt x="17" y="56"/>
                    <a:pt x="0" y="89"/>
                    <a:pt x="17" y="122"/>
                  </a:cubicBezTo>
                  <a:lnTo>
                    <a:pt x="17" y="138"/>
                  </a:lnTo>
                  <a:cubicBezTo>
                    <a:pt x="17" y="159"/>
                    <a:pt x="33" y="176"/>
                    <a:pt x="50" y="192"/>
                  </a:cubicBezTo>
                  <a:cubicBezTo>
                    <a:pt x="70" y="205"/>
                    <a:pt x="90" y="210"/>
                    <a:pt x="109" y="210"/>
                  </a:cubicBezTo>
                  <a:cubicBezTo>
                    <a:pt x="139" y="210"/>
                    <a:pt x="167" y="196"/>
                    <a:pt x="190" y="176"/>
                  </a:cubicBezTo>
                  <a:cubicBezTo>
                    <a:pt x="239" y="122"/>
                    <a:pt x="223" y="56"/>
                    <a:pt x="190" y="19"/>
                  </a:cubicBezTo>
                  <a:cubicBezTo>
                    <a:pt x="169" y="6"/>
                    <a:pt x="146" y="1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7" name="Google Shape;12527;p31"/>
            <p:cNvSpPr/>
            <p:nvPr/>
          </p:nvSpPr>
          <p:spPr>
            <a:xfrm>
              <a:off x="4097375" y="3101600"/>
              <a:ext cx="6000" cy="5075"/>
            </a:xfrm>
            <a:custGeom>
              <a:avLst/>
              <a:gdLst/>
              <a:ahLst/>
              <a:cxnLst/>
              <a:rect l="l" t="t" r="r" b="b"/>
              <a:pathLst>
                <a:path w="240" h="203" extrusionOk="0">
                  <a:moveTo>
                    <a:pt x="122" y="1"/>
                  </a:moveTo>
                  <a:cubicBezTo>
                    <a:pt x="110" y="1"/>
                    <a:pt x="99" y="3"/>
                    <a:pt x="87" y="6"/>
                  </a:cubicBezTo>
                  <a:cubicBezTo>
                    <a:pt x="17" y="27"/>
                    <a:pt x="0" y="93"/>
                    <a:pt x="17" y="147"/>
                  </a:cubicBezTo>
                  <a:cubicBezTo>
                    <a:pt x="29" y="184"/>
                    <a:pt x="72" y="202"/>
                    <a:pt x="115" y="202"/>
                  </a:cubicBezTo>
                  <a:cubicBezTo>
                    <a:pt x="129" y="202"/>
                    <a:pt x="144" y="200"/>
                    <a:pt x="157" y="196"/>
                  </a:cubicBezTo>
                  <a:cubicBezTo>
                    <a:pt x="207" y="180"/>
                    <a:pt x="240" y="130"/>
                    <a:pt x="207" y="77"/>
                  </a:cubicBezTo>
                  <a:cubicBezTo>
                    <a:pt x="194" y="23"/>
                    <a:pt x="160" y="1"/>
                    <a:pt x="1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8" name="Google Shape;12528;p31"/>
            <p:cNvSpPr/>
            <p:nvPr/>
          </p:nvSpPr>
          <p:spPr>
            <a:xfrm>
              <a:off x="4116750" y="3150825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02" y="1"/>
                  </a:moveTo>
                  <a:cubicBezTo>
                    <a:pt x="88" y="1"/>
                    <a:pt x="75" y="6"/>
                    <a:pt x="67" y="16"/>
                  </a:cubicBezTo>
                  <a:cubicBezTo>
                    <a:pt x="50" y="16"/>
                    <a:pt x="17" y="33"/>
                    <a:pt x="17" y="66"/>
                  </a:cubicBezTo>
                  <a:cubicBezTo>
                    <a:pt x="1" y="82"/>
                    <a:pt x="1" y="120"/>
                    <a:pt x="1" y="153"/>
                  </a:cubicBezTo>
                  <a:cubicBezTo>
                    <a:pt x="25" y="189"/>
                    <a:pt x="58" y="210"/>
                    <a:pt x="96" y="210"/>
                  </a:cubicBezTo>
                  <a:cubicBezTo>
                    <a:pt x="109" y="210"/>
                    <a:pt x="123" y="207"/>
                    <a:pt x="137" y="202"/>
                  </a:cubicBezTo>
                  <a:cubicBezTo>
                    <a:pt x="186" y="185"/>
                    <a:pt x="223" y="120"/>
                    <a:pt x="207" y="66"/>
                  </a:cubicBezTo>
                  <a:cubicBezTo>
                    <a:pt x="186" y="49"/>
                    <a:pt x="170" y="16"/>
                    <a:pt x="137" y="16"/>
                  </a:cubicBezTo>
                  <a:cubicBezTo>
                    <a:pt x="128" y="6"/>
                    <a:pt x="115" y="1"/>
                    <a:pt x="1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9" name="Google Shape;12529;p31"/>
            <p:cNvSpPr/>
            <p:nvPr/>
          </p:nvSpPr>
          <p:spPr>
            <a:xfrm>
              <a:off x="4112425" y="3162625"/>
              <a:ext cx="6000" cy="5050"/>
            </a:xfrm>
            <a:custGeom>
              <a:avLst/>
              <a:gdLst/>
              <a:ahLst/>
              <a:cxnLst/>
              <a:rect l="l" t="t" r="r" b="b"/>
              <a:pathLst>
                <a:path w="240" h="202" extrusionOk="0">
                  <a:moveTo>
                    <a:pt x="124" y="0"/>
                  </a:moveTo>
                  <a:cubicBezTo>
                    <a:pt x="112" y="0"/>
                    <a:pt x="99" y="2"/>
                    <a:pt x="87" y="6"/>
                  </a:cubicBezTo>
                  <a:cubicBezTo>
                    <a:pt x="17" y="23"/>
                    <a:pt x="0" y="93"/>
                    <a:pt x="17" y="142"/>
                  </a:cubicBezTo>
                  <a:cubicBezTo>
                    <a:pt x="29" y="183"/>
                    <a:pt x="72" y="202"/>
                    <a:pt x="114" y="202"/>
                  </a:cubicBezTo>
                  <a:cubicBezTo>
                    <a:pt x="127" y="202"/>
                    <a:pt x="141" y="200"/>
                    <a:pt x="153" y="196"/>
                  </a:cubicBezTo>
                  <a:cubicBezTo>
                    <a:pt x="207" y="179"/>
                    <a:pt x="240" y="109"/>
                    <a:pt x="223" y="60"/>
                  </a:cubicBezTo>
                  <a:cubicBezTo>
                    <a:pt x="198" y="19"/>
                    <a:pt x="162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0" name="Google Shape;12530;p31"/>
            <p:cNvSpPr/>
            <p:nvPr/>
          </p:nvSpPr>
          <p:spPr>
            <a:xfrm>
              <a:off x="4140775" y="3164000"/>
              <a:ext cx="5575" cy="5275"/>
            </a:xfrm>
            <a:custGeom>
              <a:avLst/>
              <a:gdLst/>
              <a:ahLst/>
              <a:cxnLst/>
              <a:rect l="l" t="t" r="r" b="b"/>
              <a:pathLst>
                <a:path w="223" h="211" extrusionOk="0">
                  <a:moveTo>
                    <a:pt x="96" y="0"/>
                  </a:moveTo>
                  <a:cubicBezTo>
                    <a:pt x="51" y="0"/>
                    <a:pt x="0" y="45"/>
                    <a:pt x="0" y="87"/>
                  </a:cubicBezTo>
                  <a:lnTo>
                    <a:pt x="0" y="141"/>
                  </a:lnTo>
                  <a:cubicBezTo>
                    <a:pt x="0" y="157"/>
                    <a:pt x="17" y="157"/>
                    <a:pt x="17" y="157"/>
                  </a:cubicBezTo>
                  <a:cubicBezTo>
                    <a:pt x="33" y="190"/>
                    <a:pt x="50" y="211"/>
                    <a:pt x="87" y="211"/>
                  </a:cubicBezTo>
                  <a:cubicBezTo>
                    <a:pt x="120" y="211"/>
                    <a:pt x="136" y="211"/>
                    <a:pt x="173" y="190"/>
                  </a:cubicBezTo>
                  <a:cubicBezTo>
                    <a:pt x="190" y="174"/>
                    <a:pt x="206" y="141"/>
                    <a:pt x="206" y="124"/>
                  </a:cubicBezTo>
                  <a:cubicBezTo>
                    <a:pt x="223" y="71"/>
                    <a:pt x="173" y="5"/>
                    <a:pt x="120" y="5"/>
                  </a:cubicBezTo>
                  <a:cubicBezTo>
                    <a:pt x="112" y="2"/>
                    <a:pt x="104" y="0"/>
                    <a:pt x="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1" name="Google Shape;12531;p31"/>
            <p:cNvSpPr/>
            <p:nvPr/>
          </p:nvSpPr>
          <p:spPr>
            <a:xfrm>
              <a:off x="4002450" y="3012500"/>
              <a:ext cx="5575" cy="5200"/>
            </a:xfrm>
            <a:custGeom>
              <a:avLst/>
              <a:gdLst/>
              <a:ahLst/>
              <a:cxnLst/>
              <a:rect l="l" t="t" r="r" b="b"/>
              <a:pathLst>
                <a:path w="223" h="208" extrusionOk="0">
                  <a:moveTo>
                    <a:pt x="87" y="0"/>
                  </a:moveTo>
                  <a:cubicBezTo>
                    <a:pt x="70" y="0"/>
                    <a:pt x="37" y="17"/>
                    <a:pt x="17" y="33"/>
                  </a:cubicBezTo>
                  <a:cubicBezTo>
                    <a:pt x="0" y="50"/>
                    <a:pt x="0" y="87"/>
                    <a:pt x="0" y="120"/>
                  </a:cubicBezTo>
                  <a:lnTo>
                    <a:pt x="0" y="136"/>
                  </a:lnTo>
                  <a:cubicBezTo>
                    <a:pt x="17" y="153"/>
                    <a:pt x="17" y="169"/>
                    <a:pt x="37" y="190"/>
                  </a:cubicBezTo>
                  <a:cubicBezTo>
                    <a:pt x="56" y="202"/>
                    <a:pt x="77" y="207"/>
                    <a:pt x="99" y="207"/>
                  </a:cubicBezTo>
                  <a:cubicBezTo>
                    <a:pt x="134" y="207"/>
                    <a:pt x="169" y="192"/>
                    <a:pt x="190" y="169"/>
                  </a:cubicBezTo>
                  <a:cubicBezTo>
                    <a:pt x="223" y="120"/>
                    <a:pt x="223" y="50"/>
                    <a:pt x="173" y="17"/>
                  </a:cubicBezTo>
                  <a:cubicBezTo>
                    <a:pt x="157" y="0"/>
                    <a:pt x="120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2" name="Google Shape;12532;p31"/>
            <p:cNvSpPr/>
            <p:nvPr/>
          </p:nvSpPr>
          <p:spPr>
            <a:xfrm>
              <a:off x="4002025" y="2996475"/>
              <a:ext cx="5600" cy="5325"/>
            </a:xfrm>
            <a:custGeom>
              <a:avLst/>
              <a:gdLst/>
              <a:ahLst/>
              <a:cxnLst/>
              <a:rect l="l" t="t" r="r" b="b"/>
              <a:pathLst>
                <a:path w="224" h="213" extrusionOk="0">
                  <a:moveTo>
                    <a:pt x="101" y="0"/>
                  </a:moveTo>
                  <a:cubicBezTo>
                    <a:pt x="53" y="0"/>
                    <a:pt x="17" y="35"/>
                    <a:pt x="17" y="89"/>
                  </a:cubicBezTo>
                  <a:cubicBezTo>
                    <a:pt x="1" y="109"/>
                    <a:pt x="17" y="126"/>
                    <a:pt x="17" y="142"/>
                  </a:cubicBezTo>
                  <a:cubicBezTo>
                    <a:pt x="17" y="142"/>
                    <a:pt x="17" y="159"/>
                    <a:pt x="34" y="159"/>
                  </a:cubicBezTo>
                  <a:cubicBezTo>
                    <a:pt x="54" y="192"/>
                    <a:pt x="71" y="192"/>
                    <a:pt x="104" y="212"/>
                  </a:cubicBezTo>
                  <a:cubicBezTo>
                    <a:pt x="120" y="212"/>
                    <a:pt x="157" y="192"/>
                    <a:pt x="174" y="192"/>
                  </a:cubicBezTo>
                  <a:cubicBezTo>
                    <a:pt x="207" y="175"/>
                    <a:pt x="207" y="142"/>
                    <a:pt x="223" y="126"/>
                  </a:cubicBezTo>
                  <a:cubicBezTo>
                    <a:pt x="223" y="89"/>
                    <a:pt x="223" y="56"/>
                    <a:pt x="207" y="39"/>
                  </a:cubicBezTo>
                  <a:cubicBezTo>
                    <a:pt x="190" y="23"/>
                    <a:pt x="157" y="6"/>
                    <a:pt x="137" y="6"/>
                  </a:cubicBezTo>
                  <a:cubicBezTo>
                    <a:pt x="124" y="2"/>
                    <a:pt x="113" y="0"/>
                    <a:pt x="1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3" name="Google Shape;12533;p31"/>
            <p:cNvSpPr/>
            <p:nvPr/>
          </p:nvSpPr>
          <p:spPr>
            <a:xfrm>
              <a:off x="3999050" y="3103400"/>
              <a:ext cx="5575" cy="5275"/>
            </a:xfrm>
            <a:custGeom>
              <a:avLst/>
              <a:gdLst/>
              <a:ahLst/>
              <a:cxnLst/>
              <a:rect l="l" t="t" r="r" b="b"/>
              <a:pathLst>
                <a:path w="223" h="211" extrusionOk="0">
                  <a:moveTo>
                    <a:pt x="104" y="0"/>
                  </a:moveTo>
                  <a:cubicBezTo>
                    <a:pt x="54" y="0"/>
                    <a:pt x="17" y="33"/>
                    <a:pt x="17" y="91"/>
                  </a:cubicBezTo>
                  <a:cubicBezTo>
                    <a:pt x="0" y="108"/>
                    <a:pt x="0" y="124"/>
                    <a:pt x="17" y="141"/>
                  </a:cubicBezTo>
                  <a:cubicBezTo>
                    <a:pt x="17" y="141"/>
                    <a:pt x="17" y="161"/>
                    <a:pt x="33" y="161"/>
                  </a:cubicBezTo>
                  <a:cubicBezTo>
                    <a:pt x="50" y="194"/>
                    <a:pt x="70" y="194"/>
                    <a:pt x="103" y="211"/>
                  </a:cubicBezTo>
                  <a:cubicBezTo>
                    <a:pt x="153" y="211"/>
                    <a:pt x="206" y="178"/>
                    <a:pt x="223" y="124"/>
                  </a:cubicBezTo>
                  <a:cubicBezTo>
                    <a:pt x="223" y="91"/>
                    <a:pt x="206" y="58"/>
                    <a:pt x="206" y="38"/>
                  </a:cubicBezTo>
                  <a:cubicBezTo>
                    <a:pt x="190" y="21"/>
                    <a:pt x="153" y="5"/>
                    <a:pt x="136" y="5"/>
                  </a:cubicBezTo>
                  <a:cubicBezTo>
                    <a:pt x="125" y="2"/>
                    <a:pt x="114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4" name="Google Shape;12534;p31"/>
            <p:cNvSpPr/>
            <p:nvPr/>
          </p:nvSpPr>
          <p:spPr>
            <a:xfrm>
              <a:off x="4002450" y="3070825"/>
              <a:ext cx="5575" cy="5300"/>
            </a:xfrm>
            <a:custGeom>
              <a:avLst/>
              <a:gdLst/>
              <a:ahLst/>
              <a:cxnLst/>
              <a:rect l="l" t="t" r="r" b="b"/>
              <a:pathLst>
                <a:path w="223" h="212" extrusionOk="0">
                  <a:moveTo>
                    <a:pt x="140" y="1"/>
                  </a:moveTo>
                  <a:cubicBezTo>
                    <a:pt x="70" y="1"/>
                    <a:pt x="17" y="38"/>
                    <a:pt x="17" y="87"/>
                  </a:cubicBezTo>
                  <a:cubicBezTo>
                    <a:pt x="0" y="104"/>
                    <a:pt x="17" y="124"/>
                    <a:pt x="17" y="141"/>
                  </a:cubicBezTo>
                  <a:cubicBezTo>
                    <a:pt x="17" y="157"/>
                    <a:pt x="17" y="157"/>
                    <a:pt x="37" y="174"/>
                  </a:cubicBezTo>
                  <a:cubicBezTo>
                    <a:pt x="54" y="190"/>
                    <a:pt x="70" y="207"/>
                    <a:pt x="103" y="207"/>
                  </a:cubicBezTo>
                  <a:cubicBezTo>
                    <a:pt x="111" y="210"/>
                    <a:pt x="119" y="211"/>
                    <a:pt x="127" y="211"/>
                  </a:cubicBezTo>
                  <a:cubicBezTo>
                    <a:pt x="171" y="211"/>
                    <a:pt x="209" y="166"/>
                    <a:pt x="223" y="124"/>
                  </a:cubicBezTo>
                  <a:cubicBezTo>
                    <a:pt x="223" y="104"/>
                    <a:pt x="223" y="71"/>
                    <a:pt x="206" y="54"/>
                  </a:cubicBezTo>
                  <a:cubicBezTo>
                    <a:pt x="190" y="21"/>
                    <a:pt x="157" y="2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5" name="Google Shape;12535;p31"/>
            <p:cNvSpPr/>
            <p:nvPr/>
          </p:nvSpPr>
          <p:spPr>
            <a:xfrm>
              <a:off x="3997300" y="3024275"/>
              <a:ext cx="5175" cy="5050"/>
            </a:xfrm>
            <a:custGeom>
              <a:avLst/>
              <a:gdLst/>
              <a:ahLst/>
              <a:cxnLst/>
              <a:rect l="l" t="t" r="r" b="b"/>
              <a:pathLst>
                <a:path w="207" h="202" extrusionOk="0">
                  <a:moveTo>
                    <a:pt x="95" y="1"/>
                  </a:moveTo>
                  <a:cubicBezTo>
                    <a:pt x="76" y="1"/>
                    <a:pt x="61" y="13"/>
                    <a:pt x="37" y="28"/>
                  </a:cubicBezTo>
                  <a:cubicBezTo>
                    <a:pt x="17" y="44"/>
                    <a:pt x="0" y="61"/>
                    <a:pt x="0" y="94"/>
                  </a:cubicBezTo>
                  <a:lnTo>
                    <a:pt x="0" y="147"/>
                  </a:lnTo>
                  <a:cubicBezTo>
                    <a:pt x="17" y="147"/>
                    <a:pt x="17" y="164"/>
                    <a:pt x="17" y="164"/>
                  </a:cubicBezTo>
                  <a:cubicBezTo>
                    <a:pt x="37" y="180"/>
                    <a:pt x="70" y="197"/>
                    <a:pt x="87" y="197"/>
                  </a:cubicBezTo>
                  <a:cubicBezTo>
                    <a:pt x="96" y="200"/>
                    <a:pt x="105" y="201"/>
                    <a:pt x="115" y="201"/>
                  </a:cubicBezTo>
                  <a:cubicBezTo>
                    <a:pt x="161" y="201"/>
                    <a:pt x="206" y="169"/>
                    <a:pt x="206" y="110"/>
                  </a:cubicBezTo>
                  <a:cubicBezTo>
                    <a:pt x="206" y="94"/>
                    <a:pt x="206" y="61"/>
                    <a:pt x="190" y="44"/>
                  </a:cubicBezTo>
                  <a:cubicBezTo>
                    <a:pt x="173" y="28"/>
                    <a:pt x="157" y="7"/>
                    <a:pt x="120" y="7"/>
                  </a:cubicBezTo>
                  <a:cubicBezTo>
                    <a:pt x="110" y="3"/>
                    <a:pt x="102" y="1"/>
                    <a:pt x="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6" name="Google Shape;12536;p31"/>
            <p:cNvSpPr/>
            <p:nvPr/>
          </p:nvSpPr>
          <p:spPr>
            <a:xfrm>
              <a:off x="3989550" y="3092225"/>
              <a:ext cx="6125" cy="5075"/>
            </a:xfrm>
            <a:custGeom>
              <a:avLst/>
              <a:gdLst/>
              <a:ahLst/>
              <a:cxnLst/>
              <a:rect l="l" t="t" r="r" b="b"/>
              <a:pathLst>
                <a:path w="245" h="203" extrusionOk="0">
                  <a:moveTo>
                    <a:pt x="120" y="0"/>
                  </a:moveTo>
                  <a:cubicBezTo>
                    <a:pt x="105" y="0"/>
                    <a:pt x="89" y="2"/>
                    <a:pt x="71" y="6"/>
                  </a:cubicBezTo>
                  <a:cubicBezTo>
                    <a:pt x="17" y="23"/>
                    <a:pt x="1" y="93"/>
                    <a:pt x="17" y="142"/>
                  </a:cubicBezTo>
                  <a:cubicBezTo>
                    <a:pt x="33" y="183"/>
                    <a:pt x="74" y="202"/>
                    <a:pt x="117" y="202"/>
                  </a:cubicBezTo>
                  <a:cubicBezTo>
                    <a:pt x="130" y="202"/>
                    <a:pt x="144" y="200"/>
                    <a:pt x="158" y="196"/>
                  </a:cubicBezTo>
                  <a:cubicBezTo>
                    <a:pt x="207" y="175"/>
                    <a:pt x="244" y="109"/>
                    <a:pt x="207" y="56"/>
                  </a:cubicBezTo>
                  <a:cubicBezTo>
                    <a:pt x="195" y="19"/>
                    <a:pt x="164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7" name="Google Shape;12537;p31"/>
            <p:cNvSpPr/>
            <p:nvPr/>
          </p:nvSpPr>
          <p:spPr>
            <a:xfrm>
              <a:off x="3990500" y="3063925"/>
              <a:ext cx="6000" cy="5375"/>
            </a:xfrm>
            <a:custGeom>
              <a:avLst/>
              <a:gdLst/>
              <a:ahLst/>
              <a:cxnLst/>
              <a:rect l="l" t="t" r="r" b="b"/>
              <a:pathLst>
                <a:path w="240" h="215" extrusionOk="0">
                  <a:moveTo>
                    <a:pt x="101" y="0"/>
                  </a:moveTo>
                  <a:cubicBezTo>
                    <a:pt x="90" y="0"/>
                    <a:pt x="78" y="2"/>
                    <a:pt x="66" y="4"/>
                  </a:cubicBezTo>
                  <a:cubicBezTo>
                    <a:pt x="17" y="37"/>
                    <a:pt x="0" y="91"/>
                    <a:pt x="17" y="141"/>
                  </a:cubicBezTo>
                  <a:cubicBezTo>
                    <a:pt x="30" y="185"/>
                    <a:pt x="80" y="215"/>
                    <a:pt x="125" y="215"/>
                  </a:cubicBezTo>
                  <a:cubicBezTo>
                    <a:pt x="135" y="215"/>
                    <a:pt x="144" y="214"/>
                    <a:pt x="153" y="211"/>
                  </a:cubicBezTo>
                  <a:cubicBezTo>
                    <a:pt x="206" y="174"/>
                    <a:pt x="239" y="124"/>
                    <a:pt x="206" y="70"/>
                  </a:cubicBezTo>
                  <a:cubicBezTo>
                    <a:pt x="189" y="30"/>
                    <a:pt x="153" y="0"/>
                    <a:pt x="1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8" name="Google Shape;12538;p31"/>
            <p:cNvSpPr/>
            <p:nvPr/>
          </p:nvSpPr>
          <p:spPr>
            <a:xfrm>
              <a:off x="3995125" y="305197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24" y="0"/>
                  </a:moveTo>
                  <a:cubicBezTo>
                    <a:pt x="54" y="0"/>
                    <a:pt x="1" y="33"/>
                    <a:pt x="1" y="87"/>
                  </a:cubicBezTo>
                  <a:lnTo>
                    <a:pt x="1" y="136"/>
                  </a:lnTo>
                  <a:cubicBezTo>
                    <a:pt x="1" y="157"/>
                    <a:pt x="21" y="157"/>
                    <a:pt x="21" y="173"/>
                  </a:cubicBezTo>
                  <a:cubicBezTo>
                    <a:pt x="38" y="190"/>
                    <a:pt x="54" y="206"/>
                    <a:pt x="87" y="206"/>
                  </a:cubicBezTo>
                  <a:cubicBezTo>
                    <a:pt x="94" y="208"/>
                    <a:pt x="101" y="209"/>
                    <a:pt x="108" y="209"/>
                  </a:cubicBezTo>
                  <a:cubicBezTo>
                    <a:pt x="153" y="209"/>
                    <a:pt x="192" y="166"/>
                    <a:pt x="207" y="120"/>
                  </a:cubicBezTo>
                  <a:cubicBezTo>
                    <a:pt x="207" y="103"/>
                    <a:pt x="207" y="70"/>
                    <a:pt x="190" y="54"/>
                  </a:cubicBezTo>
                  <a:cubicBezTo>
                    <a:pt x="174" y="17"/>
                    <a:pt x="141" y="17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9" name="Google Shape;12539;p31"/>
            <p:cNvSpPr/>
            <p:nvPr/>
          </p:nvSpPr>
          <p:spPr>
            <a:xfrm>
              <a:off x="3989150" y="3077725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120" y="1"/>
                  </a:moveTo>
                  <a:cubicBezTo>
                    <a:pt x="71" y="1"/>
                    <a:pt x="17" y="34"/>
                    <a:pt x="0" y="87"/>
                  </a:cubicBezTo>
                  <a:lnTo>
                    <a:pt x="0" y="137"/>
                  </a:lnTo>
                  <a:cubicBezTo>
                    <a:pt x="17" y="157"/>
                    <a:pt x="17" y="157"/>
                    <a:pt x="17" y="174"/>
                  </a:cubicBezTo>
                  <a:cubicBezTo>
                    <a:pt x="33" y="190"/>
                    <a:pt x="71" y="207"/>
                    <a:pt x="87" y="207"/>
                  </a:cubicBezTo>
                  <a:cubicBezTo>
                    <a:pt x="96" y="209"/>
                    <a:pt x="105" y="210"/>
                    <a:pt x="114" y="210"/>
                  </a:cubicBezTo>
                  <a:cubicBezTo>
                    <a:pt x="169" y="210"/>
                    <a:pt x="207" y="167"/>
                    <a:pt x="207" y="120"/>
                  </a:cubicBezTo>
                  <a:cubicBezTo>
                    <a:pt x="207" y="104"/>
                    <a:pt x="207" y="71"/>
                    <a:pt x="190" y="54"/>
                  </a:cubicBezTo>
                  <a:cubicBezTo>
                    <a:pt x="174" y="17"/>
                    <a:pt x="157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0" name="Google Shape;12540;p31"/>
            <p:cNvSpPr/>
            <p:nvPr/>
          </p:nvSpPr>
          <p:spPr>
            <a:xfrm>
              <a:off x="3996050" y="3038250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1"/>
                  </a:moveTo>
                  <a:cubicBezTo>
                    <a:pt x="67" y="1"/>
                    <a:pt x="17" y="34"/>
                    <a:pt x="1" y="87"/>
                  </a:cubicBezTo>
                  <a:lnTo>
                    <a:pt x="1" y="120"/>
                  </a:lnTo>
                  <a:lnTo>
                    <a:pt x="1" y="137"/>
                  </a:lnTo>
                  <a:cubicBezTo>
                    <a:pt x="17" y="153"/>
                    <a:pt x="17" y="153"/>
                    <a:pt x="17" y="170"/>
                  </a:cubicBezTo>
                  <a:cubicBezTo>
                    <a:pt x="34" y="190"/>
                    <a:pt x="50" y="207"/>
                    <a:pt x="87" y="207"/>
                  </a:cubicBezTo>
                  <a:cubicBezTo>
                    <a:pt x="120" y="207"/>
                    <a:pt x="137" y="207"/>
                    <a:pt x="170" y="190"/>
                  </a:cubicBezTo>
                  <a:cubicBezTo>
                    <a:pt x="190" y="170"/>
                    <a:pt x="207" y="153"/>
                    <a:pt x="207" y="120"/>
                  </a:cubicBezTo>
                  <a:cubicBezTo>
                    <a:pt x="207" y="104"/>
                    <a:pt x="207" y="67"/>
                    <a:pt x="190" y="50"/>
                  </a:cubicBezTo>
                  <a:cubicBezTo>
                    <a:pt x="170" y="34"/>
                    <a:pt x="153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1" name="Google Shape;12541;p31"/>
            <p:cNvSpPr/>
            <p:nvPr/>
          </p:nvSpPr>
          <p:spPr>
            <a:xfrm>
              <a:off x="4014500" y="3003825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37" y="1"/>
                  </a:moveTo>
                  <a:cubicBezTo>
                    <a:pt x="104" y="1"/>
                    <a:pt x="71" y="1"/>
                    <a:pt x="50" y="21"/>
                  </a:cubicBezTo>
                  <a:cubicBezTo>
                    <a:pt x="34" y="38"/>
                    <a:pt x="17" y="54"/>
                    <a:pt x="17" y="87"/>
                  </a:cubicBezTo>
                  <a:cubicBezTo>
                    <a:pt x="1" y="104"/>
                    <a:pt x="1" y="124"/>
                    <a:pt x="17" y="141"/>
                  </a:cubicBezTo>
                  <a:cubicBezTo>
                    <a:pt x="17" y="141"/>
                    <a:pt x="17" y="157"/>
                    <a:pt x="34" y="157"/>
                  </a:cubicBezTo>
                  <a:cubicBezTo>
                    <a:pt x="50" y="190"/>
                    <a:pt x="71" y="190"/>
                    <a:pt x="104" y="207"/>
                  </a:cubicBezTo>
                  <a:cubicBezTo>
                    <a:pt x="153" y="207"/>
                    <a:pt x="207" y="174"/>
                    <a:pt x="223" y="124"/>
                  </a:cubicBezTo>
                  <a:cubicBezTo>
                    <a:pt x="223" y="87"/>
                    <a:pt x="207" y="54"/>
                    <a:pt x="207" y="38"/>
                  </a:cubicBezTo>
                  <a:cubicBezTo>
                    <a:pt x="190" y="21"/>
                    <a:pt x="153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2" name="Google Shape;12542;p31"/>
            <p:cNvSpPr/>
            <p:nvPr/>
          </p:nvSpPr>
          <p:spPr>
            <a:xfrm>
              <a:off x="4016250" y="2989700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120" y="1"/>
                  </a:moveTo>
                  <a:cubicBezTo>
                    <a:pt x="67" y="1"/>
                    <a:pt x="17" y="34"/>
                    <a:pt x="1" y="87"/>
                  </a:cubicBezTo>
                  <a:lnTo>
                    <a:pt x="1" y="137"/>
                  </a:lnTo>
                  <a:cubicBezTo>
                    <a:pt x="17" y="153"/>
                    <a:pt x="17" y="153"/>
                    <a:pt x="17" y="174"/>
                  </a:cubicBezTo>
                  <a:cubicBezTo>
                    <a:pt x="34" y="191"/>
                    <a:pt x="67" y="207"/>
                    <a:pt x="83" y="207"/>
                  </a:cubicBezTo>
                  <a:cubicBezTo>
                    <a:pt x="93" y="209"/>
                    <a:pt x="102" y="210"/>
                    <a:pt x="110" y="210"/>
                  </a:cubicBezTo>
                  <a:cubicBezTo>
                    <a:pt x="167" y="210"/>
                    <a:pt x="207" y="167"/>
                    <a:pt x="207" y="120"/>
                  </a:cubicBezTo>
                  <a:cubicBezTo>
                    <a:pt x="207" y="104"/>
                    <a:pt x="207" y="71"/>
                    <a:pt x="186" y="50"/>
                  </a:cubicBezTo>
                  <a:cubicBezTo>
                    <a:pt x="170" y="17"/>
                    <a:pt x="153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3" name="Google Shape;12543;p31"/>
            <p:cNvSpPr/>
            <p:nvPr/>
          </p:nvSpPr>
          <p:spPr>
            <a:xfrm>
              <a:off x="4017500" y="2973825"/>
              <a:ext cx="5575" cy="5200"/>
            </a:xfrm>
            <a:custGeom>
              <a:avLst/>
              <a:gdLst/>
              <a:ahLst/>
              <a:cxnLst/>
              <a:rect l="l" t="t" r="r" b="b"/>
              <a:pathLst>
                <a:path w="223" h="208" extrusionOk="0">
                  <a:moveTo>
                    <a:pt x="120" y="1"/>
                  </a:moveTo>
                  <a:cubicBezTo>
                    <a:pt x="87" y="1"/>
                    <a:pt x="70" y="1"/>
                    <a:pt x="33" y="34"/>
                  </a:cubicBezTo>
                  <a:cubicBezTo>
                    <a:pt x="17" y="50"/>
                    <a:pt x="17" y="67"/>
                    <a:pt x="0" y="88"/>
                  </a:cubicBezTo>
                  <a:cubicBezTo>
                    <a:pt x="0" y="104"/>
                    <a:pt x="0" y="121"/>
                    <a:pt x="17" y="137"/>
                  </a:cubicBezTo>
                  <a:cubicBezTo>
                    <a:pt x="33" y="170"/>
                    <a:pt x="54" y="207"/>
                    <a:pt x="103" y="207"/>
                  </a:cubicBezTo>
                  <a:cubicBezTo>
                    <a:pt x="157" y="207"/>
                    <a:pt x="206" y="170"/>
                    <a:pt x="223" y="121"/>
                  </a:cubicBezTo>
                  <a:cubicBezTo>
                    <a:pt x="223" y="88"/>
                    <a:pt x="206" y="67"/>
                    <a:pt x="190" y="34"/>
                  </a:cubicBezTo>
                  <a:cubicBezTo>
                    <a:pt x="173" y="17"/>
                    <a:pt x="15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4" name="Google Shape;12544;p31"/>
            <p:cNvSpPr/>
            <p:nvPr/>
          </p:nvSpPr>
          <p:spPr>
            <a:xfrm>
              <a:off x="4012350" y="3020225"/>
              <a:ext cx="5575" cy="5175"/>
            </a:xfrm>
            <a:custGeom>
              <a:avLst/>
              <a:gdLst/>
              <a:ahLst/>
              <a:cxnLst/>
              <a:rect l="l" t="t" r="r" b="b"/>
              <a:pathLst>
                <a:path w="223" h="207" extrusionOk="0">
                  <a:moveTo>
                    <a:pt x="120" y="0"/>
                  </a:moveTo>
                  <a:cubicBezTo>
                    <a:pt x="70" y="0"/>
                    <a:pt x="17" y="33"/>
                    <a:pt x="0" y="87"/>
                  </a:cubicBezTo>
                  <a:cubicBezTo>
                    <a:pt x="0" y="103"/>
                    <a:pt x="0" y="120"/>
                    <a:pt x="17" y="136"/>
                  </a:cubicBezTo>
                  <a:cubicBezTo>
                    <a:pt x="17" y="153"/>
                    <a:pt x="17" y="153"/>
                    <a:pt x="33" y="169"/>
                  </a:cubicBezTo>
                  <a:cubicBezTo>
                    <a:pt x="54" y="190"/>
                    <a:pt x="70" y="206"/>
                    <a:pt x="103" y="206"/>
                  </a:cubicBezTo>
                  <a:cubicBezTo>
                    <a:pt x="120" y="206"/>
                    <a:pt x="157" y="206"/>
                    <a:pt x="173" y="190"/>
                  </a:cubicBezTo>
                  <a:cubicBezTo>
                    <a:pt x="190" y="169"/>
                    <a:pt x="206" y="153"/>
                    <a:pt x="223" y="120"/>
                  </a:cubicBezTo>
                  <a:cubicBezTo>
                    <a:pt x="223" y="87"/>
                    <a:pt x="206" y="66"/>
                    <a:pt x="190" y="50"/>
                  </a:cubicBezTo>
                  <a:cubicBezTo>
                    <a:pt x="173" y="17"/>
                    <a:pt x="15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5" name="Google Shape;12545;p31"/>
            <p:cNvSpPr/>
            <p:nvPr/>
          </p:nvSpPr>
          <p:spPr>
            <a:xfrm>
              <a:off x="4006775" y="3057950"/>
              <a:ext cx="5600" cy="5400"/>
            </a:xfrm>
            <a:custGeom>
              <a:avLst/>
              <a:gdLst/>
              <a:ahLst/>
              <a:cxnLst/>
              <a:rect l="l" t="t" r="r" b="b"/>
              <a:pathLst>
                <a:path w="224" h="216" extrusionOk="0">
                  <a:moveTo>
                    <a:pt x="120" y="0"/>
                  </a:moveTo>
                  <a:cubicBezTo>
                    <a:pt x="71" y="0"/>
                    <a:pt x="17" y="37"/>
                    <a:pt x="0" y="87"/>
                  </a:cubicBezTo>
                  <a:lnTo>
                    <a:pt x="0" y="157"/>
                  </a:lnTo>
                  <a:cubicBezTo>
                    <a:pt x="17" y="157"/>
                    <a:pt x="17" y="157"/>
                    <a:pt x="17" y="173"/>
                  </a:cubicBezTo>
                  <a:cubicBezTo>
                    <a:pt x="33" y="190"/>
                    <a:pt x="71" y="206"/>
                    <a:pt x="87" y="206"/>
                  </a:cubicBezTo>
                  <a:cubicBezTo>
                    <a:pt x="97" y="213"/>
                    <a:pt x="105" y="215"/>
                    <a:pt x="113" y="215"/>
                  </a:cubicBezTo>
                  <a:cubicBezTo>
                    <a:pt x="132" y="215"/>
                    <a:pt x="148" y="201"/>
                    <a:pt x="174" y="190"/>
                  </a:cubicBezTo>
                  <a:cubicBezTo>
                    <a:pt x="190" y="173"/>
                    <a:pt x="207" y="157"/>
                    <a:pt x="207" y="124"/>
                  </a:cubicBezTo>
                  <a:cubicBezTo>
                    <a:pt x="223" y="70"/>
                    <a:pt x="174" y="21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6" name="Google Shape;12546;p31"/>
            <p:cNvSpPr/>
            <p:nvPr/>
          </p:nvSpPr>
          <p:spPr>
            <a:xfrm>
              <a:off x="4008950" y="3031600"/>
              <a:ext cx="5575" cy="5100"/>
            </a:xfrm>
            <a:custGeom>
              <a:avLst/>
              <a:gdLst/>
              <a:ahLst/>
              <a:cxnLst/>
              <a:rect l="l" t="t" r="r" b="b"/>
              <a:pathLst>
                <a:path w="223" h="204" extrusionOk="0">
                  <a:moveTo>
                    <a:pt x="126" y="1"/>
                  </a:moveTo>
                  <a:cubicBezTo>
                    <a:pt x="112" y="1"/>
                    <a:pt x="99" y="3"/>
                    <a:pt x="87" y="7"/>
                  </a:cubicBezTo>
                  <a:cubicBezTo>
                    <a:pt x="33" y="24"/>
                    <a:pt x="0" y="77"/>
                    <a:pt x="33" y="147"/>
                  </a:cubicBezTo>
                  <a:cubicBezTo>
                    <a:pt x="33" y="147"/>
                    <a:pt x="50" y="164"/>
                    <a:pt x="50" y="180"/>
                  </a:cubicBezTo>
                  <a:cubicBezTo>
                    <a:pt x="76" y="192"/>
                    <a:pt x="100" y="204"/>
                    <a:pt x="129" y="204"/>
                  </a:cubicBezTo>
                  <a:cubicBezTo>
                    <a:pt x="142" y="204"/>
                    <a:pt x="155" y="202"/>
                    <a:pt x="169" y="197"/>
                  </a:cubicBezTo>
                  <a:cubicBezTo>
                    <a:pt x="206" y="180"/>
                    <a:pt x="223" y="147"/>
                    <a:pt x="223" y="110"/>
                  </a:cubicBezTo>
                  <a:lnTo>
                    <a:pt x="223" y="61"/>
                  </a:lnTo>
                  <a:cubicBezTo>
                    <a:pt x="210" y="20"/>
                    <a:pt x="167" y="1"/>
                    <a:pt x="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7" name="Google Shape;12547;p31"/>
            <p:cNvSpPr/>
            <p:nvPr/>
          </p:nvSpPr>
          <p:spPr>
            <a:xfrm>
              <a:off x="3999875" y="3084475"/>
              <a:ext cx="6100" cy="5075"/>
            </a:xfrm>
            <a:custGeom>
              <a:avLst/>
              <a:gdLst/>
              <a:ahLst/>
              <a:cxnLst/>
              <a:rect l="l" t="t" r="r" b="b"/>
              <a:pathLst>
                <a:path w="244" h="203" extrusionOk="0">
                  <a:moveTo>
                    <a:pt x="128" y="1"/>
                  </a:moveTo>
                  <a:cubicBezTo>
                    <a:pt x="114" y="1"/>
                    <a:pt x="100" y="3"/>
                    <a:pt x="87" y="7"/>
                  </a:cubicBezTo>
                  <a:cubicBezTo>
                    <a:pt x="37" y="24"/>
                    <a:pt x="0" y="94"/>
                    <a:pt x="37" y="143"/>
                  </a:cubicBezTo>
                  <a:cubicBezTo>
                    <a:pt x="50" y="184"/>
                    <a:pt x="81" y="203"/>
                    <a:pt x="126" y="203"/>
                  </a:cubicBezTo>
                  <a:cubicBezTo>
                    <a:pt x="140" y="203"/>
                    <a:pt x="156" y="201"/>
                    <a:pt x="173" y="197"/>
                  </a:cubicBezTo>
                  <a:cubicBezTo>
                    <a:pt x="223" y="176"/>
                    <a:pt x="243" y="127"/>
                    <a:pt x="223" y="57"/>
                  </a:cubicBezTo>
                  <a:cubicBezTo>
                    <a:pt x="210" y="19"/>
                    <a:pt x="170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8" name="Google Shape;12548;p31"/>
            <p:cNvSpPr/>
            <p:nvPr/>
          </p:nvSpPr>
          <p:spPr>
            <a:xfrm>
              <a:off x="4008950" y="3044650"/>
              <a:ext cx="5175" cy="5200"/>
            </a:xfrm>
            <a:custGeom>
              <a:avLst/>
              <a:gdLst/>
              <a:ahLst/>
              <a:cxnLst/>
              <a:rect l="l" t="t" r="r" b="b"/>
              <a:pathLst>
                <a:path w="207" h="208" extrusionOk="0">
                  <a:moveTo>
                    <a:pt x="103" y="0"/>
                  </a:moveTo>
                  <a:cubicBezTo>
                    <a:pt x="66" y="0"/>
                    <a:pt x="33" y="17"/>
                    <a:pt x="17" y="37"/>
                  </a:cubicBezTo>
                  <a:cubicBezTo>
                    <a:pt x="0" y="70"/>
                    <a:pt x="0" y="87"/>
                    <a:pt x="0" y="120"/>
                  </a:cubicBezTo>
                  <a:cubicBezTo>
                    <a:pt x="0" y="120"/>
                    <a:pt x="0" y="141"/>
                    <a:pt x="17" y="141"/>
                  </a:cubicBezTo>
                  <a:cubicBezTo>
                    <a:pt x="17" y="157"/>
                    <a:pt x="33" y="174"/>
                    <a:pt x="33" y="190"/>
                  </a:cubicBezTo>
                  <a:cubicBezTo>
                    <a:pt x="53" y="203"/>
                    <a:pt x="76" y="208"/>
                    <a:pt x="98" y="208"/>
                  </a:cubicBezTo>
                  <a:cubicBezTo>
                    <a:pt x="133" y="208"/>
                    <a:pt x="167" y="194"/>
                    <a:pt x="190" y="174"/>
                  </a:cubicBezTo>
                  <a:cubicBezTo>
                    <a:pt x="206" y="157"/>
                    <a:pt x="206" y="120"/>
                    <a:pt x="206" y="87"/>
                  </a:cubicBezTo>
                  <a:cubicBezTo>
                    <a:pt x="206" y="70"/>
                    <a:pt x="190" y="37"/>
                    <a:pt x="169" y="17"/>
                  </a:cubicBezTo>
                  <a:cubicBezTo>
                    <a:pt x="153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9" name="Google Shape;12549;p31"/>
            <p:cNvSpPr/>
            <p:nvPr/>
          </p:nvSpPr>
          <p:spPr>
            <a:xfrm>
              <a:off x="4046250" y="312487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96" y="0"/>
                  </a:moveTo>
                  <a:cubicBezTo>
                    <a:pt x="41" y="0"/>
                    <a:pt x="1" y="46"/>
                    <a:pt x="1" y="90"/>
                  </a:cubicBezTo>
                  <a:lnTo>
                    <a:pt x="1" y="143"/>
                  </a:lnTo>
                  <a:cubicBezTo>
                    <a:pt x="1" y="160"/>
                    <a:pt x="17" y="160"/>
                    <a:pt x="17" y="160"/>
                  </a:cubicBezTo>
                  <a:cubicBezTo>
                    <a:pt x="38" y="193"/>
                    <a:pt x="54" y="209"/>
                    <a:pt x="87" y="209"/>
                  </a:cubicBezTo>
                  <a:cubicBezTo>
                    <a:pt x="104" y="209"/>
                    <a:pt x="141" y="209"/>
                    <a:pt x="157" y="193"/>
                  </a:cubicBezTo>
                  <a:cubicBezTo>
                    <a:pt x="190" y="176"/>
                    <a:pt x="207" y="143"/>
                    <a:pt x="207" y="127"/>
                  </a:cubicBezTo>
                  <a:cubicBezTo>
                    <a:pt x="207" y="90"/>
                    <a:pt x="207" y="73"/>
                    <a:pt x="190" y="40"/>
                  </a:cubicBezTo>
                  <a:cubicBezTo>
                    <a:pt x="174" y="24"/>
                    <a:pt x="141" y="3"/>
                    <a:pt x="120" y="3"/>
                  </a:cubicBezTo>
                  <a:cubicBezTo>
                    <a:pt x="112" y="1"/>
                    <a:pt x="104" y="0"/>
                    <a:pt x="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0" name="Google Shape;12550;p31"/>
            <p:cNvSpPr/>
            <p:nvPr/>
          </p:nvSpPr>
          <p:spPr>
            <a:xfrm>
              <a:off x="4040275" y="3151100"/>
              <a:ext cx="5175" cy="5300"/>
            </a:xfrm>
            <a:custGeom>
              <a:avLst/>
              <a:gdLst/>
              <a:ahLst/>
              <a:cxnLst/>
              <a:rect l="l" t="t" r="r" b="b"/>
              <a:pathLst>
                <a:path w="207" h="212" extrusionOk="0">
                  <a:moveTo>
                    <a:pt x="97" y="1"/>
                  </a:moveTo>
                  <a:cubicBezTo>
                    <a:pt x="55" y="1"/>
                    <a:pt x="14" y="46"/>
                    <a:pt x="0" y="88"/>
                  </a:cubicBezTo>
                  <a:lnTo>
                    <a:pt x="0" y="142"/>
                  </a:lnTo>
                  <a:cubicBezTo>
                    <a:pt x="17" y="142"/>
                    <a:pt x="17" y="158"/>
                    <a:pt x="17" y="158"/>
                  </a:cubicBezTo>
                  <a:cubicBezTo>
                    <a:pt x="33" y="191"/>
                    <a:pt x="70" y="212"/>
                    <a:pt x="87" y="212"/>
                  </a:cubicBezTo>
                  <a:cubicBezTo>
                    <a:pt x="136" y="212"/>
                    <a:pt x="207" y="174"/>
                    <a:pt x="207" y="125"/>
                  </a:cubicBezTo>
                  <a:cubicBezTo>
                    <a:pt x="207" y="88"/>
                    <a:pt x="207" y="71"/>
                    <a:pt x="190" y="38"/>
                  </a:cubicBezTo>
                  <a:cubicBezTo>
                    <a:pt x="174" y="22"/>
                    <a:pt x="153" y="5"/>
                    <a:pt x="120" y="5"/>
                  </a:cubicBezTo>
                  <a:cubicBezTo>
                    <a:pt x="112" y="2"/>
                    <a:pt x="105" y="1"/>
                    <a:pt x="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1" name="Google Shape;12551;p31"/>
            <p:cNvSpPr/>
            <p:nvPr/>
          </p:nvSpPr>
          <p:spPr>
            <a:xfrm>
              <a:off x="4037275" y="3164900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12" y="0"/>
                  </a:moveTo>
                  <a:cubicBezTo>
                    <a:pt x="80" y="0"/>
                    <a:pt x="48" y="14"/>
                    <a:pt x="17" y="35"/>
                  </a:cubicBezTo>
                  <a:cubicBezTo>
                    <a:pt x="1" y="51"/>
                    <a:pt x="1" y="88"/>
                    <a:pt x="1" y="121"/>
                  </a:cubicBezTo>
                  <a:cubicBezTo>
                    <a:pt x="1" y="121"/>
                    <a:pt x="1" y="138"/>
                    <a:pt x="17" y="138"/>
                  </a:cubicBezTo>
                  <a:cubicBezTo>
                    <a:pt x="17" y="154"/>
                    <a:pt x="34" y="175"/>
                    <a:pt x="34" y="191"/>
                  </a:cubicBezTo>
                  <a:cubicBezTo>
                    <a:pt x="54" y="204"/>
                    <a:pt x="77" y="209"/>
                    <a:pt x="98" y="209"/>
                  </a:cubicBezTo>
                  <a:cubicBezTo>
                    <a:pt x="134" y="209"/>
                    <a:pt x="168" y="195"/>
                    <a:pt x="190" y="175"/>
                  </a:cubicBezTo>
                  <a:cubicBezTo>
                    <a:pt x="223" y="121"/>
                    <a:pt x="223" y="51"/>
                    <a:pt x="170" y="18"/>
                  </a:cubicBezTo>
                  <a:cubicBezTo>
                    <a:pt x="151" y="6"/>
                    <a:pt x="131" y="0"/>
                    <a:pt x="1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2" name="Google Shape;12552;p31"/>
            <p:cNvSpPr/>
            <p:nvPr/>
          </p:nvSpPr>
          <p:spPr>
            <a:xfrm>
              <a:off x="4033775" y="3126275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4" y="1"/>
                  </a:moveTo>
                  <a:cubicBezTo>
                    <a:pt x="54" y="1"/>
                    <a:pt x="1" y="34"/>
                    <a:pt x="1" y="87"/>
                  </a:cubicBezTo>
                  <a:lnTo>
                    <a:pt x="1" y="137"/>
                  </a:lnTo>
                  <a:cubicBezTo>
                    <a:pt x="1" y="153"/>
                    <a:pt x="21" y="153"/>
                    <a:pt x="21" y="174"/>
                  </a:cubicBezTo>
                  <a:cubicBezTo>
                    <a:pt x="38" y="190"/>
                    <a:pt x="54" y="207"/>
                    <a:pt x="87" y="207"/>
                  </a:cubicBezTo>
                  <a:cubicBezTo>
                    <a:pt x="104" y="207"/>
                    <a:pt x="141" y="207"/>
                    <a:pt x="157" y="190"/>
                  </a:cubicBezTo>
                  <a:cubicBezTo>
                    <a:pt x="190" y="174"/>
                    <a:pt x="207" y="153"/>
                    <a:pt x="207" y="120"/>
                  </a:cubicBezTo>
                  <a:cubicBezTo>
                    <a:pt x="207" y="71"/>
                    <a:pt x="174" y="17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3" name="Google Shape;12553;p31"/>
            <p:cNvSpPr/>
            <p:nvPr/>
          </p:nvSpPr>
          <p:spPr>
            <a:xfrm>
              <a:off x="4029550" y="3139175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20" y="0"/>
                  </a:moveTo>
                  <a:cubicBezTo>
                    <a:pt x="67" y="0"/>
                    <a:pt x="17" y="33"/>
                    <a:pt x="1" y="87"/>
                  </a:cubicBezTo>
                  <a:cubicBezTo>
                    <a:pt x="1" y="103"/>
                    <a:pt x="1" y="120"/>
                    <a:pt x="17" y="136"/>
                  </a:cubicBezTo>
                  <a:lnTo>
                    <a:pt x="17" y="173"/>
                  </a:lnTo>
                  <a:cubicBezTo>
                    <a:pt x="34" y="190"/>
                    <a:pt x="67" y="206"/>
                    <a:pt x="87" y="206"/>
                  </a:cubicBezTo>
                  <a:cubicBezTo>
                    <a:pt x="96" y="208"/>
                    <a:pt x="105" y="209"/>
                    <a:pt x="113" y="209"/>
                  </a:cubicBezTo>
                  <a:cubicBezTo>
                    <a:pt x="167" y="209"/>
                    <a:pt x="207" y="166"/>
                    <a:pt x="207" y="120"/>
                  </a:cubicBezTo>
                  <a:cubicBezTo>
                    <a:pt x="223" y="103"/>
                    <a:pt x="207" y="70"/>
                    <a:pt x="190" y="50"/>
                  </a:cubicBezTo>
                  <a:cubicBezTo>
                    <a:pt x="170" y="17"/>
                    <a:pt x="153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4" name="Google Shape;12554;p31"/>
            <p:cNvSpPr/>
            <p:nvPr/>
          </p:nvSpPr>
          <p:spPr>
            <a:xfrm>
              <a:off x="3996050" y="3115400"/>
              <a:ext cx="4775" cy="5225"/>
            </a:xfrm>
            <a:custGeom>
              <a:avLst/>
              <a:gdLst/>
              <a:ahLst/>
              <a:cxnLst/>
              <a:rect l="l" t="t" r="r" b="b"/>
              <a:pathLst>
                <a:path w="191" h="209" extrusionOk="0">
                  <a:moveTo>
                    <a:pt x="89" y="1"/>
                  </a:moveTo>
                  <a:cubicBezTo>
                    <a:pt x="77" y="1"/>
                    <a:pt x="64" y="3"/>
                    <a:pt x="50" y="7"/>
                  </a:cubicBezTo>
                  <a:cubicBezTo>
                    <a:pt x="34" y="7"/>
                    <a:pt x="17" y="23"/>
                    <a:pt x="1" y="40"/>
                  </a:cubicBezTo>
                  <a:cubicBezTo>
                    <a:pt x="17" y="94"/>
                    <a:pt x="50" y="143"/>
                    <a:pt x="67" y="197"/>
                  </a:cubicBezTo>
                  <a:cubicBezTo>
                    <a:pt x="77" y="205"/>
                    <a:pt x="86" y="209"/>
                    <a:pt x="95" y="209"/>
                  </a:cubicBezTo>
                  <a:cubicBezTo>
                    <a:pt x="104" y="209"/>
                    <a:pt x="112" y="205"/>
                    <a:pt x="120" y="197"/>
                  </a:cubicBezTo>
                  <a:cubicBezTo>
                    <a:pt x="153" y="176"/>
                    <a:pt x="190" y="143"/>
                    <a:pt x="190" y="110"/>
                  </a:cubicBezTo>
                  <a:lnTo>
                    <a:pt x="190" y="56"/>
                  </a:lnTo>
                  <a:cubicBezTo>
                    <a:pt x="162" y="19"/>
                    <a:pt x="128" y="1"/>
                    <a:pt x="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5" name="Google Shape;12555;p31"/>
            <p:cNvSpPr/>
            <p:nvPr/>
          </p:nvSpPr>
          <p:spPr>
            <a:xfrm>
              <a:off x="4042425" y="3139000"/>
              <a:ext cx="5600" cy="5075"/>
            </a:xfrm>
            <a:custGeom>
              <a:avLst/>
              <a:gdLst/>
              <a:ahLst/>
              <a:cxnLst/>
              <a:rect l="l" t="t" r="r" b="b"/>
              <a:pathLst>
                <a:path w="224" h="203" extrusionOk="0">
                  <a:moveTo>
                    <a:pt x="110" y="1"/>
                  </a:moveTo>
                  <a:cubicBezTo>
                    <a:pt x="82" y="1"/>
                    <a:pt x="52" y="13"/>
                    <a:pt x="34" y="40"/>
                  </a:cubicBezTo>
                  <a:cubicBezTo>
                    <a:pt x="17" y="57"/>
                    <a:pt x="1" y="94"/>
                    <a:pt x="17" y="110"/>
                  </a:cubicBezTo>
                  <a:lnTo>
                    <a:pt x="17" y="143"/>
                  </a:lnTo>
                  <a:cubicBezTo>
                    <a:pt x="17" y="160"/>
                    <a:pt x="34" y="180"/>
                    <a:pt x="50" y="180"/>
                  </a:cubicBezTo>
                  <a:cubicBezTo>
                    <a:pt x="67" y="195"/>
                    <a:pt x="89" y="203"/>
                    <a:pt x="111" y="203"/>
                  </a:cubicBezTo>
                  <a:cubicBezTo>
                    <a:pt x="140" y="203"/>
                    <a:pt x="170" y="190"/>
                    <a:pt x="191" y="160"/>
                  </a:cubicBezTo>
                  <a:cubicBezTo>
                    <a:pt x="207" y="143"/>
                    <a:pt x="224" y="110"/>
                    <a:pt x="224" y="94"/>
                  </a:cubicBezTo>
                  <a:cubicBezTo>
                    <a:pt x="224" y="57"/>
                    <a:pt x="207" y="40"/>
                    <a:pt x="170" y="24"/>
                  </a:cubicBezTo>
                  <a:cubicBezTo>
                    <a:pt x="155" y="9"/>
                    <a:pt x="133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6" name="Google Shape;12556;p31"/>
            <p:cNvSpPr/>
            <p:nvPr/>
          </p:nvSpPr>
          <p:spPr>
            <a:xfrm>
              <a:off x="4049750" y="3174825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20" y="1"/>
                  </a:moveTo>
                  <a:cubicBezTo>
                    <a:pt x="67" y="1"/>
                    <a:pt x="17" y="34"/>
                    <a:pt x="1" y="87"/>
                  </a:cubicBezTo>
                  <a:lnTo>
                    <a:pt x="1" y="120"/>
                  </a:lnTo>
                  <a:cubicBezTo>
                    <a:pt x="1" y="137"/>
                    <a:pt x="1" y="137"/>
                    <a:pt x="17" y="137"/>
                  </a:cubicBezTo>
                  <a:lnTo>
                    <a:pt x="17" y="170"/>
                  </a:lnTo>
                  <a:cubicBezTo>
                    <a:pt x="34" y="190"/>
                    <a:pt x="67" y="207"/>
                    <a:pt x="83" y="207"/>
                  </a:cubicBezTo>
                  <a:cubicBezTo>
                    <a:pt x="120" y="207"/>
                    <a:pt x="153" y="207"/>
                    <a:pt x="170" y="190"/>
                  </a:cubicBezTo>
                  <a:cubicBezTo>
                    <a:pt x="186" y="170"/>
                    <a:pt x="207" y="137"/>
                    <a:pt x="207" y="120"/>
                  </a:cubicBezTo>
                  <a:cubicBezTo>
                    <a:pt x="223" y="87"/>
                    <a:pt x="207" y="67"/>
                    <a:pt x="207" y="50"/>
                  </a:cubicBezTo>
                  <a:cubicBezTo>
                    <a:pt x="186" y="17"/>
                    <a:pt x="153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7" name="Google Shape;12557;p31"/>
            <p:cNvSpPr/>
            <p:nvPr/>
          </p:nvSpPr>
          <p:spPr>
            <a:xfrm>
              <a:off x="4026975" y="3152725"/>
              <a:ext cx="6000" cy="5075"/>
            </a:xfrm>
            <a:custGeom>
              <a:avLst/>
              <a:gdLst/>
              <a:ahLst/>
              <a:cxnLst/>
              <a:rect l="l" t="t" r="r" b="b"/>
              <a:pathLst>
                <a:path w="240" h="203" extrusionOk="0">
                  <a:moveTo>
                    <a:pt x="126" y="0"/>
                  </a:moveTo>
                  <a:cubicBezTo>
                    <a:pt x="113" y="0"/>
                    <a:pt x="99" y="2"/>
                    <a:pt x="87" y="6"/>
                  </a:cubicBezTo>
                  <a:cubicBezTo>
                    <a:pt x="34" y="23"/>
                    <a:pt x="1" y="93"/>
                    <a:pt x="17" y="147"/>
                  </a:cubicBezTo>
                  <a:cubicBezTo>
                    <a:pt x="42" y="184"/>
                    <a:pt x="78" y="202"/>
                    <a:pt x="116" y="202"/>
                  </a:cubicBezTo>
                  <a:cubicBezTo>
                    <a:pt x="128" y="202"/>
                    <a:pt x="141" y="200"/>
                    <a:pt x="153" y="196"/>
                  </a:cubicBezTo>
                  <a:cubicBezTo>
                    <a:pt x="207" y="180"/>
                    <a:pt x="240" y="109"/>
                    <a:pt x="223" y="60"/>
                  </a:cubicBezTo>
                  <a:cubicBezTo>
                    <a:pt x="211" y="20"/>
                    <a:pt x="168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8" name="Google Shape;12558;p31"/>
            <p:cNvSpPr/>
            <p:nvPr/>
          </p:nvSpPr>
          <p:spPr>
            <a:xfrm>
              <a:off x="4051000" y="3160600"/>
              <a:ext cx="5575" cy="5250"/>
            </a:xfrm>
            <a:custGeom>
              <a:avLst/>
              <a:gdLst/>
              <a:ahLst/>
              <a:cxnLst/>
              <a:rect l="l" t="t" r="r" b="b"/>
              <a:pathLst>
                <a:path w="223" h="210" extrusionOk="0">
                  <a:moveTo>
                    <a:pt x="120" y="1"/>
                  </a:moveTo>
                  <a:cubicBezTo>
                    <a:pt x="103" y="1"/>
                    <a:pt x="70" y="1"/>
                    <a:pt x="54" y="17"/>
                  </a:cubicBezTo>
                  <a:cubicBezTo>
                    <a:pt x="17" y="38"/>
                    <a:pt x="17" y="71"/>
                    <a:pt x="0" y="87"/>
                  </a:cubicBezTo>
                  <a:cubicBezTo>
                    <a:pt x="0" y="104"/>
                    <a:pt x="0" y="120"/>
                    <a:pt x="17" y="141"/>
                  </a:cubicBezTo>
                  <a:lnTo>
                    <a:pt x="17" y="174"/>
                  </a:lnTo>
                  <a:cubicBezTo>
                    <a:pt x="33" y="190"/>
                    <a:pt x="70" y="207"/>
                    <a:pt x="87" y="207"/>
                  </a:cubicBezTo>
                  <a:cubicBezTo>
                    <a:pt x="96" y="209"/>
                    <a:pt x="105" y="210"/>
                    <a:pt x="114" y="210"/>
                  </a:cubicBezTo>
                  <a:cubicBezTo>
                    <a:pt x="169" y="210"/>
                    <a:pt x="206" y="167"/>
                    <a:pt x="206" y="120"/>
                  </a:cubicBezTo>
                  <a:cubicBezTo>
                    <a:pt x="223" y="104"/>
                    <a:pt x="206" y="71"/>
                    <a:pt x="190" y="54"/>
                  </a:cubicBezTo>
                  <a:cubicBezTo>
                    <a:pt x="173" y="17"/>
                    <a:pt x="15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9" name="Google Shape;12559;p31"/>
            <p:cNvSpPr/>
            <p:nvPr/>
          </p:nvSpPr>
          <p:spPr>
            <a:xfrm>
              <a:off x="4013175" y="3082875"/>
              <a:ext cx="5675" cy="5200"/>
            </a:xfrm>
            <a:custGeom>
              <a:avLst/>
              <a:gdLst/>
              <a:ahLst/>
              <a:cxnLst/>
              <a:rect l="l" t="t" r="r" b="b"/>
              <a:pathLst>
                <a:path w="227" h="208" extrusionOk="0">
                  <a:moveTo>
                    <a:pt x="124" y="1"/>
                  </a:moveTo>
                  <a:cubicBezTo>
                    <a:pt x="70" y="1"/>
                    <a:pt x="21" y="34"/>
                    <a:pt x="0" y="88"/>
                  </a:cubicBezTo>
                  <a:cubicBezTo>
                    <a:pt x="0" y="104"/>
                    <a:pt x="0" y="121"/>
                    <a:pt x="21" y="137"/>
                  </a:cubicBezTo>
                  <a:lnTo>
                    <a:pt x="21" y="174"/>
                  </a:lnTo>
                  <a:cubicBezTo>
                    <a:pt x="37" y="191"/>
                    <a:pt x="70" y="207"/>
                    <a:pt x="87" y="207"/>
                  </a:cubicBezTo>
                  <a:cubicBezTo>
                    <a:pt x="157" y="207"/>
                    <a:pt x="206" y="174"/>
                    <a:pt x="206" y="121"/>
                  </a:cubicBezTo>
                  <a:cubicBezTo>
                    <a:pt x="227" y="88"/>
                    <a:pt x="206" y="71"/>
                    <a:pt x="190" y="34"/>
                  </a:cubicBezTo>
                  <a:cubicBezTo>
                    <a:pt x="173" y="17"/>
                    <a:pt x="157" y="1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0" name="Google Shape;12560;p31"/>
            <p:cNvSpPr/>
            <p:nvPr/>
          </p:nvSpPr>
          <p:spPr>
            <a:xfrm>
              <a:off x="4009775" y="3113400"/>
              <a:ext cx="5575" cy="5100"/>
            </a:xfrm>
            <a:custGeom>
              <a:avLst/>
              <a:gdLst/>
              <a:ahLst/>
              <a:cxnLst/>
              <a:rect l="l" t="t" r="r" b="b"/>
              <a:pathLst>
                <a:path w="223" h="204" extrusionOk="0">
                  <a:moveTo>
                    <a:pt x="70" y="0"/>
                  </a:moveTo>
                  <a:cubicBezTo>
                    <a:pt x="33" y="17"/>
                    <a:pt x="17" y="33"/>
                    <a:pt x="17" y="50"/>
                  </a:cubicBezTo>
                  <a:cubicBezTo>
                    <a:pt x="0" y="70"/>
                    <a:pt x="0" y="103"/>
                    <a:pt x="0" y="136"/>
                  </a:cubicBezTo>
                  <a:cubicBezTo>
                    <a:pt x="12" y="175"/>
                    <a:pt x="52" y="203"/>
                    <a:pt x="92" y="203"/>
                  </a:cubicBezTo>
                  <a:cubicBezTo>
                    <a:pt x="107" y="203"/>
                    <a:pt x="122" y="199"/>
                    <a:pt x="136" y="190"/>
                  </a:cubicBezTo>
                  <a:cubicBezTo>
                    <a:pt x="190" y="174"/>
                    <a:pt x="223" y="120"/>
                    <a:pt x="206" y="70"/>
                  </a:cubicBezTo>
                  <a:cubicBezTo>
                    <a:pt x="190" y="33"/>
                    <a:pt x="157" y="17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1" name="Google Shape;12561;p31"/>
            <p:cNvSpPr/>
            <p:nvPr/>
          </p:nvSpPr>
          <p:spPr>
            <a:xfrm>
              <a:off x="4010175" y="3096600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22" y="0"/>
                  </a:moveTo>
                  <a:cubicBezTo>
                    <a:pt x="91" y="0"/>
                    <a:pt x="58" y="15"/>
                    <a:pt x="38" y="37"/>
                  </a:cubicBezTo>
                  <a:cubicBezTo>
                    <a:pt x="17" y="70"/>
                    <a:pt x="1" y="87"/>
                    <a:pt x="1" y="124"/>
                  </a:cubicBezTo>
                  <a:cubicBezTo>
                    <a:pt x="17" y="124"/>
                    <a:pt x="17" y="140"/>
                    <a:pt x="17" y="140"/>
                  </a:cubicBezTo>
                  <a:cubicBezTo>
                    <a:pt x="17" y="157"/>
                    <a:pt x="38" y="173"/>
                    <a:pt x="54" y="190"/>
                  </a:cubicBezTo>
                  <a:cubicBezTo>
                    <a:pt x="67" y="204"/>
                    <a:pt x="84" y="210"/>
                    <a:pt x="103" y="210"/>
                  </a:cubicBezTo>
                  <a:cubicBezTo>
                    <a:pt x="135" y="210"/>
                    <a:pt x="170" y="194"/>
                    <a:pt x="190" y="173"/>
                  </a:cubicBezTo>
                  <a:cubicBezTo>
                    <a:pt x="223" y="124"/>
                    <a:pt x="223" y="70"/>
                    <a:pt x="174" y="21"/>
                  </a:cubicBezTo>
                  <a:cubicBezTo>
                    <a:pt x="161" y="6"/>
                    <a:pt x="142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2" name="Google Shape;12562;p31"/>
            <p:cNvSpPr/>
            <p:nvPr/>
          </p:nvSpPr>
          <p:spPr>
            <a:xfrm>
              <a:off x="4023050" y="3106500"/>
              <a:ext cx="5200" cy="5175"/>
            </a:xfrm>
            <a:custGeom>
              <a:avLst/>
              <a:gdLst/>
              <a:ahLst/>
              <a:cxnLst/>
              <a:rect l="l" t="t" r="r" b="b"/>
              <a:pathLst>
                <a:path w="208" h="207" extrusionOk="0">
                  <a:moveTo>
                    <a:pt x="120" y="0"/>
                  </a:moveTo>
                  <a:cubicBezTo>
                    <a:pt x="54" y="0"/>
                    <a:pt x="1" y="37"/>
                    <a:pt x="1" y="87"/>
                  </a:cubicBezTo>
                  <a:lnTo>
                    <a:pt x="1" y="120"/>
                  </a:lnTo>
                  <a:lnTo>
                    <a:pt x="1" y="140"/>
                  </a:lnTo>
                  <a:cubicBezTo>
                    <a:pt x="1" y="157"/>
                    <a:pt x="1" y="157"/>
                    <a:pt x="17" y="173"/>
                  </a:cubicBezTo>
                  <a:cubicBezTo>
                    <a:pt x="38" y="190"/>
                    <a:pt x="54" y="206"/>
                    <a:pt x="87" y="206"/>
                  </a:cubicBezTo>
                  <a:cubicBezTo>
                    <a:pt x="104" y="206"/>
                    <a:pt x="141" y="206"/>
                    <a:pt x="158" y="190"/>
                  </a:cubicBezTo>
                  <a:cubicBezTo>
                    <a:pt x="191" y="173"/>
                    <a:pt x="191" y="157"/>
                    <a:pt x="207" y="120"/>
                  </a:cubicBezTo>
                  <a:cubicBezTo>
                    <a:pt x="207" y="103"/>
                    <a:pt x="207" y="70"/>
                    <a:pt x="191" y="54"/>
                  </a:cubicBezTo>
                  <a:cubicBezTo>
                    <a:pt x="174" y="37"/>
                    <a:pt x="14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3" name="Google Shape;12563;p31"/>
            <p:cNvSpPr/>
            <p:nvPr/>
          </p:nvSpPr>
          <p:spPr>
            <a:xfrm>
              <a:off x="4005425" y="3124800"/>
              <a:ext cx="6125" cy="5275"/>
            </a:xfrm>
            <a:custGeom>
              <a:avLst/>
              <a:gdLst/>
              <a:ahLst/>
              <a:cxnLst/>
              <a:rect l="l" t="t" r="r" b="b"/>
              <a:pathLst>
                <a:path w="245" h="211" extrusionOk="0">
                  <a:moveTo>
                    <a:pt x="116" y="0"/>
                  </a:moveTo>
                  <a:cubicBezTo>
                    <a:pt x="102" y="0"/>
                    <a:pt x="87" y="2"/>
                    <a:pt x="71" y="6"/>
                  </a:cubicBezTo>
                  <a:cubicBezTo>
                    <a:pt x="21" y="27"/>
                    <a:pt x="1" y="93"/>
                    <a:pt x="21" y="146"/>
                  </a:cubicBezTo>
                  <a:cubicBezTo>
                    <a:pt x="33" y="182"/>
                    <a:pt x="71" y="211"/>
                    <a:pt x="110" y="211"/>
                  </a:cubicBezTo>
                  <a:cubicBezTo>
                    <a:pt x="126" y="211"/>
                    <a:pt x="142" y="206"/>
                    <a:pt x="158" y="196"/>
                  </a:cubicBezTo>
                  <a:cubicBezTo>
                    <a:pt x="207" y="179"/>
                    <a:pt x="244" y="130"/>
                    <a:pt x="207" y="76"/>
                  </a:cubicBezTo>
                  <a:cubicBezTo>
                    <a:pt x="194" y="22"/>
                    <a:pt x="162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4" name="Google Shape;12564;p31"/>
            <p:cNvSpPr/>
            <p:nvPr/>
          </p:nvSpPr>
          <p:spPr>
            <a:xfrm>
              <a:off x="4021825" y="3120300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20" y="1"/>
                  </a:moveTo>
                  <a:cubicBezTo>
                    <a:pt x="66" y="1"/>
                    <a:pt x="17" y="34"/>
                    <a:pt x="0" y="83"/>
                  </a:cubicBezTo>
                  <a:cubicBezTo>
                    <a:pt x="0" y="104"/>
                    <a:pt x="0" y="120"/>
                    <a:pt x="17" y="137"/>
                  </a:cubicBezTo>
                  <a:cubicBezTo>
                    <a:pt x="17" y="153"/>
                    <a:pt x="17" y="153"/>
                    <a:pt x="33" y="170"/>
                  </a:cubicBezTo>
                  <a:cubicBezTo>
                    <a:pt x="50" y="186"/>
                    <a:pt x="66" y="207"/>
                    <a:pt x="103" y="207"/>
                  </a:cubicBezTo>
                  <a:cubicBezTo>
                    <a:pt x="110" y="209"/>
                    <a:pt x="116" y="210"/>
                    <a:pt x="122" y="210"/>
                  </a:cubicBezTo>
                  <a:cubicBezTo>
                    <a:pt x="166" y="210"/>
                    <a:pt x="209" y="163"/>
                    <a:pt x="223" y="120"/>
                  </a:cubicBezTo>
                  <a:cubicBezTo>
                    <a:pt x="223" y="83"/>
                    <a:pt x="207" y="67"/>
                    <a:pt x="190" y="50"/>
                  </a:cubicBezTo>
                  <a:cubicBezTo>
                    <a:pt x="169" y="17"/>
                    <a:pt x="153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5" name="Google Shape;12565;p31"/>
            <p:cNvSpPr/>
            <p:nvPr/>
          </p:nvSpPr>
          <p:spPr>
            <a:xfrm>
              <a:off x="4016250" y="314607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20" y="0"/>
                  </a:moveTo>
                  <a:cubicBezTo>
                    <a:pt x="50" y="0"/>
                    <a:pt x="1" y="33"/>
                    <a:pt x="1" y="83"/>
                  </a:cubicBezTo>
                  <a:lnTo>
                    <a:pt x="1" y="136"/>
                  </a:lnTo>
                  <a:cubicBezTo>
                    <a:pt x="1" y="153"/>
                    <a:pt x="17" y="153"/>
                    <a:pt x="17" y="169"/>
                  </a:cubicBezTo>
                  <a:cubicBezTo>
                    <a:pt x="34" y="186"/>
                    <a:pt x="50" y="206"/>
                    <a:pt x="83" y="206"/>
                  </a:cubicBezTo>
                  <a:cubicBezTo>
                    <a:pt x="90" y="209"/>
                    <a:pt x="97" y="209"/>
                    <a:pt x="103" y="209"/>
                  </a:cubicBezTo>
                  <a:cubicBezTo>
                    <a:pt x="149" y="209"/>
                    <a:pt x="189" y="163"/>
                    <a:pt x="207" y="120"/>
                  </a:cubicBezTo>
                  <a:cubicBezTo>
                    <a:pt x="207" y="83"/>
                    <a:pt x="207" y="66"/>
                    <a:pt x="186" y="50"/>
                  </a:cubicBezTo>
                  <a:cubicBezTo>
                    <a:pt x="170" y="17"/>
                    <a:pt x="13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6" name="Google Shape;12566;p31"/>
            <p:cNvSpPr/>
            <p:nvPr/>
          </p:nvSpPr>
          <p:spPr>
            <a:xfrm>
              <a:off x="4017075" y="3132150"/>
              <a:ext cx="6000" cy="5200"/>
            </a:xfrm>
            <a:custGeom>
              <a:avLst/>
              <a:gdLst/>
              <a:ahLst/>
              <a:cxnLst/>
              <a:rect l="l" t="t" r="r" b="b"/>
              <a:pathLst>
                <a:path w="240" h="208" extrusionOk="0">
                  <a:moveTo>
                    <a:pt x="115" y="1"/>
                  </a:moveTo>
                  <a:cubicBezTo>
                    <a:pt x="105" y="1"/>
                    <a:pt x="96" y="2"/>
                    <a:pt x="87" y="5"/>
                  </a:cubicBezTo>
                  <a:cubicBezTo>
                    <a:pt x="34" y="21"/>
                    <a:pt x="1" y="91"/>
                    <a:pt x="34" y="145"/>
                  </a:cubicBezTo>
                  <a:cubicBezTo>
                    <a:pt x="46" y="181"/>
                    <a:pt x="77" y="208"/>
                    <a:pt x="112" y="208"/>
                  </a:cubicBezTo>
                  <a:cubicBezTo>
                    <a:pt x="125" y="208"/>
                    <a:pt x="139" y="204"/>
                    <a:pt x="153" y="194"/>
                  </a:cubicBezTo>
                  <a:cubicBezTo>
                    <a:pt x="223" y="178"/>
                    <a:pt x="240" y="124"/>
                    <a:pt x="223" y="75"/>
                  </a:cubicBezTo>
                  <a:cubicBezTo>
                    <a:pt x="210" y="31"/>
                    <a:pt x="160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7" name="Google Shape;12567;p31"/>
            <p:cNvSpPr/>
            <p:nvPr/>
          </p:nvSpPr>
          <p:spPr>
            <a:xfrm>
              <a:off x="4178600" y="314772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20" y="0"/>
                  </a:moveTo>
                  <a:cubicBezTo>
                    <a:pt x="83" y="0"/>
                    <a:pt x="50" y="17"/>
                    <a:pt x="33" y="37"/>
                  </a:cubicBezTo>
                  <a:cubicBezTo>
                    <a:pt x="17" y="54"/>
                    <a:pt x="0" y="70"/>
                    <a:pt x="0" y="87"/>
                  </a:cubicBezTo>
                  <a:lnTo>
                    <a:pt x="0" y="157"/>
                  </a:lnTo>
                  <a:cubicBezTo>
                    <a:pt x="17" y="173"/>
                    <a:pt x="50" y="206"/>
                    <a:pt x="83" y="206"/>
                  </a:cubicBezTo>
                  <a:lnTo>
                    <a:pt x="103" y="206"/>
                  </a:lnTo>
                  <a:cubicBezTo>
                    <a:pt x="110" y="209"/>
                    <a:pt x="117" y="210"/>
                    <a:pt x="123" y="210"/>
                  </a:cubicBezTo>
                  <a:cubicBezTo>
                    <a:pt x="166" y="210"/>
                    <a:pt x="206" y="166"/>
                    <a:pt x="206" y="120"/>
                  </a:cubicBezTo>
                  <a:cubicBezTo>
                    <a:pt x="206" y="103"/>
                    <a:pt x="206" y="70"/>
                    <a:pt x="186" y="54"/>
                  </a:cubicBezTo>
                  <a:cubicBezTo>
                    <a:pt x="169" y="37"/>
                    <a:pt x="153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8" name="Google Shape;12568;p31"/>
            <p:cNvSpPr/>
            <p:nvPr/>
          </p:nvSpPr>
          <p:spPr>
            <a:xfrm>
              <a:off x="4275175" y="3166675"/>
              <a:ext cx="6000" cy="5275"/>
            </a:xfrm>
            <a:custGeom>
              <a:avLst/>
              <a:gdLst/>
              <a:ahLst/>
              <a:cxnLst/>
              <a:rect l="l" t="t" r="r" b="b"/>
              <a:pathLst>
                <a:path w="240" h="211" extrusionOk="0">
                  <a:moveTo>
                    <a:pt x="87" y="1"/>
                  </a:moveTo>
                  <a:cubicBezTo>
                    <a:pt x="33" y="34"/>
                    <a:pt x="0" y="83"/>
                    <a:pt x="17" y="137"/>
                  </a:cubicBezTo>
                  <a:cubicBezTo>
                    <a:pt x="48" y="178"/>
                    <a:pt x="88" y="211"/>
                    <a:pt x="131" y="211"/>
                  </a:cubicBezTo>
                  <a:cubicBezTo>
                    <a:pt x="140" y="211"/>
                    <a:pt x="148" y="210"/>
                    <a:pt x="157" y="207"/>
                  </a:cubicBezTo>
                  <a:cubicBezTo>
                    <a:pt x="174" y="186"/>
                    <a:pt x="190" y="186"/>
                    <a:pt x="207" y="170"/>
                  </a:cubicBezTo>
                  <a:cubicBezTo>
                    <a:pt x="223" y="137"/>
                    <a:pt x="240" y="104"/>
                    <a:pt x="223" y="67"/>
                  </a:cubicBezTo>
                  <a:cubicBezTo>
                    <a:pt x="207" y="34"/>
                    <a:pt x="174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9" name="Google Shape;12569;p31"/>
            <p:cNvSpPr/>
            <p:nvPr/>
          </p:nvSpPr>
          <p:spPr>
            <a:xfrm>
              <a:off x="4274350" y="3180225"/>
              <a:ext cx="5600" cy="5050"/>
            </a:xfrm>
            <a:custGeom>
              <a:avLst/>
              <a:gdLst/>
              <a:ahLst/>
              <a:cxnLst/>
              <a:rect l="l" t="t" r="r" b="b"/>
              <a:pathLst>
                <a:path w="224" h="202" extrusionOk="0">
                  <a:moveTo>
                    <a:pt x="107" y="0"/>
                  </a:moveTo>
                  <a:cubicBezTo>
                    <a:pt x="84" y="0"/>
                    <a:pt x="62" y="12"/>
                    <a:pt x="50" y="24"/>
                  </a:cubicBezTo>
                  <a:cubicBezTo>
                    <a:pt x="33" y="40"/>
                    <a:pt x="17" y="57"/>
                    <a:pt x="17" y="94"/>
                  </a:cubicBezTo>
                  <a:cubicBezTo>
                    <a:pt x="1" y="110"/>
                    <a:pt x="17" y="127"/>
                    <a:pt x="17" y="143"/>
                  </a:cubicBezTo>
                  <a:cubicBezTo>
                    <a:pt x="17" y="143"/>
                    <a:pt x="17" y="160"/>
                    <a:pt x="33" y="160"/>
                  </a:cubicBezTo>
                  <a:cubicBezTo>
                    <a:pt x="50" y="180"/>
                    <a:pt x="66" y="197"/>
                    <a:pt x="104" y="197"/>
                  </a:cubicBezTo>
                  <a:cubicBezTo>
                    <a:pt x="112" y="200"/>
                    <a:pt x="121" y="201"/>
                    <a:pt x="129" y="201"/>
                  </a:cubicBezTo>
                  <a:cubicBezTo>
                    <a:pt x="170" y="201"/>
                    <a:pt x="209" y="168"/>
                    <a:pt x="223" y="110"/>
                  </a:cubicBezTo>
                  <a:cubicBezTo>
                    <a:pt x="223" y="94"/>
                    <a:pt x="223" y="57"/>
                    <a:pt x="207" y="40"/>
                  </a:cubicBezTo>
                  <a:cubicBezTo>
                    <a:pt x="190" y="24"/>
                    <a:pt x="153" y="7"/>
                    <a:pt x="137" y="7"/>
                  </a:cubicBezTo>
                  <a:cubicBezTo>
                    <a:pt x="127" y="2"/>
                    <a:pt x="117" y="0"/>
                    <a:pt x="1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0" name="Google Shape;12570;p31"/>
            <p:cNvSpPr/>
            <p:nvPr/>
          </p:nvSpPr>
          <p:spPr>
            <a:xfrm>
              <a:off x="4269600" y="3142875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96" y="1"/>
                  </a:moveTo>
                  <a:cubicBezTo>
                    <a:pt x="54" y="1"/>
                    <a:pt x="15" y="33"/>
                    <a:pt x="1" y="75"/>
                  </a:cubicBezTo>
                  <a:lnTo>
                    <a:pt x="1" y="91"/>
                  </a:lnTo>
                  <a:lnTo>
                    <a:pt x="1" y="145"/>
                  </a:lnTo>
                  <a:cubicBezTo>
                    <a:pt x="17" y="161"/>
                    <a:pt x="34" y="194"/>
                    <a:pt x="50" y="194"/>
                  </a:cubicBezTo>
                  <a:cubicBezTo>
                    <a:pt x="71" y="211"/>
                    <a:pt x="87" y="211"/>
                    <a:pt x="87" y="211"/>
                  </a:cubicBezTo>
                  <a:cubicBezTo>
                    <a:pt x="137" y="211"/>
                    <a:pt x="207" y="178"/>
                    <a:pt x="207" y="128"/>
                  </a:cubicBezTo>
                  <a:cubicBezTo>
                    <a:pt x="207" y="91"/>
                    <a:pt x="207" y="75"/>
                    <a:pt x="191" y="42"/>
                  </a:cubicBezTo>
                  <a:cubicBezTo>
                    <a:pt x="174" y="25"/>
                    <a:pt x="153" y="5"/>
                    <a:pt x="120" y="5"/>
                  </a:cubicBezTo>
                  <a:cubicBezTo>
                    <a:pt x="112" y="2"/>
                    <a:pt x="104" y="1"/>
                    <a:pt x="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1" name="Google Shape;12571;p31"/>
            <p:cNvSpPr/>
            <p:nvPr/>
          </p:nvSpPr>
          <p:spPr>
            <a:xfrm>
              <a:off x="4270025" y="3208250"/>
              <a:ext cx="5575" cy="5250"/>
            </a:xfrm>
            <a:custGeom>
              <a:avLst/>
              <a:gdLst/>
              <a:ahLst/>
              <a:cxnLst/>
              <a:rect l="l" t="t" r="r" b="b"/>
              <a:pathLst>
                <a:path w="223" h="210" extrusionOk="0">
                  <a:moveTo>
                    <a:pt x="100" y="0"/>
                  </a:moveTo>
                  <a:cubicBezTo>
                    <a:pt x="57" y="0"/>
                    <a:pt x="15" y="44"/>
                    <a:pt x="0" y="90"/>
                  </a:cubicBezTo>
                  <a:cubicBezTo>
                    <a:pt x="0" y="107"/>
                    <a:pt x="0" y="123"/>
                    <a:pt x="17" y="140"/>
                  </a:cubicBezTo>
                  <a:lnTo>
                    <a:pt x="17" y="156"/>
                  </a:lnTo>
                  <a:cubicBezTo>
                    <a:pt x="33" y="193"/>
                    <a:pt x="70" y="210"/>
                    <a:pt x="87" y="210"/>
                  </a:cubicBezTo>
                  <a:cubicBezTo>
                    <a:pt x="120" y="210"/>
                    <a:pt x="157" y="210"/>
                    <a:pt x="174" y="193"/>
                  </a:cubicBezTo>
                  <a:cubicBezTo>
                    <a:pt x="190" y="173"/>
                    <a:pt x="206" y="140"/>
                    <a:pt x="206" y="123"/>
                  </a:cubicBezTo>
                  <a:cubicBezTo>
                    <a:pt x="223" y="90"/>
                    <a:pt x="206" y="70"/>
                    <a:pt x="190" y="37"/>
                  </a:cubicBezTo>
                  <a:cubicBezTo>
                    <a:pt x="174" y="20"/>
                    <a:pt x="157" y="4"/>
                    <a:pt x="120" y="4"/>
                  </a:cubicBezTo>
                  <a:cubicBezTo>
                    <a:pt x="113" y="1"/>
                    <a:pt x="107" y="0"/>
                    <a:pt x="1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2" name="Google Shape;12572;p31"/>
            <p:cNvSpPr/>
            <p:nvPr/>
          </p:nvSpPr>
          <p:spPr>
            <a:xfrm>
              <a:off x="4287650" y="3173775"/>
              <a:ext cx="5575" cy="5300"/>
            </a:xfrm>
            <a:custGeom>
              <a:avLst/>
              <a:gdLst/>
              <a:ahLst/>
              <a:cxnLst/>
              <a:rect l="l" t="t" r="r" b="b"/>
              <a:pathLst>
                <a:path w="223" h="212" extrusionOk="0">
                  <a:moveTo>
                    <a:pt x="111" y="0"/>
                  </a:moveTo>
                  <a:cubicBezTo>
                    <a:pt x="82" y="0"/>
                    <a:pt x="54" y="13"/>
                    <a:pt x="33" y="43"/>
                  </a:cubicBezTo>
                  <a:cubicBezTo>
                    <a:pt x="17" y="59"/>
                    <a:pt x="0" y="92"/>
                    <a:pt x="0" y="109"/>
                  </a:cubicBezTo>
                  <a:cubicBezTo>
                    <a:pt x="17" y="129"/>
                    <a:pt x="17" y="129"/>
                    <a:pt x="17" y="146"/>
                  </a:cubicBezTo>
                  <a:cubicBezTo>
                    <a:pt x="17" y="162"/>
                    <a:pt x="33" y="179"/>
                    <a:pt x="50" y="179"/>
                  </a:cubicBezTo>
                  <a:cubicBezTo>
                    <a:pt x="70" y="195"/>
                    <a:pt x="103" y="212"/>
                    <a:pt x="120" y="212"/>
                  </a:cubicBezTo>
                  <a:cubicBezTo>
                    <a:pt x="153" y="212"/>
                    <a:pt x="174" y="195"/>
                    <a:pt x="190" y="179"/>
                  </a:cubicBezTo>
                  <a:cubicBezTo>
                    <a:pt x="207" y="146"/>
                    <a:pt x="223" y="129"/>
                    <a:pt x="223" y="92"/>
                  </a:cubicBezTo>
                  <a:cubicBezTo>
                    <a:pt x="207" y="76"/>
                    <a:pt x="207" y="43"/>
                    <a:pt x="174" y="26"/>
                  </a:cubicBezTo>
                  <a:cubicBezTo>
                    <a:pt x="157" y="9"/>
                    <a:pt x="134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3" name="Google Shape;12573;p31"/>
            <p:cNvSpPr/>
            <p:nvPr/>
          </p:nvSpPr>
          <p:spPr>
            <a:xfrm>
              <a:off x="4285475" y="3185550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0"/>
                  </a:moveTo>
                  <a:cubicBezTo>
                    <a:pt x="87" y="0"/>
                    <a:pt x="54" y="17"/>
                    <a:pt x="34" y="33"/>
                  </a:cubicBezTo>
                  <a:cubicBezTo>
                    <a:pt x="17" y="50"/>
                    <a:pt x="1" y="70"/>
                    <a:pt x="1" y="87"/>
                  </a:cubicBezTo>
                  <a:lnTo>
                    <a:pt x="1" y="136"/>
                  </a:lnTo>
                  <a:cubicBezTo>
                    <a:pt x="17" y="174"/>
                    <a:pt x="54" y="207"/>
                    <a:pt x="87" y="207"/>
                  </a:cubicBezTo>
                  <a:lnTo>
                    <a:pt x="104" y="207"/>
                  </a:lnTo>
                  <a:cubicBezTo>
                    <a:pt x="157" y="207"/>
                    <a:pt x="207" y="174"/>
                    <a:pt x="207" y="120"/>
                  </a:cubicBezTo>
                  <a:cubicBezTo>
                    <a:pt x="207" y="87"/>
                    <a:pt x="207" y="70"/>
                    <a:pt x="190" y="50"/>
                  </a:cubicBezTo>
                  <a:cubicBezTo>
                    <a:pt x="174" y="17"/>
                    <a:pt x="15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4" name="Google Shape;12574;p31"/>
            <p:cNvSpPr/>
            <p:nvPr/>
          </p:nvSpPr>
          <p:spPr>
            <a:xfrm>
              <a:off x="4265275" y="3157450"/>
              <a:ext cx="5600" cy="5350"/>
            </a:xfrm>
            <a:custGeom>
              <a:avLst/>
              <a:gdLst/>
              <a:ahLst/>
              <a:cxnLst/>
              <a:rect l="l" t="t" r="r" b="b"/>
              <a:pathLst>
                <a:path w="224" h="214" extrusionOk="0">
                  <a:moveTo>
                    <a:pt x="116" y="1"/>
                  </a:moveTo>
                  <a:cubicBezTo>
                    <a:pt x="85" y="1"/>
                    <a:pt x="56" y="13"/>
                    <a:pt x="38" y="40"/>
                  </a:cubicBezTo>
                  <a:cubicBezTo>
                    <a:pt x="17" y="61"/>
                    <a:pt x="1" y="94"/>
                    <a:pt x="17" y="110"/>
                  </a:cubicBezTo>
                  <a:lnTo>
                    <a:pt x="17" y="143"/>
                  </a:lnTo>
                  <a:cubicBezTo>
                    <a:pt x="17" y="164"/>
                    <a:pt x="38" y="180"/>
                    <a:pt x="54" y="180"/>
                  </a:cubicBezTo>
                  <a:cubicBezTo>
                    <a:pt x="71" y="197"/>
                    <a:pt x="104" y="213"/>
                    <a:pt x="120" y="213"/>
                  </a:cubicBezTo>
                  <a:cubicBezTo>
                    <a:pt x="157" y="197"/>
                    <a:pt x="174" y="197"/>
                    <a:pt x="207" y="164"/>
                  </a:cubicBezTo>
                  <a:cubicBezTo>
                    <a:pt x="223" y="143"/>
                    <a:pt x="223" y="127"/>
                    <a:pt x="223" y="94"/>
                  </a:cubicBezTo>
                  <a:cubicBezTo>
                    <a:pt x="223" y="61"/>
                    <a:pt x="207" y="40"/>
                    <a:pt x="190" y="24"/>
                  </a:cubicBezTo>
                  <a:cubicBezTo>
                    <a:pt x="168" y="9"/>
                    <a:pt x="142" y="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5" name="Google Shape;12575;p31"/>
            <p:cNvSpPr/>
            <p:nvPr/>
          </p:nvSpPr>
          <p:spPr>
            <a:xfrm>
              <a:off x="4279100" y="3153275"/>
              <a:ext cx="5575" cy="5325"/>
            </a:xfrm>
            <a:custGeom>
              <a:avLst/>
              <a:gdLst/>
              <a:ahLst/>
              <a:cxnLst/>
              <a:rect l="l" t="t" r="r" b="b"/>
              <a:pathLst>
                <a:path w="223" h="213" extrusionOk="0">
                  <a:moveTo>
                    <a:pt x="120" y="1"/>
                  </a:moveTo>
                  <a:cubicBezTo>
                    <a:pt x="103" y="1"/>
                    <a:pt x="66" y="22"/>
                    <a:pt x="50" y="38"/>
                  </a:cubicBezTo>
                  <a:cubicBezTo>
                    <a:pt x="17" y="38"/>
                    <a:pt x="17" y="71"/>
                    <a:pt x="0" y="87"/>
                  </a:cubicBezTo>
                  <a:cubicBezTo>
                    <a:pt x="0" y="104"/>
                    <a:pt x="0" y="141"/>
                    <a:pt x="17" y="158"/>
                  </a:cubicBezTo>
                  <a:lnTo>
                    <a:pt x="17" y="174"/>
                  </a:lnTo>
                  <a:cubicBezTo>
                    <a:pt x="33" y="191"/>
                    <a:pt x="66" y="207"/>
                    <a:pt x="83" y="207"/>
                  </a:cubicBezTo>
                  <a:cubicBezTo>
                    <a:pt x="96" y="211"/>
                    <a:pt x="108" y="213"/>
                    <a:pt x="120" y="213"/>
                  </a:cubicBezTo>
                  <a:cubicBezTo>
                    <a:pt x="171" y="213"/>
                    <a:pt x="206" y="178"/>
                    <a:pt x="206" y="125"/>
                  </a:cubicBezTo>
                  <a:cubicBezTo>
                    <a:pt x="223" y="104"/>
                    <a:pt x="206" y="71"/>
                    <a:pt x="186" y="55"/>
                  </a:cubicBezTo>
                  <a:cubicBezTo>
                    <a:pt x="169" y="38"/>
                    <a:pt x="153" y="22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6" name="Google Shape;12576;p31"/>
            <p:cNvSpPr/>
            <p:nvPr/>
          </p:nvSpPr>
          <p:spPr>
            <a:xfrm>
              <a:off x="4283725" y="3136900"/>
              <a:ext cx="5700" cy="5200"/>
            </a:xfrm>
            <a:custGeom>
              <a:avLst/>
              <a:gdLst/>
              <a:ahLst/>
              <a:cxnLst/>
              <a:rect l="l" t="t" r="r" b="b"/>
              <a:pathLst>
                <a:path w="228" h="208" extrusionOk="0">
                  <a:moveTo>
                    <a:pt x="100" y="0"/>
                  </a:moveTo>
                  <a:cubicBezTo>
                    <a:pt x="90" y="0"/>
                    <a:pt x="80" y="2"/>
                    <a:pt x="71" y="4"/>
                  </a:cubicBezTo>
                  <a:cubicBezTo>
                    <a:pt x="21" y="21"/>
                    <a:pt x="1" y="91"/>
                    <a:pt x="21" y="141"/>
                  </a:cubicBezTo>
                  <a:cubicBezTo>
                    <a:pt x="33" y="179"/>
                    <a:pt x="71" y="207"/>
                    <a:pt x="111" y="207"/>
                  </a:cubicBezTo>
                  <a:cubicBezTo>
                    <a:pt x="127" y="207"/>
                    <a:pt x="143" y="203"/>
                    <a:pt x="157" y="194"/>
                  </a:cubicBezTo>
                  <a:cubicBezTo>
                    <a:pt x="207" y="178"/>
                    <a:pt x="227" y="124"/>
                    <a:pt x="207" y="75"/>
                  </a:cubicBezTo>
                  <a:cubicBezTo>
                    <a:pt x="193" y="30"/>
                    <a:pt x="146" y="0"/>
                    <a:pt x="1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7" name="Google Shape;12577;p31"/>
            <p:cNvSpPr/>
            <p:nvPr/>
          </p:nvSpPr>
          <p:spPr>
            <a:xfrm>
              <a:off x="4255375" y="3147300"/>
              <a:ext cx="5700" cy="5175"/>
            </a:xfrm>
            <a:custGeom>
              <a:avLst/>
              <a:gdLst/>
              <a:ahLst/>
              <a:cxnLst/>
              <a:rect l="l" t="t" r="r" b="b"/>
              <a:pathLst>
                <a:path w="228" h="207" extrusionOk="0">
                  <a:moveTo>
                    <a:pt x="125" y="1"/>
                  </a:moveTo>
                  <a:cubicBezTo>
                    <a:pt x="104" y="1"/>
                    <a:pt x="71" y="1"/>
                    <a:pt x="54" y="17"/>
                  </a:cubicBezTo>
                  <a:cubicBezTo>
                    <a:pt x="38" y="34"/>
                    <a:pt x="22" y="71"/>
                    <a:pt x="22" y="87"/>
                  </a:cubicBezTo>
                  <a:cubicBezTo>
                    <a:pt x="1" y="104"/>
                    <a:pt x="1" y="120"/>
                    <a:pt x="22" y="137"/>
                  </a:cubicBezTo>
                  <a:cubicBezTo>
                    <a:pt x="22" y="157"/>
                    <a:pt x="22" y="157"/>
                    <a:pt x="38" y="174"/>
                  </a:cubicBezTo>
                  <a:cubicBezTo>
                    <a:pt x="54" y="190"/>
                    <a:pt x="71" y="207"/>
                    <a:pt x="104" y="207"/>
                  </a:cubicBezTo>
                  <a:cubicBezTo>
                    <a:pt x="158" y="207"/>
                    <a:pt x="207" y="174"/>
                    <a:pt x="228" y="120"/>
                  </a:cubicBezTo>
                  <a:cubicBezTo>
                    <a:pt x="228" y="87"/>
                    <a:pt x="207" y="71"/>
                    <a:pt x="191" y="34"/>
                  </a:cubicBezTo>
                  <a:cubicBezTo>
                    <a:pt x="191" y="17"/>
                    <a:pt x="158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8" name="Google Shape;12578;p31"/>
            <p:cNvSpPr/>
            <p:nvPr/>
          </p:nvSpPr>
          <p:spPr>
            <a:xfrm>
              <a:off x="4249825" y="3175075"/>
              <a:ext cx="5575" cy="5200"/>
            </a:xfrm>
            <a:custGeom>
              <a:avLst/>
              <a:gdLst/>
              <a:ahLst/>
              <a:cxnLst/>
              <a:rect l="l" t="t" r="r" b="b"/>
              <a:pathLst>
                <a:path w="223" h="208" extrusionOk="0">
                  <a:moveTo>
                    <a:pt x="128" y="1"/>
                  </a:moveTo>
                  <a:cubicBezTo>
                    <a:pt x="114" y="1"/>
                    <a:pt x="100" y="3"/>
                    <a:pt x="87" y="7"/>
                  </a:cubicBezTo>
                  <a:cubicBezTo>
                    <a:pt x="37" y="24"/>
                    <a:pt x="0" y="94"/>
                    <a:pt x="37" y="143"/>
                  </a:cubicBezTo>
                  <a:cubicBezTo>
                    <a:pt x="37" y="160"/>
                    <a:pt x="54" y="160"/>
                    <a:pt x="54" y="180"/>
                  </a:cubicBezTo>
                  <a:cubicBezTo>
                    <a:pt x="73" y="200"/>
                    <a:pt x="92" y="208"/>
                    <a:pt x="113" y="208"/>
                  </a:cubicBezTo>
                  <a:cubicBezTo>
                    <a:pt x="127" y="208"/>
                    <a:pt x="142" y="204"/>
                    <a:pt x="157" y="197"/>
                  </a:cubicBezTo>
                  <a:cubicBezTo>
                    <a:pt x="206" y="180"/>
                    <a:pt x="223" y="143"/>
                    <a:pt x="223" y="110"/>
                  </a:cubicBezTo>
                  <a:lnTo>
                    <a:pt x="223" y="57"/>
                  </a:lnTo>
                  <a:cubicBezTo>
                    <a:pt x="211" y="19"/>
                    <a:pt x="170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9" name="Google Shape;12579;p31"/>
            <p:cNvSpPr/>
            <p:nvPr/>
          </p:nvSpPr>
          <p:spPr>
            <a:xfrm>
              <a:off x="4249825" y="3188125"/>
              <a:ext cx="5175" cy="5350"/>
            </a:xfrm>
            <a:custGeom>
              <a:avLst/>
              <a:gdLst/>
              <a:ahLst/>
              <a:cxnLst/>
              <a:rect l="l" t="t" r="r" b="b"/>
              <a:pathLst>
                <a:path w="207" h="214" extrusionOk="0">
                  <a:moveTo>
                    <a:pt x="103" y="0"/>
                  </a:moveTo>
                  <a:cubicBezTo>
                    <a:pt x="70" y="17"/>
                    <a:pt x="37" y="17"/>
                    <a:pt x="17" y="50"/>
                  </a:cubicBezTo>
                  <a:cubicBezTo>
                    <a:pt x="0" y="71"/>
                    <a:pt x="0" y="87"/>
                    <a:pt x="0" y="120"/>
                  </a:cubicBezTo>
                  <a:lnTo>
                    <a:pt x="0" y="153"/>
                  </a:lnTo>
                  <a:cubicBezTo>
                    <a:pt x="17" y="153"/>
                    <a:pt x="17" y="174"/>
                    <a:pt x="37" y="190"/>
                  </a:cubicBezTo>
                  <a:cubicBezTo>
                    <a:pt x="60" y="205"/>
                    <a:pt x="86" y="213"/>
                    <a:pt x="111" y="213"/>
                  </a:cubicBezTo>
                  <a:cubicBezTo>
                    <a:pt x="142" y="213"/>
                    <a:pt x="172" y="201"/>
                    <a:pt x="190" y="174"/>
                  </a:cubicBezTo>
                  <a:cubicBezTo>
                    <a:pt x="206" y="153"/>
                    <a:pt x="206" y="120"/>
                    <a:pt x="206" y="104"/>
                  </a:cubicBezTo>
                  <a:cubicBezTo>
                    <a:pt x="206" y="71"/>
                    <a:pt x="190" y="50"/>
                    <a:pt x="173" y="33"/>
                  </a:cubicBezTo>
                  <a:cubicBezTo>
                    <a:pt x="157" y="17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0" name="Google Shape;12580;p31"/>
            <p:cNvSpPr/>
            <p:nvPr/>
          </p:nvSpPr>
          <p:spPr>
            <a:xfrm>
              <a:off x="4245600" y="3125825"/>
              <a:ext cx="5175" cy="5225"/>
            </a:xfrm>
            <a:custGeom>
              <a:avLst/>
              <a:gdLst/>
              <a:ahLst/>
              <a:cxnLst/>
              <a:rect l="l" t="t" r="r" b="b"/>
              <a:pathLst>
                <a:path w="207" h="209" extrusionOk="0">
                  <a:moveTo>
                    <a:pt x="107" y="1"/>
                  </a:moveTo>
                  <a:cubicBezTo>
                    <a:pt x="72" y="1"/>
                    <a:pt x="37" y="15"/>
                    <a:pt x="17" y="35"/>
                  </a:cubicBezTo>
                  <a:cubicBezTo>
                    <a:pt x="0" y="68"/>
                    <a:pt x="0" y="89"/>
                    <a:pt x="0" y="122"/>
                  </a:cubicBezTo>
                  <a:lnTo>
                    <a:pt x="0" y="138"/>
                  </a:lnTo>
                  <a:cubicBezTo>
                    <a:pt x="17" y="155"/>
                    <a:pt x="17" y="171"/>
                    <a:pt x="33" y="192"/>
                  </a:cubicBezTo>
                  <a:cubicBezTo>
                    <a:pt x="50" y="208"/>
                    <a:pt x="83" y="208"/>
                    <a:pt x="120" y="208"/>
                  </a:cubicBezTo>
                  <a:cubicBezTo>
                    <a:pt x="136" y="208"/>
                    <a:pt x="169" y="192"/>
                    <a:pt x="186" y="171"/>
                  </a:cubicBezTo>
                  <a:cubicBezTo>
                    <a:pt x="206" y="155"/>
                    <a:pt x="206" y="122"/>
                    <a:pt x="206" y="89"/>
                  </a:cubicBezTo>
                  <a:cubicBezTo>
                    <a:pt x="206" y="68"/>
                    <a:pt x="186" y="35"/>
                    <a:pt x="169" y="19"/>
                  </a:cubicBezTo>
                  <a:cubicBezTo>
                    <a:pt x="150" y="6"/>
                    <a:pt x="128" y="1"/>
                    <a:pt x="1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1" name="Google Shape;12581;p31"/>
            <p:cNvSpPr/>
            <p:nvPr/>
          </p:nvSpPr>
          <p:spPr>
            <a:xfrm>
              <a:off x="4253325" y="3163600"/>
              <a:ext cx="5600" cy="5375"/>
            </a:xfrm>
            <a:custGeom>
              <a:avLst/>
              <a:gdLst/>
              <a:ahLst/>
              <a:cxnLst/>
              <a:rect l="l" t="t" r="r" b="b"/>
              <a:pathLst>
                <a:path w="224" h="215" extrusionOk="0">
                  <a:moveTo>
                    <a:pt x="120" y="0"/>
                  </a:moveTo>
                  <a:cubicBezTo>
                    <a:pt x="66" y="0"/>
                    <a:pt x="17" y="37"/>
                    <a:pt x="0" y="87"/>
                  </a:cubicBezTo>
                  <a:cubicBezTo>
                    <a:pt x="0" y="103"/>
                    <a:pt x="0" y="140"/>
                    <a:pt x="17" y="157"/>
                  </a:cubicBezTo>
                  <a:lnTo>
                    <a:pt x="33" y="173"/>
                  </a:lnTo>
                  <a:cubicBezTo>
                    <a:pt x="50" y="190"/>
                    <a:pt x="66" y="206"/>
                    <a:pt x="104" y="206"/>
                  </a:cubicBezTo>
                  <a:cubicBezTo>
                    <a:pt x="108" y="213"/>
                    <a:pt x="115" y="215"/>
                    <a:pt x="122" y="215"/>
                  </a:cubicBezTo>
                  <a:cubicBezTo>
                    <a:pt x="138" y="215"/>
                    <a:pt x="158" y="201"/>
                    <a:pt x="169" y="190"/>
                  </a:cubicBezTo>
                  <a:cubicBezTo>
                    <a:pt x="186" y="173"/>
                    <a:pt x="207" y="157"/>
                    <a:pt x="223" y="124"/>
                  </a:cubicBezTo>
                  <a:cubicBezTo>
                    <a:pt x="223" y="103"/>
                    <a:pt x="207" y="70"/>
                    <a:pt x="186" y="54"/>
                  </a:cubicBezTo>
                  <a:cubicBezTo>
                    <a:pt x="169" y="37"/>
                    <a:pt x="153" y="21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2" name="Google Shape;12582;p31"/>
            <p:cNvSpPr/>
            <p:nvPr/>
          </p:nvSpPr>
          <p:spPr>
            <a:xfrm>
              <a:off x="4264050" y="3169750"/>
              <a:ext cx="5575" cy="5275"/>
            </a:xfrm>
            <a:custGeom>
              <a:avLst/>
              <a:gdLst/>
              <a:ahLst/>
              <a:cxnLst/>
              <a:rect l="l" t="t" r="r" b="b"/>
              <a:pathLst>
                <a:path w="223" h="211" extrusionOk="0">
                  <a:moveTo>
                    <a:pt x="131" y="1"/>
                  </a:moveTo>
                  <a:cubicBezTo>
                    <a:pt x="116" y="1"/>
                    <a:pt x="101" y="5"/>
                    <a:pt x="87" y="14"/>
                  </a:cubicBezTo>
                  <a:cubicBezTo>
                    <a:pt x="33" y="30"/>
                    <a:pt x="0" y="84"/>
                    <a:pt x="17" y="134"/>
                  </a:cubicBezTo>
                  <a:cubicBezTo>
                    <a:pt x="33" y="150"/>
                    <a:pt x="33" y="166"/>
                    <a:pt x="50" y="187"/>
                  </a:cubicBezTo>
                  <a:cubicBezTo>
                    <a:pt x="76" y="199"/>
                    <a:pt x="100" y="210"/>
                    <a:pt x="124" y="210"/>
                  </a:cubicBezTo>
                  <a:cubicBezTo>
                    <a:pt x="133" y="210"/>
                    <a:pt x="143" y="208"/>
                    <a:pt x="153" y="204"/>
                  </a:cubicBezTo>
                  <a:cubicBezTo>
                    <a:pt x="206" y="187"/>
                    <a:pt x="223" y="150"/>
                    <a:pt x="223" y="117"/>
                  </a:cubicBezTo>
                  <a:lnTo>
                    <a:pt x="223" y="63"/>
                  </a:lnTo>
                  <a:cubicBezTo>
                    <a:pt x="211" y="28"/>
                    <a:pt x="171" y="1"/>
                    <a:pt x="1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3" name="Google Shape;12583;p31"/>
            <p:cNvSpPr/>
            <p:nvPr/>
          </p:nvSpPr>
          <p:spPr>
            <a:xfrm>
              <a:off x="4261875" y="3185125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20" y="1"/>
                  </a:moveTo>
                  <a:cubicBezTo>
                    <a:pt x="71" y="1"/>
                    <a:pt x="17" y="34"/>
                    <a:pt x="1" y="87"/>
                  </a:cubicBezTo>
                  <a:cubicBezTo>
                    <a:pt x="1" y="104"/>
                    <a:pt x="1" y="120"/>
                    <a:pt x="17" y="137"/>
                  </a:cubicBezTo>
                  <a:cubicBezTo>
                    <a:pt x="34" y="170"/>
                    <a:pt x="50" y="207"/>
                    <a:pt x="104" y="207"/>
                  </a:cubicBezTo>
                  <a:cubicBezTo>
                    <a:pt x="110" y="209"/>
                    <a:pt x="116" y="210"/>
                    <a:pt x="122" y="210"/>
                  </a:cubicBezTo>
                  <a:cubicBezTo>
                    <a:pt x="166" y="210"/>
                    <a:pt x="207" y="164"/>
                    <a:pt x="207" y="120"/>
                  </a:cubicBezTo>
                  <a:cubicBezTo>
                    <a:pt x="223" y="104"/>
                    <a:pt x="207" y="67"/>
                    <a:pt x="190" y="50"/>
                  </a:cubicBezTo>
                  <a:cubicBezTo>
                    <a:pt x="174" y="17"/>
                    <a:pt x="153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4" name="Google Shape;12584;p31"/>
            <p:cNvSpPr/>
            <p:nvPr/>
          </p:nvSpPr>
          <p:spPr>
            <a:xfrm>
              <a:off x="4289400" y="3160050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20" y="0"/>
                  </a:moveTo>
                  <a:cubicBezTo>
                    <a:pt x="108" y="0"/>
                    <a:pt x="95" y="2"/>
                    <a:pt x="83" y="6"/>
                  </a:cubicBezTo>
                  <a:cubicBezTo>
                    <a:pt x="17" y="23"/>
                    <a:pt x="0" y="93"/>
                    <a:pt x="17" y="142"/>
                  </a:cubicBezTo>
                  <a:cubicBezTo>
                    <a:pt x="17" y="163"/>
                    <a:pt x="33" y="179"/>
                    <a:pt x="50" y="179"/>
                  </a:cubicBezTo>
                  <a:cubicBezTo>
                    <a:pt x="60" y="199"/>
                    <a:pt x="82" y="207"/>
                    <a:pt x="106" y="207"/>
                  </a:cubicBezTo>
                  <a:cubicBezTo>
                    <a:pt x="122" y="207"/>
                    <a:pt x="139" y="203"/>
                    <a:pt x="153" y="196"/>
                  </a:cubicBezTo>
                  <a:cubicBezTo>
                    <a:pt x="186" y="196"/>
                    <a:pt x="223" y="163"/>
                    <a:pt x="223" y="109"/>
                  </a:cubicBezTo>
                  <a:lnTo>
                    <a:pt x="223" y="76"/>
                  </a:lnTo>
                  <a:cubicBezTo>
                    <a:pt x="195" y="22"/>
                    <a:pt x="159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5" name="Google Shape;12585;p31"/>
            <p:cNvSpPr/>
            <p:nvPr/>
          </p:nvSpPr>
          <p:spPr>
            <a:xfrm>
              <a:off x="4257125" y="3133500"/>
              <a:ext cx="5200" cy="4950"/>
            </a:xfrm>
            <a:custGeom>
              <a:avLst/>
              <a:gdLst/>
              <a:ahLst/>
              <a:cxnLst/>
              <a:rect l="l" t="t" r="r" b="b"/>
              <a:pathLst>
                <a:path w="208" h="198" extrusionOk="0">
                  <a:moveTo>
                    <a:pt x="95" y="0"/>
                  </a:moveTo>
                  <a:cubicBezTo>
                    <a:pt x="54" y="0"/>
                    <a:pt x="15" y="33"/>
                    <a:pt x="1" y="91"/>
                  </a:cubicBezTo>
                  <a:lnTo>
                    <a:pt x="1" y="140"/>
                  </a:lnTo>
                  <a:cubicBezTo>
                    <a:pt x="17" y="140"/>
                    <a:pt x="17" y="157"/>
                    <a:pt x="17" y="157"/>
                  </a:cubicBezTo>
                  <a:cubicBezTo>
                    <a:pt x="34" y="173"/>
                    <a:pt x="71" y="194"/>
                    <a:pt x="88" y="194"/>
                  </a:cubicBezTo>
                  <a:cubicBezTo>
                    <a:pt x="95" y="197"/>
                    <a:pt x="104" y="198"/>
                    <a:pt x="112" y="198"/>
                  </a:cubicBezTo>
                  <a:cubicBezTo>
                    <a:pt x="158" y="198"/>
                    <a:pt x="207" y="163"/>
                    <a:pt x="207" y="108"/>
                  </a:cubicBezTo>
                  <a:cubicBezTo>
                    <a:pt x="207" y="91"/>
                    <a:pt x="207" y="54"/>
                    <a:pt x="191" y="37"/>
                  </a:cubicBezTo>
                  <a:cubicBezTo>
                    <a:pt x="174" y="21"/>
                    <a:pt x="158" y="4"/>
                    <a:pt x="121" y="4"/>
                  </a:cubicBezTo>
                  <a:cubicBezTo>
                    <a:pt x="112" y="2"/>
                    <a:pt x="104" y="0"/>
                    <a:pt x="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6" name="Google Shape;12586;p31"/>
            <p:cNvSpPr/>
            <p:nvPr/>
          </p:nvSpPr>
          <p:spPr>
            <a:xfrm>
              <a:off x="4243425" y="3155850"/>
              <a:ext cx="5600" cy="5425"/>
            </a:xfrm>
            <a:custGeom>
              <a:avLst/>
              <a:gdLst/>
              <a:ahLst/>
              <a:cxnLst/>
              <a:rect l="l" t="t" r="r" b="b"/>
              <a:pathLst>
                <a:path w="224" h="217" extrusionOk="0">
                  <a:moveTo>
                    <a:pt x="87" y="1"/>
                  </a:moveTo>
                  <a:cubicBezTo>
                    <a:pt x="67" y="1"/>
                    <a:pt x="34" y="22"/>
                    <a:pt x="17" y="38"/>
                  </a:cubicBezTo>
                  <a:cubicBezTo>
                    <a:pt x="1" y="71"/>
                    <a:pt x="1" y="88"/>
                    <a:pt x="1" y="125"/>
                  </a:cubicBezTo>
                  <a:lnTo>
                    <a:pt x="1" y="141"/>
                  </a:lnTo>
                  <a:cubicBezTo>
                    <a:pt x="17" y="158"/>
                    <a:pt x="17" y="174"/>
                    <a:pt x="34" y="191"/>
                  </a:cubicBezTo>
                  <a:cubicBezTo>
                    <a:pt x="58" y="207"/>
                    <a:pt x="85" y="217"/>
                    <a:pt x="110" y="217"/>
                  </a:cubicBezTo>
                  <a:cubicBezTo>
                    <a:pt x="141" y="217"/>
                    <a:pt x="170" y="203"/>
                    <a:pt x="190" y="174"/>
                  </a:cubicBezTo>
                  <a:cubicBezTo>
                    <a:pt x="223" y="125"/>
                    <a:pt x="207" y="71"/>
                    <a:pt x="170" y="22"/>
                  </a:cubicBezTo>
                  <a:cubicBezTo>
                    <a:pt x="153" y="1"/>
                    <a:pt x="120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7" name="Google Shape;12587;p31"/>
            <p:cNvSpPr/>
            <p:nvPr/>
          </p:nvSpPr>
          <p:spPr>
            <a:xfrm>
              <a:off x="4316000" y="3164925"/>
              <a:ext cx="5575" cy="5300"/>
            </a:xfrm>
            <a:custGeom>
              <a:avLst/>
              <a:gdLst/>
              <a:ahLst/>
              <a:cxnLst/>
              <a:rect l="l" t="t" r="r" b="b"/>
              <a:pathLst>
                <a:path w="223" h="212" extrusionOk="0">
                  <a:moveTo>
                    <a:pt x="120" y="1"/>
                  </a:moveTo>
                  <a:cubicBezTo>
                    <a:pt x="70" y="1"/>
                    <a:pt x="17" y="34"/>
                    <a:pt x="0" y="87"/>
                  </a:cubicBezTo>
                  <a:cubicBezTo>
                    <a:pt x="0" y="120"/>
                    <a:pt x="0" y="137"/>
                    <a:pt x="17" y="153"/>
                  </a:cubicBezTo>
                  <a:lnTo>
                    <a:pt x="17" y="174"/>
                  </a:lnTo>
                  <a:cubicBezTo>
                    <a:pt x="33" y="190"/>
                    <a:pt x="70" y="207"/>
                    <a:pt x="87" y="207"/>
                  </a:cubicBezTo>
                  <a:cubicBezTo>
                    <a:pt x="98" y="210"/>
                    <a:pt x="109" y="211"/>
                    <a:pt x="119" y="211"/>
                  </a:cubicBezTo>
                  <a:cubicBezTo>
                    <a:pt x="169" y="211"/>
                    <a:pt x="206" y="179"/>
                    <a:pt x="206" y="120"/>
                  </a:cubicBezTo>
                  <a:cubicBezTo>
                    <a:pt x="223" y="104"/>
                    <a:pt x="206" y="71"/>
                    <a:pt x="190" y="50"/>
                  </a:cubicBezTo>
                  <a:cubicBezTo>
                    <a:pt x="173" y="34"/>
                    <a:pt x="153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8" name="Google Shape;12588;p31"/>
            <p:cNvSpPr/>
            <p:nvPr/>
          </p:nvSpPr>
          <p:spPr>
            <a:xfrm>
              <a:off x="4323725" y="3183800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120" y="0"/>
                  </a:moveTo>
                  <a:cubicBezTo>
                    <a:pt x="70" y="0"/>
                    <a:pt x="17" y="37"/>
                    <a:pt x="0" y="103"/>
                  </a:cubicBezTo>
                  <a:lnTo>
                    <a:pt x="0" y="157"/>
                  </a:lnTo>
                  <a:cubicBezTo>
                    <a:pt x="17" y="157"/>
                    <a:pt x="17" y="173"/>
                    <a:pt x="17" y="173"/>
                  </a:cubicBezTo>
                  <a:cubicBezTo>
                    <a:pt x="33" y="190"/>
                    <a:pt x="70" y="206"/>
                    <a:pt x="87" y="206"/>
                  </a:cubicBezTo>
                  <a:cubicBezTo>
                    <a:pt x="95" y="209"/>
                    <a:pt x="104" y="211"/>
                    <a:pt x="114" y="211"/>
                  </a:cubicBezTo>
                  <a:cubicBezTo>
                    <a:pt x="158" y="211"/>
                    <a:pt x="207" y="178"/>
                    <a:pt x="207" y="120"/>
                  </a:cubicBezTo>
                  <a:cubicBezTo>
                    <a:pt x="207" y="103"/>
                    <a:pt x="207" y="70"/>
                    <a:pt x="190" y="54"/>
                  </a:cubicBezTo>
                  <a:cubicBezTo>
                    <a:pt x="174" y="37"/>
                    <a:pt x="153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9" name="Google Shape;12589;p31"/>
            <p:cNvSpPr/>
            <p:nvPr/>
          </p:nvSpPr>
          <p:spPr>
            <a:xfrm>
              <a:off x="4323300" y="3125450"/>
              <a:ext cx="5600" cy="5200"/>
            </a:xfrm>
            <a:custGeom>
              <a:avLst/>
              <a:gdLst/>
              <a:ahLst/>
              <a:cxnLst/>
              <a:rect l="l" t="t" r="r" b="b"/>
              <a:pathLst>
                <a:path w="224" h="208" extrusionOk="0">
                  <a:moveTo>
                    <a:pt x="104" y="1"/>
                  </a:moveTo>
                  <a:cubicBezTo>
                    <a:pt x="67" y="1"/>
                    <a:pt x="50" y="17"/>
                    <a:pt x="34" y="34"/>
                  </a:cubicBezTo>
                  <a:cubicBezTo>
                    <a:pt x="17" y="50"/>
                    <a:pt x="1" y="83"/>
                    <a:pt x="1" y="120"/>
                  </a:cubicBezTo>
                  <a:cubicBezTo>
                    <a:pt x="17" y="120"/>
                    <a:pt x="17" y="137"/>
                    <a:pt x="17" y="137"/>
                  </a:cubicBezTo>
                  <a:cubicBezTo>
                    <a:pt x="17" y="153"/>
                    <a:pt x="34" y="170"/>
                    <a:pt x="50" y="186"/>
                  </a:cubicBezTo>
                  <a:cubicBezTo>
                    <a:pt x="65" y="201"/>
                    <a:pt x="84" y="207"/>
                    <a:pt x="104" y="207"/>
                  </a:cubicBezTo>
                  <a:cubicBezTo>
                    <a:pt x="135" y="207"/>
                    <a:pt x="168" y="192"/>
                    <a:pt x="191" y="170"/>
                  </a:cubicBezTo>
                  <a:cubicBezTo>
                    <a:pt x="224" y="120"/>
                    <a:pt x="224" y="50"/>
                    <a:pt x="170" y="17"/>
                  </a:cubicBezTo>
                  <a:cubicBezTo>
                    <a:pt x="153" y="1"/>
                    <a:pt x="137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0" name="Google Shape;12590;p31"/>
            <p:cNvSpPr/>
            <p:nvPr/>
          </p:nvSpPr>
          <p:spPr>
            <a:xfrm>
              <a:off x="4316825" y="3151225"/>
              <a:ext cx="5575" cy="5350"/>
            </a:xfrm>
            <a:custGeom>
              <a:avLst/>
              <a:gdLst/>
              <a:ahLst/>
              <a:cxnLst/>
              <a:rect l="l" t="t" r="r" b="b"/>
              <a:pathLst>
                <a:path w="223" h="214" extrusionOk="0">
                  <a:moveTo>
                    <a:pt x="120" y="0"/>
                  </a:moveTo>
                  <a:cubicBezTo>
                    <a:pt x="70" y="0"/>
                    <a:pt x="17" y="33"/>
                    <a:pt x="0" y="83"/>
                  </a:cubicBezTo>
                  <a:cubicBezTo>
                    <a:pt x="0" y="104"/>
                    <a:pt x="0" y="120"/>
                    <a:pt x="17" y="137"/>
                  </a:cubicBezTo>
                  <a:lnTo>
                    <a:pt x="17" y="153"/>
                  </a:lnTo>
                  <a:cubicBezTo>
                    <a:pt x="17" y="153"/>
                    <a:pt x="17" y="169"/>
                    <a:pt x="37" y="169"/>
                  </a:cubicBezTo>
                  <a:cubicBezTo>
                    <a:pt x="54" y="186"/>
                    <a:pt x="70" y="207"/>
                    <a:pt x="103" y="207"/>
                  </a:cubicBezTo>
                  <a:cubicBezTo>
                    <a:pt x="108" y="211"/>
                    <a:pt x="114" y="213"/>
                    <a:pt x="121" y="213"/>
                  </a:cubicBezTo>
                  <a:cubicBezTo>
                    <a:pt x="139" y="213"/>
                    <a:pt x="162" y="201"/>
                    <a:pt x="173" y="186"/>
                  </a:cubicBezTo>
                  <a:cubicBezTo>
                    <a:pt x="190" y="169"/>
                    <a:pt x="206" y="153"/>
                    <a:pt x="223" y="120"/>
                  </a:cubicBezTo>
                  <a:cubicBezTo>
                    <a:pt x="223" y="104"/>
                    <a:pt x="206" y="83"/>
                    <a:pt x="206" y="50"/>
                  </a:cubicBezTo>
                  <a:cubicBezTo>
                    <a:pt x="190" y="33"/>
                    <a:pt x="157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1" name="Google Shape;12591;p31"/>
            <p:cNvSpPr/>
            <p:nvPr/>
          </p:nvSpPr>
          <p:spPr>
            <a:xfrm>
              <a:off x="4318150" y="3137250"/>
              <a:ext cx="5600" cy="5350"/>
            </a:xfrm>
            <a:custGeom>
              <a:avLst/>
              <a:gdLst/>
              <a:ahLst/>
              <a:cxnLst/>
              <a:rect l="l" t="t" r="r" b="b"/>
              <a:pathLst>
                <a:path w="224" h="214" extrusionOk="0">
                  <a:moveTo>
                    <a:pt x="107" y="0"/>
                  </a:moveTo>
                  <a:cubicBezTo>
                    <a:pt x="84" y="0"/>
                    <a:pt x="62" y="12"/>
                    <a:pt x="50" y="23"/>
                  </a:cubicBezTo>
                  <a:cubicBezTo>
                    <a:pt x="34" y="44"/>
                    <a:pt x="17" y="61"/>
                    <a:pt x="17" y="94"/>
                  </a:cubicBezTo>
                  <a:cubicBezTo>
                    <a:pt x="1" y="110"/>
                    <a:pt x="1" y="127"/>
                    <a:pt x="17" y="147"/>
                  </a:cubicBezTo>
                  <a:cubicBezTo>
                    <a:pt x="17" y="147"/>
                    <a:pt x="17" y="164"/>
                    <a:pt x="34" y="164"/>
                  </a:cubicBezTo>
                  <a:cubicBezTo>
                    <a:pt x="50" y="180"/>
                    <a:pt x="67" y="197"/>
                    <a:pt x="104" y="213"/>
                  </a:cubicBezTo>
                  <a:cubicBezTo>
                    <a:pt x="153" y="213"/>
                    <a:pt x="207" y="180"/>
                    <a:pt x="223" y="127"/>
                  </a:cubicBezTo>
                  <a:cubicBezTo>
                    <a:pt x="223" y="94"/>
                    <a:pt x="207" y="61"/>
                    <a:pt x="207" y="44"/>
                  </a:cubicBezTo>
                  <a:cubicBezTo>
                    <a:pt x="190" y="23"/>
                    <a:pt x="153" y="7"/>
                    <a:pt x="137" y="7"/>
                  </a:cubicBezTo>
                  <a:cubicBezTo>
                    <a:pt x="127" y="2"/>
                    <a:pt x="117" y="0"/>
                    <a:pt x="1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2" name="Google Shape;12592;p31"/>
            <p:cNvSpPr/>
            <p:nvPr/>
          </p:nvSpPr>
          <p:spPr>
            <a:xfrm>
              <a:off x="4330100" y="3144575"/>
              <a:ext cx="5700" cy="5100"/>
            </a:xfrm>
            <a:custGeom>
              <a:avLst/>
              <a:gdLst/>
              <a:ahLst/>
              <a:cxnLst/>
              <a:rect l="l" t="t" r="r" b="b"/>
              <a:pathLst>
                <a:path w="228" h="204" extrusionOk="0">
                  <a:moveTo>
                    <a:pt x="126" y="1"/>
                  </a:moveTo>
                  <a:cubicBezTo>
                    <a:pt x="114" y="1"/>
                    <a:pt x="101" y="3"/>
                    <a:pt x="88" y="7"/>
                  </a:cubicBezTo>
                  <a:cubicBezTo>
                    <a:pt x="22" y="23"/>
                    <a:pt x="1" y="93"/>
                    <a:pt x="22" y="143"/>
                  </a:cubicBezTo>
                  <a:cubicBezTo>
                    <a:pt x="22" y="163"/>
                    <a:pt x="38" y="163"/>
                    <a:pt x="55" y="180"/>
                  </a:cubicBezTo>
                  <a:cubicBezTo>
                    <a:pt x="66" y="192"/>
                    <a:pt x="96" y="203"/>
                    <a:pt x="125" y="203"/>
                  </a:cubicBezTo>
                  <a:cubicBezTo>
                    <a:pt x="137" y="203"/>
                    <a:pt x="148" y="201"/>
                    <a:pt x="158" y="196"/>
                  </a:cubicBezTo>
                  <a:cubicBezTo>
                    <a:pt x="191" y="180"/>
                    <a:pt x="228" y="143"/>
                    <a:pt x="228" y="110"/>
                  </a:cubicBezTo>
                  <a:cubicBezTo>
                    <a:pt x="228" y="93"/>
                    <a:pt x="228" y="77"/>
                    <a:pt x="207" y="60"/>
                  </a:cubicBezTo>
                  <a:cubicBezTo>
                    <a:pt x="195" y="20"/>
                    <a:pt x="164" y="1"/>
                    <a:pt x="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3" name="Google Shape;12593;p31"/>
            <p:cNvSpPr/>
            <p:nvPr/>
          </p:nvSpPr>
          <p:spPr>
            <a:xfrm>
              <a:off x="4329700" y="3157625"/>
              <a:ext cx="5600" cy="5325"/>
            </a:xfrm>
            <a:custGeom>
              <a:avLst/>
              <a:gdLst/>
              <a:ahLst/>
              <a:cxnLst/>
              <a:rect l="l" t="t" r="r" b="b"/>
              <a:pathLst>
                <a:path w="224" h="213" extrusionOk="0">
                  <a:moveTo>
                    <a:pt x="104" y="0"/>
                  </a:moveTo>
                  <a:cubicBezTo>
                    <a:pt x="71" y="0"/>
                    <a:pt x="54" y="17"/>
                    <a:pt x="38" y="33"/>
                  </a:cubicBezTo>
                  <a:cubicBezTo>
                    <a:pt x="17" y="70"/>
                    <a:pt x="1" y="87"/>
                    <a:pt x="17" y="120"/>
                  </a:cubicBezTo>
                  <a:lnTo>
                    <a:pt x="17" y="136"/>
                  </a:lnTo>
                  <a:cubicBezTo>
                    <a:pt x="17" y="157"/>
                    <a:pt x="38" y="173"/>
                    <a:pt x="54" y="190"/>
                  </a:cubicBezTo>
                  <a:cubicBezTo>
                    <a:pt x="69" y="205"/>
                    <a:pt x="91" y="213"/>
                    <a:pt x="114" y="213"/>
                  </a:cubicBezTo>
                  <a:cubicBezTo>
                    <a:pt x="143" y="213"/>
                    <a:pt x="172" y="200"/>
                    <a:pt x="190" y="173"/>
                  </a:cubicBezTo>
                  <a:cubicBezTo>
                    <a:pt x="207" y="157"/>
                    <a:pt x="223" y="120"/>
                    <a:pt x="223" y="103"/>
                  </a:cubicBezTo>
                  <a:cubicBezTo>
                    <a:pt x="223" y="70"/>
                    <a:pt x="207" y="54"/>
                    <a:pt x="190" y="33"/>
                  </a:cubicBezTo>
                  <a:cubicBezTo>
                    <a:pt x="157" y="0"/>
                    <a:pt x="141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4" name="Google Shape;12594;p31"/>
            <p:cNvSpPr/>
            <p:nvPr/>
          </p:nvSpPr>
          <p:spPr>
            <a:xfrm>
              <a:off x="4327525" y="3171225"/>
              <a:ext cx="5700" cy="5025"/>
            </a:xfrm>
            <a:custGeom>
              <a:avLst/>
              <a:gdLst/>
              <a:ahLst/>
              <a:cxnLst/>
              <a:rect l="l" t="t" r="r" b="b"/>
              <a:pathLst>
                <a:path w="228" h="201" extrusionOk="0">
                  <a:moveTo>
                    <a:pt x="109" y="1"/>
                  </a:moveTo>
                  <a:cubicBezTo>
                    <a:pt x="56" y="1"/>
                    <a:pt x="22" y="36"/>
                    <a:pt x="22" y="91"/>
                  </a:cubicBezTo>
                  <a:cubicBezTo>
                    <a:pt x="1" y="107"/>
                    <a:pt x="22" y="128"/>
                    <a:pt x="22" y="145"/>
                  </a:cubicBezTo>
                  <a:cubicBezTo>
                    <a:pt x="22" y="145"/>
                    <a:pt x="22" y="161"/>
                    <a:pt x="38" y="161"/>
                  </a:cubicBezTo>
                  <a:cubicBezTo>
                    <a:pt x="55" y="178"/>
                    <a:pt x="71" y="194"/>
                    <a:pt x="104" y="194"/>
                  </a:cubicBezTo>
                  <a:cubicBezTo>
                    <a:pt x="110" y="199"/>
                    <a:pt x="117" y="201"/>
                    <a:pt x="125" y="201"/>
                  </a:cubicBezTo>
                  <a:cubicBezTo>
                    <a:pt x="143" y="201"/>
                    <a:pt x="162" y="189"/>
                    <a:pt x="174" y="178"/>
                  </a:cubicBezTo>
                  <a:cubicBezTo>
                    <a:pt x="207" y="161"/>
                    <a:pt x="207" y="145"/>
                    <a:pt x="228" y="107"/>
                  </a:cubicBezTo>
                  <a:cubicBezTo>
                    <a:pt x="228" y="58"/>
                    <a:pt x="191" y="4"/>
                    <a:pt x="141" y="4"/>
                  </a:cubicBezTo>
                  <a:cubicBezTo>
                    <a:pt x="130" y="2"/>
                    <a:pt x="119" y="1"/>
                    <a:pt x="1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5" name="Google Shape;12595;p31"/>
            <p:cNvSpPr/>
            <p:nvPr/>
          </p:nvSpPr>
          <p:spPr>
            <a:xfrm>
              <a:off x="4296625" y="3196750"/>
              <a:ext cx="5675" cy="5275"/>
            </a:xfrm>
            <a:custGeom>
              <a:avLst/>
              <a:gdLst/>
              <a:ahLst/>
              <a:cxnLst/>
              <a:rect l="l" t="t" r="r" b="b"/>
              <a:pathLst>
                <a:path w="227" h="211" extrusionOk="0">
                  <a:moveTo>
                    <a:pt x="112" y="0"/>
                  </a:moveTo>
                  <a:cubicBezTo>
                    <a:pt x="84" y="0"/>
                    <a:pt x="55" y="15"/>
                    <a:pt x="37" y="35"/>
                  </a:cubicBezTo>
                  <a:cubicBezTo>
                    <a:pt x="21" y="68"/>
                    <a:pt x="0" y="84"/>
                    <a:pt x="0" y="117"/>
                  </a:cubicBezTo>
                  <a:cubicBezTo>
                    <a:pt x="0" y="117"/>
                    <a:pt x="0" y="138"/>
                    <a:pt x="21" y="138"/>
                  </a:cubicBezTo>
                  <a:cubicBezTo>
                    <a:pt x="21" y="154"/>
                    <a:pt x="37" y="171"/>
                    <a:pt x="54" y="187"/>
                  </a:cubicBezTo>
                  <a:cubicBezTo>
                    <a:pt x="68" y="202"/>
                    <a:pt x="91" y="210"/>
                    <a:pt x="114" y="210"/>
                  </a:cubicBezTo>
                  <a:cubicBezTo>
                    <a:pt x="142" y="210"/>
                    <a:pt x="172" y="198"/>
                    <a:pt x="190" y="171"/>
                  </a:cubicBezTo>
                  <a:cubicBezTo>
                    <a:pt x="206" y="154"/>
                    <a:pt x="227" y="117"/>
                    <a:pt x="206" y="101"/>
                  </a:cubicBezTo>
                  <a:cubicBezTo>
                    <a:pt x="206" y="68"/>
                    <a:pt x="190" y="51"/>
                    <a:pt x="173" y="35"/>
                  </a:cubicBezTo>
                  <a:cubicBezTo>
                    <a:pt x="158" y="10"/>
                    <a:pt x="135" y="0"/>
                    <a:pt x="1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6" name="Google Shape;12596;p31"/>
            <p:cNvSpPr/>
            <p:nvPr/>
          </p:nvSpPr>
          <p:spPr>
            <a:xfrm>
              <a:off x="4303525" y="3158025"/>
              <a:ext cx="6000" cy="5275"/>
            </a:xfrm>
            <a:custGeom>
              <a:avLst/>
              <a:gdLst/>
              <a:ahLst/>
              <a:cxnLst/>
              <a:rect l="l" t="t" r="r" b="b"/>
              <a:pathLst>
                <a:path w="240" h="211" extrusionOk="0">
                  <a:moveTo>
                    <a:pt x="87" y="1"/>
                  </a:moveTo>
                  <a:cubicBezTo>
                    <a:pt x="54" y="17"/>
                    <a:pt x="33" y="38"/>
                    <a:pt x="17" y="54"/>
                  </a:cubicBezTo>
                  <a:cubicBezTo>
                    <a:pt x="17" y="87"/>
                    <a:pt x="0" y="104"/>
                    <a:pt x="17" y="141"/>
                  </a:cubicBezTo>
                  <a:cubicBezTo>
                    <a:pt x="30" y="181"/>
                    <a:pt x="80" y="211"/>
                    <a:pt x="127" y="211"/>
                  </a:cubicBezTo>
                  <a:cubicBezTo>
                    <a:pt x="137" y="211"/>
                    <a:pt x="147" y="210"/>
                    <a:pt x="157" y="207"/>
                  </a:cubicBezTo>
                  <a:cubicBezTo>
                    <a:pt x="206" y="174"/>
                    <a:pt x="239" y="120"/>
                    <a:pt x="206" y="71"/>
                  </a:cubicBezTo>
                  <a:cubicBezTo>
                    <a:pt x="206" y="38"/>
                    <a:pt x="173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7" name="Google Shape;12597;p31"/>
            <p:cNvSpPr/>
            <p:nvPr/>
          </p:nvSpPr>
          <p:spPr>
            <a:xfrm>
              <a:off x="4298775" y="3183875"/>
              <a:ext cx="6100" cy="5200"/>
            </a:xfrm>
            <a:custGeom>
              <a:avLst/>
              <a:gdLst/>
              <a:ahLst/>
              <a:cxnLst/>
              <a:rect l="l" t="t" r="r" b="b"/>
              <a:pathLst>
                <a:path w="244" h="208" extrusionOk="0">
                  <a:moveTo>
                    <a:pt x="124" y="1"/>
                  </a:moveTo>
                  <a:cubicBezTo>
                    <a:pt x="108" y="1"/>
                    <a:pt x="90" y="5"/>
                    <a:pt x="71" y="14"/>
                  </a:cubicBezTo>
                  <a:cubicBezTo>
                    <a:pt x="17" y="34"/>
                    <a:pt x="1" y="84"/>
                    <a:pt x="17" y="137"/>
                  </a:cubicBezTo>
                  <a:cubicBezTo>
                    <a:pt x="34" y="178"/>
                    <a:pt x="82" y="208"/>
                    <a:pt x="128" y="208"/>
                  </a:cubicBezTo>
                  <a:cubicBezTo>
                    <a:pt x="138" y="208"/>
                    <a:pt x="148" y="206"/>
                    <a:pt x="157" y="203"/>
                  </a:cubicBezTo>
                  <a:cubicBezTo>
                    <a:pt x="207" y="187"/>
                    <a:pt x="244" y="117"/>
                    <a:pt x="207" y="67"/>
                  </a:cubicBezTo>
                  <a:cubicBezTo>
                    <a:pt x="195" y="29"/>
                    <a:pt x="166" y="1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8" name="Google Shape;12598;p31"/>
            <p:cNvSpPr/>
            <p:nvPr/>
          </p:nvSpPr>
          <p:spPr>
            <a:xfrm>
              <a:off x="4299700" y="3169575"/>
              <a:ext cx="5600" cy="5375"/>
            </a:xfrm>
            <a:custGeom>
              <a:avLst/>
              <a:gdLst/>
              <a:ahLst/>
              <a:cxnLst/>
              <a:rect l="l" t="t" r="r" b="b"/>
              <a:pathLst>
                <a:path w="224" h="215" extrusionOk="0">
                  <a:moveTo>
                    <a:pt x="96" y="0"/>
                  </a:moveTo>
                  <a:cubicBezTo>
                    <a:pt x="86" y="0"/>
                    <a:pt x="76" y="2"/>
                    <a:pt x="67" y="4"/>
                  </a:cubicBezTo>
                  <a:cubicBezTo>
                    <a:pt x="17" y="37"/>
                    <a:pt x="1" y="91"/>
                    <a:pt x="17" y="141"/>
                  </a:cubicBezTo>
                  <a:cubicBezTo>
                    <a:pt x="31" y="185"/>
                    <a:pt x="81" y="215"/>
                    <a:pt x="126" y="215"/>
                  </a:cubicBezTo>
                  <a:cubicBezTo>
                    <a:pt x="135" y="215"/>
                    <a:pt x="145" y="213"/>
                    <a:pt x="153" y="211"/>
                  </a:cubicBezTo>
                  <a:cubicBezTo>
                    <a:pt x="207" y="173"/>
                    <a:pt x="223" y="124"/>
                    <a:pt x="207" y="70"/>
                  </a:cubicBezTo>
                  <a:cubicBezTo>
                    <a:pt x="190" y="30"/>
                    <a:pt x="142" y="0"/>
                    <a:pt x="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9" name="Google Shape;12599;p31"/>
            <p:cNvSpPr/>
            <p:nvPr/>
          </p:nvSpPr>
          <p:spPr>
            <a:xfrm>
              <a:off x="4293200" y="3148050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02" y="1"/>
                  </a:moveTo>
                  <a:cubicBezTo>
                    <a:pt x="58" y="1"/>
                    <a:pt x="15" y="47"/>
                    <a:pt x="1" y="90"/>
                  </a:cubicBezTo>
                  <a:cubicBezTo>
                    <a:pt x="1" y="107"/>
                    <a:pt x="1" y="127"/>
                    <a:pt x="17" y="144"/>
                  </a:cubicBezTo>
                  <a:lnTo>
                    <a:pt x="17" y="160"/>
                  </a:lnTo>
                  <a:cubicBezTo>
                    <a:pt x="34" y="193"/>
                    <a:pt x="71" y="210"/>
                    <a:pt x="88" y="210"/>
                  </a:cubicBezTo>
                  <a:cubicBezTo>
                    <a:pt x="158" y="210"/>
                    <a:pt x="207" y="177"/>
                    <a:pt x="207" y="127"/>
                  </a:cubicBezTo>
                  <a:cubicBezTo>
                    <a:pt x="224" y="90"/>
                    <a:pt x="207" y="74"/>
                    <a:pt x="191" y="41"/>
                  </a:cubicBezTo>
                  <a:cubicBezTo>
                    <a:pt x="174" y="24"/>
                    <a:pt x="158" y="4"/>
                    <a:pt x="121" y="4"/>
                  </a:cubicBezTo>
                  <a:cubicBezTo>
                    <a:pt x="114" y="2"/>
                    <a:pt x="108" y="1"/>
                    <a:pt x="1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0" name="Google Shape;12600;p31"/>
            <p:cNvSpPr/>
            <p:nvPr/>
          </p:nvSpPr>
          <p:spPr>
            <a:xfrm>
              <a:off x="4311250" y="3176850"/>
              <a:ext cx="6000" cy="5425"/>
            </a:xfrm>
            <a:custGeom>
              <a:avLst/>
              <a:gdLst/>
              <a:ahLst/>
              <a:cxnLst/>
              <a:rect l="l" t="t" r="r" b="b"/>
              <a:pathLst>
                <a:path w="240" h="217" extrusionOk="0">
                  <a:moveTo>
                    <a:pt x="118" y="0"/>
                  </a:moveTo>
                  <a:cubicBezTo>
                    <a:pt x="107" y="0"/>
                    <a:pt x="97" y="2"/>
                    <a:pt x="87" y="6"/>
                  </a:cubicBezTo>
                  <a:cubicBezTo>
                    <a:pt x="33" y="39"/>
                    <a:pt x="1" y="89"/>
                    <a:pt x="17" y="142"/>
                  </a:cubicBezTo>
                  <a:cubicBezTo>
                    <a:pt x="48" y="184"/>
                    <a:pt x="88" y="216"/>
                    <a:pt x="131" y="216"/>
                  </a:cubicBezTo>
                  <a:cubicBezTo>
                    <a:pt x="140" y="216"/>
                    <a:pt x="148" y="215"/>
                    <a:pt x="157" y="212"/>
                  </a:cubicBezTo>
                  <a:cubicBezTo>
                    <a:pt x="207" y="192"/>
                    <a:pt x="240" y="126"/>
                    <a:pt x="223" y="72"/>
                  </a:cubicBezTo>
                  <a:cubicBezTo>
                    <a:pt x="210" y="32"/>
                    <a:pt x="162" y="0"/>
                    <a:pt x="1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1" name="Google Shape;12601;p31"/>
            <p:cNvSpPr/>
            <p:nvPr/>
          </p:nvSpPr>
          <p:spPr>
            <a:xfrm>
              <a:off x="4304350" y="3141575"/>
              <a:ext cx="5700" cy="5075"/>
            </a:xfrm>
            <a:custGeom>
              <a:avLst/>
              <a:gdLst/>
              <a:ahLst/>
              <a:cxnLst/>
              <a:rect l="l" t="t" r="r" b="b"/>
              <a:pathLst>
                <a:path w="228" h="203" extrusionOk="0">
                  <a:moveTo>
                    <a:pt x="113" y="1"/>
                  </a:moveTo>
                  <a:cubicBezTo>
                    <a:pt x="85" y="1"/>
                    <a:pt x="56" y="13"/>
                    <a:pt x="37" y="40"/>
                  </a:cubicBezTo>
                  <a:cubicBezTo>
                    <a:pt x="21" y="57"/>
                    <a:pt x="0" y="77"/>
                    <a:pt x="0" y="110"/>
                  </a:cubicBezTo>
                  <a:cubicBezTo>
                    <a:pt x="0" y="127"/>
                    <a:pt x="0" y="127"/>
                    <a:pt x="21" y="143"/>
                  </a:cubicBezTo>
                  <a:cubicBezTo>
                    <a:pt x="21" y="160"/>
                    <a:pt x="37" y="160"/>
                    <a:pt x="54" y="180"/>
                  </a:cubicBezTo>
                  <a:cubicBezTo>
                    <a:pt x="68" y="195"/>
                    <a:pt x="90" y="203"/>
                    <a:pt x="113" y="203"/>
                  </a:cubicBezTo>
                  <a:cubicBezTo>
                    <a:pt x="141" y="203"/>
                    <a:pt x="171" y="190"/>
                    <a:pt x="190" y="160"/>
                  </a:cubicBezTo>
                  <a:cubicBezTo>
                    <a:pt x="227" y="127"/>
                    <a:pt x="227" y="57"/>
                    <a:pt x="173" y="24"/>
                  </a:cubicBezTo>
                  <a:cubicBezTo>
                    <a:pt x="159" y="9"/>
                    <a:pt x="136" y="1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2" name="Google Shape;12602;p31"/>
            <p:cNvSpPr/>
            <p:nvPr/>
          </p:nvSpPr>
          <p:spPr>
            <a:xfrm>
              <a:off x="4310025" y="3190700"/>
              <a:ext cx="5575" cy="5275"/>
            </a:xfrm>
            <a:custGeom>
              <a:avLst/>
              <a:gdLst/>
              <a:ahLst/>
              <a:cxnLst/>
              <a:rect l="l" t="t" r="r" b="b"/>
              <a:pathLst>
                <a:path w="223" h="211" extrusionOk="0">
                  <a:moveTo>
                    <a:pt x="136" y="1"/>
                  </a:moveTo>
                  <a:cubicBezTo>
                    <a:pt x="66" y="1"/>
                    <a:pt x="17" y="34"/>
                    <a:pt x="17" y="87"/>
                  </a:cubicBezTo>
                  <a:cubicBezTo>
                    <a:pt x="0" y="104"/>
                    <a:pt x="17" y="137"/>
                    <a:pt x="17" y="153"/>
                  </a:cubicBezTo>
                  <a:lnTo>
                    <a:pt x="33" y="174"/>
                  </a:lnTo>
                  <a:cubicBezTo>
                    <a:pt x="50" y="190"/>
                    <a:pt x="66" y="207"/>
                    <a:pt x="103" y="207"/>
                  </a:cubicBezTo>
                  <a:cubicBezTo>
                    <a:pt x="112" y="209"/>
                    <a:pt x="120" y="211"/>
                    <a:pt x="129" y="211"/>
                  </a:cubicBezTo>
                  <a:cubicBezTo>
                    <a:pt x="170" y="211"/>
                    <a:pt x="209" y="178"/>
                    <a:pt x="223" y="120"/>
                  </a:cubicBezTo>
                  <a:cubicBezTo>
                    <a:pt x="223" y="104"/>
                    <a:pt x="223" y="71"/>
                    <a:pt x="206" y="50"/>
                  </a:cubicBezTo>
                  <a:cubicBezTo>
                    <a:pt x="186" y="34"/>
                    <a:pt x="153" y="17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3" name="Google Shape;12603;p31"/>
            <p:cNvSpPr/>
            <p:nvPr/>
          </p:nvSpPr>
          <p:spPr>
            <a:xfrm>
              <a:off x="4307425" y="3127525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21" y="0"/>
                  </a:moveTo>
                  <a:cubicBezTo>
                    <a:pt x="67" y="0"/>
                    <a:pt x="17" y="37"/>
                    <a:pt x="1" y="87"/>
                  </a:cubicBezTo>
                  <a:cubicBezTo>
                    <a:pt x="1" y="103"/>
                    <a:pt x="1" y="124"/>
                    <a:pt x="17" y="140"/>
                  </a:cubicBezTo>
                  <a:lnTo>
                    <a:pt x="17" y="173"/>
                  </a:lnTo>
                  <a:cubicBezTo>
                    <a:pt x="34" y="190"/>
                    <a:pt x="67" y="206"/>
                    <a:pt x="83" y="206"/>
                  </a:cubicBezTo>
                  <a:cubicBezTo>
                    <a:pt x="94" y="209"/>
                    <a:pt x="104" y="211"/>
                    <a:pt x="114" y="211"/>
                  </a:cubicBezTo>
                  <a:cubicBezTo>
                    <a:pt x="168" y="211"/>
                    <a:pt x="207" y="166"/>
                    <a:pt x="207" y="124"/>
                  </a:cubicBezTo>
                  <a:cubicBezTo>
                    <a:pt x="224" y="103"/>
                    <a:pt x="207" y="70"/>
                    <a:pt x="186" y="54"/>
                  </a:cubicBezTo>
                  <a:cubicBezTo>
                    <a:pt x="170" y="21"/>
                    <a:pt x="154" y="21"/>
                    <a:pt x="1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4" name="Google Shape;12604;p31"/>
            <p:cNvSpPr/>
            <p:nvPr/>
          </p:nvSpPr>
          <p:spPr>
            <a:xfrm>
              <a:off x="4163125" y="3170500"/>
              <a:ext cx="5200" cy="5175"/>
            </a:xfrm>
            <a:custGeom>
              <a:avLst/>
              <a:gdLst/>
              <a:ahLst/>
              <a:cxnLst/>
              <a:rect l="l" t="t" r="r" b="b"/>
              <a:pathLst>
                <a:path w="208" h="207" extrusionOk="0">
                  <a:moveTo>
                    <a:pt x="120" y="0"/>
                  </a:moveTo>
                  <a:cubicBezTo>
                    <a:pt x="67" y="0"/>
                    <a:pt x="17" y="33"/>
                    <a:pt x="1" y="87"/>
                  </a:cubicBezTo>
                  <a:lnTo>
                    <a:pt x="1" y="136"/>
                  </a:lnTo>
                  <a:cubicBezTo>
                    <a:pt x="17" y="157"/>
                    <a:pt x="17" y="157"/>
                    <a:pt x="17" y="174"/>
                  </a:cubicBezTo>
                  <a:cubicBezTo>
                    <a:pt x="34" y="190"/>
                    <a:pt x="67" y="207"/>
                    <a:pt x="83" y="207"/>
                  </a:cubicBezTo>
                  <a:cubicBezTo>
                    <a:pt x="120" y="207"/>
                    <a:pt x="137" y="207"/>
                    <a:pt x="170" y="190"/>
                  </a:cubicBezTo>
                  <a:cubicBezTo>
                    <a:pt x="186" y="174"/>
                    <a:pt x="207" y="157"/>
                    <a:pt x="207" y="120"/>
                  </a:cubicBezTo>
                  <a:cubicBezTo>
                    <a:pt x="207" y="87"/>
                    <a:pt x="207" y="71"/>
                    <a:pt x="186" y="54"/>
                  </a:cubicBezTo>
                  <a:cubicBezTo>
                    <a:pt x="170" y="17"/>
                    <a:pt x="153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5" name="Google Shape;12605;p31"/>
            <p:cNvSpPr/>
            <p:nvPr/>
          </p:nvSpPr>
          <p:spPr>
            <a:xfrm>
              <a:off x="4176850" y="3163975"/>
              <a:ext cx="5575" cy="5300"/>
            </a:xfrm>
            <a:custGeom>
              <a:avLst/>
              <a:gdLst/>
              <a:ahLst/>
              <a:cxnLst/>
              <a:rect l="l" t="t" r="r" b="b"/>
              <a:pathLst>
                <a:path w="223" h="212" extrusionOk="0">
                  <a:moveTo>
                    <a:pt x="101" y="0"/>
                  </a:moveTo>
                  <a:cubicBezTo>
                    <a:pt x="52" y="0"/>
                    <a:pt x="17" y="35"/>
                    <a:pt x="17" y="88"/>
                  </a:cubicBezTo>
                  <a:cubicBezTo>
                    <a:pt x="0" y="109"/>
                    <a:pt x="0" y="125"/>
                    <a:pt x="17" y="142"/>
                  </a:cubicBezTo>
                  <a:cubicBezTo>
                    <a:pt x="17" y="142"/>
                    <a:pt x="17" y="158"/>
                    <a:pt x="33" y="158"/>
                  </a:cubicBezTo>
                  <a:cubicBezTo>
                    <a:pt x="50" y="175"/>
                    <a:pt x="70" y="191"/>
                    <a:pt x="103" y="212"/>
                  </a:cubicBezTo>
                  <a:cubicBezTo>
                    <a:pt x="153" y="212"/>
                    <a:pt x="206" y="175"/>
                    <a:pt x="223" y="125"/>
                  </a:cubicBezTo>
                  <a:cubicBezTo>
                    <a:pt x="223" y="88"/>
                    <a:pt x="206" y="55"/>
                    <a:pt x="206" y="39"/>
                  </a:cubicBezTo>
                  <a:cubicBezTo>
                    <a:pt x="190" y="22"/>
                    <a:pt x="153" y="6"/>
                    <a:pt x="136" y="6"/>
                  </a:cubicBezTo>
                  <a:cubicBezTo>
                    <a:pt x="124" y="2"/>
                    <a:pt x="112" y="0"/>
                    <a:pt x="1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6" name="Google Shape;12606;p31"/>
            <p:cNvSpPr/>
            <p:nvPr/>
          </p:nvSpPr>
          <p:spPr>
            <a:xfrm>
              <a:off x="4180650" y="3136150"/>
              <a:ext cx="5700" cy="5200"/>
            </a:xfrm>
            <a:custGeom>
              <a:avLst/>
              <a:gdLst/>
              <a:ahLst/>
              <a:cxnLst/>
              <a:rect l="l" t="t" r="r" b="b"/>
              <a:pathLst>
                <a:path w="228" h="208" extrusionOk="0">
                  <a:moveTo>
                    <a:pt x="124" y="0"/>
                  </a:moveTo>
                  <a:cubicBezTo>
                    <a:pt x="93" y="0"/>
                    <a:pt x="58" y="14"/>
                    <a:pt x="38" y="34"/>
                  </a:cubicBezTo>
                  <a:cubicBezTo>
                    <a:pt x="21" y="67"/>
                    <a:pt x="1" y="88"/>
                    <a:pt x="1" y="121"/>
                  </a:cubicBezTo>
                  <a:lnTo>
                    <a:pt x="21" y="138"/>
                  </a:lnTo>
                  <a:cubicBezTo>
                    <a:pt x="21" y="154"/>
                    <a:pt x="38" y="171"/>
                    <a:pt x="54" y="191"/>
                  </a:cubicBezTo>
                  <a:cubicBezTo>
                    <a:pt x="71" y="208"/>
                    <a:pt x="87" y="208"/>
                    <a:pt x="124" y="208"/>
                  </a:cubicBezTo>
                  <a:cubicBezTo>
                    <a:pt x="157" y="208"/>
                    <a:pt x="174" y="191"/>
                    <a:pt x="190" y="171"/>
                  </a:cubicBezTo>
                  <a:cubicBezTo>
                    <a:pt x="207" y="154"/>
                    <a:pt x="228" y="121"/>
                    <a:pt x="207" y="88"/>
                  </a:cubicBezTo>
                  <a:cubicBezTo>
                    <a:pt x="207" y="67"/>
                    <a:pt x="207" y="34"/>
                    <a:pt x="174" y="18"/>
                  </a:cubicBezTo>
                  <a:cubicBezTo>
                    <a:pt x="161" y="5"/>
                    <a:pt x="143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7" name="Google Shape;12607;p31"/>
            <p:cNvSpPr/>
            <p:nvPr/>
          </p:nvSpPr>
          <p:spPr>
            <a:xfrm>
              <a:off x="4333625" y="3133175"/>
              <a:ext cx="5175" cy="5200"/>
            </a:xfrm>
            <a:custGeom>
              <a:avLst/>
              <a:gdLst/>
              <a:ahLst/>
              <a:cxnLst/>
              <a:rect l="l" t="t" r="r" b="b"/>
              <a:pathLst>
                <a:path w="207" h="208" extrusionOk="0">
                  <a:moveTo>
                    <a:pt x="120" y="1"/>
                  </a:moveTo>
                  <a:cubicBezTo>
                    <a:pt x="66" y="1"/>
                    <a:pt x="0" y="34"/>
                    <a:pt x="0" y="83"/>
                  </a:cubicBezTo>
                  <a:lnTo>
                    <a:pt x="0" y="137"/>
                  </a:lnTo>
                  <a:cubicBezTo>
                    <a:pt x="0" y="153"/>
                    <a:pt x="17" y="153"/>
                    <a:pt x="17" y="170"/>
                  </a:cubicBezTo>
                  <a:cubicBezTo>
                    <a:pt x="33" y="186"/>
                    <a:pt x="50" y="207"/>
                    <a:pt x="87" y="207"/>
                  </a:cubicBezTo>
                  <a:cubicBezTo>
                    <a:pt x="120" y="207"/>
                    <a:pt x="136" y="207"/>
                    <a:pt x="169" y="186"/>
                  </a:cubicBezTo>
                  <a:cubicBezTo>
                    <a:pt x="190" y="170"/>
                    <a:pt x="206" y="153"/>
                    <a:pt x="206" y="121"/>
                  </a:cubicBezTo>
                  <a:cubicBezTo>
                    <a:pt x="206" y="104"/>
                    <a:pt x="206" y="67"/>
                    <a:pt x="190" y="50"/>
                  </a:cubicBezTo>
                  <a:cubicBezTo>
                    <a:pt x="169" y="17"/>
                    <a:pt x="153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8" name="Google Shape;12608;p31"/>
            <p:cNvSpPr/>
            <p:nvPr/>
          </p:nvSpPr>
          <p:spPr>
            <a:xfrm>
              <a:off x="4175500" y="317782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24" y="0"/>
                  </a:moveTo>
                  <a:cubicBezTo>
                    <a:pt x="87" y="0"/>
                    <a:pt x="71" y="0"/>
                    <a:pt x="38" y="17"/>
                  </a:cubicBezTo>
                  <a:cubicBezTo>
                    <a:pt x="21" y="33"/>
                    <a:pt x="1" y="70"/>
                    <a:pt x="1" y="87"/>
                  </a:cubicBezTo>
                  <a:lnTo>
                    <a:pt x="1" y="136"/>
                  </a:lnTo>
                  <a:cubicBezTo>
                    <a:pt x="21" y="153"/>
                    <a:pt x="21" y="153"/>
                    <a:pt x="21" y="173"/>
                  </a:cubicBezTo>
                  <a:cubicBezTo>
                    <a:pt x="38" y="190"/>
                    <a:pt x="54" y="206"/>
                    <a:pt x="87" y="206"/>
                  </a:cubicBezTo>
                  <a:cubicBezTo>
                    <a:pt x="94" y="209"/>
                    <a:pt x="102" y="210"/>
                    <a:pt x="109" y="210"/>
                  </a:cubicBezTo>
                  <a:cubicBezTo>
                    <a:pt x="157" y="210"/>
                    <a:pt x="207" y="166"/>
                    <a:pt x="207" y="120"/>
                  </a:cubicBezTo>
                  <a:cubicBezTo>
                    <a:pt x="207" y="87"/>
                    <a:pt x="207" y="70"/>
                    <a:pt x="190" y="50"/>
                  </a:cubicBezTo>
                  <a:cubicBezTo>
                    <a:pt x="174" y="17"/>
                    <a:pt x="157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9" name="Google Shape;12609;p31"/>
            <p:cNvSpPr/>
            <p:nvPr/>
          </p:nvSpPr>
          <p:spPr>
            <a:xfrm>
              <a:off x="4191900" y="3146325"/>
              <a:ext cx="5575" cy="5075"/>
            </a:xfrm>
            <a:custGeom>
              <a:avLst/>
              <a:gdLst/>
              <a:ahLst/>
              <a:cxnLst/>
              <a:rect l="l" t="t" r="r" b="b"/>
              <a:pathLst>
                <a:path w="223" h="203" extrusionOk="0">
                  <a:moveTo>
                    <a:pt x="108" y="1"/>
                  </a:moveTo>
                  <a:cubicBezTo>
                    <a:pt x="94" y="1"/>
                    <a:pt x="80" y="3"/>
                    <a:pt x="66" y="7"/>
                  </a:cubicBezTo>
                  <a:cubicBezTo>
                    <a:pt x="17" y="23"/>
                    <a:pt x="0" y="93"/>
                    <a:pt x="17" y="143"/>
                  </a:cubicBezTo>
                  <a:cubicBezTo>
                    <a:pt x="29" y="183"/>
                    <a:pt x="72" y="203"/>
                    <a:pt x="114" y="203"/>
                  </a:cubicBezTo>
                  <a:cubicBezTo>
                    <a:pt x="127" y="203"/>
                    <a:pt x="141" y="201"/>
                    <a:pt x="153" y="196"/>
                  </a:cubicBezTo>
                  <a:cubicBezTo>
                    <a:pt x="206" y="176"/>
                    <a:pt x="223" y="110"/>
                    <a:pt x="206" y="56"/>
                  </a:cubicBezTo>
                  <a:cubicBezTo>
                    <a:pt x="194" y="19"/>
                    <a:pt x="151" y="1"/>
                    <a:pt x="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0" name="Google Shape;12610;p31"/>
            <p:cNvSpPr/>
            <p:nvPr/>
          </p:nvSpPr>
          <p:spPr>
            <a:xfrm>
              <a:off x="4182400" y="3122275"/>
              <a:ext cx="5600" cy="5475"/>
            </a:xfrm>
            <a:custGeom>
              <a:avLst/>
              <a:gdLst/>
              <a:ahLst/>
              <a:cxnLst/>
              <a:rect l="l" t="t" r="r" b="b"/>
              <a:pathLst>
                <a:path w="224" h="219" extrusionOk="0">
                  <a:moveTo>
                    <a:pt x="102" y="0"/>
                  </a:moveTo>
                  <a:cubicBezTo>
                    <a:pt x="92" y="0"/>
                    <a:pt x="82" y="1"/>
                    <a:pt x="71" y="4"/>
                  </a:cubicBezTo>
                  <a:cubicBezTo>
                    <a:pt x="17" y="41"/>
                    <a:pt x="1" y="91"/>
                    <a:pt x="17" y="144"/>
                  </a:cubicBezTo>
                  <a:cubicBezTo>
                    <a:pt x="17" y="161"/>
                    <a:pt x="34" y="177"/>
                    <a:pt x="54" y="177"/>
                  </a:cubicBezTo>
                  <a:cubicBezTo>
                    <a:pt x="66" y="201"/>
                    <a:pt x="96" y="218"/>
                    <a:pt x="125" y="218"/>
                  </a:cubicBezTo>
                  <a:cubicBezTo>
                    <a:pt x="136" y="218"/>
                    <a:pt x="147" y="216"/>
                    <a:pt x="158" y="210"/>
                  </a:cubicBezTo>
                  <a:cubicBezTo>
                    <a:pt x="191" y="194"/>
                    <a:pt x="224" y="161"/>
                    <a:pt x="224" y="128"/>
                  </a:cubicBezTo>
                  <a:cubicBezTo>
                    <a:pt x="224" y="107"/>
                    <a:pt x="224" y="91"/>
                    <a:pt x="207" y="74"/>
                  </a:cubicBezTo>
                  <a:cubicBezTo>
                    <a:pt x="193" y="33"/>
                    <a:pt x="154" y="0"/>
                    <a:pt x="1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1" name="Google Shape;12611;p31"/>
            <p:cNvSpPr/>
            <p:nvPr/>
          </p:nvSpPr>
          <p:spPr>
            <a:xfrm>
              <a:off x="4189325" y="3173475"/>
              <a:ext cx="5575" cy="5200"/>
            </a:xfrm>
            <a:custGeom>
              <a:avLst/>
              <a:gdLst/>
              <a:ahLst/>
              <a:cxnLst/>
              <a:rect l="l" t="t" r="r" b="b"/>
              <a:pathLst>
                <a:path w="223" h="208" extrusionOk="0">
                  <a:moveTo>
                    <a:pt x="120" y="1"/>
                  </a:moveTo>
                  <a:cubicBezTo>
                    <a:pt x="87" y="1"/>
                    <a:pt x="33" y="17"/>
                    <a:pt x="17" y="71"/>
                  </a:cubicBezTo>
                  <a:cubicBezTo>
                    <a:pt x="17" y="71"/>
                    <a:pt x="17" y="88"/>
                    <a:pt x="0" y="88"/>
                  </a:cubicBezTo>
                  <a:cubicBezTo>
                    <a:pt x="0" y="104"/>
                    <a:pt x="0" y="121"/>
                    <a:pt x="17" y="141"/>
                  </a:cubicBezTo>
                  <a:cubicBezTo>
                    <a:pt x="17" y="174"/>
                    <a:pt x="33" y="191"/>
                    <a:pt x="66" y="191"/>
                  </a:cubicBezTo>
                  <a:cubicBezTo>
                    <a:pt x="66" y="207"/>
                    <a:pt x="87" y="207"/>
                    <a:pt x="103" y="207"/>
                  </a:cubicBezTo>
                  <a:cubicBezTo>
                    <a:pt x="153" y="207"/>
                    <a:pt x="206" y="174"/>
                    <a:pt x="223" y="121"/>
                  </a:cubicBezTo>
                  <a:cubicBezTo>
                    <a:pt x="223" y="88"/>
                    <a:pt x="206" y="71"/>
                    <a:pt x="190" y="38"/>
                  </a:cubicBezTo>
                  <a:cubicBezTo>
                    <a:pt x="169" y="17"/>
                    <a:pt x="153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2" name="Google Shape;12612;p31"/>
            <p:cNvSpPr/>
            <p:nvPr/>
          </p:nvSpPr>
          <p:spPr>
            <a:xfrm>
              <a:off x="4189725" y="3159200"/>
              <a:ext cx="5175" cy="5075"/>
            </a:xfrm>
            <a:custGeom>
              <a:avLst/>
              <a:gdLst/>
              <a:ahLst/>
              <a:cxnLst/>
              <a:rect l="l" t="t" r="r" b="b"/>
              <a:pathLst>
                <a:path w="207" h="203" extrusionOk="0">
                  <a:moveTo>
                    <a:pt x="103" y="1"/>
                  </a:moveTo>
                  <a:cubicBezTo>
                    <a:pt x="75" y="1"/>
                    <a:pt x="47" y="13"/>
                    <a:pt x="17" y="40"/>
                  </a:cubicBezTo>
                  <a:cubicBezTo>
                    <a:pt x="1" y="57"/>
                    <a:pt x="1" y="94"/>
                    <a:pt x="1" y="110"/>
                  </a:cubicBezTo>
                  <a:lnTo>
                    <a:pt x="1" y="143"/>
                  </a:lnTo>
                  <a:cubicBezTo>
                    <a:pt x="17" y="160"/>
                    <a:pt x="34" y="176"/>
                    <a:pt x="34" y="176"/>
                  </a:cubicBezTo>
                  <a:cubicBezTo>
                    <a:pt x="58" y="193"/>
                    <a:pt x="85" y="202"/>
                    <a:pt x="110" y="202"/>
                  </a:cubicBezTo>
                  <a:cubicBezTo>
                    <a:pt x="141" y="202"/>
                    <a:pt x="170" y="189"/>
                    <a:pt x="190" y="160"/>
                  </a:cubicBezTo>
                  <a:cubicBezTo>
                    <a:pt x="207" y="143"/>
                    <a:pt x="207" y="110"/>
                    <a:pt x="207" y="94"/>
                  </a:cubicBezTo>
                  <a:cubicBezTo>
                    <a:pt x="207" y="57"/>
                    <a:pt x="190" y="40"/>
                    <a:pt x="174" y="24"/>
                  </a:cubicBezTo>
                  <a:cubicBezTo>
                    <a:pt x="150" y="9"/>
                    <a:pt x="126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3" name="Google Shape;12613;p31"/>
            <p:cNvSpPr/>
            <p:nvPr/>
          </p:nvSpPr>
          <p:spPr>
            <a:xfrm>
              <a:off x="4186325" y="3110400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20" y="1"/>
                  </a:moveTo>
                  <a:cubicBezTo>
                    <a:pt x="67" y="1"/>
                    <a:pt x="17" y="34"/>
                    <a:pt x="1" y="87"/>
                  </a:cubicBezTo>
                  <a:cubicBezTo>
                    <a:pt x="1" y="104"/>
                    <a:pt x="1" y="120"/>
                    <a:pt x="17" y="137"/>
                  </a:cubicBezTo>
                  <a:lnTo>
                    <a:pt x="17" y="170"/>
                  </a:lnTo>
                  <a:cubicBezTo>
                    <a:pt x="34" y="190"/>
                    <a:pt x="67" y="207"/>
                    <a:pt x="83" y="207"/>
                  </a:cubicBezTo>
                  <a:cubicBezTo>
                    <a:pt x="92" y="209"/>
                    <a:pt x="100" y="210"/>
                    <a:pt x="109" y="210"/>
                  </a:cubicBezTo>
                  <a:cubicBezTo>
                    <a:pt x="166" y="210"/>
                    <a:pt x="207" y="164"/>
                    <a:pt x="207" y="120"/>
                  </a:cubicBezTo>
                  <a:cubicBezTo>
                    <a:pt x="223" y="104"/>
                    <a:pt x="207" y="67"/>
                    <a:pt x="186" y="50"/>
                  </a:cubicBezTo>
                  <a:cubicBezTo>
                    <a:pt x="170" y="17"/>
                    <a:pt x="153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4" name="Google Shape;12614;p31"/>
            <p:cNvSpPr/>
            <p:nvPr/>
          </p:nvSpPr>
          <p:spPr>
            <a:xfrm>
              <a:off x="4172100" y="3115800"/>
              <a:ext cx="5600" cy="5350"/>
            </a:xfrm>
            <a:custGeom>
              <a:avLst/>
              <a:gdLst/>
              <a:ahLst/>
              <a:cxnLst/>
              <a:rect l="l" t="t" r="r" b="b"/>
              <a:pathLst>
                <a:path w="224" h="214" extrusionOk="0">
                  <a:moveTo>
                    <a:pt x="102" y="1"/>
                  </a:moveTo>
                  <a:cubicBezTo>
                    <a:pt x="86" y="1"/>
                    <a:pt x="66" y="12"/>
                    <a:pt x="54" y="24"/>
                  </a:cubicBezTo>
                  <a:cubicBezTo>
                    <a:pt x="17" y="40"/>
                    <a:pt x="1" y="57"/>
                    <a:pt x="1" y="94"/>
                  </a:cubicBezTo>
                  <a:cubicBezTo>
                    <a:pt x="1" y="110"/>
                    <a:pt x="1" y="127"/>
                    <a:pt x="17" y="143"/>
                  </a:cubicBezTo>
                  <a:lnTo>
                    <a:pt x="17" y="160"/>
                  </a:lnTo>
                  <a:cubicBezTo>
                    <a:pt x="34" y="181"/>
                    <a:pt x="71" y="197"/>
                    <a:pt x="87" y="214"/>
                  </a:cubicBezTo>
                  <a:cubicBezTo>
                    <a:pt x="157" y="214"/>
                    <a:pt x="207" y="181"/>
                    <a:pt x="207" y="127"/>
                  </a:cubicBezTo>
                  <a:cubicBezTo>
                    <a:pt x="223" y="94"/>
                    <a:pt x="207" y="57"/>
                    <a:pt x="190" y="40"/>
                  </a:cubicBezTo>
                  <a:cubicBezTo>
                    <a:pt x="174" y="24"/>
                    <a:pt x="157" y="7"/>
                    <a:pt x="120" y="7"/>
                  </a:cubicBezTo>
                  <a:cubicBezTo>
                    <a:pt x="115" y="3"/>
                    <a:pt x="109" y="1"/>
                    <a:pt x="1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5" name="Google Shape;12615;p31"/>
            <p:cNvSpPr/>
            <p:nvPr/>
          </p:nvSpPr>
          <p:spPr>
            <a:xfrm>
              <a:off x="4154900" y="3147625"/>
              <a:ext cx="5675" cy="4975"/>
            </a:xfrm>
            <a:custGeom>
              <a:avLst/>
              <a:gdLst/>
              <a:ahLst/>
              <a:cxnLst/>
              <a:rect l="l" t="t" r="r" b="b"/>
              <a:pathLst>
                <a:path w="227" h="199" extrusionOk="0">
                  <a:moveTo>
                    <a:pt x="97" y="0"/>
                  </a:moveTo>
                  <a:cubicBezTo>
                    <a:pt x="54" y="0"/>
                    <a:pt x="17" y="33"/>
                    <a:pt x="0" y="91"/>
                  </a:cubicBezTo>
                  <a:cubicBezTo>
                    <a:pt x="0" y="107"/>
                    <a:pt x="0" y="124"/>
                    <a:pt x="21" y="144"/>
                  </a:cubicBezTo>
                  <a:cubicBezTo>
                    <a:pt x="21" y="177"/>
                    <a:pt x="54" y="194"/>
                    <a:pt x="87" y="194"/>
                  </a:cubicBezTo>
                  <a:cubicBezTo>
                    <a:pt x="99" y="197"/>
                    <a:pt x="110" y="198"/>
                    <a:pt x="121" y="198"/>
                  </a:cubicBezTo>
                  <a:cubicBezTo>
                    <a:pt x="172" y="198"/>
                    <a:pt x="206" y="165"/>
                    <a:pt x="206" y="107"/>
                  </a:cubicBezTo>
                  <a:cubicBezTo>
                    <a:pt x="227" y="91"/>
                    <a:pt x="206" y="58"/>
                    <a:pt x="190" y="41"/>
                  </a:cubicBezTo>
                  <a:cubicBezTo>
                    <a:pt x="173" y="21"/>
                    <a:pt x="157" y="4"/>
                    <a:pt x="124" y="4"/>
                  </a:cubicBezTo>
                  <a:cubicBezTo>
                    <a:pt x="115" y="1"/>
                    <a:pt x="106" y="0"/>
                    <a:pt x="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6" name="Google Shape;12616;p31"/>
            <p:cNvSpPr/>
            <p:nvPr/>
          </p:nvSpPr>
          <p:spPr>
            <a:xfrm>
              <a:off x="4157050" y="3132100"/>
              <a:ext cx="5600" cy="5100"/>
            </a:xfrm>
            <a:custGeom>
              <a:avLst/>
              <a:gdLst/>
              <a:ahLst/>
              <a:cxnLst/>
              <a:rect l="l" t="t" r="r" b="b"/>
              <a:pathLst>
                <a:path w="224" h="204" extrusionOk="0">
                  <a:moveTo>
                    <a:pt x="126" y="1"/>
                  </a:moveTo>
                  <a:cubicBezTo>
                    <a:pt x="113" y="1"/>
                    <a:pt x="100" y="3"/>
                    <a:pt x="87" y="7"/>
                  </a:cubicBezTo>
                  <a:cubicBezTo>
                    <a:pt x="38" y="23"/>
                    <a:pt x="1" y="93"/>
                    <a:pt x="17" y="147"/>
                  </a:cubicBezTo>
                  <a:cubicBezTo>
                    <a:pt x="38" y="164"/>
                    <a:pt x="38" y="164"/>
                    <a:pt x="54" y="180"/>
                  </a:cubicBezTo>
                  <a:cubicBezTo>
                    <a:pt x="66" y="192"/>
                    <a:pt x="94" y="203"/>
                    <a:pt x="123" y="203"/>
                  </a:cubicBezTo>
                  <a:cubicBezTo>
                    <a:pt x="135" y="203"/>
                    <a:pt x="146" y="201"/>
                    <a:pt x="157" y="196"/>
                  </a:cubicBezTo>
                  <a:cubicBezTo>
                    <a:pt x="190" y="180"/>
                    <a:pt x="223" y="147"/>
                    <a:pt x="223" y="110"/>
                  </a:cubicBezTo>
                  <a:lnTo>
                    <a:pt x="223" y="60"/>
                  </a:lnTo>
                  <a:cubicBezTo>
                    <a:pt x="198" y="20"/>
                    <a:pt x="164" y="1"/>
                    <a:pt x="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7" name="Google Shape;12617;p31"/>
            <p:cNvSpPr/>
            <p:nvPr/>
          </p:nvSpPr>
          <p:spPr>
            <a:xfrm>
              <a:off x="4158400" y="3119775"/>
              <a:ext cx="5575" cy="5200"/>
            </a:xfrm>
            <a:custGeom>
              <a:avLst/>
              <a:gdLst/>
              <a:ahLst/>
              <a:cxnLst/>
              <a:rect l="l" t="t" r="r" b="b"/>
              <a:pathLst>
                <a:path w="223" h="208" extrusionOk="0">
                  <a:moveTo>
                    <a:pt x="118" y="1"/>
                  </a:moveTo>
                  <a:cubicBezTo>
                    <a:pt x="87" y="1"/>
                    <a:pt x="53" y="16"/>
                    <a:pt x="33" y="38"/>
                  </a:cubicBezTo>
                  <a:cubicBezTo>
                    <a:pt x="17" y="55"/>
                    <a:pt x="0" y="88"/>
                    <a:pt x="0" y="125"/>
                  </a:cubicBezTo>
                  <a:cubicBezTo>
                    <a:pt x="17" y="125"/>
                    <a:pt x="17" y="141"/>
                    <a:pt x="17" y="141"/>
                  </a:cubicBezTo>
                  <a:cubicBezTo>
                    <a:pt x="17" y="158"/>
                    <a:pt x="33" y="174"/>
                    <a:pt x="50" y="191"/>
                  </a:cubicBezTo>
                  <a:cubicBezTo>
                    <a:pt x="66" y="207"/>
                    <a:pt x="103" y="207"/>
                    <a:pt x="120" y="207"/>
                  </a:cubicBezTo>
                  <a:cubicBezTo>
                    <a:pt x="153" y="207"/>
                    <a:pt x="169" y="191"/>
                    <a:pt x="190" y="174"/>
                  </a:cubicBezTo>
                  <a:cubicBezTo>
                    <a:pt x="206" y="141"/>
                    <a:pt x="223" y="125"/>
                    <a:pt x="223" y="88"/>
                  </a:cubicBezTo>
                  <a:cubicBezTo>
                    <a:pt x="206" y="71"/>
                    <a:pt x="206" y="38"/>
                    <a:pt x="169" y="22"/>
                  </a:cubicBezTo>
                  <a:cubicBezTo>
                    <a:pt x="156" y="7"/>
                    <a:pt x="138" y="1"/>
                    <a:pt x="1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8" name="Google Shape;12618;p31"/>
            <p:cNvSpPr/>
            <p:nvPr/>
          </p:nvSpPr>
          <p:spPr>
            <a:xfrm>
              <a:off x="4153250" y="3162675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92" y="0"/>
                  </a:moveTo>
                  <a:cubicBezTo>
                    <a:pt x="46" y="0"/>
                    <a:pt x="0" y="33"/>
                    <a:pt x="0" y="91"/>
                  </a:cubicBezTo>
                  <a:lnTo>
                    <a:pt x="0" y="140"/>
                  </a:lnTo>
                  <a:lnTo>
                    <a:pt x="17" y="161"/>
                  </a:lnTo>
                  <a:cubicBezTo>
                    <a:pt x="33" y="177"/>
                    <a:pt x="50" y="194"/>
                    <a:pt x="87" y="210"/>
                  </a:cubicBezTo>
                  <a:cubicBezTo>
                    <a:pt x="120" y="210"/>
                    <a:pt x="136" y="194"/>
                    <a:pt x="169" y="177"/>
                  </a:cubicBezTo>
                  <a:cubicBezTo>
                    <a:pt x="190" y="177"/>
                    <a:pt x="206" y="140"/>
                    <a:pt x="206" y="124"/>
                  </a:cubicBezTo>
                  <a:cubicBezTo>
                    <a:pt x="206" y="91"/>
                    <a:pt x="206" y="58"/>
                    <a:pt x="190" y="37"/>
                  </a:cubicBezTo>
                  <a:cubicBezTo>
                    <a:pt x="169" y="21"/>
                    <a:pt x="153" y="4"/>
                    <a:pt x="120" y="4"/>
                  </a:cubicBezTo>
                  <a:cubicBezTo>
                    <a:pt x="111" y="1"/>
                    <a:pt x="101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9" name="Google Shape;12619;p31"/>
            <p:cNvSpPr/>
            <p:nvPr/>
          </p:nvSpPr>
          <p:spPr>
            <a:xfrm>
              <a:off x="4165200" y="3156375"/>
              <a:ext cx="5700" cy="5175"/>
            </a:xfrm>
            <a:custGeom>
              <a:avLst/>
              <a:gdLst/>
              <a:ahLst/>
              <a:cxnLst/>
              <a:rect l="l" t="t" r="r" b="b"/>
              <a:pathLst>
                <a:path w="228" h="207" extrusionOk="0">
                  <a:moveTo>
                    <a:pt x="114" y="1"/>
                  </a:moveTo>
                  <a:cubicBezTo>
                    <a:pt x="86" y="1"/>
                    <a:pt x="56" y="15"/>
                    <a:pt x="37" y="34"/>
                  </a:cubicBezTo>
                  <a:cubicBezTo>
                    <a:pt x="21" y="67"/>
                    <a:pt x="0" y="83"/>
                    <a:pt x="0" y="120"/>
                  </a:cubicBezTo>
                  <a:cubicBezTo>
                    <a:pt x="0" y="120"/>
                    <a:pt x="0" y="137"/>
                    <a:pt x="21" y="137"/>
                  </a:cubicBezTo>
                  <a:cubicBezTo>
                    <a:pt x="21" y="153"/>
                    <a:pt x="37" y="170"/>
                    <a:pt x="54" y="186"/>
                  </a:cubicBezTo>
                  <a:cubicBezTo>
                    <a:pt x="70" y="207"/>
                    <a:pt x="87" y="207"/>
                    <a:pt x="124" y="207"/>
                  </a:cubicBezTo>
                  <a:cubicBezTo>
                    <a:pt x="157" y="207"/>
                    <a:pt x="174" y="186"/>
                    <a:pt x="190" y="170"/>
                  </a:cubicBezTo>
                  <a:cubicBezTo>
                    <a:pt x="206" y="153"/>
                    <a:pt x="227" y="120"/>
                    <a:pt x="206" y="104"/>
                  </a:cubicBezTo>
                  <a:cubicBezTo>
                    <a:pt x="206" y="67"/>
                    <a:pt x="190" y="50"/>
                    <a:pt x="174" y="34"/>
                  </a:cubicBezTo>
                  <a:cubicBezTo>
                    <a:pt x="159" y="10"/>
                    <a:pt x="137" y="1"/>
                    <a:pt x="1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0" name="Google Shape;12620;p31"/>
            <p:cNvSpPr/>
            <p:nvPr/>
          </p:nvSpPr>
          <p:spPr>
            <a:xfrm>
              <a:off x="4149725" y="3176550"/>
              <a:ext cx="5200" cy="5350"/>
            </a:xfrm>
            <a:custGeom>
              <a:avLst/>
              <a:gdLst/>
              <a:ahLst/>
              <a:cxnLst/>
              <a:rect l="l" t="t" r="r" b="b"/>
              <a:pathLst>
                <a:path w="208" h="214" extrusionOk="0">
                  <a:moveTo>
                    <a:pt x="99" y="0"/>
                  </a:moveTo>
                  <a:cubicBezTo>
                    <a:pt x="68" y="0"/>
                    <a:pt x="39" y="14"/>
                    <a:pt x="22" y="35"/>
                  </a:cubicBezTo>
                  <a:cubicBezTo>
                    <a:pt x="1" y="68"/>
                    <a:pt x="1" y="84"/>
                    <a:pt x="1" y="121"/>
                  </a:cubicBezTo>
                  <a:lnTo>
                    <a:pt x="1" y="138"/>
                  </a:lnTo>
                  <a:cubicBezTo>
                    <a:pt x="1" y="154"/>
                    <a:pt x="22" y="171"/>
                    <a:pt x="38" y="187"/>
                  </a:cubicBezTo>
                  <a:cubicBezTo>
                    <a:pt x="60" y="204"/>
                    <a:pt x="84" y="213"/>
                    <a:pt x="107" y="213"/>
                  </a:cubicBezTo>
                  <a:cubicBezTo>
                    <a:pt x="135" y="213"/>
                    <a:pt x="164" y="200"/>
                    <a:pt x="191" y="171"/>
                  </a:cubicBezTo>
                  <a:cubicBezTo>
                    <a:pt x="207" y="154"/>
                    <a:pt x="207" y="121"/>
                    <a:pt x="207" y="101"/>
                  </a:cubicBezTo>
                  <a:cubicBezTo>
                    <a:pt x="207" y="68"/>
                    <a:pt x="191" y="51"/>
                    <a:pt x="174" y="35"/>
                  </a:cubicBezTo>
                  <a:cubicBezTo>
                    <a:pt x="152" y="10"/>
                    <a:pt x="125" y="0"/>
                    <a:pt x="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1" name="Google Shape;12621;p31"/>
            <p:cNvSpPr/>
            <p:nvPr/>
          </p:nvSpPr>
          <p:spPr>
            <a:xfrm>
              <a:off x="4167350" y="3142575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20" y="0"/>
                  </a:moveTo>
                  <a:cubicBezTo>
                    <a:pt x="104" y="0"/>
                    <a:pt x="71" y="0"/>
                    <a:pt x="55" y="17"/>
                  </a:cubicBezTo>
                  <a:cubicBezTo>
                    <a:pt x="38" y="37"/>
                    <a:pt x="17" y="54"/>
                    <a:pt x="1" y="87"/>
                  </a:cubicBezTo>
                  <a:cubicBezTo>
                    <a:pt x="1" y="103"/>
                    <a:pt x="1" y="120"/>
                    <a:pt x="17" y="140"/>
                  </a:cubicBezTo>
                  <a:cubicBezTo>
                    <a:pt x="17" y="140"/>
                    <a:pt x="17" y="157"/>
                    <a:pt x="38" y="157"/>
                  </a:cubicBezTo>
                  <a:cubicBezTo>
                    <a:pt x="38" y="190"/>
                    <a:pt x="71" y="206"/>
                    <a:pt x="104" y="206"/>
                  </a:cubicBezTo>
                  <a:cubicBezTo>
                    <a:pt x="158" y="206"/>
                    <a:pt x="207" y="173"/>
                    <a:pt x="224" y="120"/>
                  </a:cubicBezTo>
                  <a:cubicBezTo>
                    <a:pt x="224" y="87"/>
                    <a:pt x="207" y="70"/>
                    <a:pt x="191" y="37"/>
                  </a:cubicBezTo>
                  <a:cubicBezTo>
                    <a:pt x="174" y="17"/>
                    <a:pt x="158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2" name="Google Shape;12622;p31"/>
            <p:cNvSpPr/>
            <p:nvPr/>
          </p:nvSpPr>
          <p:spPr>
            <a:xfrm>
              <a:off x="4168300" y="3128850"/>
              <a:ext cx="6000" cy="5350"/>
            </a:xfrm>
            <a:custGeom>
              <a:avLst/>
              <a:gdLst/>
              <a:ahLst/>
              <a:cxnLst/>
              <a:rect l="l" t="t" r="r" b="b"/>
              <a:pathLst>
                <a:path w="240" h="214" extrusionOk="0">
                  <a:moveTo>
                    <a:pt x="136" y="1"/>
                  </a:moveTo>
                  <a:cubicBezTo>
                    <a:pt x="120" y="1"/>
                    <a:pt x="103" y="1"/>
                    <a:pt x="82" y="17"/>
                  </a:cubicBezTo>
                  <a:cubicBezTo>
                    <a:pt x="33" y="34"/>
                    <a:pt x="0" y="87"/>
                    <a:pt x="17" y="153"/>
                  </a:cubicBezTo>
                  <a:cubicBezTo>
                    <a:pt x="29" y="194"/>
                    <a:pt x="72" y="213"/>
                    <a:pt x="113" y="213"/>
                  </a:cubicBezTo>
                  <a:cubicBezTo>
                    <a:pt x="127" y="213"/>
                    <a:pt x="140" y="211"/>
                    <a:pt x="153" y="207"/>
                  </a:cubicBezTo>
                  <a:cubicBezTo>
                    <a:pt x="169" y="207"/>
                    <a:pt x="186" y="190"/>
                    <a:pt x="206" y="174"/>
                  </a:cubicBezTo>
                  <a:cubicBezTo>
                    <a:pt x="223" y="153"/>
                    <a:pt x="239" y="104"/>
                    <a:pt x="223" y="71"/>
                  </a:cubicBezTo>
                  <a:cubicBezTo>
                    <a:pt x="206" y="34"/>
                    <a:pt x="169" y="17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3" name="Google Shape;12623;p31"/>
            <p:cNvSpPr/>
            <p:nvPr/>
          </p:nvSpPr>
          <p:spPr>
            <a:xfrm>
              <a:off x="4196625" y="3120400"/>
              <a:ext cx="6000" cy="5225"/>
            </a:xfrm>
            <a:custGeom>
              <a:avLst/>
              <a:gdLst/>
              <a:ahLst/>
              <a:cxnLst/>
              <a:rect l="l" t="t" r="r" b="b"/>
              <a:pathLst>
                <a:path w="240" h="209" extrusionOk="0">
                  <a:moveTo>
                    <a:pt x="110" y="1"/>
                  </a:moveTo>
                  <a:cubicBezTo>
                    <a:pt x="99" y="1"/>
                    <a:pt x="85" y="5"/>
                    <a:pt x="67" y="13"/>
                  </a:cubicBezTo>
                  <a:cubicBezTo>
                    <a:pt x="50" y="13"/>
                    <a:pt x="34" y="30"/>
                    <a:pt x="17" y="46"/>
                  </a:cubicBezTo>
                  <a:cubicBezTo>
                    <a:pt x="1" y="79"/>
                    <a:pt x="1" y="116"/>
                    <a:pt x="17" y="149"/>
                  </a:cubicBezTo>
                  <a:cubicBezTo>
                    <a:pt x="30" y="190"/>
                    <a:pt x="73" y="209"/>
                    <a:pt x="114" y="209"/>
                  </a:cubicBezTo>
                  <a:cubicBezTo>
                    <a:pt x="128" y="209"/>
                    <a:pt x="141" y="207"/>
                    <a:pt x="153" y="203"/>
                  </a:cubicBezTo>
                  <a:cubicBezTo>
                    <a:pt x="207" y="182"/>
                    <a:pt x="240" y="116"/>
                    <a:pt x="207" y="63"/>
                  </a:cubicBezTo>
                  <a:cubicBezTo>
                    <a:pt x="207" y="30"/>
                    <a:pt x="170" y="13"/>
                    <a:pt x="137" y="13"/>
                  </a:cubicBezTo>
                  <a:cubicBezTo>
                    <a:pt x="129" y="5"/>
                    <a:pt x="120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4" name="Google Shape;12624;p31"/>
            <p:cNvSpPr/>
            <p:nvPr/>
          </p:nvSpPr>
          <p:spPr>
            <a:xfrm>
              <a:off x="4220650" y="3133525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00" y="0"/>
                  </a:moveTo>
                  <a:cubicBezTo>
                    <a:pt x="57" y="0"/>
                    <a:pt x="15" y="44"/>
                    <a:pt x="0" y="90"/>
                  </a:cubicBezTo>
                  <a:cubicBezTo>
                    <a:pt x="0" y="107"/>
                    <a:pt x="0" y="123"/>
                    <a:pt x="17" y="139"/>
                  </a:cubicBezTo>
                  <a:cubicBezTo>
                    <a:pt x="17" y="139"/>
                    <a:pt x="17" y="156"/>
                    <a:pt x="33" y="156"/>
                  </a:cubicBezTo>
                  <a:cubicBezTo>
                    <a:pt x="50" y="193"/>
                    <a:pt x="71" y="193"/>
                    <a:pt x="104" y="210"/>
                  </a:cubicBezTo>
                  <a:cubicBezTo>
                    <a:pt x="120" y="210"/>
                    <a:pt x="153" y="210"/>
                    <a:pt x="174" y="193"/>
                  </a:cubicBezTo>
                  <a:cubicBezTo>
                    <a:pt x="190" y="172"/>
                    <a:pt x="207" y="139"/>
                    <a:pt x="223" y="123"/>
                  </a:cubicBezTo>
                  <a:cubicBezTo>
                    <a:pt x="223" y="53"/>
                    <a:pt x="190" y="3"/>
                    <a:pt x="120" y="3"/>
                  </a:cubicBezTo>
                  <a:cubicBezTo>
                    <a:pt x="113" y="1"/>
                    <a:pt x="107" y="0"/>
                    <a:pt x="1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5" name="Google Shape;12625;p31"/>
            <p:cNvSpPr/>
            <p:nvPr/>
          </p:nvSpPr>
          <p:spPr>
            <a:xfrm>
              <a:off x="4229625" y="3146000"/>
              <a:ext cx="5675" cy="5250"/>
            </a:xfrm>
            <a:custGeom>
              <a:avLst/>
              <a:gdLst/>
              <a:ahLst/>
              <a:cxnLst/>
              <a:rect l="l" t="t" r="r" b="b"/>
              <a:pathLst>
                <a:path w="227" h="210" extrusionOk="0">
                  <a:moveTo>
                    <a:pt x="117" y="0"/>
                  </a:moveTo>
                  <a:cubicBezTo>
                    <a:pt x="86" y="0"/>
                    <a:pt x="58" y="16"/>
                    <a:pt x="37" y="36"/>
                  </a:cubicBezTo>
                  <a:cubicBezTo>
                    <a:pt x="0" y="69"/>
                    <a:pt x="0" y="86"/>
                    <a:pt x="0" y="123"/>
                  </a:cubicBezTo>
                  <a:cubicBezTo>
                    <a:pt x="0" y="123"/>
                    <a:pt x="0" y="139"/>
                    <a:pt x="21" y="139"/>
                  </a:cubicBezTo>
                  <a:cubicBezTo>
                    <a:pt x="21" y="156"/>
                    <a:pt x="37" y="172"/>
                    <a:pt x="37" y="189"/>
                  </a:cubicBezTo>
                  <a:cubicBezTo>
                    <a:pt x="57" y="203"/>
                    <a:pt x="79" y="210"/>
                    <a:pt x="102" y="210"/>
                  </a:cubicBezTo>
                  <a:cubicBezTo>
                    <a:pt x="136" y="210"/>
                    <a:pt x="170" y="195"/>
                    <a:pt x="190" y="172"/>
                  </a:cubicBezTo>
                  <a:cubicBezTo>
                    <a:pt x="206" y="156"/>
                    <a:pt x="227" y="123"/>
                    <a:pt x="206" y="86"/>
                  </a:cubicBezTo>
                  <a:cubicBezTo>
                    <a:pt x="206" y="69"/>
                    <a:pt x="190" y="36"/>
                    <a:pt x="173" y="20"/>
                  </a:cubicBezTo>
                  <a:cubicBezTo>
                    <a:pt x="155" y="6"/>
                    <a:pt x="135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6" name="Google Shape;12626;p31"/>
            <p:cNvSpPr/>
            <p:nvPr/>
          </p:nvSpPr>
          <p:spPr>
            <a:xfrm>
              <a:off x="4224475" y="3172100"/>
              <a:ext cx="5675" cy="5050"/>
            </a:xfrm>
            <a:custGeom>
              <a:avLst/>
              <a:gdLst/>
              <a:ahLst/>
              <a:cxnLst/>
              <a:rect l="l" t="t" r="r" b="b"/>
              <a:pathLst>
                <a:path w="227" h="202" extrusionOk="0">
                  <a:moveTo>
                    <a:pt x="99" y="0"/>
                  </a:moveTo>
                  <a:cubicBezTo>
                    <a:pt x="68" y="0"/>
                    <a:pt x="39" y="12"/>
                    <a:pt x="21" y="40"/>
                  </a:cubicBezTo>
                  <a:cubicBezTo>
                    <a:pt x="0" y="56"/>
                    <a:pt x="0" y="93"/>
                    <a:pt x="0" y="110"/>
                  </a:cubicBezTo>
                  <a:lnTo>
                    <a:pt x="0" y="143"/>
                  </a:lnTo>
                  <a:cubicBezTo>
                    <a:pt x="21" y="159"/>
                    <a:pt x="21" y="176"/>
                    <a:pt x="37" y="176"/>
                  </a:cubicBezTo>
                  <a:cubicBezTo>
                    <a:pt x="60" y="192"/>
                    <a:pt x="86" y="202"/>
                    <a:pt x="112" y="202"/>
                  </a:cubicBezTo>
                  <a:cubicBezTo>
                    <a:pt x="143" y="202"/>
                    <a:pt x="172" y="188"/>
                    <a:pt x="190" y="159"/>
                  </a:cubicBezTo>
                  <a:cubicBezTo>
                    <a:pt x="227" y="126"/>
                    <a:pt x="206" y="56"/>
                    <a:pt x="173" y="23"/>
                  </a:cubicBezTo>
                  <a:cubicBezTo>
                    <a:pt x="151" y="8"/>
                    <a:pt x="125" y="0"/>
                    <a:pt x="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7" name="Google Shape;12627;p31"/>
            <p:cNvSpPr/>
            <p:nvPr/>
          </p:nvSpPr>
          <p:spPr>
            <a:xfrm>
              <a:off x="4192300" y="3131925"/>
              <a:ext cx="6000" cy="5250"/>
            </a:xfrm>
            <a:custGeom>
              <a:avLst/>
              <a:gdLst/>
              <a:ahLst/>
              <a:cxnLst/>
              <a:rect l="l" t="t" r="r" b="b"/>
              <a:pathLst>
                <a:path w="240" h="210" extrusionOk="0">
                  <a:moveTo>
                    <a:pt x="131" y="1"/>
                  </a:moveTo>
                  <a:cubicBezTo>
                    <a:pt x="116" y="1"/>
                    <a:pt x="101" y="5"/>
                    <a:pt x="87" y="14"/>
                  </a:cubicBezTo>
                  <a:cubicBezTo>
                    <a:pt x="34" y="30"/>
                    <a:pt x="1" y="84"/>
                    <a:pt x="34" y="133"/>
                  </a:cubicBezTo>
                  <a:cubicBezTo>
                    <a:pt x="46" y="187"/>
                    <a:pt x="81" y="209"/>
                    <a:pt x="128" y="209"/>
                  </a:cubicBezTo>
                  <a:cubicBezTo>
                    <a:pt x="142" y="209"/>
                    <a:pt x="158" y="207"/>
                    <a:pt x="174" y="203"/>
                  </a:cubicBezTo>
                  <a:cubicBezTo>
                    <a:pt x="223" y="187"/>
                    <a:pt x="240" y="117"/>
                    <a:pt x="223" y="67"/>
                  </a:cubicBezTo>
                  <a:cubicBezTo>
                    <a:pt x="211" y="29"/>
                    <a:pt x="171" y="1"/>
                    <a:pt x="1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8" name="Google Shape;12628;p31"/>
            <p:cNvSpPr/>
            <p:nvPr/>
          </p:nvSpPr>
          <p:spPr>
            <a:xfrm>
              <a:off x="4216725" y="3146400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02" y="1"/>
                  </a:moveTo>
                  <a:cubicBezTo>
                    <a:pt x="53" y="1"/>
                    <a:pt x="1" y="44"/>
                    <a:pt x="1" y="90"/>
                  </a:cubicBezTo>
                  <a:lnTo>
                    <a:pt x="1" y="140"/>
                  </a:lnTo>
                  <a:lnTo>
                    <a:pt x="21" y="156"/>
                  </a:lnTo>
                  <a:cubicBezTo>
                    <a:pt x="38" y="193"/>
                    <a:pt x="54" y="193"/>
                    <a:pt x="87" y="210"/>
                  </a:cubicBezTo>
                  <a:cubicBezTo>
                    <a:pt x="141" y="210"/>
                    <a:pt x="190" y="173"/>
                    <a:pt x="207" y="123"/>
                  </a:cubicBezTo>
                  <a:cubicBezTo>
                    <a:pt x="207" y="90"/>
                    <a:pt x="207" y="53"/>
                    <a:pt x="190" y="37"/>
                  </a:cubicBezTo>
                  <a:cubicBezTo>
                    <a:pt x="174" y="20"/>
                    <a:pt x="141" y="4"/>
                    <a:pt x="124" y="4"/>
                  </a:cubicBezTo>
                  <a:cubicBezTo>
                    <a:pt x="117" y="2"/>
                    <a:pt x="110" y="1"/>
                    <a:pt x="1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9" name="Google Shape;12629;p31"/>
            <p:cNvSpPr/>
            <p:nvPr/>
          </p:nvSpPr>
          <p:spPr>
            <a:xfrm>
              <a:off x="4236925" y="3182000"/>
              <a:ext cx="5200" cy="5025"/>
            </a:xfrm>
            <a:custGeom>
              <a:avLst/>
              <a:gdLst/>
              <a:ahLst/>
              <a:cxnLst/>
              <a:rect l="l" t="t" r="r" b="b"/>
              <a:pathLst>
                <a:path w="208" h="201" extrusionOk="0">
                  <a:moveTo>
                    <a:pt x="91" y="1"/>
                  </a:moveTo>
                  <a:cubicBezTo>
                    <a:pt x="47" y="1"/>
                    <a:pt x="1" y="35"/>
                    <a:pt x="1" y="89"/>
                  </a:cubicBezTo>
                  <a:lnTo>
                    <a:pt x="1" y="126"/>
                  </a:lnTo>
                  <a:lnTo>
                    <a:pt x="1" y="142"/>
                  </a:lnTo>
                  <a:lnTo>
                    <a:pt x="17" y="159"/>
                  </a:lnTo>
                  <a:cubicBezTo>
                    <a:pt x="38" y="175"/>
                    <a:pt x="54" y="192"/>
                    <a:pt x="87" y="192"/>
                  </a:cubicBezTo>
                  <a:cubicBezTo>
                    <a:pt x="97" y="198"/>
                    <a:pt x="106" y="200"/>
                    <a:pt x="114" y="200"/>
                  </a:cubicBezTo>
                  <a:cubicBezTo>
                    <a:pt x="134" y="200"/>
                    <a:pt x="151" y="187"/>
                    <a:pt x="174" y="175"/>
                  </a:cubicBezTo>
                  <a:cubicBezTo>
                    <a:pt x="191" y="159"/>
                    <a:pt x="207" y="142"/>
                    <a:pt x="207" y="109"/>
                  </a:cubicBezTo>
                  <a:cubicBezTo>
                    <a:pt x="207" y="89"/>
                    <a:pt x="207" y="72"/>
                    <a:pt x="191" y="39"/>
                  </a:cubicBezTo>
                  <a:cubicBezTo>
                    <a:pt x="174" y="23"/>
                    <a:pt x="158" y="6"/>
                    <a:pt x="120" y="6"/>
                  </a:cubicBezTo>
                  <a:cubicBezTo>
                    <a:pt x="111" y="2"/>
                    <a:pt x="101" y="1"/>
                    <a:pt x="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0" name="Google Shape;12630;p31"/>
            <p:cNvSpPr/>
            <p:nvPr/>
          </p:nvSpPr>
          <p:spPr>
            <a:xfrm>
              <a:off x="4233125" y="3132150"/>
              <a:ext cx="5575" cy="5050"/>
            </a:xfrm>
            <a:custGeom>
              <a:avLst/>
              <a:gdLst/>
              <a:ahLst/>
              <a:cxnLst/>
              <a:rect l="l" t="t" r="r" b="b"/>
              <a:pathLst>
                <a:path w="223" h="202" extrusionOk="0">
                  <a:moveTo>
                    <a:pt x="93" y="1"/>
                  </a:moveTo>
                  <a:cubicBezTo>
                    <a:pt x="50" y="1"/>
                    <a:pt x="14" y="33"/>
                    <a:pt x="0" y="91"/>
                  </a:cubicBezTo>
                  <a:cubicBezTo>
                    <a:pt x="0" y="108"/>
                    <a:pt x="0" y="124"/>
                    <a:pt x="17" y="145"/>
                  </a:cubicBezTo>
                  <a:cubicBezTo>
                    <a:pt x="17" y="145"/>
                    <a:pt x="17" y="162"/>
                    <a:pt x="33" y="162"/>
                  </a:cubicBezTo>
                  <a:cubicBezTo>
                    <a:pt x="50" y="178"/>
                    <a:pt x="66" y="194"/>
                    <a:pt x="103" y="194"/>
                  </a:cubicBezTo>
                  <a:cubicBezTo>
                    <a:pt x="108" y="199"/>
                    <a:pt x="114" y="201"/>
                    <a:pt x="121" y="201"/>
                  </a:cubicBezTo>
                  <a:cubicBezTo>
                    <a:pt x="138" y="201"/>
                    <a:pt x="158" y="190"/>
                    <a:pt x="169" y="178"/>
                  </a:cubicBezTo>
                  <a:cubicBezTo>
                    <a:pt x="190" y="162"/>
                    <a:pt x="206" y="145"/>
                    <a:pt x="223" y="108"/>
                  </a:cubicBezTo>
                  <a:cubicBezTo>
                    <a:pt x="223" y="91"/>
                    <a:pt x="206" y="58"/>
                    <a:pt x="190" y="42"/>
                  </a:cubicBezTo>
                  <a:cubicBezTo>
                    <a:pt x="169" y="21"/>
                    <a:pt x="153" y="5"/>
                    <a:pt x="120" y="5"/>
                  </a:cubicBezTo>
                  <a:cubicBezTo>
                    <a:pt x="111" y="2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1" name="Google Shape;12631;p31"/>
            <p:cNvSpPr/>
            <p:nvPr/>
          </p:nvSpPr>
          <p:spPr>
            <a:xfrm>
              <a:off x="4236100" y="3195750"/>
              <a:ext cx="5200" cy="4975"/>
            </a:xfrm>
            <a:custGeom>
              <a:avLst/>
              <a:gdLst/>
              <a:ahLst/>
              <a:cxnLst/>
              <a:rect l="l" t="t" r="r" b="b"/>
              <a:pathLst>
                <a:path w="208" h="199" extrusionOk="0">
                  <a:moveTo>
                    <a:pt x="87" y="0"/>
                  </a:moveTo>
                  <a:cubicBezTo>
                    <a:pt x="35" y="0"/>
                    <a:pt x="1" y="33"/>
                    <a:pt x="1" y="91"/>
                  </a:cubicBezTo>
                  <a:lnTo>
                    <a:pt x="1" y="141"/>
                  </a:lnTo>
                  <a:lnTo>
                    <a:pt x="17" y="157"/>
                  </a:lnTo>
                  <a:cubicBezTo>
                    <a:pt x="34" y="178"/>
                    <a:pt x="50" y="194"/>
                    <a:pt x="87" y="194"/>
                  </a:cubicBezTo>
                  <a:cubicBezTo>
                    <a:pt x="96" y="197"/>
                    <a:pt x="104" y="199"/>
                    <a:pt x="113" y="199"/>
                  </a:cubicBezTo>
                  <a:cubicBezTo>
                    <a:pt x="154" y="199"/>
                    <a:pt x="193" y="166"/>
                    <a:pt x="207" y="108"/>
                  </a:cubicBezTo>
                  <a:cubicBezTo>
                    <a:pt x="207" y="91"/>
                    <a:pt x="207" y="54"/>
                    <a:pt x="191" y="38"/>
                  </a:cubicBezTo>
                  <a:cubicBezTo>
                    <a:pt x="174" y="21"/>
                    <a:pt x="137" y="5"/>
                    <a:pt x="120" y="5"/>
                  </a:cubicBezTo>
                  <a:cubicBezTo>
                    <a:pt x="109" y="2"/>
                    <a:pt x="97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2" name="Google Shape;12632;p31"/>
            <p:cNvSpPr/>
            <p:nvPr/>
          </p:nvSpPr>
          <p:spPr>
            <a:xfrm>
              <a:off x="4214150" y="3159675"/>
              <a:ext cx="6100" cy="5400"/>
            </a:xfrm>
            <a:custGeom>
              <a:avLst/>
              <a:gdLst/>
              <a:ahLst/>
              <a:cxnLst/>
              <a:rect l="l" t="t" r="r" b="b"/>
              <a:pathLst>
                <a:path w="244" h="216" extrusionOk="0">
                  <a:moveTo>
                    <a:pt x="115" y="0"/>
                  </a:moveTo>
                  <a:cubicBezTo>
                    <a:pt x="106" y="0"/>
                    <a:pt x="97" y="2"/>
                    <a:pt x="87" y="5"/>
                  </a:cubicBezTo>
                  <a:cubicBezTo>
                    <a:pt x="21" y="38"/>
                    <a:pt x="1" y="91"/>
                    <a:pt x="21" y="141"/>
                  </a:cubicBezTo>
                  <a:cubicBezTo>
                    <a:pt x="35" y="185"/>
                    <a:pt x="82" y="215"/>
                    <a:pt x="128" y="215"/>
                  </a:cubicBezTo>
                  <a:cubicBezTo>
                    <a:pt x="138" y="215"/>
                    <a:pt x="148" y="214"/>
                    <a:pt x="157" y="211"/>
                  </a:cubicBezTo>
                  <a:cubicBezTo>
                    <a:pt x="207" y="178"/>
                    <a:pt x="244" y="124"/>
                    <a:pt x="207" y="75"/>
                  </a:cubicBezTo>
                  <a:cubicBezTo>
                    <a:pt x="193" y="31"/>
                    <a:pt x="157" y="0"/>
                    <a:pt x="1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3" name="Google Shape;12633;p31"/>
            <p:cNvSpPr/>
            <p:nvPr/>
          </p:nvSpPr>
          <p:spPr>
            <a:xfrm>
              <a:off x="4203025" y="3153200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96" y="0"/>
                  </a:moveTo>
                  <a:cubicBezTo>
                    <a:pt x="54" y="0"/>
                    <a:pt x="14" y="35"/>
                    <a:pt x="0" y="90"/>
                  </a:cubicBezTo>
                  <a:cubicBezTo>
                    <a:pt x="0" y="107"/>
                    <a:pt x="0" y="128"/>
                    <a:pt x="17" y="144"/>
                  </a:cubicBezTo>
                  <a:cubicBezTo>
                    <a:pt x="17" y="144"/>
                    <a:pt x="17" y="161"/>
                    <a:pt x="33" y="161"/>
                  </a:cubicBezTo>
                  <a:cubicBezTo>
                    <a:pt x="33" y="177"/>
                    <a:pt x="71" y="194"/>
                    <a:pt x="104" y="210"/>
                  </a:cubicBezTo>
                  <a:cubicBezTo>
                    <a:pt x="157" y="210"/>
                    <a:pt x="207" y="177"/>
                    <a:pt x="223" y="128"/>
                  </a:cubicBezTo>
                  <a:cubicBezTo>
                    <a:pt x="223" y="90"/>
                    <a:pt x="207" y="58"/>
                    <a:pt x="190" y="41"/>
                  </a:cubicBezTo>
                  <a:cubicBezTo>
                    <a:pt x="174" y="25"/>
                    <a:pt x="157" y="4"/>
                    <a:pt x="120" y="4"/>
                  </a:cubicBezTo>
                  <a:cubicBezTo>
                    <a:pt x="112" y="1"/>
                    <a:pt x="104" y="0"/>
                    <a:pt x="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4" name="Google Shape;12634;p31"/>
            <p:cNvSpPr/>
            <p:nvPr/>
          </p:nvSpPr>
          <p:spPr>
            <a:xfrm>
              <a:off x="4197450" y="3103750"/>
              <a:ext cx="5600" cy="5100"/>
            </a:xfrm>
            <a:custGeom>
              <a:avLst/>
              <a:gdLst/>
              <a:ahLst/>
              <a:cxnLst/>
              <a:rect l="l" t="t" r="r" b="b"/>
              <a:pathLst>
                <a:path w="224" h="204" extrusionOk="0">
                  <a:moveTo>
                    <a:pt x="105" y="1"/>
                  </a:moveTo>
                  <a:cubicBezTo>
                    <a:pt x="76" y="1"/>
                    <a:pt x="47" y="14"/>
                    <a:pt x="17" y="44"/>
                  </a:cubicBezTo>
                  <a:cubicBezTo>
                    <a:pt x="1" y="61"/>
                    <a:pt x="1" y="94"/>
                    <a:pt x="1" y="110"/>
                  </a:cubicBezTo>
                  <a:cubicBezTo>
                    <a:pt x="1" y="127"/>
                    <a:pt x="1" y="127"/>
                    <a:pt x="17" y="147"/>
                  </a:cubicBezTo>
                  <a:cubicBezTo>
                    <a:pt x="17" y="164"/>
                    <a:pt x="34" y="180"/>
                    <a:pt x="34" y="180"/>
                  </a:cubicBezTo>
                  <a:cubicBezTo>
                    <a:pt x="58" y="195"/>
                    <a:pt x="84" y="203"/>
                    <a:pt x="110" y="203"/>
                  </a:cubicBezTo>
                  <a:cubicBezTo>
                    <a:pt x="141" y="203"/>
                    <a:pt x="170" y="191"/>
                    <a:pt x="190" y="164"/>
                  </a:cubicBezTo>
                  <a:cubicBezTo>
                    <a:pt x="223" y="127"/>
                    <a:pt x="223" y="61"/>
                    <a:pt x="174" y="24"/>
                  </a:cubicBezTo>
                  <a:cubicBezTo>
                    <a:pt x="150" y="9"/>
                    <a:pt x="128" y="1"/>
                    <a:pt x="1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5" name="Google Shape;12635;p31"/>
            <p:cNvSpPr/>
            <p:nvPr/>
          </p:nvSpPr>
          <p:spPr>
            <a:xfrm>
              <a:off x="4200450" y="3090100"/>
              <a:ext cx="5175" cy="4975"/>
            </a:xfrm>
            <a:custGeom>
              <a:avLst/>
              <a:gdLst/>
              <a:ahLst/>
              <a:cxnLst/>
              <a:rect l="l" t="t" r="r" b="b"/>
              <a:pathLst>
                <a:path w="207" h="199" extrusionOk="0">
                  <a:moveTo>
                    <a:pt x="95" y="1"/>
                  </a:moveTo>
                  <a:cubicBezTo>
                    <a:pt x="53" y="1"/>
                    <a:pt x="14" y="33"/>
                    <a:pt x="0" y="91"/>
                  </a:cubicBezTo>
                  <a:lnTo>
                    <a:pt x="0" y="141"/>
                  </a:lnTo>
                  <a:cubicBezTo>
                    <a:pt x="17" y="141"/>
                    <a:pt x="17" y="157"/>
                    <a:pt x="17" y="157"/>
                  </a:cubicBezTo>
                  <a:cubicBezTo>
                    <a:pt x="33" y="178"/>
                    <a:pt x="70" y="194"/>
                    <a:pt x="87" y="194"/>
                  </a:cubicBezTo>
                  <a:cubicBezTo>
                    <a:pt x="95" y="197"/>
                    <a:pt x="104" y="199"/>
                    <a:pt x="114" y="199"/>
                  </a:cubicBezTo>
                  <a:cubicBezTo>
                    <a:pt x="158" y="199"/>
                    <a:pt x="207" y="166"/>
                    <a:pt x="207" y="108"/>
                  </a:cubicBezTo>
                  <a:cubicBezTo>
                    <a:pt x="207" y="91"/>
                    <a:pt x="207" y="54"/>
                    <a:pt x="190" y="38"/>
                  </a:cubicBezTo>
                  <a:cubicBezTo>
                    <a:pt x="174" y="21"/>
                    <a:pt x="157" y="5"/>
                    <a:pt x="120" y="5"/>
                  </a:cubicBezTo>
                  <a:cubicBezTo>
                    <a:pt x="112" y="2"/>
                    <a:pt x="103" y="1"/>
                    <a:pt x="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6" name="Google Shape;12636;p31"/>
            <p:cNvSpPr/>
            <p:nvPr/>
          </p:nvSpPr>
          <p:spPr>
            <a:xfrm>
              <a:off x="4238275" y="3167925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0"/>
                  </a:moveTo>
                  <a:cubicBezTo>
                    <a:pt x="87" y="0"/>
                    <a:pt x="66" y="0"/>
                    <a:pt x="33" y="17"/>
                  </a:cubicBezTo>
                  <a:cubicBezTo>
                    <a:pt x="17" y="33"/>
                    <a:pt x="0" y="54"/>
                    <a:pt x="0" y="87"/>
                  </a:cubicBezTo>
                  <a:lnTo>
                    <a:pt x="0" y="136"/>
                  </a:lnTo>
                  <a:cubicBezTo>
                    <a:pt x="17" y="136"/>
                    <a:pt x="17" y="157"/>
                    <a:pt x="17" y="157"/>
                  </a:cubicBezTo>
                  <a:cubicBezTo>
                    <a:pt x="33" y="190"/>
                    <a:pt x="66" y="190"/>
                    <a:pt x="87" y="207"/>
                  </a:cubicBezTo>
                  <a:cubicBezTo>
                    <a:pt x="137" y="207"/>
                    <a:pt x="207" y="174"/>
                    <a:pt x="207" y="120"/>
                  </a:cubicBezTo>
                  <a:cubicBezTo>
                    <a:pt x="207" y="87"/>
                    <a:pt x="207" y="54"/>
                    <a:pt x="190" y="33"/>
                  </a:cubicBezTo>
                  <a:cubicBezTo>
                    <a:pt x="170" y="17"/>
                    <a:pt x="153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7" name="Google Shape;12637;p31"/>
            <p:cNvSpPr/>
            <p:nvPr/>
          </p:nvSpPr>
          <p:spPr>
            <a:xfrm>
              <a:off x="4204375" y="3139425"/>
              <a:ext cx="6000" cy="5075"/>
            </a:xfrm>
            <a:custGeom>
              <a:avLst/>
              <a:gdLst/>
              <a:ahLst/>
              <a:cxnLst/>
              <a:rect l="l" t="t" r="r" b="b"/>
              <a:pathLst>
                <a:path w="240" h="203" extrusionOk="0">
                  <a:moveTo>
                    <a:pt x="121" y="0"/>
                  </a:moveTo>
                  <a:cubicBezTo>
                    <a:pt x="109" y="0"/>
                    <a:pt x="96" y="3"/>
                    <a:pt x="83" y="7"/>
                  </a:cubicBezTo>
                  <a:cubicBezTo>
                    <a:pt x="33" y="23"/>
                    <a:pt x="0" y="77"/>
                    <a:pt x="17" y="143"/>
                  </a:cubicBezTo>
                  <a:cubicBezTo>
                    <a:pt x="29" y="183"/>
                    <a:pt x="72" y="202"/>
                    <a:pt x="113" y="202"/>
                  </a:cubicBezTo>
                  <a:cubicBezTo>
                    <a:pt x="127" y="202"/>
                    <a:pt x="140" y="200"/>
                    <a:pt x="153" y="196"/>
                  </a:cubicBezTo>
                  <a:cubicBezTo>
                    <a:pt x="206" y="180"/>
                    <a:pt x="239" y="110"/>
                    <a:pt x="223" y="60"/>
                  </a:cubicBezTo>
                  <a:cubicBezTo>
                    <a:pt x="195" y="20"/>
                    <a:pt x="160" y="0"/>
                    <a:pt x="1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8" name="Google Shape;12638;p31"/>
            <p:cNvSpPr/>
            <p:nvPr/>
          </p:nvSpPr>
          <p:spPr>
            <a:xfrm>
              <a:off x="4209000" y="3190600"/>
              <a:ext cx="5700" cy="5275"/>
            </a:xfrm>
            <a:custGeom>
              <a:avLst/>
              <a:gdLst/>
              <a:ahLst/>
              <a:cxnLst/>
              <a:rect l="l" t="t" r="r" b="b"/>
              <a:pathLst>
                <a:path w="228" h="211" extrusionOk="0">
                  <a:moveTo>
                    <a:pt x="116" y="0"/>
                  </a:moveTo>
                  <a:cubicBezTo>
                    <a:pt x="106" y="0"/>
                    <a:pt x="97" y="2"/>
                    <a:pt x="87" y="5"/>
                  </a:cubicBezTo>
                  <a:cubicBezTo>
                    <a:pt x="38" y="38"/>
                    <a:pt x="1" y="91"/>
                    <a:pt x="38" y="141"/>
                  </a:cubicBezTo>
                  <a:cubicBezTo>
                    <a:pt x="38" y="157"/>
                    <a:pt x="54" y="178"/>
                    <a:pt x="54" y="178"/>
                  </a:cubicBezTo>
                  <a:cubicBezTo>
                    <a:pt x="87" y="211"/>
                    <a:pt x="124" y="211"/>
                    <a:pt x="174" y="211"/>
                  </a:cubicBezTo>
                  <a:cubicBezTo>
                    <a:pt x="207" y="194"/>
                    <a:pt x="227" y="157"/>
                    <a:pt x="227" y="108"/>
                  </a:cubicBezTo>
                  <a:lnTo>
                    <a:pt x="227" y="75"/>
                  </a:lnTo>
                  <a:cubicBezTo>
                    <a:pt x="210" y="30"/>
                    <a:pt x="163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9" name="Google Shape;12639;p31"/>
            <p:cNvSpPr/>
            <p:nvPr/>
          </p:nvSpPr>
          <p:spPr>
            <a:xfrm>
              <a:off x="4213325" y="3178650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20" y="0"/>
                  </a:moveTo>
                  <a:cubicBezTo>
                    <a:pt x="71" y="0"/>
                    <a:pt x="1" y="37"/>
                    <a:pt x="1" y="87"/>
                  </a:cubicBezTo>
                  <a:lnTo>
                    <a:pt x="1" y="140"/>
                  </a:lnTo>
                  <a:cubicBezTo>
                    <a:pt x="1" y="157"/>
                    <a:pt x="17" y="157"/>
                    <a:pt x="17" y="173"/>
                  </a:cubicBezTo>
                  <a:cubicBezTo>
                    <a:pt x="34" y="190"/>
                    <a:pt x="54" y="206"/>
                    <a:pt x="87" y="206"/>
                  </a:cubicBezTo>
                  <a:cubicBezTo>
                    <a:pt x="94" y="208"/>
                    <a:pt x="101" y="210"/>
                    <a:pt x="107" y="210"/>
                  </a:cubicBezTo>
                  <a:cubicBezTo>
                    <a:pt x="150" y="210"/>
                    <a:pt x="193" y="166"/>
                    <a:pt x="207" y="120"/>
                  </a:cubicBezTo>
                  <a:cubicBezTo>
                    <a:pt x="207" y="87"/>
                    <a:pt x="207" y="70"/>
                    <a:pt x="190" y="54"/>
                  </a:cubicBezTo>
                  <a:cubicBezTo>
                    <a:pt x="174" y="17"/>
                    <a:pt x="13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0" name="Google Shape;12640;p31"/>
            <p:cNvSpPr/>
            <p:nvPr/>
          </p:nvSpPr>
          <p:spPr>
            <a:xfrm>
              <a:off x="4203425" y="3167400"/>
              <a:ext cx="6125" cy="5400"/>
            </a:xfrm>
            <a:custGeom>
              <a:avLst/>
              <a:gdLst/>
              <a:ahLst/>
              <a:cxnLst/>
              <a:rect l="l" t="t" r="r" b="b"/>
              <a:pathLst>
                <a:path w="245" h="216" extrusionOk="0">
                  <a:moveTo>
                    <a:pt x="115" y="1"/>
                  </a:moveTo>
                  <a:cubicBezTo>
                    <a:pt x="106" y="1"/>
                    <a:pt x="97" y="2"/>
                    <a:pt x="88" y="5"/>
                  </a:cubicBezTo>
                  <a:cubicBezTo>
                    <a:pt x="38" y="38"/>
                    <a:pt x="1" y="91"/>
                    <a:pt x="17" y="141"/>
                  </a:cubicBezTo>
                  <a:cubicBezTo>
                    <a:pt x="48" y="185"/>
                    <a:pt x="87" y="215"/>
                    <a:pt x="130" y="215"/>
                  </a:cubicBezTo>
                  <a:cubicBezTo>
                    <a:pt x="139" y="215"/>
                    <a:pt x="148" y="214"/>
                    <a:pt x="158" y="211"/>
                  </a:cubicBezTo>
                  <a:cubicBezTo>
                    <a:pt x="207" y="178"/>
                    <a:pt x="244" y="124"/>
                    <a:pt x="224" y="75"/>
                  </a:cubicBezTo>
                  <a:cubicBezTo>
                    <a:pt x="196" y="31"/>
                    <a:pt x="158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4">
    <p:spTree>
      <p:nvGrpSpPr>
        <p:cNvPr id="1" name="Shape 12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2" name="Google Shape;12642;p32"/>
          <p:cNvSpPr/>
          <p:nvPr/>
        </p:nvSpPr>
        <p:spPr>
          <a:xfrm>
            <a:off x="-1861550" y="4232062"/>
            <a:ext cx="3544899" cy="2900477"/>
          </a:xfrm>
          <a:custGeom>
            <a:avLst/>
            <a:gdLst/>
            <a:ahLst/>
            <a:cxnLst/>
            <a:rect l="l" t="t" r="r" b="b"/>
            <a:pathLst>
              <a:path w="2442" h="1998" extrusionOk="0">
                <a:moveTo>
                  <a:pt x="1079" y="1"/>
                </a:moveTo>
                <a:cubicBezTo>
                  <a:pt x="952" y="1"/>
                  <a:pt x="821" y="27"/>
                  <a:pt x="689" y="85"/>
                </a:cubicBezTo>
                <a:cubicBezTo>
                  <a:pt x="207" y="274"/>
                  <a:pt x="1" y="703"/>
                  <a:pt x="1" y="1202"/>
                </a:cubicBezTo>
                <a:cubicBezTo>
                  <a:pt x="1" y="1425"/>
                  <a:pt x="17" y="1684"/>
                  <a:pt x="207" y="1837"/>
                </a:cubicBezTo>
                <a:cubicBezTo>
                  <a:pt x="354" y="1956"/>
                  <a:pt x="560" y="1997"/>
                  <a:pt x="754" y="1997"/>
                </a:cubicBezTo>
                <a:cubicBezTo>
                  <a:pt x="790" y="1997"/>
                  <a:pt x="824" y="1996"/>
                  <a:pt x="859" y="1994"/>
                </a:cubicBezTo>
                <a:cubicBezTo>
                  <a:pt x="1514" y="1961"/>
                  <a:pt x="2442" y="1528"/>
                  <a:pt x="2095" y="740"/>
                </a:cubicBezTo>
                <a:cubicBezTo>
                  <a:pt x="1910" y="312"/>
                  <a:pt x="1517" y="1"/>
                  <a:pt x="107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43" name="Google Shape;12643;p32"/>
          <p:cNvSpPr/>
          <p:nvPr/>
        </p:nvSpPr>
        <p:spPr>
          <a:xfrm rot="10800000">
            <a:off x="7414322" y="-446052"/>
            <a:ext cx="2703633" cy="1416321"/>
          </a:xfrm>
          <a:custGeom>
            <a:avLst/>
            <a:gdLst/>
            <a:ahLst/>
            <a:cxnLst/>
            <a:rect l="l" t="t" r="r" b="b"/>
            <a:pathLst>
              <a:path w="6391" h="3348" extrusionOk="0">
                <a:moveTo>
                  <a:pt x="4246" y="1"/>
                </a:moveTo>
                <a:cubicBezTo>
                  <a:pt x="3652" y="1"/>
                  <a:pt x="3094" y="381"/>
                  <a:pt x="2523" y="581"/>
                </a:cubicBezTo>
                <a:cubicBezTo>
                  <a:pt x="2085" y="748"/>
                  <a:pt x="1627" y="811"/>
                  <a:pt x="1165" y="811"/>
                </a:cubicBezTo>
                <a:cubicBezTo>
                  <a:pt x="776" y="811"/>
                  <a:pt x="385" y="767"/>
                  <a:pt x="0" y="704"/>
                </a:cubicBezTo>
                <a:lnTo>
                  <a:pt x="0" y="3347"/>
                </a:lnTo>
                <a:lnTo>
                  <a:pt x="6391" y="3347"/>
                </a:lnTo>
                <a:cubicBezTo>
                  <a:pt x="6288" y="2696"/>
                  <a:pt x="6098" y="2044"/>
                  <a:pt x="5822" y="1426"/>
                </a:cubicBezTo>
                <a:cubicBezTo>
                  <a:pt x="5566" y="787"/>
                  <a:pt x="5117" y="135"/>
                  <a:pt x="4449" y="16"/>
                </a:cubicBezTo>
                <a:cubicBezTo>
                  <a:pt x="4381" y="5"/>
                  <a:pt x="4313" y="1"/>
                  <a:pt x="424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44" name="Google Shape;12644;p3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2645" name="Google Shape;12645;p32"/>
          <p:cNvGrpSpPr/>
          <p:nvPr/>
        </p:nvGrpSpPr>
        <p:grpSpPr>
          <a:xfrm flipH="1">
            <a:off x="7478411" y="4134886"/>
            <a:ext cx="1777950" cy="1118873"/>
            <a:chOff x="4560800" y="2780575"/>
            <a:chExt cx="421775" cy="265425"/>
          </a:xfrm>
        </p:grpSpPr>
        <p:sp>
          <p:nvSpPr>
            <p:cNvPr id="12646" name="Google Shape;12646;p32"/>
            <p:cNvSpPr/>
            <p:nvPr/>
          </p:nvSpPr>
          <p:spPr>
            <a:xfrm>
              <a:off x="4696950" y="2817575"/>
              <a:ext cx="6000" cy="6825"/>
            </a:xfrm>
            <a:custGeom>
              <a:avLst/>
              <a:gdLst/>
              <a:ahLst/>
              <a:cxnLst/>
              <a:rect l="l" t="t" r="r" b="b"/>
              <a:pathLst>
                <a:path w="240" h="273" extrusionOk="0">
                  <a:moveTo>
                    <a:pt x="127" y="0"/>
                  </a:moveTo>
                  <a:cubicBezTo>
                    <a:pt x="87" y="0"/>
                    <a:pt x="45" y="32"/>
                    <a:pt x="33" y="83"/>
                  </a:cubicBezTo>
                  <a:cubicBezTo>
                    <a:pt x="0" y="153"/>
                    <a:pt x="33" y="236"/>
                    <a:pt x="87" y="256"/>
                  </a:cubicBezTo>
                  <a:cubicBezTo>
                    <a:pt x="103" y="256"/>
                    <a:pt x="120" y="273"/>
                    <a:pt x="136" y="273"/>
                  </a:cubicBezTo>
                  <a:cubicBezTo>
                    <a:pt x="169" y="256"/>
                    <a:pt x="223" y="236"/>
                    <a:pt x="240" y="186"/>
                  </a:cubicBezTo>
                  <a:cubicBezTo>
                    <a:pt x="240" y="133"/>
                    <a:pt x="240" y="83"/>
                    <a:pt x="207" y="50"/>
                  </a:cubicBezTo>
                  <a:cubicBezTo>
                    <a:pt x="207" y="30"/>
                    <a:pt x="190" y="13"/>
                    <a:pt x="169" y="13"/>
                  </a:cubicBezTo>
                  <a:cubicBezTo>
                    <a:pt x="156" y="4"/>
                    <a:pt x="142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7" name="Google Shape;12647;p32"/>
            <p:cNvSpPr/>
            <p:nvPr/>
          </p:nvSpPr>
          <p:spPr>
            <a:xfrm>
              <a:off x="4693950" y="28315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3" y="1"/>
                  </a:moveTo>
                  <a:cubicBezTo>
                    <a:pt x="79" y="1"/>
                    <a:pt x="31" y="33"/>
                    <a:pt x="17" y="72"/>
                  </a:cubicBezTo>
                  <a:cubicBezTo>
                    <a:pt x="17" y="110"/>
                    <a:pt x="1" y="126"/>
                    <a:pt x="17" y="143"/>
                  </a:cubicBezTo>
                  <a:cubicBezTo>
                    <a:pt x="17" y="192"/>
                    <a:pt x="34" y="229"/>
                    <a:pt x="83" y="246"/>
                  </a:cubicBezTo>
                  <a:cubicBezTo>
                    <a:pt x="99" y="252"/>
                    <a:pt x="113" y="256"/>
                    <a:pt x="128" y="256"/>
                  </a:cubicBezTo>
                  <a:cubicBezTo>
                    <a:pt x="148" y="256"/>
                    <a:pt x="167" y="248"/>
                    <a:pt x="186" y="229"/>
                  </a:cubicBezTo>
                  <a:cubicBezTo>
                    <a:pt x="207" y="213"/>
                    <a:pt x="223" y="192"/>
                    <a:pt x="223" y="176"/>
                  </a:cubicBezTo>
                  <a:cubicBezTo>
                    <a:pt x="240" y="110"/>
                    <a:pt x="223" y="39"/>
                    <a:pt x="153" y="6"/>
                  </a:cubicBezTo>
                  <a:cubicBezTo>
                    <a:pt x="144" y="2"/>
                    <a:pt x="133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8" name="Google Shape;12648;p32"/>
            <p:cNvSpPr/>
            <p:nvPr/>
          </p:nvSpPr>
          <p:spPr>
            <a:xfrm>
              <a:off x="4704675" y="2876225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43" y="1"/>
                  </a:moveTo>
                  <a:cubicBezTo>
                    <a:pt x="98" y="1"/>
                    <a:pt x="47" y="33"/>
                    <a:pt x="34" y="91"/>
                  </a:cubicBezTo>
                  <a:cubicBezTo>
                    <a:pt x="1" y="141"/>
                    <a:pt x="34" y="227"/>
                    <a:pt x="87" y="244"/>
                  </a:cubicBezTo>
                  <a:cubicBezTo>
                    <a:pt x="105" y="254"/>
                    <a:pt x="122" y="259"/>
                    <a:pt x="138" y="259"/>
                  </a:cubicBezTo>
                  <a:cubicBezTo>
                    <a:pt x="181" y="259"/>
                    <a:pt x="216" y="226"/>
                    <a:pt x="240" y="178"/>
                  </a:cubicBezTo>
                  <a:cubicBezTo>
                    <a:pt x="256" y="108"/>
                    <a:pt x="223" y="38"/>
                    <a:pt x="170" y="5"/>
                  </a:cubicBezTo>
                  <a:cubicBezTo>
                    <a:pt x="161" y="2"/>
                    <a:pt x="152" y="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9" name="Google Shape;12649;p32"/>
            <p:cNvSpPr/>
            <p:nvPr/>
          </p:nvSpPr>
          <p:spPr>
            <a:xfrm>
              <a:off x="4701700" y="28466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20" y="0"/>
                  </a:moveTo>
                  <a:cubicBezTo>
                    <a:pt x="103" y="0"/>
                    <a:pt x="66" y="0"/>
                    <a:pt x="50" y="37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0" y="244"/>
                    <a:pt x="66" y="260"/>
                    <a:pt x="103" y="260"/>
                  </a:cubicBezTo>
                  <a:cubicBezTo>
                    <a:pt x="136" y="260"/>
                    <a:pt x="153" y="260"/>
                    <a:pt x="186" y="227"/>
                  </a:cubicBezTo>
                  <a:cubicBezTo>
                    <a:pt x="206" y="206"/>
                    <a:pt x="223" y="173"/>
                    <a:pt x="223" y="140"/>
                  </a:cubicBezTo>
                  <a:cubicBezTo>
                    <a:pt x="223" y="103"/>
                    <a:pt x="223" y="70"/>
                    <a:pt x="206" y="54"/>
                  </a:cubicBezTo>
                  <a:cubicBezTo>
                    <a:pt x="186" y="37"/>
                    <a:pt x="169" y="21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0" name="Google Shape;12650;p32"/>
            <p:cNvSpPr/>
            <p:nvPr/>
          </p:nvSpPr>
          <p:spPr>
            <a:xfrm>
              <a:off x="4713650" y="2814475"/>
              <a:ext cx="5575" cy="6650"/>
            </a:xfrm>
            <a:custGeom>
              <a:avLst/>
              <a:gdLst/>
              <a:ahLst/>
              <a:cxnLst/>
              <a:rect l="l" t="t" r="r" b="b"/>
              <a:pathLst>
                <a:path w="223" h="266" extrusionOk="0">
                  <a:moveTo>
                    <a:pt x="103" y="1"/>
                  </a:moveTo>
                  <a:cubicBezTo>
                    <a:pt x="54" y="17"/>
                    <a:pt x="0" y="88"/>
                    <a:pt x="17" y="154"/>
                  </a:cubicBezTo>
                  <a:cubicBezTo>
                    <a:pt x="17" y="191"/>
                    <a:pt x="37" y="224"/>
                    <a:pt x="54" y="240"/>
                  </a:cubicBezTo>
                  <a:cubicBezTo>
                    <a:pt x="77" y="252"/>
                    <a:pt x="92" y="265"/>
                    <a:pt x="112" y="265"/>
                  </a:cubicBezTo>
                  <a:cubicBezTo>
                    <a:pt x="120" y="265"/>
                    <a:pt x="129" y="263"/>
                    <a:pt x="140" y="257"/>
                  </a:cubicBezTo>
                  <a:cubicBezTo>
                    <a:pt x="190" y="257"/>
                    <a:pt x="223" y="224"/>
                    <a:pt x="223" y="174"/>
                  </a:cubicBezTo>
                  <a:cubicBezTo>
                    <a:pt x="206" y="121"/>
                    <a:pt x="173" y="71"/>
                    <a:pt x="157" y="17"/>
                  </a:cubicBezTo>
                  <a:cubicBezTo>
                    <a:pt x="140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1" name="Google Shape;12651;p32"/>
            <p:cNvSpPr/>
            <p:nvPr/>
          </p:nvSpPr>
          <p:spPr>
            <a:xfrm>
              <a:off x="4702925" y="28001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1" y="0"/>
                  </a:moveTo>
                  <a:cubicBezTo>
                    <a:pt x="83" y="0"/>
                    <a:pt x="31" y="35"/>
                    <a:pt x="17" y="91"/>
                  </a:cubicBezTo>
                  <a:cubicBezTo>
                    <a:pt x="1" y="144"/>
                    <a:pt x="17" y="231"/>
                    <a:pt x="87" y="247"/>
                  </a:cubicBezTo>
                  <a:cubicBezTo>
                    <a:pt x="87" y="264"/>
                    <a:pt x="120" y="264"/>
                    <a:pt x="120" y="264"/>
                  </a:cubicBezTo>
                  <a:cubicBezTo>
                    <a:pt x="174" y="247"/>
                    <a:pt x="207" y="231"/>
                    <a:pt x="223" y="177"/>
                  </a:cubicBezTo>
                  <a:cubicBezTo>
                    <a:pt x="240" y="128"/>
                    <a:pt x="223" y="74"/>
                    <a:pt x="207" y="41"/>
                  </a:cubicBezTo>
                  <a:cubicBezTo>
                    <a:pt x="190" y="25"/>
                    <a:pt x="174" y="25"/>
                    <a:pt x="157" y="4"/>
                  </a:cubicBezTo>
                  <a:cubicBezTo>
                    <a:pt x="149" y="1"/>
                    <a:pt x="140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2" name="Google Shape;12652;p32"/>
            <p:cNvSpPr/>
            <p:nvPr/>
          </p:nvSpPr>
          <p:spPr>
            <a:xfrm>
              <a:off x="4712400" y="2890975"/>
              <a:ext cx="3025" cy="5575"/>
            </a:xfrm>
            <a:custGeom>
              <a:avLst/>
              <a:gdLst/>
              <a:ahLst/>
              <a:cxnLst/>
              <a:rect l="l" t="t" r="r" b="b"/>
              <a:pathLst>
                <a:path w="121" h="223" extrusionOk="0">
                  <a:moveTo>
                    <a:pt x="104" y="0"/>
                  </a:moveTo>
                  <a:cubicBezTo>
                    <a:pt x="50" y="17"/>
                    <a:pt x="1" y="83"/>
                    <a:pt x="17" y="153"/>
                  </a:cubicBezTo>
                  <a:cubicBezTo>
                    <a:pt x="17" y="186"/>
                    <a:pt x="34" y="206"/>
                    <a:pt x="34" y="223"/>
                  </a:cubicBezTo>
                  <a:cubicBezTo>
                    <a:pt x="67" y="153"/>
                    <a:pt x="104" y="83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3" name="Google Shape;12653;p32"/>
            <p:cNvSpPr/>
            <p:nvPr/>
          </p:nvSpPr>
          <p:spPr>
            <a:xfrm>
              <a:off x="4686650" y="28489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6" y="1"/>
                  </a:moveTo>
                  <a:cubicBezTo>
                    <a:pt x="85" y="1"/>
                    <a:pt x="41" y="32"/>
                    <a:pt x="17" y="83"/>
                  </a:cubicBezTo>
                  <a:cubicBezTo>
                    <a:pt x="0" y="154"/>
                    <a:pt x="33" y="220"/>
                    <a:pt x="87" y="257"/>
                  </a:cubicBezTo>
                  <a:lnTo>
                    <a:pt x="136" y="257"/>
                  </a:lnTo>
                  <a:cubicBezTo>
                    <a:pt x="169" y="257"/>
                    <a:pt x="223" y="220"/>
                    <a:pt x="223" y="170"/>
                  </a:cubicBezTo>
                  <a:cubicBezTo>
                    <a:pt x="239" y="137"/>
                    <a:pt x="239" y="83"/>
                    <a:pt x="206" y="50"/>
                  </a:cubicBezTo>
                  <a:cubicBezTo>
                    <a:pt x="206" y="34"/>
                    <a:pt x="190" y="13"/>
                    <a:pt x="169" y="13"/>
                  </a:cubicBezTo>
                  <a:cubicBezTo>
                    <a:pt x="156" y="5"/>
                    <a:pt x="141" y="1"/>
                    <a:pt x="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4" name="Google Shape;12654;p32"/>
            <p:cNvSpPr/>
            <p:nvPr/>
          </p:nvSpPr>
          <p:spPr>
            <a:xfrm>
              <a:off x="4690875" y="2804175"/>
              <a:ext cx="5675" cy="6425"/>
            </a:xfrm>
            <a:custGeom>
              <a:avLst/>
              <a:gdLst/>
              <a:ahLst/>
              <a:cxnLst/>
              <a:rect l="l" t="t" r="r" b="b"/>
              <a:pathLst>
                <a:path w="227" h="257" extrusionOk="0">
                  <a:moveTo>
                    <a:pt x="103" y="1"/>
                  </a:moveTo>
                  <a:cubicBezTo>
                    <a:pt x="37" y="1"/>
                    <a:pt x="0" y="71"/>
                    <a:pt x="0" y="137"/>
                  </a:cubicBezTo>
                  <a:cubicBezTo>
                    <a:pt x="21" y="174"/>
                    <a:pt x="37" y="207"/>
                    <a:pt x="54" y="223"/>
                  </a:cubicBezTo>
                  <a:cubicBezTo>
                    <a:pt x="70" y="256"/>
                    <a:pt x="103" y="256"/>
                    <a:pt x="140" y="256"/>
                  </a:cubicBezTo>
                  <a:cubicBezTo>
                    <a:pt x="157" y="240"/>
                    <a:pt x="190" y="223"/>
                    <a:pt x="206" y="207"/>
                  </a:cubicBezTo>
                  <a:cubicBezTo>
                    <a:pt x="227" y="174"/>
                    <a:pt x="227" y="137"/>
                    <a:pt x="227" y="104"/>
                  </a:cubicBezTo>
                  <a:cubicBezTo>
                    <a:pt x="227" y="71"/>
                    <a:pt x="206" y="34"/>
                    <a:pt x="190" y="17"/>
                  </a:cubicBezTo>
                  <a:cubicBezTo>
                    <a:pt x="173" y="17"/>
                    <a:pt x="173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5" name="Google Shape;12655;p32"/>
            <p:cNvSpPr/>
            <p:nvPr/>
          </p:nvSpPr>
          <p:spPr>
            <a:xfrm>
              <a:off x="4669850" y="2899425"/>
              <a:ext cx="6500" cy="6500"/>
            </a:xfrm>
            <a:custGeom>
              <a:avLst/>
              <a:gdLst/>
              <a:ahLst/>
              <a:cxnLst/>
              <a:rect l="l" t="t" r="r" b="b"/>
              <a:pathLst>
                <a:path w="260" h="260" extrusionOk="0">
                  <a:moveTo>
                    <a:pt x="145" y="0"/>
                  </a:moveTo>
                  <a:cubicBezTo>
                    <a:pt x="99" y="0"/>
                    <a:pt x="51" y="33"/>
                    <a:pt x="37" y="91"/>
                  </a:cubicBezTo>
                  <a:cubicBezTo>
                    <a:pt x="0" y="157"/>
                    <a:pt x="37" y="227"/>
                    <a:pt x="87" y="243"/>
                  </a:cubicBezTo>
                  <a:cubicBezTo>
                    <a:pt x="103" y="260"/>
                    <a:pt x="120" y="260"/>
                    <a:pt x="140" y="260"/>
                  </a:cubicBezTo>
                  <a:cubicBezTo>
                    <a:pt x="190" y="260"/>
                    <a:pt x="223" y="227"/>
                    <a:pt x="243" y="178"/>
                  </a:cubicBezTo>
                  <a:cubicBezTo>
                    <a:pt x="260" y="124"/>
                    <a:pt x="243" y="74"/>
                    <a:pt x="206" y="37"/>
                  </a:cubicBezTo>
                  <a:lnTo>
                    <a:pt x="173" y="4"/>
                  </a:lnTo>
                  <a:cubicBezTo>
                    <a:pt x="164" y="2"/>
                    <a:pt x="155" y="0"/>
                    <a:pt x="1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6" name="Google Shape;12656;p32"/>
            <p:cNvSpPr/>
            <p:nvPr/>
          </p:nvSpPr>
          <p:spPr>
            <a:xfrm>
              <a:off x="4681075" y="291392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20" y="1"/>
                  </a:moveTo>
                  <a:cubicBezTo>
                    <a:pt x="115" y="1"/>
                    <a:pt x="109" y="3"/>
                    <a:pt x="104" y="10"/>
                  </a:cubicBezTo>
                  <a:cubicBezTo>
                    <a:pt x="33" y="10"/>
                    <a:pt x="0" y="76"/>
                    <a:pt x="17" y="146"/>
                  </a:cubicBezTo>
                  <a:cubicBezTo>
                    <a:pt x="17" y="179"/>
                    <a:pt x="33" y="216"/>
                    <a:pt x="50" y="232"/>
                  </a:cubicBezTo>
                  <a:cubicBezTo>
                    <a:pt x="66" y="249"/>
                    <a:pt x="104" y="265"/>
                    <a:pt x="137" y="265"/>
                  </a:cubicBezTo>
                  <a:cubicBezTo>
                    <a:pt x="186" y="249"/>
                    <a:pt x="240" y="179"/>
                    <a:pt x="223" y="113"/>
                  </a:cubicBezTo>
                  <a:cubicBezTo>
                    <a:pt x="223" y="59"/>
                    <a:pt x="186" y="26"/>
                    <a:pt x="153" y="10"/>
                  </a:cubicBezTo>
                  <a:cubicBezTo>
                    <a:pt x="142" y="10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7" name="Google Shape;12657;p32"/>
            <p:cNvSpPr/>
            <p:nvPr/>
          </p:nvSpPr>
          <p:spPr>
            <a:xfrm>
              <a:off x="4681475" y="2942925"/>
              <a:ext cx="5600" cy="6575"/>
            </a:xfrm>
            <a:custGeom>
              <a:avLst/>
              <a:gdLst/>
              <a:ahLst/>
              <a:cxnLst/>
              <a:rect l="l" t="t" r="r" b="b"/>
              <a:pathLst>
                <a:path w="224" h="263" extrusionOk="0">
                  <a:moveTo>
                    <a:pt x="104" y="0"/>
                  </a:moveTo>
                  <a:cubicBezTo>
                    <a:pt x="67" y="17"/>
                    <a:pt x="50" y="17"/>
                    <a:pt x="34" y="33"/>
                  </a:cubicBezTo>
                  <a:cubicBezTo>
                    <a:pt x="17" y="66"/>
                    <a:pt x="1" y="120"/>
                    <a:pt x="1" y="153"/>
                  </a:cubicBezTo>
                  <a:cubicBezTo>
                    <a:pt x="17" y="190"/>
                    <a:pt x="34" y="223"/>
                    <a:pt x="50" y="239"/>
                  </a:cubicBezTo>
                  <a:cubicBezTo>
                    <a:pt x="62" y="251"/>
                    <a:pt x="84" y="263"/>
                    <a:pt x="108" y="263"/>
                  </a:cubicBezTo>
                  <a:cubicBezTo>
                    <a:pt x="117" y="263"/>
                    <a:pt x="127" y="261"/>
                    <a:pt x="137" y="256"/>
                  </a:cubicBezTo>
                  <a:cubicBezTo>
                    <a:pt x="191" y="256"/>
                    <a:pt x="224" y="190"/>
                    <a:pt x="224" y="120"/>
                  </a:cubicBezTo>
                  <a:cubicBezTo>
                    <a:pt x="224" y="66"/>
                    <a:pt x="191" y="33"/>
                    <a:pt x="154" y="17"/>
                  </a:cubicBezTo>
                  <a:cubicBezTo>
                    <a:pt x="137" y="0"/>
                    <a:pt x="121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8" name="Google Shape;12658;p32"/>
            <p:cNvSpPr/>
            <p:nvPr/>
          </p:nvSpPr>
          <p:spPr>
            <a:xfrm>
              <a:off x="4666850" y="286725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37" y="1"/>
                  </a:moveTo>
                  <a:cubicBezTo>
                    <a:pt x="104" y="1"/>
                    <a:pt x="71" y="1"/>
                    <a:pt x="54" y="38"/>
                  </a:cubicBezTo>
                  <a:cubicBezTo>
                    <a:pt x="1" y="71"/>
                    <a:pt x="1" y="158"/>
                    <a:pt x="33" y="207"/>
                  </a:cubicBezTo>
                  <a:cubicBezTo>
                    <a:pt x="54" y="245"/>
                    <a:pt x="82" y="263"/>
                    <a:pt x="113" y="263"/>
                  </a:cubicBezTo>
                  <a:cubicBezTo>
                    <a:pt x="139" y="263"/>
                    <a:pt x="166" y="250"/>
                    <a:pt x="190" y="228"/>
                  </a:cubicBezTo>
                  <a:cubicBezTo>
                    <a:pt x="240" y="191"/>
                    <a:pt x="240" y="104"/>
                    <a:pt x="207" y="54"/>
                  </a:cubicBezTo>
                  <a:cubicBezTo>
                    <a:pt x="190" y="38"/>
                    <a:pt x="174" y="21"/>
                    <a:pt x="157" y="21"/>
                  </a:cubicBezTo>
                  <a:cubicBezTo>
                    <a:pt x="157" y="1"/>
                    <a:pt x="137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9" name="Google Shape;12659;p32"/>
            <p:cNvSpPr/>
            <p:nvPr/>
          </p:nvSpPr>
          <p:spPr>
            <a:xfrm>
              <a:off x="4664275" y="291700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27" y="0"/>
                  </a:moveTo>
                  <a:cubicBezTo>
                    <a:pt x="81" y="0"/>
                    <a:pt x="45" y="22"/>
                    <a:pt x="17" y="72"/>
                  </a:cubicBezTo>
                  <a:cubicBezTo>
                    <a:pt x="0" y="142"/>
                    <a:pt x="33" y="229"/>
                    <a:pt x="87" y="245"/>
                  </a:cubicBezTo>
                  <a:cubicBezTo>
                    <a:pt x="104" y="262"/>
                    <a:pt x="120" y="262"/>
                    <a:pt x="136" y="262"/>
                  </a:cubicBezTo>
                  <a:cubicBezTo>
                    <a:pt x="174" y="245"/>
                    <a:pt x="207" y="229"/>
                    <a:pt x="223" y="175"/>
                  </a:cubicBezTo>
                  <a:cubicBezTo>
                    <a:pt x="240" y="126"/>
                    <a:pt x="240" y="72"/>
                    <a:pt x="207" y="39"/>
                  </a:cubicBezTo>
                  <a:cubicBezTo>
                    <a:pt x="190" y="23"/>
                    <a:pt x="190" y="6"/>
                    <a:pt x="174" y="6"/>
                  </a:cubicBezTo>
                  <a:cubicBezTo>
                    <a:pt x="157" y="2"/>
                    <a:pt x="142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0" name="Google Shape;12660;p32"/>
            <p:cNvSpPr/>
            <p:nvPr/>
          </p:nvSpPr>
          <p:spPr>
            <a:xfrm>
              <a:off x="4675925" y="2929625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83" y="0"/>
                  </a:moveTo>
                  <a:cubicBezTo>
                    <a:pt x="66" y="0"/>
                    <a:pt x="33" y="17"/>
                    <a:pt x="17" y="50"/>
                  </a:cubicBezTo>
                  <a:cubicBezTo>
                    <a:pt x="0" y="66"/>
                    <a:pt x="0" y="103"/>
                    <a:pt x="0" y="136"/>
                  </a:cubicBezTo>
                  <a:cubicBezTo>
                    <a:pt x="0" y="169"/>
                    <a:pt x="17" y="206"/>
                    <a:pt x="50" y="223"/>
                  </a:cubicBezTo>
                  <a:cubicBezTo>
                    <a:pt x="66" y="256"/>
                    <a:pt x="103" y="256"/>
                    <a:pt x="120" y="256"/>
                  </a:cubicBezTo>
                  <a:cubicBezTo>
                    <a:pt x="186" y="239"/>
                    <a:pt x="223" y="169"/>
                    <a:pt x="223" y="103"/>
                  </a:cubicBezTo>
                  <a:cubicBezTo>
                    <a:pt x="206" y="66"/>
                    <a:pt x="206" y="33"/>
                    <a:pt x="169" y="17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1" name="Google Shape;12661;p32"/>
            <p:cNvSpPr/>
            <p:nvPr/>
          </p:nvSpPr>
          <p:spPr>
            <a:xfrm>
              <a:off x="4662525" y="2884475"/>
              <a:ext cx="5700" cy="6525"/>
            </a:xfrm>
            <a:custGeom>
              <a:avLst/>
              <a:gdLst/>
              <a:ahLst/>
              <a:cxnLst/>
              <a:rect l="l" t="t" r="r" b="b"/>
              <a:pathLst>
                <a:path w="228" h="261" extrusionOk="0">
                  <a:moveTo>
                    <a:pt x="103" y="0"/>
                  </a:moveTo>
                  <a:cubicBezTo>
                    <a:pt x="70" y="0"/>
                    <a:pt x="37" y="17"/>
                    <a:pt x="21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0" y="190"/>
                    <a:pt x="21" y="207"/>
                    <a:pt x="54" y="240"/>
                  </a:cubicBezTo>
                  <a:cubicBezTo>
                    <a:pt x="70" y="260"/>
                    <a:pt x="103" y="260"/>
                    <a:pt x="141" y="260"/>
                  </a:cubicBezTo>
                  <a:cubicBezTo>
                    <a:pt x="190" y="240"/>
                    <a:pt x="227" y="174"/>
                    <a:pt x="227" y="103"/>
                  </a:cubicBezTo>
                  <a:cubicBezTo>
                    <a:pt x="227" y="70"/>
                    <a:pt x="206" y="54"/>
                    <a:pt x="174" y="17"/>
                  </a:cubicBezTo>
                  <a:cubicBezTo>
                    <a:pt x="174" y="17"/>
                    <a:pt x="157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2" name="Google Shape;12662;p32"/>
            <p:cNvSpPr/>
            <p:nvPr/>
          </p:nvSpPr>
          <p:spPr>
            <a:xfrm>
              <a:off x="4684475" y="289895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2" y="0"/>
                  </a:moveTo>
                  <a:cubicBezTo>
                    <a:pt x="84" y="0"/>
                    <a:pt x="60" y="12"/>
                    <a:pt x="34" y="23"/>
                  </a:cubicBezTo>
                  <a:cubicBezTo>
                    <a:pt x="17" y="40"/>
                    <a:pt x="1" y="73"/>
                    <a:pt x="1" y="110"/>
                  </a:cubicBezTo>
                  <a:cubicBezTo>
                    <a:pt x="1" y="143"/>
                    <a:pt x="1" y="176"/>
                    <a:pt x="17" y="213"/>
                  </a:cubicBezTo>
                  <a:cubicBezTo>
                    <a:pt x="50" y="229"/>
                    <a:pt x="71" y="246"/>
                    <a:pt x="104" y="262"/>
                  </a:cubicBezTo>
                  <a:cubicBezTo>
                    <a:pt x="137" y="262"/>
                    <a:pt x="153" y="246"/>
                    <a:pt x="190" y="229"/>
                  </a:cubicBezTo>
                  <a:cubicBezTo>
                    <a:pt x="223" y="176"/>
                    <a:pt x="240" y="110"/>
                    <a:pt x="207" y="40"/>
                  </a:cubicBezTo>
                  <a:cubicBezTo>
                    <a:pt x="190" y="23"/>
                    <a:pt x="174" y="7"/>
                    <a:pt x="153" y="7"/>
                  </a:cubicBezTo>
                  <a:lnTo>
                    <a:pt x="120" y="7"/>
                  </a:lnTo>
                  <a:cubicBezTo>
                    <a:pt x="115" y="2"/>
                    <a:pt x="109" y="0"/>
                    <a:pt x="1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3" name="Google Shape;12663;p32"/>
            <p:cNvSpPr/>
            <p:nvPr/>
          </p:nvSpPr>
          <p:spPr>
            <a:xfrm>
              <a:off x="4881550" y="298455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4" y="1"/>
                  </a:moveTo>
                  <a:cubicBezTo>
                    <a:pt x="71" y="1"/>
                    <a:pt x="54" y="17"/>
                    <a:pt x="38" y="50"/>
                  </a:cubicBezTo>
                  <a:cubicBezTo>
                    <a:pt x="21" y="87"/>
                    <a:pt x="1" y="120"/>
                    <a:pt x="21" y="153"/>
                  </a:cubicBezTo>
                  <a:cubicBezTo>
                    <a:pt x="21" y="190"/>
                    <a:pt x="38" y="207"/>
                    <a:pt x="54" y="223"/>
                  </a:cubicBezTo>
                  <a:cubicBezTo>
                    <a:pt x="87" y="256"/>
                    <a:pt x="104" y="256"/>
                    <a:pt x="141" y="256"/>
                  </a:cubicBezTo>
                  <a:cubicBezTo>
                    <a:pt x="207" y="240"/>
                    <a:pt x="244" y="174"/>
                    <a:pt x="227" y="104"/>
                  </a:cubicBezTo>
                  <a:cubicBezTo>
                    <a:pt x="227" y="71"/>
                    <a:pt x="207" y="34"/>
                    <a:pt x="190" y="17"/>
                  </a:cubicBezTo>
                  <a:cubicBezTo>
                    <a:pt x="174" y="17"/>
                    <a:pt x="174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4" name="Google Shape;12664;p32"/>
            <p:cNvSpPr/>
            <p:nvPr/>
          </p:nvSpPr>
          <p:spPr>
            <a:xfrm>
              <a:off x="4673350" y="28067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66" y="1"/>
                    <a:pt x="33" y="17"/>
                    <a:pt x="1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17" y="190"/>
                    <a:pt x="17" y="207"/>
                    <a:pt x="50" y="240"/>
                  </a:cubicBezTo>
                  <a:cubicBezTo>
                    <a:pt x="66" y="256"/>
                    <a:pt x="103" y="256"/>
                    <a:pt x="136" y="256"/>
                  </a:cubicBezTo>
                  <a:cubicBezTo>
                    <a:pt x="186" y="240"/>
                    <a:pt x="239" y="174"/>
                    <a:pt x="223" y="104"/>
                  </a:cubicBezTo>
                  <a:cubicBezTo>
                    <a:pt x="223" y="71"/>
                    <a:pt x="206" y="50"/>
                    <a:pt x="169" y="17"/>
                  </a:cubicBezTo>
                  <a:cubicBezTo>
                    <a:pt x="169" y="17"/>
                    <a:pt x="15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5" name="Google Shape;12665;p32"/>
            <p:cNvSpPr/>
            <p:nvPr/>
          </p:nvSpPr>
          <p:spPr>
            <a:xfrm>
              <a:off x="4641500" y="2952800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87" y="1"/>
                  </a:moveTo>
                  <a:cubicBezTo>
                    <a:pt x="37" y="17"/>
                    <a:pt x="0" y="83"/>
                    <a:pt x="0" y="153"/>
                  </a:cubicBezTo>
                  <a:cubicBezTo>
                    <a:pt x="0" y="186"/>
                    <a:pt x="17" y="207"/>
                    <a:pt x="54" y="240"/>
                  </a:cubicBezTo>
                  <a:cubicBezTo>
                    <a:pt x="70" y="256"/>
                    <a:pt x="103" y="256"/>
                    <a:pt x="120" y="256"/>
                  </a:cubicBezTo>
                  <a:cubicBezTo>
                    <a:pt x="190" y="240"/>
                    <a:pt x="223" y="170"/>
                    <a:pt x="223" y="104"/>
                  </a:cubicBezTo>
                  <a:cubicBezTo>
                    <a:pt x="223" y="67"/>
                    <a:pt x="206" y="50"/>
                    <a:pt x="173" y="17"/>
                  </a:cubicBezTo>
                  <a:cubicBezTo>
                    <a:pt x="173" y="17"/>
                    <a:pt x="15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6" name="Google Shape;12666;p32"/>
            <p:cNvSpPr/>
            <p:nvPr/>
          </p:nvSpPr>
          <p:spPr>
            <a:xfrm>
              <a:off x="4628600" y="3029975"/>
              <a:ext cx="6125" cy="6725"/>
            </a:xfrm>
            <a:custGeom>
              <a:avLst/>
              <a:gdLst/>
              <a:ahLst/>
              <a:cxnLst/>
              <a:rect l="l" t="t" r="r" b="b"/>
              <a:pathLst>
                <a:path w="245" h="269" extrusionOk="0">
                  <a:moveTo>
                    <a:pt x="126" y="0"/>
                  </a:moveTo>
                  <a:cubicBezTo>
                    <a:pt x="80" y="0"/>
                    <a:pt x="31" y="35"/>
                    <a:pt x="1" y="89"/>
                  </a:cubicBezTo>
                  <a:lnTo>
                    <a:pt x="1" y="142"/>
                  </a:lnTo>
                  <a:cubicBezTo>
                    <a:pt x="1" y="192"/>
                    <a:pt x="38" y="229"/>
                    <a:pt x="71" y="262"/>
                  </a:cubicBezTo>
                  <a:cubicBezTo>
                    <a:pt x="84" y="266"/>
                    <a:pt x="97" y="268"/>
                    <a:pt x="108" y="268"/>
                  </a:cubicBezTo>
                  <a:cubicBezTo>
                    <a:pt x="140" y="268"/>
                    <a:pt x="166" y="253"/>
                    <a:pt x="191" y="229"/>
                  </a:cubicBezTo>
                  <a:cubicBezTo>
                    <a:pt x="207" y="212"/>
                    <a:pt x="207" y="192"/>
                    <a:pt x="224" y="175"/>
                  </a:cubicBezTo>
                  <a:cubicBezTo>
                    <a:pt x="244" y="109"/>
                    <a:pt x="207" y="39"/>
                    <a:pt x="158" y="6"/>
                  </a:cubicBezTo>
                  <a:cubicBezTo>
                    <a:pt x="148" y="2"/>
                    <a:pt x="137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7" name="Google Shape;12667;p32"/>
            <p:cNvSpPr/>
            <p:nvPr/>
          </p:nvSpPr>
          <p:spPr>
            <a:xfrm>
              <a:off x="4881150" y="294185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25" y="0"/>
                  </a:moveTo>
                  <a:cubicBezTo>
                    <a:pt x="75" y="0"/>
                    <a:pt x="32" y="22"/>
                    <a:pt x="17" y="76"/>
                  </a:cubicBezTo>
                  <a:cubicBezTo>
                    <a:pt x="0" y="146"/>
                    <a:pt x="37" y="233"/>
                    <a:pt x="87" y="249"/>
                  </a:cubicBezTo>
                  <a:cubicBezTo>
                    <a:pt x="101" y="258"/>
                    <a:pt x="116" y="262"/>
                    <a:pt x="131" y="262"/>
                  </a:cubicBezTo>
                  <a:cubicBezTo>
                    <a:pt x="172" y="262"/>
                    <a:pt x="211" y="231"/>
                    <a:pt x="223" y="179"/>
                  </a:cubicBezTo>
                  <a:cubicBezTo>
                    <a:pt x="243" y="109"/>
                    <a:pt x="223" y="43"/>
                    <a:pt x="173" y="6"/>
                  </a:cubicBezTo>
                  <a:cubicBezTo>
                    <a:pt x="157" y="2"/>
                    <a:pt x="141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8" name="Google Shape;12668;p32"/>
            <p:cNvSpPr/>
            <p:nvPr/>
          </p:nvSpPr>
          <p:spPr>
            <a:xfrm>
              <a:off x="4631600" y="3016200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29" y="0"/>
                  </a:moveTo>
                  <a:cubicBezTo>
                    <a:pt x="83" y="0"/>
                    <a:pt x="35" y="33"/>
                    <a:pt x="21" y="91"/>
                  </a:cubicBezTo>
                  <a:cubicBezTo>
                    <a:pt x="0" y="145"/>
                    <a:pt x="21" y="227"/>
                    <a:pt x="87" y="248"/>
                  </a:cubicBezTo>
                  <a:cubicBezTo>
                    <a:pt x="104" y="264"/>
                    <a:pt x="124" y="264"/>
                    <a:pt x="141" y="264"/>
                  </a:cubicBezTo>
                  <a:cubicBezTo>
                    <a:pt x="174" y="264"/>
                    <a:pt x="207" y="227"/>
                    <a:pt x="227" y="178"/>
                  </a:cubicBezTo>
                  <a:cubicBezTo>
                    <a:pt x="244" y="124"/>
                    <a:pt x="227" y="75"/>
                    <a:pt x="207" y="42"/>
                  </a:cubicBezTo>
                  <a:cubicBezTo>
                    <a:pt x="190" y="21"/>
                    <a:pt x="174" y="21"/>
                    <a:pt x="157" y="5"/>
                  </a:cubicBezTo>
                  <a:cubicBezTo>
                    <a:pt x="148" y="2"/>
                    <a:pt x="139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9" name="Google Shape;12669;p32"/>
            <p:cNvSpPr/>
            <p:nvPr/>
          </p:nvSpPr>
          <p:spPr>
            <a:xfrm>
              <a:off x="4634175" y="2966525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41" y="0"/>
                  </a:moveTo>
                  <a:cubicBezTo>
                    <a:pt x="104" y="0"/>
                    <a:pt x="71" y="17"/>
                    <a:pt x="54" y="33"/>
                  </a:cubicBezTo>
                  <a:cubicBezTo>
                    <a:pt x="1" y="70"/>
                    <a:pt x="1" y="153"/>
                    <a:pt x="38" y="206"/>
                  </a:cubicBezTo>
                  <a:cubicBezTo>
                    <a:pt x="57" y="247"/>
                    <a:pt x="88" y="264"/>
                    <a:pt x="121" y="264"/>
                  </a:cubicBezTo>
                  <a:cubicBezTo>
                    <a:pt x="145" y="264"/>
                    <a:pt x="169" y="255"/>
                    <a:pt x="190" y="239"/>
                  </a:cubicBezTo>
                  <a:cubicBezTo>
                    <a:pt x="244" y="190"/>
                    <a:pt x="244" y="103"/>
                    <a:pt x="207" y="50"/>
                  </a:cubicBezTo>
                  <a:cubicBezTo>
                    <a:pt x="190" y="33"/>
                    <a:pt x="174" y="17"/>
                    <a:pt x="157" y="17"/>
                  </a:cubicBezTo>
                  <a:cubicBezTo>
                    <a:pt x="157" y="0"/>
                    <a:pt x="141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0" name="Google Shape;12670;p32"/>
            <p:cNvSpPr/>
            <p:nvPr/>
          </p:nvSpPr>
          <p:spPr>
            <a:xfrm>
              <a:off x="4637275" y="29985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39" y="1"/>
                  </a:moveTo>
                  <a:cubicBezTo>
                    <a:pt x="87" y="1"/>
                    <a:pt x="44" y="36"/>
                    <a:pt x="17" y="91"/>
                  </a:cubicBezTo>
                  <a:cubicBezTo>
                    <a:pt x="0" y="161"/>
                    <a:pt x="33" y="231"/>
                    <a:pt x="83" y="264"/>
                  </a:cubicBezTo>
                  <a:lnTo>
                    <a:pt x="136" y="264"/>
                  </a:lnTo>
                  <a:cubicBezTo>
                    <a:pt x="169" y="264"/>
                    <a:pt x="223" y="231"/>
                    <a:pt x="223" y="178"/>
                  </a:cubicBezTo>
                  <a:cubicBezTo>
                    <a:pt x="239" y="145"/>
                    <a:pt x="239" y="91"/>
                    <a:pt x="206" y="58"/>
                  </a:cubicBezTo>
                  <a:cubicBezTo>
                    <a:pt x="206" y="42"/>
                    <a:pt x="186" y="25"/>
                    <a:pt x="169" y="5"/>
                  </a:cubicBezTo>
                  <a:cubicBezTo>
                    <a:pt x="159" y="2"/>
                    <a:pt x="149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1" name="Google Shape;12671;p32"/>
            <p:cNvSpPr/>
            <p:nvPr/>
          </p:nvSpPr>
          <p:spPr>
            <a:xfrm>
              <a:off x="4696950" y="2861375"/>
              <a:ext cx="6425" cy="6750"/>
            </a:xfrm>
            <a:custGeom>
              <a:avLst/>
              <a:gdLst/>
              <a:ahLst/>
              <a:cxnLst/>
              <a:rect l="l" t="t" r="r" b="b"/>
              <a:pathLst>
                <a:path w="257" h="270" extrusionOk="0">
                  <a:moveTo>
                    <a:pt x="120" y="0"/>
                  </a:moveTo>
                  <a:cubicBezTo>
                    <a:pt x="76" y="0"/>
                    <a:pt x="41" y="32"/>
                    <a:pt x="17" y="83"/>
                  </a:cubicBezTo>
                  <a:cubicBezTo>
                    <a:pt x="0" y="153"/>
                    <a:pt x="33" y="236"/>
                    <a:pt x="87" y="256"/>
                  </a:cubicBezTo>
                  <a:cubicBezTo>
                    <a:pt x="100" y="265"/>
                    <a:pt x="115" y="269"/>
                    <a:pt x="129" y="269"/>
                  </a:cubicBezTo>
                  <a:cubicBezTo>
                    <a:pt x="170" y="269"/>
                    <a:pt x="211" y="238"/>
                    <a:pt x="223" y="186"/>
                  </a:cubicBezTo>
                  <a:cubicBezTo>
                    <a:pt x="256" y="116"/>
                    <a:pt x="223" y="50"/>
                    <a:pt x="169" y="13"/>
                  </a:cubicBezTo>
                  <a:cubicBezTo>
                    <a:pt x="152" y="4"/>
                    <a:pt x="135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2" name="Google Shape;12672;p32"/>
            <p:cNvSpPr/>
            <p:nvPr/>
          </p:nvSpPr>
          <p:spPr>
            <a:xfrm>
              <a:off x="4690450" y="292652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41" y="1"/>
                  </a:moveTo>
                  <a:cubicBezTo>
                    <a:pt x="104" y="1"/>
                    <a:pt x="71" y="21"/>
                    <a:pt x="54" y="38"/>
                  </a:cubicBezTo>
                  <a:cubicBezTo>
                    <a:pt x="1" y="87"/>
                    <a:pt x="1" y="157"/>
                    <a:pt x="38" y="227"/>
                  </a:cubicBezTo>
                  <a:cubicBezTo>
                    <a:pt x="54" y="244"/>
                    <a:pt x="87" y="260"/>
                    <a:pt x="104" y="260"/>
                  </a:cubicBezTo>
                  <a:cubicBezTo>
                    <a:pt x="115" y="265"/>
                    <a:pt x="125" y="267"/>
                    <a:pt x="135" y="267"/>
                  </a:cubicBezTo>
                  <a:cubicBezTo>
                    <a:pt x="159" y="267"/>
                    <a:pt x="179" y="255"/>
                    <a:pt x="190" y="244"/>
                  </a:cubicBezTo>
                  <a:cubicBezTo>
                    <a:pt x="207" y="227"/>
                    <a:pt x="223" y="190"/>
                    <a:pt x="223" y="157"/>
                  </a:cubicBezTo>
                  <a:cubicBezTo>
                    <a:pt x="244" y="124"/>
                    <a:pt x="223" y="87"/>
                    <a:pt x="207" y="54"/>
                  </a:cubicBezTo>
                  <a:cubicBezTo>
                    <a:pt x="190" y="38"/>
                    <a:pt x="174" y="21"/>
                    <a:pt x="157" y="21"/>
                  </a:cubicBezTo>
                  <a:lnTo>
                    <a:pt x="1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3" name="Google Shape;12673;p32"/>
            <p:cNvSpPr/>
            <p:nvPr/>
          </p:nvSpPr>
          <p:spPr>
            <a:xfrm>
              <a:off x="4714050" y="2843650"/>
              <a:ext cx="6125" cy="6700"/>
            </a:xfrm>
            <a:custGeom>
              <a:avLst/>
              <a:gdLst/>
              <a:ahLst/>
              <a:cxnLst/>
              <a:rect l="l" t="t" r="r" b="b"/>
              <a:pathLst>
                <a:path w="245" h="268" extrusionOk="0">
                  <a:moveTo>
                    <a:pt x="104" y="1"/>
                  </a:moveTo>
                  <a:cubicBezTo>
                    <a:pt x="87" y="1"/>
                    <a:pt x="54" y="17"/>
                    <a:pt x="54" y="38"/>
                  </a:cubicBezTo>
                  <a:cubicBezTo>
                    <a:pt x="21" y="71"/>
                    <a:pt x="1" y="104"/>
                    <a:pt x="21" y="157"/>
                  </a:cubicBezTo>
                  <a:cubicBezTo>
                    <a:pt x="21" y="190"/>
                    <a:pt x="38" y="223"/>
                    <a:pt x="54" y="244"/>
                  </a:cubicBezTo>
                  <a:cubicBezTo>
                    <a:pt x="78" y="256"/>
                    <a:pt x="93" y="267"/>
                    <a:pt x="113" y="267"/>
                  </a:cubicBezTo>
                  <a:cubicBezTo>
                    <a:pt x="121" y="267"/>
                    <a:pt x="130" y="265"/>
                    <a:pt x="141" y="260"/>
                  </a:cubicBezTo>
                  <a:cubicBezTo>
                    <a:pt x="190" y="260"/>
                    <a:pt x="244" y="190"/>
                    <a:pt x="228" y="120"/>
                  </a:cubicBezTo>
                  <a:cubicBezTo>
                    <a:pt x="228" y="71"/>
                    <a:pt x="190" y="38"/>
                    <a:pt x="157" y="17"/>
                  </a:cubicBezTo>
                  <a:cubicBezTo>
                    <a:pt x="141" y="1"/>
                    <a:pt x="124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4" name="Google Shape;12674;p32"/>
            <p:cNvSpPr/>
            <p:nvPr/>
          </p:nvSpPr>
          <p:spPr>
            <a:xfrm>
              <a:off x="4712400" y="28605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11" y="0"/>
                  </a:moveTo>
                  <a:cubicBezTo>
                    <a:pt x="70" y="0"/>
                    <a:pt x="29" y="32"/>
                    <a:pt x="17" y="83"/>
                  </a:cubicBezTo>
                  <a:cubicBezTo>
                    <a:pt x="1" y="149"/>
                    <a:pt x="17" y="219"/>
                    <a:pt x="87" y="252"/>
                  </a:cubicBezTo>
                  <a:cubicBezTo>
                    <a:pt x="96" y="255"/>
                    <a:pt x="106" y="257"/>
                    <a:pt x="115" y="257"/>
                  </a:cubicBezTo>
                  <a:cubicBezTo>
                    <a:pt x="160" y="257"/>
                    <a:pt x="210" y="227"/>
                    <a:pt x="223" y="186"/>
                  </a:cubicBezTo>
                  <a:cubicBezTo>
                    <a:pt x="240" y="116"/>
                    <a:pt x="223" y="30"/>
                    <a:pt x="153" y="13"/>
                  </a:cubicBezTo>
                  <a:cubicBezTo>
                    <a:pt x="140" y="5"/>
                    <a:pt x="126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5" name="Google Shape;12675;p32"/>
            <p:cNvSpPr/>
            <p:nvPr/>
          </p:nvSpPr>
          <p:spPr>
            <a:xfrm>
              <a:off x="4720150" y="2875500"/>
              <a:ext cx="425" cy="2100"/>
            </a:xfrm>
            <a:custGeom>
              <a:avLst/>
              <a:gdLst/>
              <a:ahLst/>
              <a:cxnLst/>
              <a:rect l="l" t="t" r="r" b="b"/>
              <a:pathLst>
                <a:path w="17" h="84" extrusionOk="0">
                  <a:moveTo>
                    <a:pt x="17" y="1"/>
                  </a:moveTo>
                  <a:cubicBezTo>
                    <a:pt x="0" y="34"/>
                    <a:pt x="0" y="50"/>
                    <a:pt x="0" y="83"/>
                  </a:cubicBezTo>
                  <a:cubicBezTo>
                    <a:pt x="0" y="67"/>
                    <a:pt x="17" y="34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6" name="Google Shape;12676;p32"/>
            <p:cNvSpPr/>
            <p:nvPr/>
          </p:nvSpPr>
          <p:spPr>
            <a:xfrm>
              <a:off x="4697350" y="2911575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04" y="1"/>
                  </a:moveTo>
                  <a:cubicBezTo>
                    <a:pt x="34" y="17"/>
                    <a:pt x="1" y="83"/>
                    <a:pt x="1" y="153"/>
                  </a:cubicBezTo>
                  <a:cubicBezTo>
                    <a:pt x="1" y="186"/>
                    <a:pt x="17" y="223"/>
                    <a:pt x="50" y="240"/>
                  </a:cubicBezTo>
                  <a:cubicBezTo>
                    <a:pt x="65" y="252"/>
                    <a:pt x="86" y="263"/>
                    <a:pt x="102" y="263"/>
                  </a:cubicBezTo>
                  <a:cubicBezTo>
                    <a:pt x="109" y="263"/>
                    <a:pt x="116" y="261"/>
                    <a:pt x="120" y="256"/>
                  </a:cubicBezTo>
                  <a:cubicBezTo>
                    <a:pt x="153" y="256"/>
                    <a:pt x="191" y="240"/>
                    <a:pt x="207" y="207"/>
                  </a:cubicBezTo>
                  <a:cubicBezTo>
                    <a:pt x="224" y="186"/>
                    <a:pt x="224" y="153"/>
                    <a:pt x="224" y="120"/>
                  </a:cubicBezTo>
                  <a:cubicBezTo>
                    <a:pt x="224" y="83"/>
                    <a:pt x="207" y="50"/>
                    <a:pt x="174" y="34"/>
                  </a:cubicBezTo>
                  <a:cubicBezTo>
                    <a:pt x="174" y="17"/>
                    <a:pt x="153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7" name="Google Shape;12677;p32"/>
            <p:cNvSpPr/>
            <p:nvPr/>
          </p:nvSpPr>
          <p:spPr>
            <a:xfrm>
              <a:off x="4708500" y="2830175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121" y="1"/>
                  </a:moveTo>
                  <a:cubicBezTo>
                    <a:pt x="115" y="1"/>
                    <a:pt x="109" y="2"/>
                    <a:pt x="103" y="8"/>
                  </a:cubicBezTo>
                  <a:cubicBezTo>
                    <a:pt x="70" y="8"/>
                    <a:pt x="37" y="24"/>
                    <a:pt x="17" y="61"/>
                  </a:cubicBezTo>
                  <a:cubicBezTo>
                    <a:pt x="0" y="78"/>
                    <a:pt x="0" y="111"/>
                    <a:pt x="0" y="144"/>
                  </a:cubicBezTo>
                  <a:cubicBezTo>
                    <a:pt x="0" y="181"/>
                    <a:pt x="17" y="214"/>
                    <a:pt x="54" y="231"/>
                  </a:cubicBezTo>
                  <a:cubicBezTo>
                    <a:pt x="70" y="247"/>
                    <a:pt x="103" y="268"/>
                    <a:pt x="140" y="268"/>
                  </a:cubicBezTo>
                  <a:cubicBezTo>
                    <a:pt x="190" y="247"/>
                    <a:pt x="223" y="181"/>
                    <a:pt x="223" y="111"/>
                  </a:cubicBezTo>
                  <a:cubicBezTo>
                    <a:pt x="223" y="78"/>
                    <a:pt x="206" y="41"/>
                    <a:pt x="173" y="24"/>
                  </a:cubicBezTo>
                  <a:lnTo>
                    <a:pt x="157" y="8"/>
                  </a:lnTo>
                  <a:cubicBezTo>
                    <a:pt x="146" y="8"/>
                    <a:pt x="133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8" name="Google Shape;12678;p32"/>
            <p:cNvSpPr/>
            <p:nvPr/>
          </p:nvSpPr>
          <p:spPr>
            <a:xfrm>
              <a:off x="4698600" y="289612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3" y="0"/>
                  </a:moveTo>
                  <a:cubicBezTo>
                    <a:pt x="54" y="17"/>
                    <a:pt x="0" y="83"/>
                    <a:pt x="21" y="153"/>
                  </a:cubicBezTo>
                  <a:cubicBezTo>
                    <a:pt x="21" y="214"/>
                    <a:pt x="71" y="259"/>
                    <a:pt x="119" y="259"/>
                  </a:cubicBezTo>
                  <a:cubicBezTo>
                    <a:pt x="126" y="259"/>
                    <a:pt x="134" y="258"/>
                    <a:pt x="141" y="256"/>
                  </a:cubicBezTo>
                  <a:cubicBezTo>
                    <a:pt x="174" y="256"/>
                    <a:pt x="190" y="239"/>
                    <a:pt x="207" y="206"/>
                  </a:cubicBezTo>
                  <a:cubicBezTo>
                    <a:pt x="227" y="186"/>
                    <a:pt x="244" y="153"/>
                    <a:pt x="227" y="120"/>
                  </a:cubicBezTo>
                  <a:cubicBezTo>
                    <a:pt x="227" y="83"/>
                    <a:pt x="207" y="50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0"/>
                    <a:pt x="12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9" name="Google Shape;12679;p32"/>
            <p:cNvSpPr/>
            <p:nvPr/>
          </p:nvSpPr>
          <p:spPr>
            <a:xfrm>
              <a:off x="4692200" y="288147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4" y="1"/>
                  </a:moveTo>
                  <a:cubicBezTo>
                    <a:pt x="34" y="17"/>
                    <a:pt x="1" y="87"/>
                    <a:pt x="17" y="153"/>
                  </a:cubicBezTo>
                  <a:cubicBezTo>
                    <a:pt x="17" y="190"/>
                    <a:pt x="34" y="223"/>
                    <a:pt x="50" y="240"/>
                  </a:cubicBezTo>
                  <a:cubicBezTo>
                    <a:pt x="76" y="252"/>
                    <a:pt x="92" y="265"/>
                    <a:pt x="111" y="265"/>
                  </a:cubicBezTo>
                  <a:cubicBezTo>
                    <a:pt x="119" y="265"/>
                    <a:pt x="127" y="263"/>
                    <a:pt x="137" y="256"/>
                  </a:cubicBezTo>
                  <a:cubicBezTo>
                    <a:pt x="190" y="256"/>
                    <a:pt x="240" y="190"/>
                    <a:pt x="223" y="120"/>
                  </a:cubicBezTo>
                  <a:cubicBezTo>
                    <a:pt x="223" y="87"/>
                    <a:pt x="207" y="50"/>
                    <a:pt x="190" y="34"/>
                  </a:cubicBezTo>
                  <a:cubicBezTo>
                    <a:pt x="174" y="17"/>
                    <a:pt x="174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0" name="Google Shape;12680;p32"/>
            <p:cNvSpPr/>
            <p:nvPr/>
          </p:nvSpPr>
          <p:spPr>
            <a:xfrm>
              <a:off x="4672825" y="302320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4" y="1"/>
                  </a:moveTo>
                  <a:cubicBezTo>
                    <a:pt x="54" y="17"/>
                    <a:pt x="1" y="87"/>
                    <a:pt x="21" y="153"/>
                  </a:cubicBezTo>
                  <a:cubicBezTo>
                    <a:pt x="21" y="190"/>
                    <a:pt x="38" y="223"/>
                    <a:pt x="54" y="240"/>
                  </a:cubicBezTo>
                  <a:cubicBezTo>
                    <a:pt x="87" y="256"/>
                    <a:pt x="104" y="256"/>
                    <a:pt x="141" y="256"/>
                  </a:cubicBezTo>
                  <a:cubicBezTo>
                    <a:pt x="174" y="256"/>
                    <a:pt x="190" y="240"/>
                    <a:pt x="207" y="207"/>
                  </a:cubicBezTo>
                  <a:cubicBezTo>
                    <a:pt x="227" y="174"/>
                    <a:pt x="244" y="137"/>
                    <a:pt x="227" y="104"/>
                  </a:cubicBezTo>
                  <a:cubicBezTo>
                    <a:pt x="227" y="71"/>
                    <a:pt x="207" y="50"/>
                    <a:pt x="190" y="17"/>
                  </a:cubicBezTo>
                  <a:lnTo>
                    <a:pt x="157" y="17"/>
                  </a:lnTo>
                  <a:cubicBezTo>
                    <a:pt x="141" y="1"/>
                    <a:pt x="124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1" name="Google Shape;12681;p32"/>
            <p:cNvSpPr/>
            <p:nvPr/>
          </p:nvSpPr>
          <p:spPr>
            <a:xfrm>
              <a:off x="4672000" y="2975400"/>
              <a:ext cx="4350" cy="6600"/>
            </a:xfrm>
            <a:custGeom>
              <a:avLst/>
              <a:gdLst/>
              <a:ahLst/>
              <a:cxnLst/>
              <a:rect l="l" t="t" r="r" b="b"/>
              <a:pathLst>
                <a:path w="174" h="264" extrusionOk="0">
                  <a:moveTo>
                    <a:pt x="142" y="0"/>
                  </a:moveTo>
                  <a:cubicBezTo>
                    <a:pt x="88" y="0"/>
                    <a:pt x="48" y="35"/>
                    <a:pt x="17" y="90"/>
                  </a:cubicBezTo>
                  <a:cubicBezTo>
                    <a:pt x="1" y="161"/>
                    <a:pt x="34" y="231"/>
                    <a:pt x="87" y="247"/>
                  </a:cubicBezTo>
                  <a:cubicBezTo>
                    <a:pt x="104" y="264"/>
                    <a:pt x="120" y="264"/>
                    <a:pt x="120" y="264"/>
                  </a:cubicBezTo>
                  <a:cubicBezTo>
                    <a:pt x="120" y="247"/>
                    <a:pt x="120" y="231"/>
                    <a:pt x="137" y="210"/>
                  </a:cubicBezTo>
                  <a:cubicBezTo>
                    <a:pt x="137" y="144"/>
                    <a:pt x="157" y="74"/>
                    <a:pt x="174" y="25"/>
                  </a:cubicBezTo>
                  <a:lnTo>
                    <a:pt x="174" y="4"/>
                  </a:lnTo>
                  <a:cubicBezTo>
                    <a:pt x="163" y="1"/>
                    <a:pt x="152" y="0"/>
                    <a:pt x="1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2" name="Google Shape;12682;p32"/>
            <p:cNvSpPr/>
            <p:nvPr/>
          </p:nvSpPr>
          <p:spPr>
            <a:xfrm>
              <a:off x="4653550" y="2854925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28" y="1"/>
                  </a:moveTo>
                  <a:cubicBezTo>
                    <a:pt x="86" y="1"/>
                    <a:pt x="46" y="34"/>
                    <a:pt x="34" y="82"/>
                  </a:cubicBezTo>
                  <a:cubicBezTo>
                    <a:pt x="1" y="152"/>
                    <a:pt x="34" y="222"/>
                    <a:pt x="87" y="255"/>
                  </a:cubicBezTo>
                  <a:cubicBezTo>
                    <a:pt x="103" y="259"/>
                    <a:pt x="117" y="261"/>
                    <a:pt x="131" y="261"/>
                  </a:cubicBezTo>
                  <a:cubicBezTo>
                    <a:pt x="177" y="261"/>
                    <a:pt x="214" y="238"/>
                    <a:pt x="240" y="185"/>
                  </a:cubicBezTo>
                  <a:cubicBezTo>
                    <a:pt x="256" y="119"/>
                    <a:pt x="223" y="32"/>
                    <a:pt x="174" y="16"/>
                  </a:cubicBezTo>
                  <a:cubicBezTo>
                    <a:pt x="159" y="6"/>
                    <a:pt x="143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3" name="Google Shape;12683;p32"/>
            <p:cNvSpPr/>
            <p:nvPr/>
          </p:nvSpPr>
          <p:spPr>
            <a:xfrm>
              <a:off x="4668600" y="29459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7" y="1"/>
                  </a:moveTo>
                  <a:cubicBezTo>
                    <a:pt x="120" y="1"/>
                    <a:pt x="87" y="1"/>
                    <a:pt x="67" y="34"/>
                  </a:cubicBezTo>
                  <a:cubicBezTo>
                    <a:pt x="17" y="71"/>
                    <a:pt x="1" y="153"/>
                    <a:pt x="50" y="207"/>
                  </a:cubicBezTo>
                  <a:cubicBezTo>
                    <a:pt x="67" y="240"/>
                    <a:pt x="87" y="256"/>
                    <a:pt x="120" y="256"/>
                  </a:cubicBezTo>
                  <a:cubicBezTo>
                    <a:pt x="153" y="256"/>
                    <a:pt x="170" y="256"/>
                    <a:pt x="207" y="223"/>
                  </a:cubicBezTo>
                  <a:cubicBezTo>
                    <a:pt x="223" y="207"/>
                    <a:pt x="240" y="174"/>
                    <a:pt x="240" y="137"/>
                  </a:cubicBezTo>
                  <a:cubicBezTo>
                    <a:pt x="240" y="104"/>
                    <a:pt x="240" y="71"/>
                    <a:pt x="223" y="50"/>
                  </a:cubicBezTo>
                  <a:cubicBezTo>
                    <a:pt x="207" y="34"/>
                    <a:pt x="190" y="17"/>
                    <a:pt x="170" y="17"/>
                  </a:cubicBezTo>
                  <a:cubicBezTo>
                    <a:pt x="153" y="1"/>
                    <a:pt x="153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4" name="Google Shape;12684;p32"/>
            <p:cNvSpPr/>
            <p:nvPr/>
          </p:nvSpPr>
          <p:spPr>
            <a:xfrm>
              <a:off x="4664275" y="29608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7" y="0"/>
                  </a:moveTo>
                  <a:cubicBezTo>
                    <a:pt x="80" y="0"/>
                    <a:pt x="31" y="30"/>
                    <a:pt x="17" y="71"/>
                  </a:cubicBezTo>
                  <a:cubicBezTo>
                    <a:pt x="0" y="141"/>
                    <a:pt x="17" y="227"/>
                    <a:pt x="87" y="244"/>
                  </a:cubicBezTo>
                  <a:cubicBezTo>
                    <a:pt x="100" y="252"/>
                    <a:pt x="115" y="257"/>
                    <a:pt x="129" y="257"/>
                  </a:cubicBezTo>
                  <a:cubicBezTo>
                    <a:pt x="170" y="257"/>
                    <a:pt x="211" y="225"/>
                    <a:pt x="223" y="174"/>
                  </a:cubicBezTo>
                  <a:cubicBezTo>
                    <a:pt x="240" y="108"/>
                    <a:pt x="223" y="38"/>
                    <a:pt x="157" y="5"/>
                  </a:cubicBezTo>
                  <a:cubicBezTo>
                    <a:pt x="148" y="2"/>
                    <a:pt x="138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5" name="Google Shape;12685;p32"/>
            <p:cNvSpPr/>
            <p:nvPr/>
          </p:nvSpPr>
          <p:spPr>
            <a:xfrm>
              <a:off x="4766925" y="3020950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46" y="0"/>
                  </a:moveTo>
                  <a:cubicBezTo>
                    <a:pt x="98" y="0"/>
                    <a:pt x="48" y="33"/>
                    <a:pt x="34" y="91"/>
                  </a:cubicBezTo>
                  <a:cubicBezTo>
                    <a:pt x="1" y="140"/>
                    <a:pt x="34" y="227"/>
                    <a:pt x="87" y="243"/>
                  </a:cubicBezTo>
                  <a:cubicBezTo>
                    <a:pt x="105" y="253"/>
                    <a:pt x="122" y="258"/>
                    <a:pt x="138" y="258"/>
                  </a:cubicBezTo>
                  <a:cubicBezTo>
                    <a:pt x="181" y="258"/>
                    <a:pt x="216" y="225"/>
                    <a:pt x="240" y="177"/>
                  </a:cubicBezTo>
                  <a:cubicBezTo>
                    <a:pt x="256" y="107"/>
                    <a:pt x="223" y="37"/>
                    <a:pt x="174" y="4"/>
                  </a:cubicBezTo>
                  <a:cubicBezTo>
                    <a:pt x="165" y="1"/>
                    <a:pt x="155" y="0"/>
                    <a:pt x="1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6" name="Google Shape;12686;p32"/>
            <p:cNvSpPr/>
            <p:nvPr/>
          </p:nvSpPr>
          <p:spPr>
            <a:xfrm>
              <a:off x="4658300" y="290332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03" y="1"/>
                  </a:moveTo>
                  <a:cubicBezTo>
                    <a:pt x="33" y="22"/>
                    <a:pt x="0" y="71"/>
                    <a:pt x="0" y="158"/>
                  </a:cubicBezTo>
                  <a:cubicBezTo>
                    <a:pt x="0" y="191"/>
                    <a:pt x="17" y="207"/>
                    <a:pt x="50" y="228"/>
                  </a:cubicBezTo>
                  <a:cubicBezTo>
                    <a:pt x="66" y="261"/>
                    <a:pt x="103" y="261"/>
                    <a:pt x="120" y="261"/>
                  </a:cubicBezTo>
                  <a:cubicBezTo>
                    <a:pt x="153" y="261"/>
                    <a:pt x="190" y="228"/>
                    <a:pt x="206" y="207"/>
                  </a:cubicBezTo>
                  <a:cubicBezTo>
                    <a:pt x="223" y="174"/>
                    <a:pt x="223" y="141"/>
                    <a:pt x="223" y="104"/>
                  </a:cubicBezTo>
                  <a:cubicBezTo>
                    <a:pt x="223" y="71"/>
                    <a:pt x="206" y="38"/>
                    <a:pt x="169" y="22"/>
                  </a:cubicBezTo>
                  <a:cubicBezTo>
                    <a:pt x="169" y="22"/>
                    <a:pt x="153" y="22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7" name="Google Shape;12687;p32"/>
            <p:cNvSpPr/>
            <p:nvPr/>
          </p:nvSpPr>
          <p:spPr>
            <a:xfrm>
              <a:off x="4661275" y="2930750"/>
              <a:ext cx="6025" cy="6450"/>
            </a:xfrm>
            <a:custGeom>
              <a:avLst/>
              <a:gdLst/>
              <a:ahLst/>
              <a:cxnLst/>
              <a:rect l="l" t="t" r="r" b="b"/>
              <a:pathLst>
                <a:path w="241" h="258" extrusionOk="0">
                  <a:moveTo>
                    <a:pt x="127" y="1"/>
                  </a:moveTo>
                  <a:cubicBezTo>
                    <a:pt x="82" y="1"/>
                    <a:pt x="31" y="33"/>
                    <a:pt x="17" y="91"/>
                  </a:cubicBezTo>
                  <a:cubicBezTo>
                    <a:pt x="1" y="108"/>
                    <a:pt x="1" y="124"/>
                    <a:pt x="1" y="141"/>
                  </a:cubicBezTo>
                  <a:cubicBezTo>
                    <a:pt x="17" y="194"/>
                    <a:pt x="34" y="227"/>
                    <a:pt x="71" y="244"/>
                  </a:cubicBezTo>
                  <a:cubicBezTo>
                    <a:pt x="92" y="253"/>
                    <a:pt x="110" y="258"/>
                    <a:pt x="127" y="258"/>
                  </a:cubicBezTo>
                  <a:cubicBezTo>
                    <a:pt x="149" y="258"/>
                    <a:pt x="169" y="249"/>
                    <a:pt x="191" y="227"/>
                  </a:cubicBezTo>
                  <a:cubicBezTo>
                    <a:pt x="207" y="211"/>
                    <a:pt x="207" y="194"/>
                    <a:pt x="224" y="178"/>
                  </a:cubicBezTo>
                  <a:cubicBezTo>
                    <a:pt x="240" y="108"/>
                    <a:pt x="207" y="38"/>
                    <a:pt x="153" y="5"/>
                  </a:cubicBezTo>
                  <a:cubicBezTo>
                    <a:pt x="145" y="2"/>
                    <a:pt x="136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8" name="Google Shape;12688;p32"/>
            <p:cNvSpPr/>
            <p:nvPr/>
          </p:nvSpPr>
          <p:spPr>
            <a:xfrm>
              <a:off x="4679725" y="2960025"/>
              <a:ext cx="2200" cy="4350"/>
            </a:xfrm>
            <a:custGeom>
              <a:avLst/>
              <a:gdLst/>
              <a:ahLst/>
              <a:cxnLst/>
              <a:rect l="l" t="t" r="r" b="b"/>
              <a:pathLst>
                <a:path w="88" h="174" extrusionOk="0">
                  <a:moveTo>
                    <a:pt x="87" y="0"/>
                  </a:moveTo>
                  <a:cubicBezTo>
                    <a:pt x="54" y="0"/>
                    <a:pt x="17" y="38"/>
                    <a:pt x="17" y="71"/>
                  </a:cubicBezTo>
                  <a:cubicBezTo>
                    <a:pt x="1" y="104"/>
                    <a:pt x="1" y="141"/>
                    <a:pt x="17" y="174"/>
                  </a:cubicBezTo>
                  <a:cubicBezTo>
                    <a:pt x="34" y="104"/>
                    <a:pt x="71" y="54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9" name="Google Shape;12689;p32"/>
            <p:cNvSpPr/>
            <p:nvPr/>
          </p:nvSpPr>
          <p:spPr>
            <a:xfrm>
              <a:off x="4827025" y="2980650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4" y="0"/>
                  </a:moveTo>
                  <a:cubicBezTo>
                    <a:pt x="54" y="21"/>
                    <a:pt x="1" y="70"/>
                    <a:pt x="17" y="157"/>
                  </a:cubicBezTo>
                  <a:cubicBezTo>
                    <a:pt x="17" y="190"/>
                    <a:pt x="38" y="206"/>
                    <a:pt x="54" y="227"/>
                  </a:cubicBezTo>
                  <a:cubicBezTo>
                    <a:pt x="87" y="260"/>
                    <a:pt x="120" y="260"/>
                    <a:pt x="141" y="260"/>
                  </a:cubicBezTo>
                  <a:cubicBezTo>
                    <a:pt x="207" y="243"/>
                    <a:pt x="244" y="173"/>
                    <a:pt x="244" y="103"/>
                  </a:cubicBezTo>
                  <a:cubicBezTo>
                    <a:pt x="223" y="54"/>
                    <a:pt x="207" y="21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0" name="Google Shape;12690;p32"/>
            <p:cNvSpPr/>
            <p:nvPr/>
          </p:nvSpPr>
          <p:spPr>
            <a:xfrm>
              <a:off x="4810325" y="2983600"/>
              <a:ext cx="6425" cy="6550"/>
            </a:xfrm>
            <a:custGeom>
              <a:avLst/>
              <a:gdLst/>
              <a:ahLst/>
              <a:cxnLst/>
              <a:rect l="l" t="t" r="r" b="b"/>
              <a:pathLst>
                <a:path w="257" h="262" extrusionOk="0">
                  <a:moveTo>
                    <a:pt x="140" y="0"/>
                  </a:moveTo>
                  <a:cubicBezTo>
                    <a:pt x="96" y="0"/>
                    <a:pt x="47" y="35"/>
                    <a:pt x="34" y="88"/>
                  </a:cubicBezTo>
                  <a:cubicBezTo>
                    <a:pt x="1" y="158"/>
                    <a:pt x="34" y="228"/>
                    <a:pt x="87" y="245"/>
                  </a:cubicBezTo>
                  <a:cubicBezTo>
                    <a:pt x="104" y="261"/>
                    <a:pt x="120" y="261"/>
                    <a:pt x="137" y="261"/>
                  </a:cubicBezTo>
                  <a:cubicBezTo>
                    <a:pt x="190" y="261"/>
                    <a:pt x="223" y="228"/>
                    <a:pt x="240" y="175"/>
                  </a:cubicBezTo>
                  <a:cubicBezTo>
                    <a:pt x="256" y="125"/>
                    <a:pt x="240" y="72"/>
                    <a:pt x="207" y="39"/>
                  </a:cubicBezTo>
                  <a:cubicBezTo>
                    <a:pt x="207" y="22"/>
                    <a:pt x="190" y="22"/>
                    <a:pt x="170" y="6"/>
                  </a:cubicBezTo>
                  <a:cubicBezTo>
                    <a:pt x="160" y="2"/>
                    <a:pt x="150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1" name="Google Shape;12691;p32"/>
            <p:cNvSpPr/>
            <p:nvPr/>
          </p:nvSpPr>
          <p:spPr>
            <a:xfrm>
              <a:off x="4823625" y="29493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4" y="1"/>
                  </a:moveTo>
                  <a:cubicBezTo>
                    <a:pt x="33" y="17"/>
                    <a:pt x="0" y="87"/>
                    <a:pt x="17" y="157"/>
                  </a:cubicBezTo>
                  <a:cubicBezTo>
                    <a:pt x="17" y="190"/>
                    <a:pt x="33" y="223"/>
                    <a:pt x="71" y="244"/>
                  </a:cubicBezTo>
                  <a:cubicBezTo>
                    <a:pt x="82" y="256"/>
                    <a:pt x="94" y="267"/>
                    <a:pt x="111" y="267"/>
                  </a:cubicBezTo>
                  <a:cubicBezTo>
                    <a:pt x="119" y="267"/>
                    <a:pt x="127" y="265"/>
                    <a:pt x="137" y="260"/>
                  </a:cubicBezTo>
                  <a:cubicBezTo>
                    <a:pt x="174" y="260"/>
                    <a:pt x="190" y="244"/>
                    <a:pt x="207" y="207"/>
                  </a:cubicBezTo>
                  <a:cubicBezTo>
                    <a:pt x="223" y="190"/>
                    <a:pt x="240" y="157"/>
                    <a:pt x="223" y="120"/>
                  </a:cubicBezTo>
                  <a:cubicBezTo>
                    <a:pt x="223" y="87"/>
                    <a:pt x="207" y="54"/>
                    <a:pt x="190" y="38"/>
                  </a:cubicBezTo>
                  <a:cubicBezTo>
                    <a:pt x="174" y="17"/>
                    <a:pt x="174" y="17"/>
                    <a:pt x="153" y="17"/>
                  </a:cubicBezTo>
                  <a:lnTo>
                    <a:pt x="137" y="17"/>
                  </a:ln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2" name="Google Shape;12692;p32"/>
            <p:cNvSpPr/>
            <p:nvPr/>
          </p:nvSpPr>
          <p:spPr>
            <a:xfrm>
              <a:off x="4797450" y="298497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36" y="0"/>
                  </a:moveTo>
                  <a:cubicBezTo>
                    <a:pt x="103" y="0"/>
                    <a:pt x="66" y="0"/>
                    <a:pt x="50" y="33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0" y="239"/>
                    <a:pt x="87" y="260"/>
                    <a:pt x="103" y="260"/>
                  </a:cubicBezTo>
                  <a:cubicBezTo>
                    <a:pt x="136" y="260"/>
                    <a:pt x="169" y="260"/>
                    <a:pt x="190" y="239"/>
                  </a:cubicBezTo>
                  <a:cubicBezTo>
                    <a:pt x="206" y="206"/>
                    <a:pt x="223" y="173"/>
                    <a:pt x="223" y="136"/>
                  </a:cubicBezTo>
                  <a:cubicBezTo>
                    <a:pt x="239" y="103"/>
                    <a:pt x="223" y="70"/>
                    <a:pt x="206" y="54"/>
                  </a:cubicBezTo>
                  <a:cubicBezTo>
                    <a:pt x="190" y="33"/>
                    <a:pt x="169" y="17"/>
                    <a:pt x="153" y="17"/>
                  </a:cubicBezTo>
                  <a:cubicBezTo>
                    <a:pt x="153" y="0"/>
                    <a:pt x="136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3" name="Google Shape;12693;p32"/>
            <p:cNvSpPr/>
            <p:nvPr/>
          </p:nvSpPr>
          <p:spPr>
            <a:xfrm>
              <a:off x="4781975" y="29899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0"/>
                  </a:moveTo>
                  <a:cubicBezTo>
                    <a:pt x="115" y="0"/>
                    <a:pt x="109" y="2"/>
                    <a:pt x="104" y="7"/>
                  </a:cubicBezTo>
                  <a:lnTo>
                    <a:pt x="67" y="7"/>
                  </a:lnTo>
                  <a:cubicBezTo>
                    <a:pt x="34" y="24"/>
                    <a:pt x="1" y="94"/>
                    <a:pt x="17" y="143"/>
                  </a:cubicBezTo>
                  <a:cubicBezTo>
                    <a:pt x="17" y="181"/>
                    <a:pt x="34" y="214"/>
                    <a:pt x="50" y="230"/>
                  </a:cubicBezTo>
                  <a:cubicBezTo>
                    <a:pt x="67" y="246"/>
                    <a:pt x="104" y="267"/>
                    <a:pt x="137" y="267"/>
                  </a:cubicBezTo>
                  <a:cubicBezTo>
                    <a:pt x="190" y="246"/>
                    <a:pt x="240" y="181"/>
                    <a:pt x="223" y="110"/>
                  </a:cubicBezTo>
                  <a:lnTo>
                    <a:pt x="223" y="77"/>
                  </a:lnTo>
                  <a:cubicBezTo>
                    <a:pt x="207" y="40"/>
                    <a:pt x="190" y="24"/>
                    <a:pt x="153" y="7"/>
                  </a:cubicBezTo>
                  <a:cubicBezTo>
                    <a:pt x="142" y="7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4" name="Google Shape;12694;p32"/>
            <p:cNvSpPr/>
            <p:nvPr/>
          </p:nvSpPr>
          <p:spPr>
            <a:xfrm>
              <a:off x="4766525" y="29905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103" y="17"/>
                    <a:pt x="50" y="54"/>
                    <a:pt x="17" y="87"/>
                  </a:cubicBezTo>
                  <a:cubicBezTo>
                    <a:pt x="0" y="120"/>
                    <a:pt x="17" y="174"/>
                    <a:pt x="33" y="207"/>
                  </a:cubicBezTo>
                  <a:cubicBezTo>
                    <a:pt x="50" y="223"/>
                    <a:pt x="87" y="244"/>
                    <a:pt x="103" y="261"/>
                  </a:cubicBezTo>
                  <a:cubicBezTo>
                    <a:pt x="136" y="261"/>
                    <a:pt x="169" y="244"/>
                    <a:pt x="190" y="223"/>
                  </a:cubicBezTo>
                  <a:cubicBezTo>
                    <a:pt x="239" y="174"/>
                    <a:pt x="239" y="87"/>
                    <a:pt x="207" y="38"/>
                  </a:cubicBezTo>
                  <a:cubicBezTo>
                    <a:pt x="190" y="17"/>
                    <a:pt x="16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5" name="Google Shape;12695;p32"/>
            <p:cNvSpPr/>
            <p:nvPr/>
          </p:nvSpPr>
          <p:spPr>
            <a:xfrm>
              <a:off x="4775500" y="3007850"/>
              <a:ext cx="6100" cy="6450"/>
            </a:xfrm>
            <a:custGeom>
              <a:avLst/>
              <a:gdLst/>
              <a:ahLst/>
              <a:cxnLst/>
              <a:rect l="l" t="t" r="r" b="b"/>
              <a:pathLst>
                <a:path w="244" h="258" extrusionOk="0">
                  <a:moveTo>
                    <a:pt x="113" y="0"/>
                  </a:moveTo>
                  <a:cubicBezTo>
                    <a:pt x="71" y="0"/>
                    <a:pt x="32" y="31"/>
                    <a:pt x="17" y="83"/>
                  </a:cubicBezTo>
                  <a:cubicBezTo>
                    <a:pt x="0" y="149"/>
                    <a:pt x="17" y="219"/>
                    <a:pt x="70" y="252"/>
                  </a:cubicBezTo>
                  <a:cubicBezTo>
                    <a:pt x="83" y="256"/>
                    <a:pt x="96" y="258"/>
                    <a:pt x="109" y="258"/>
                  </a:cubicBezTo>
                  <a:cubicBezTo>
                    <a:pt x="163" y="258"/>
                    <a:pt x="209" y="223"/>
                    <a:pt x="223" y="170"/>
                  </a:cubicBezTo>
                  <a:cubicBezTo>
                    <a:pt x="243" y="99"/>
                    <a:pt x="206" y="29"/>
                    <a:pt x="157" y="13"/>
                  </a:cubicBezTo>
                  <a:cubicBezTo>
                    <a:pt x="142" y="4"/>
                    <a:pt x="127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6" name="Google Shape;12696;p32"/>
            <p:cNvSpPr/>
            <p:nvPr/>
          </p:nvSpPr>
          <p:spPr>
            <a:xfrm>
              <a:off x="4780225" y="303310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37" y="1"/>
                  </a:moveTo>
                  <a:cubicBezTo>
                    <a:pt x="104" y="1"/>
                    <a:pt x="71" y="17"/>
                    <a:pt x="54" y="34"/>
                  </a:cubicBezTo>
                  <a:cubicBezTo>
                    <a:pt x="1" y="87"/>
                    <a:pt x="1" y="153"/>
                    <a:pt x="34" y="223"/>
                  </a:cubicBezTo>
                  <a:cubicBezTo>
                    <a:pt x="54" y="250"/>
                    <a:pt x="83" y="263"/>
                    <a:pt x="114" y="263"/>
                  </a:cubicBezTo>
                  <a:cubicBezTo>
                    <a:pt x="140" y="263"/>
                    <a:pt x="166" y="255"/>
                    <a:pt x="190" y="240"/>
                  </a:cubicBezTo>
                  <a:cubicBezTo>
                    <a:pt x="240" y="190"/>
                    <a:pt x="240" y="104"/>
                    <a:pt x="207" y="50"/>
                  </a:cubicBezTo>
                  <a:cubicBezTo>
                    <a:pt x="190" y="34"/>
                    <a:pt x="190" y="17"/>
                    <a:pt x="174" y="17"/>
                  </a:cubicBezTo>
                  <a:cubicBezTo>
                    <a:pt x="157" y="17"/>
                    <a:pt x="137" y="17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7" name="Google Shape;12697;p32"/>
            <p:cNvSpPr/>
            <p:nvPr/>
          </p:nvSpPr>
          <p:spPr>
            <a:xfrm>
              <a:off x="4679725" y="28359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71" y="1"/>
                    <a:pt x="54" y="17"/>
                    <a:pt x="34" y="54"/>
                  </a:cubicBezTo>
                  <a:cubicBezTo>
                    <a:pt x="17" y="87"/>
                    <a:pt x="1" y="120"/>
                    <a:pt x="17" y="157"/>
                  </a:cubicBezTo>
                  <a:cubicBezTo>
                    <a:pt x="17" y="190"/>
                    <a:pt x="34" y="207"/>
                    <a:pt x="54" y="244"/>
                  </a:cubicBezTo>
                  <a:cubicBezTo>
                    <a:pt x="87" y="260"/>
                    <a:pt x="104" y="260"/>
                    <a:pt x="137" y="260"/>
                  </a:cubicBezTo>
                  <a:cubicBezTo>
                    <a:pt x="191" y="244"/>
                    <a:pt x="240" y="174"/>
                    <a:pt x="224" y="104"/>
                  </a:cubicBezTo>
                  <a:cubicBezTo>
                    <a:pt x="224" y="71"/>
                    <a:pt x="207" y="54"/>
                    <a:pt x="191" y="17"/>
                  </a:cubicBezTo>
                  <a:cubicBezTo>
                    <a:pt x="174" y="17"/>
                    <a:pt x="174" y="17"/>
                    <a:pt x="1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8" name="Google Shape;12698;p32"/>
            <p:cNvSpPr/>
            <p:nvPr/>
          </p:nvSpPr>
          <p:spPr>
            <a:xfrm>
              <a:off x="4668600" y="282397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4" y="0"/>
                  </a:moveTo>
                  <a:cubicBezTo>
                    <a:pt x="87" y="0"/>
                    <a:pt x="87" y="17"/>
                    <a:pt x="67" y="17"/>
                  </a:cubicBezTo>
                  <a:cubicBezTo>
                    <a:pt x="34" y="33"/>
                    <a:pt x="1" y="83"/>
                    <a:pt x="1" y="153"/>
                  </a:cubicBezTo>
                  <a:cubicBezTo>
                    <a:pt x="17" y="186"/>
                    <a:pt x="34" y="223"/>
                    <a:pt x="50" y="239"/>
                  </a:cubicBezTo>
                  <a:cubicBezTo>
                    <a:pt x="67" y="256"/>
                    <a:pt x="104" y="256"/>
                    <a:pt x="137" y="256"/>
                  </a:cubicBezTo>
                  <a:cubicBezTo>
                    <a:pt x="190" y="256"/>
                    <a:pt x="240" y="186"/>
                    <a:pt x="223" y="120"/>
                  </a:cubicBezTo>
                  <a:lnTo>
                    <a:pt x="223" y="83"/>
                  </a:lnTo>
                  <a:cubicBezTo>
                    <a:pt x="207" y="50"/>
                    <a:pt x="190" y="17"/>
                    <a:pt x="153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9" name="Google Shape;12699;p32"/>
            <p:cNvSpPr/>
            <p:nvPr/>
          </p:nvSpPr>
          <p:spPr>
            <a:xfrm>
              <a:off x="4652225" y="2871000"/>
              <a:ext cx="5675" cy="6600"/>
            </a:xfrm>
            <a:custGeom>
              <a:avLst/>
              <a:gdLst/>
              <a:ahLst/>
              <a:cxnLst/>
              <a:rect l="l" t="t" r="r" b="b"/>
              <a:pathLst>
                <a:path w="227" h="264" extrusionOk="0">
                  <a:moveTo>
                    <a:pt x="123" y="0"/>
                  </a:moveTo>
                  <a:cubicBezTo>
                    <a:pt x="116" y="0"/>
                    <a:pt x="110" y="2"/>
                    <a:pt x="103" y="8"/>
                  </a:cubicBezTo>
                  <a:cubicBezTo>
                    <a:pt x="37" y="8"/>
                    <a:pt x="0" y="78"/>
                    <a:pt x="0" y="144"/>
                  </a:cubicBezTo>
                  <a:cubicBezTo>
                    <a:pt x="0" y="181"/>
                    <a:pt x="21" y="214"/>
                    <a:pt x="54" y="230"/>
                  </a:cubicBezTo>
                  <a:cubicBezTo>
                    <a:pt x="70" y="247"/>
                    <a:pt x="103" y="263"/>
                    <a:pt x="140" y="263"/>
                  </a:cubicBezTo>
                  <a:cubicBezTo>
                    <a:pt x="190" y="247"/>
                    <a:pt x="227" y="181"/>
                    <a:pt x="227" y="111"/>
                  </a:cubicBezTo>
                  <a:cubicBezTo>
                    <a:pt x="227" y="78"/>
                    <a:pt x="206" y="41"/>
                    <a:pt x="173" y="24"/>
                  </a:cubicBezTo>
                  <a:lnTo>
                    <a:pt x="157" y="8"/>
                  </a:lnTo>
                  <a:cubicBezTo>
                    <a:pt x="146" y="8"/>
                    <a:pt x="135" y="0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0" name="Google Shape;12700;p32"/>
            <p:cNvSpPr/>
            <p:nvPr/>
          </p:nvSpPr>
          <p:spPr>
            <a:xfrm>
              <a:off x="4674175" y="28535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17"/>
                    <a:pt x="0" y="71"/>
                    <a:pt x="0" y="157"/>
                  </a:cubicBezTo>
                  <a:cubicBezTo>
                    <a:pt x="17" y="190"/>
                    <a:pt x="17" y="207"/>
                    <a:pt x="50" y="240"/>
                  </a:cubicBezTo>
                  <a:cubicBezTo>
                    <a:pt x="70" y="260"/>
                    <a:pt x="103" y="260"/>
                    <a:pt x="136" y="260"/>
                  </a:cubicBezTo>
                  <a:cubicBezTo>
                    <a:pt x="190" y="240"/>
                    <a:pt x="239" y="174"/>
                    <a:pt x="223" y="104"/>
                  </a:cubicBezTo>
                  <a:cubicBezTo>
                    <a:pt x="223" y="71"/>
                    <a:pt x="206" y="34"/>
                    <a:pt x="173" y="17"/>
                  </a:cubicBezTo>
                  <a:lnTo>
                    <a:pt x="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1" name="Google Shape;12701;p32"/>
            <p:cNvSpPr/>
            <p:nvPr/>
          </p:nvSpPr>
          <p:spPr>
            <a:xfrm>
              <a:off x="4665100" y="2791300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03" y="0"/>
                  </a:moveTo>
                  <a:cubicBezTo>
                    <a:pt x="54" y="17"/>
                    <a:pt x="0" y="87"/>
                    <a:pt x="21" y="153"/>
                  </a:cubicBezTo>
                  <a:cubicBezTo>
                    <a:pt x="21" y="190"/>
                    <a:pt x="38" y="223"/>
                    <a:pt x="71" y="239"/>
                  </a:cubicBezTo>
                  <a:cubicBezTo>
                    <a:pt x="87" y="256"/>
                    <a:pt x="124" y="256"/>
                    <a:pt x="141" y="256"/>
                  </a:cubicBezTo>
                  <a:cubicBezTo>
                    <a:pt x="174" y="256"/>
                    <a:pt x="207" y="239"/>
                    <a:pt x="227" y="206"/>
                  </a:cubicBezTo>
                  <a:cubicBezTo>
                    <a:pt x="244" y="190"/>
                    <a:pt x="244" y="153"/>
                    <a:pt x="244" y="120"/>
                  </a:cubicBezTo>
                  <a:cubicBezTo>
                    <a:pt x="227" y="87"/>
                    <a:pt x="227" y="50"/>
                    <a:pt x="190" y="33"/>
                  </a:cubicBezTo>
                  <a:cubicBezTo>
                    <a:pt x="190" y="17"/>
                    <a:pt x="174" y="17"/>
                    <a:pt x="174" y="17"/>
                  </a:cubicBezTo>
                  <a:cubicBezTo>
                    <a:pt x="157" y="0"/>
                    <a:pt x="141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2" name="Google Shape;12702;p32"/>
            <p:cNvSpPr/>
            <p:nvPr/>
          </p:nvSpPr>
          <p:spPr>
            <a:xfrm>
              <a:off x="4682725" y="2791525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91" y="1"/>
                  </a:moveTo>
                  <a:cubicBezTo>
                    <a:pt x="69" y="1"/>
                    <a:pt x="49" y="13"/>
                    <a:pt x="38" y="24"/>
                  </a:cubicBezTo>
                  <a:cubicBezTo>
                    <a:pt x="17" y="61"/>
                    <a:pt x="0" y="78"/>
                    <a:pt x="0" y="111"/>
                  </a:cubicBezTo>
                  <a:cubicBezTo>
                    <a:pt x="0" y="144"/>
                    <a:pt x="0" y="181"/>
                    <a:pt x="17" y="214"/>
                  </a:cubicBezTo>
                  <a:cubicBezTo>
                    <a:pt x="38" y="245"/>
                    <a:pt x="69" y="263"/>
                    <a:pt x="102" y="263"/>
                  </a:cubicBezTo>
                  <a:cubicBezTo>
                    <a:pt x="126" y="263"/>
                    <a:pt x="151" y="253"/>
                    <a:pt x="174" y="230"/>
                  </a:cubicBezTo>
                  <a:cubicBezTo>
                    <a:pt x="223" y="181"/>
                    <a:pt x="223" y="111"/>
                    <a:pt x="190" y="41"/>
                  </a:cubicBezTo>
                  <a:cubicBezTo>
                    <a:pt x="174" y="24"/>
                    <a:pt x="174" y="24"/>
                    <a:pt x="157" y="8"/>
                  </a:cubicBezTo>
                  <a:lnTo>
                    <a:pt x="120" y="8"/>
                  </a:lnTo>
                  <a:cubicBezTo>
                    <a:pt x="110" y="3"/>
                    <a:pt x="101" y="1"/>
                    <a:pt x="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3" name="Google Shape;12703;p32"/>
            <p:cNvSpPr/>
            <p:nvPr/>
          </p:nvSpPr>
          <p:spPr>
            <a:xfrm>
              <a:off x="4684900" y="286642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57" y="1"/>
                  </a:moveTo>
                  <a:cubicBezTo>
                    <a:pt x="120" y="1"/>
                    <a:pt x="87" y="1"/>
                    <a:pt x="54" y="17"/>
                  </a:cubicBezTo>
                  <a:cubicBezTo>
                    <a:pt x="33" y="34"/>
                    <a:pt x="17" y="54"/>
                    <a:pt x="0" y="87"/>
                  </a:cubicBezTo>
                  <a:lnTo>
                    <a:pt x="0" y="174"/>
                  </a:lnTo>
                  <a:cubicBezTo>
                    <a:pt x="17" y="207"/>
                    <a:pt x="33" y="240"/>
                    <a:pt x="70" y="261"/>
                  </a:cubicBezTo>
                  <a:cubicBezTo>
                    <a:pt x="78" y="263"/>
                    <a:pt x="86" y="265"/>
                    <a:pt x="95" y="265"/>
                  </a:cubicBezTo>
                  <a:cubicBezTo>
                    <a:pt x="141" y="265"/>
                    <a:pt x="192" y="229"/>
                    <a:pt x="206" y="174"/>
                  </a:cubicBezTo>
                  <a:cubicBezTo>
                    <a:pt x="239" y="104"/>
                    <a:pt x="206" y="34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4" name="Google Shape;12704;p32"/>
            <p:cNvSpPr/>
            <p:nvPr/>
          </p:nvSpPr>
          <p:spPr>
            <a:xfrm>
              <a:off x="4793125" y="300177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3" y="0"/>
                  </a:moveTo>
                  <a:cubicBezTo>
                    <a:pt x="70" y="17"/>
                    <a:pt x="54" y="33"/>
                    <a:pt x="33" y="50"/>
                  </a:cubicBezTo>
                  <a:cubicBezTo>
                    <a:pt x="17" y="83"/>
                    <a:pt x="0" y="120"/>
                    <a:pt x="17" y="153"/>
                  </a:cubicBezTo>
                  <a:cubicBezTo>
                    <a:pt x="17" y="186"/>
                    <a:pt x="33" y="223"/>
                    <a:pt x="54" y="239"/>
                  </a:cubicBezTo>
                  <a:cubicBezTo>
                    <a:pt x="77" y="251"/>
                    <a:pt x="92" y="263"/>
                    <a:pt x="111" y="263"/>
                  </a:cubicBezTo>
                  <a:cubicBezTo>
                    <a:pt x="118" y="263"/>
                    <a:pt x="126" y="261"/>
                    <a:pt x="136" y="256"/>
                  </a:cubicBezTo>
                  <a:cubicBezTo>
                    <a:pt x="206" y="256"/>
                    <a:pt x="239" y="186"/>
                    <a:pt x="223" y="120"/>
                  </a:cubicBezTo>
                  <a:cubicBezTo>
                    <a:pt x="223" y="83"/>
                    <a:pt x="206" y="50"/>
                    <a:pt x="190" y="33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5" name="Google Shape;12705;p32"/>
            <p:cNvSpPr/>
            <p:nvPr/>
          </p:nvSpPr>
          <p:spPr>
            <a:xfrm>
              <a:off x="4661700" y="2841850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41" y="1"/>
                  </a:moveTo>
                  <a:cubicBezTo>
                    <a:pt x="96" y="1"/>
                    <a:pt x="50" y="33"/>
                    <a:pt x="33" y="73"/>
                  </a:cubicBezTo>
                  <a:cubicBezTo>
                    <a:pt x="0" y="143"/>
                    <a:pt x="33" y="229"/>
                    <a:pt x="87" y="246"/>
                  </a:cubicBezTo>
                  <a:cubicBezTo>
                    <a:pt x="106" y="255"/>
                    <a:pt x="123" y="259"/>
                    <a:pt x="138" y="259"/>
                  </a:cubicBezTo>
                  <a:cubicBezTo>
                    <a:pt x="182" y="259"/>
                    <a:pt x="215" y="227"/>
                    <a:pt x="239" y="176"/>
                  </a:cubicBezTo>
                  <a:cubicBezTo>
                    <a:pt x="260" y="110"/>
                    <a:pt x="223" y="40"/>
                    <a:pt x="174" y="7"/>
                  </a:cubicBezTo>
                  <a:cubicBezTo>
                    <a:pt x="163" y="3"/>
                    <a:pt x="152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6" name="Google Shape;12706;p32"/>
            <p:cNvSpPr/>
            <p:nvPr/>
          </p:nvSpPr>
          <p:spPr>
            <a:xfrm>
              <a:off x="4677575" y="288272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03" y="0"/>
                  </a:moveTo>
                  <a:cubicBezTo>
                    <a:pt x="37" y="21"/>
                    <a:pt x="0" y="87"/>
                    <a:pt x="0" y="157"/>
                  </a:cubicBezTo>
                  <a:cubicBezTo>
                    <a:pt x="17" y="190"/>
                    <a:pt x="37" y="227"/>
                    <a:pt x="54" y="244"/>
                  </a:cubicBezTo>
                  <a:cubicBezTo>
                    <a:pt x="87" y="260"/>
                    <a:pt x="103" y="260"/>
                    <a:pt x="140" y="260"/>
                  </a:cubicBezTo>
                  <a:cubicBezTo>
                    <a:pt x="157" y="260"/>
                    <a:pt x="190" y="244"/>
                    <a:pt x="206" y="206"/>
                  </a:cubicBezTo>
                  <a:cubicBezTo>
                    <a:pt x="223" y="173"/>
                    <a:pt x="223" y="140"/>
                    <a:pt x="223" y="103"/>
                  </a:cubicBezTo>
                  <a:cubicBezTo>
                    <a:pt x="223" y="70"/>
                    <a:pt x="206" y="54"/>
                    <a:pt x="173" y="37"/>
                  </a:cubicBezTo>
                  <a:cubicBezTo>
                    <a:pt x="173" y="21"/>
                    <a:pt x="173" y="21"/>
                    <a:pt x="157" y="21"/>
                  </a:cubicBezTo>
                  <a:cubicBezTo>
                    <a:pt x="157" y="0"/>
                    <a:pt x="140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7" name="Google Shape;12707;p32"/>
            <p:cNvSpPr/>
            <p:nvPr/>
          </p:nvSpPr>
          <p:spPr>
            <a:xfrm>
              <a:off x="4658300" y="28085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3" y="1"/>
                  </a:moveTo>
                  <a:cubicBezTo>
                    <a:pt x="33" y="17"/>
                    <a:pt x="0" y="83"/>
                    <a:pt x="0" y="153"/>
                  </a:cubicBezTo>
                  <a:cubicBezTo>
                    <a:pt x="17" y="186"/>
                    <a:pt x="33" y="223"/>
                    <a:pt x="50" y="240"/>
                  </a:cubicBezTo>
                  <a:cubicBezTo>
                    <a:pt x="61" y="252"/>
                    <a:pt x="83" y="263"/>
                    <a:pt x="107" y="263"/>
                  </a:cubicBezTo>
                  <a:cubicBezTo>
                    <a:pt x="117" y="263"/>
                    <a:pt x="127" y="261"/>
                    <a:pt x="136" y="256"/>
                  </a:cubicBezTo>
                  <a:cubicBezTo>
                    <a:pt x="190" y="256"/>
                    <a:pt x="239" y="186"/>
                    <a:pt x="223" y="120"/>
                  </a:cubicBezTo>
                  <a:cubicBezTo>
                    <a:pt x="223" y="83"/>
                    <a:pt x="206" y="50"/>
                    <a:pt x="190" y="34"/>
                  </a:cubicBezTo>
                  <a:cubicBezTo>
                    <a:pt x="169" y="17"/>
                    <a:pt x="169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8" name="Google Shape;12708;p32"/>
            <p:cNvSpPr/>
            <p:nvPr/>
          </p:nvSpPr>
          <p:spPr>
            <a:xfrm>
              <a:off x="4650975" y="29183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1"/>
                  </a:moveTo>
                  <a:cubicBezTo>
                    <a:pt x="120" y="1"/>
                    <a:pt x="87" y="1"/>
                    <a:pt x="71" y="17"/>
                  </a:cubicBezTo>
                  <a:cubicBezTo>
                    <a:pt x="17" y="71"/>
                    <a:pt x="1" y="158"/>
                    <a:pt x="50" y="207"/>
                  </a:cubicBezTo>
                  <a:cubicBezTo>
                    <a:pt x="71" y="244"/>
                    <a:pt x="87" y="261"/>
                    <a:pt x="120" y="261"/>
                  </a:cubicBezTo>
                  <a:cubicBezTo>
                    <a:pt x="153" y="261"/>
                    <a:pt x="174" y="261"/>
                    <a:pt x="207" y="223"/>
                  </a:cubicBezTo>
                  <a:cubicBezTo>
                    <a:pt x="223" y="207"/>
                    <a:pt x="240" y="174"/>
                    <a:pt x="240" y="141"/>
                  </a:cubicBezTo>
                  <a:cubicBezTo>
                    <a:pt x="240" y="104"/>
                    <a:pt x="240" y="71"/>
                    <a:pt x="223" y="54"/>
                  </a:cubicBezTo>
                  <a:cubicBezTo>
                    <a:pt x="207" y="38"/>
                    <a:pt x="190" y="17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9" name="Google Shape;12709;p32"/>
            <p:cNvSpPr/>
            <p:nvPr/>
          </p:nvSpPr>
          <p:spPr>
            <a:xfrm>
              <a:off x="4649625" y="2890975"/>
              <a:ext cx="6125" cy="6325"/>
            </a:xfrm>
            <a:custGeom>
              <a:avLst/>
              <a:gdLst/>
              <a:ahLst/>
              <a:cxnLst/>
              <a:rect l="l" t="t" r="r" b="b"/>
              <a:pathLst>
                <a:path w="245" h="253" extrusionOk="0">
                  <a:moveTo>
                    <a:pt x="141" y="0"/>
                  </a:moveTo>
                  <a:cubicBezTo>
                    <a:pt x="104" y="0"/>
                    <a:pt x="71" y="0"/>
                    <a:pt x="55" y="17"/>
                  </a:cubicBezTo>
                  <a:cubicBezTo>
                    <a:pt x="38" y="50"/>
                    <a:pt x="22" y="66"/>
                    <a:pt x="22" y="103"/>
                  </a:cubicBezTo>
                  <a:cubicBezTo>
                    <a:pt x="1" y="136"/>
                    <a:pt x="22" y="169"/>
                    <a:pt x="38" y="206"/>
                  </a:cubicBezTo>
                  <a:cubicBezTo>
                    <a:pt x="57" y="235"/>
                    <a:pt x="89" y="253"/>
                    <a:pt x="122" y="253"/>
                  </a:cubicBezTo>
                  <a:cubicBezTo>
                    <a:pt x="146" y="253"/>
                    <a:pt x="170" y="244"/>
                    <a:pt x="191" y="223"/>
                  </a:cubicBezTo>
                  <a:cubicBezTo>
                    <a:pt x="244" y="186"/>
                    <a:pt x="244" y="103"/>
                    <a:pt x="207" y="50"/>
                  </a:cubicBezTo>
                  <a:cubicBezTo>
                    <a:pt x="191" y="17"/>
                    <a:pt x="174" y="17"/>
                    <a:pt x="1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0" name="Google Shape;12710;p32"/>
            <p:cNvSpPr/>
            <p:nvPr/>
          </p:nvSpPr>
          <p:spPr>
            <a:xfrm>
              <a:off x="4647050" y="2935175"/>
              <a:ext cx="6125" cy="6425"/>
            </a:xfrm>
            <a:custGeom>
              <a:avLst/>
              <a:gdLst/>
              <a:ahLst/>
              <a:cxnLst/>
              <a:rect l="l" t="t" r="r" b="b"/>
              <a:pathLst>
                <a:path w="245" h="257" extrusionOk="0">
                  <a:moveTo>
                    <a:pt x="104" y="1"/>
                  </a:moveTo>
                  <a:cubicBezTo>
                    <a:pt x="71" y="1"/>
                    <a:pt x="55" y="17"/>
                    <a:pt x="38" y="50"/>
                  </a:cubicBezTo>
                  <a:cubicBezTo>
                    <a:pt x="22" y="87"/>
                    <a:pt x="1" y="120"/>
                    <a:pt x="1" y="153"/>
                  </a:cubicBezTo>
                  <a:cubicBezTo>
                    <a:pt x="22" y="191"/>
                    <a:pt x="38" y="207"/>
                    <a:pt x="55" y="240"/>
                  </a:cubicBezTo>
                  <a:cubicBezTo>
                    <a:pt x="71" y="256"/>
                    <a:pt x="104" y="256"/>
                    <a:pt x="141" y="256"/>
                  </a:cubicBezTo>
                  <a:cubicBezTo>
                    <a:pt x="191" y="240"/>
                    <a:pt x="244" y="191"/>
                    <a:pt x="228" y="104"/>
                  </a:cubicBezTo>
                  <a:cubicBezTo>
                    <a:pt x="228" y="67"/>
                    <a:pt x="207" y="50"/>
                    <a:pt x="191" y="17"/>
                  </a:cubicBezTo>
                  <a:cubicBezTo>
                    <a:pt x="174" y="17"/>
                    <a:pt x="174" y="17"/>
                    <a:pt x="1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1" name="Google Shape;12711;p32"/>
            <p:cNvSpPr/>
            <p:nvPr/>
          </p:nvSpPr>
          <p:spPr>
            <a:xfrm>
              <a:off x="4653150" y="28243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6" y="1"/>
                  </a:moveTo>
                  <a:cubicBezTo>
                    <a:pt x="103" y="1"/>
                    <a:pt x="66" y="1"/>
                    <a:pt x="50" y="34"/>
                  </a:cubicBezTo>
                  <a:cubicBezTo>
                    <a:pt x="0" y="67"/>
                    <a:pt x="0" y="153"/>
                    <a:pt x="33" y="207"/>
                  </a:cubicBezTo>
                  <a:cubicBezTo>
                    <a:pt x="50" y="240"/>
                    <a:pt x="66" y="256"/>
                    <a:pt x="103" y="256"/>
                  </a:cubicBezTo>
                  <a:cubicBezTo>
                    <a:pt x="136" y="256"/>
                    <a:pt x="169" y="256"/>
                    <a:pt x="190" y="223"/>
                  </a:cubicBezTo>
                  <a:cubicBezTo>
                    <a:pt x="239" y="190"/>
                    <a:pt x="239" y="104"/>
                    <a:pt x="206" y="50"/>
                  </a:cubicBezTo>
                  <a:cubicBezTo>
                    <a:pt x="190" y="34"/>
                    <a:pt x="169" y="17"/>
                    <a:pt x="153" y="17"/>
                  </a:cubicBezTo>
                  <a:cubicBezTo>
                    <a:pt x="153" y="1"/>
                    <a:pt x="136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2" name="Google Shape;12712;p32"/>
            <p:cNvSpPr/>
            <p:nvPr/>
          </p:nvSpPr>
          <p:spPr>
            <a:xfrm>
              <a:off x="4650150" y="279412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7" y="0"/>
                  </a:moveTo>
                  <a:cubicBezTo>
                    <a:pt x="84" y="0"/>
                    <a:pt x="62" y="12"/>
                    <a:pt x="50" y="23"/>
                  </a:cubicBezTo>
                  <a:cubicBezTo>
                    <a:pt x="1" y="77"/>
                    <a:pt x="1" y="164"/>
                    <a:pt x="34" y="213"/>
                  </a:cubicBezTo>
                  <a:cubicBezTo>
                    <a:pt x="50" y="230"/>
                    <a:pt x="83" y="246"/>
                    <a:pt x="104" y="267"/>
                  </a:cubicBezTo>
                  <a:cubicBezTo>
                    <a:pt x="137" y="267"/>
                    <a:pt x="170" y="246"/>
                    <a:pt x="186" y="230"/>
                  </a:cubicBezTo>
                  <a:cubicBezTo>
                    <a:pt x="223" y="213"/>
                    <a:pt x="223" y="180"/>
                    <a:pt x="240" y="143"/>
                  </a:cubicBezTo>
                  <a:cubicBezTo>
                    <a:pt x="240" y="110"/>
                    <a:pt x="223" y="77"/>
                    <a:pt x="207" y="40"/>
                  </a:cubicBezTo>
                  <a:cubicBezTo>
                    <a:pt x="186" y="23"/>
                    <a:pt x="186" y="23"/>
                    <a:pt x="153" y="7"/>
                  </a:cubicBezTo>
                  <a:lnTo>
                    <a:pt x="137" y="7"/>
                  </a:lnTo>
                  <a:cubicBezTo>
                    <a:pt x="127" y="2"/>
                    <a:pt x="117" y="0"/>
                    <a:pt x="1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3" name="Google Shape;12713;p32"/>
            <p:cNvSpPr/>
            <p:nvPr/>
          </p:nvSpPr>
          <p:spPr>
            <a:xfrm>
              <a:off x="4646650" y="28410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54" y="1"/>
                    <a:pt x="0" y="71"/>
                    <a:pt x="17" y="141"/>
                  </a:cubicBezTo>
                  <a:cubicBezTo>
                    <a:pt x="17" y="174"/>
                    <a:pt x="38" y="207"/>
                    <a:pt x="54" y="223"/>
                  </a:cubicBezTo>
                  <a:cubicBezTo>
                    <a:pt x="87" y="260"/>
                    <a:pt x="103" y="260"/>
                    <a:pt x="141" y="260"/>
                  </a:cubicBezTo>
                  <a:cubicBezTo>
                    <a:pt x="207" y="244"/>
                    <a:pt x="244" y="174"/>
                    <a:pt x="223" y="104"/>
                  </a:cubicBezTo>
                  <a:cubicBezTo>
                    <a:pt x="223" y="71"/>
                    <a:pt x="207" y="38"/>
                    <a:pt x="190" y="17"/>
                  </a:cubicBezTo>
                  <a:cubicBezTo>
                    <a:pt x="174" y="17"/>
                    <a:pt x="174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4" name="Google Shape;12714;p32"/>
            <p:cNvSpPr/>
            <p:nvPr/>
          </p:nvSpPr>
          <p:spPr>
            <a:xfrm>
              <a:off x="4684075" y="2819050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107" y="1"/>
                  </a:moveTo>
                  <a:cubicBezTo>
                    <a:pt x="83" y="1"/>
                    <a:pt x="61" y="12"/>
                    <a:pt x="50" y="24"/>
                  </a:cubicBezTo>
                  <a:cubicBezTo>
                    <a:pt x="0" y="74"/>
                    <a:pt x="0" y="160"/>
                    <a:pt x="33" y="214"/>
                  </a:cubicBezTo>
                  <a:cubicBezTo>
                    <a:pt x="50" y="247"/>
                    <a:pt x="66" y="263"/>
                    <a:pt x="103" y="263"/>
                  </a:cubicBezTo>
                  <a:cubicBezTo>
                    <a:pt x="136" y="263"/>
                    <a:pt x="169" y="247"/>
                    <a:pt x="190" y="230"/>
                  </a:cubicBezTo>
                  <a:cubicBezTo>
                    <a:pt x="206" y="214"/>
                    <a:pt x="223" y="177"/>
                    <a:pt x="223" y="144"/>
                  </a:cubicBezTo>
                  <a:cubicBezTo>
                    <a:pt x="223" y="111"/>
                    <a:pt x="223" y="74"/>
                    <a:pt x="206" y="41"/>
                  </a:cubicBezTo>
                  <a:cubicBezTo>
                    <a:pt x="190" y="24"/>
                    <a:pt x="169" y="24"/>
                    <a:pt x="153" y="8"/>
                  </a:cubicBezTo>
                  <a:lnTo>
                    <a:pt x="136" y="8"/>
                  </a:lnTo>
                  <a:cubicBezTo>
                    <a:pt x="126" y="3"/>
                    <a:pt x="116" y="1"/>
                    <a:pt x="1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5" name="Google Shape;12715;p32"/>
            <p:cNvSpPr/>
            <p:nvPr/>
          </p:nvSpPr>
          <p:spPr>
            <a:xfrm>
              <a:off x="4589550" y="2850975"/>
              <a:ext cx="5575" cy="6675"/>
            </a:xfrm>
            <a:custGeom>
              <a:avLst/>
              <a:gdLst/>
              <a:ahLst/>
              <a:cxnLst/>
              <a:rect l="l" t="t" r="r" b="b"/>
              <a:pathLst>
                <a:path w="223" h="267" extrusionOk="0">
                  <a:moveTo>
                    <a:pt x="87" y="0"/>
                  </a:moveTo>
                  <a:cubicBezTo>
                    <a:pt x="70" y="17"/>
                    <a:pt x="33" y="33"/>
                    <a:pt x="17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0" y="190"/>
                    <a:pt x="17" y="223"/>
                    <a:pt x="54" y="240"/>
                  </a:cubicBezTo>
                  <a:cubicBezTo>
                    <a:pt x="66" y="254"/>
                    <a:pt x="86" y="267"/>
                    <a:pt x="102" y="267"/>
                  </a:cubicBezTo>
                  <a:cubicBezTo>
                    <a:pt x="109" y="267"/>
                    <a:pt x="115" y="265"/>
                    <a:pt x="120" y="260"/>
                  </a:cubicBezTo>
                  <a:cubicBezTo>
                    <a:pt x="190" y="260"/>
                    <a:pt x="223" y="190"/>
                    <a:pt x="223" y="120"/>
                  </a:cubicBezTo>
                  <a:cubicBezTo>
                    <a:pt x="206" y="87"/>
                    <a:pt x="206" y="54"/>
                    <a:pt x="173" y="33"/>
                  </a:cubicBezTo>
                  <a:cubicBezTo>
                    <a:pt x="173" y="17"/>
                    <a:pt x="157" y="17"/>
                    <a:pt x="157" y="17"/>
                  </a:cubicBezTo>
                  <a:cubicBezTo>
                    <a:pt x="136" y="0"/>
                    <a:pt x="120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6" name="Google Shape;12716;p32"/>
            <p:cNvSpPr/>
            <p:nvPr/>
          </p:nvSpPr>
          <p:spPr>
            <a:xfrm>
              <a:off x="4586550" y="2947650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104" y="1"/>
                  </a:moveTo>
                  <a:cubicBezTo>
                    <a:pt x="34" y="17"/>
                    <a:pt x="1" y="67"/>
                    <a:pt x="1" y="153"/>
                  </a:cubicBezTo>
                  <a:cubicBezTo>
                    <a:pt x="1" y="186"/>
                    <a:pt x="17" y="207"/>
                    <a:pt x="50" y="240"/>
                  </a:cubicBezTo>
                  <a:cubicBezTo>
                    <a:pt x="71" y="256"/>
                    <a:pt x="104" y="256"/>
                    <a:pt x="137" y="256"/>
                  </a:cubicBezTo>
                  <a:cubicBezTo>
                    <a:pt x="190" y="240"/>
                    <a:pt x="223" y="170"/>
                    <a:pt x="223" y="104"/>
                  </a:cubicBezTo>
                  <a:cubicBezTo>
                    <a:pt x="223" y="67"/>
                    <a:pt x="207" y="50"/>
                    <a:pt x="174" y="17"/>
                  </a:cubicBezTo>
                  <a:cubicBezTo>
                    <a:pt x="174" y="17"/>
                    <a:pt x="15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7" name="Google Shape;12717;p32"/>
            <p:cNvSpPr/>
            <p:nvPr/>
          </p:nvSpPr>
          <p:spPr>
            <a:xfrm>
              <a:off x="4591300" y="292735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26" y="0"/>
                  </a:moveTo>
                  <a:cubicBezTo>
                    <a:pt x="81" y="0"/>
                    <a:pt x="31" y="33"/>
                    <a:pt x="17" y="91"/>
                  </a:cubicBezTo>
                  <a:cubicBezTo>
                    <a:pt x="0" y="157"/>
                    <a:pt x="17" y="227"/>
                    <a:pt x="87" y="260"/>
                  </a:cubicBezTo>
                  <a:cubicBezTo>
                    <a:pt x="95" y="263"/>
                    <a:pt x="104" y="264"/>
                    <a:pt x="114" y="264"/>
                  </a:cubicBezTo>
                  <a:cubicBezTo>
                    <a:pt x="159" y="264"/>
                    <a:pt x="209" y="232"/>
                    <a:pt x="223" y="174"/>
                  </a:cubicBezTo>
                  <a:cubicBezTo>
                    <a:pt x="240" y="108"/>
                    <a:pt x="223" y="38"/>
                    <a:pt x="153" y="5"/>
                  </a:cubicBezTo>
                  <a:cubicBezTo>
                    <a:pt x="145" y="2"/>
                    <a:pt x="136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8" name="Google Shape;12718;p32"/>
            <p:cNvSpPr/>
            <p:nvPr/>
          </p:nvSpPr>
          <p:spPr>
            <a:xfrm>
              <a:off x="4591300" y="29776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50" y="0"/>
                    <a:pt x="0" y="71"/>
                    <a:pt x="17" y="141"/>
                  </a:cubicBezTo>
                  <a:cubicBezTo>
                    <a:pt x="17" y="174"/>
                    <a:pt x="33" y="207"/>
                    <a:pt x="50" y="223"/>
                  </a:cubicBezTo>
                  <a:cubicBezTo>
                    <a:pt x="87" y="260"/>
                    <a:pt x="103" y="260"/>
                    <a:pt x="136" y="260"/>
                  </a:cubicBezTo>
                  <a:cubicBezTo>
                    <a:pt x="169" y="244"/>
                    <a:pt x="190" y="223"/>
                    <a:pt x="207" y="207"/>
                  </a:cubicBezTo>
                  <a:cubicBezTo>
                    <a:pt x="223" y="174"/>
                    <a:pt x="240" y="141"/>
                    <a:pt x="223" y="104"/>
                  </a:cubicBezTo>
                  <a:cubicBezTo>
                    <a:pt x="223" y="71"/>
                    <a:pt x="207" y="38"/>
                    <a:pt x="190" y="17"/>
                  </a:cubicBezTo>
                  <a:cubicBezTo>
                    <a:pt x="169" y="17"/>
                    <a:pt x="169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9" name="Google Shape;12719;p32"/>
            <p:cNvSpPr/>
            <p:nvPr/>
          </p:nvSpPr>
          <p:spPr>
            <a:xfrm>
              <a:off x="4765600" y="303692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3" y="0"/>
                  </a:moveTo>
                  <a:cubicBezTo>
                    <a:pt x="37" y="17"/>
                    <a:pt x="0" y="87"/>
                    <a:pt x="0" y="157"/>
                  </a:cubicBezTo>
                  <a:cubicBezTo>
                    <a:pt x="21" y="190"/>
                    <a:pt x="37" y="206"/>
                    <a:pt x="54" y="243"/>
                  </a:cubicBezTo>
                  <a:cubicBezTo>
                    <a:pt x="70" y="260"/>
                    <a:pt x="103" y="260"/>
                    <a:pt x="140" y="260"/>
                  </a:cubicBezTo>
                  <a:cubicBezTo>
                    <a:pt x="190" y="243"/>
                    <a:pt x="244" y="173"/>
                    <a:pt x="227" y="103"/>
                  </a:cubicBezTo>
                  <a:cubicBezTo>
                    <a:pt x="227" y="70"/>
                    <a:pt x="206" y="54"/>
                    <a:pt x="190" y="17"/>
                  </a:cubicBezTo>
                  <a:cubicBezTo>
                    <a:pt x="173" y="17"/>
                    <a:pt x="173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0" name="Google Shape;12720;p32"/>
            <p:cNvSpPr/>
            <p:nvPr/>
          </p:nvSpPr>
          <p:spPr>
            <a:xfrm>
              <a:off x="4625200" y="300260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4" y="0"/>
                  </a:moveTo>
                  <a:cubicBezTo>
                    <a:pt x="50" y="17"/>
                    <a:pt x="1" y="87"/>
                    <a:pt x="17" y="153"/>
                  </a:cubicBezTo>
                  <a:cubicBezTo>
                    <a:pt x="17" y="190"/>
                    <a:pt x="34" y="206"/>
                    <a:pt x="50" y="239"/>
                  </a:cubicBezTo>
                  <a:cubicBezTo>
                    <a:pt x="87" y="256"/>
                    <a:pt x="120" y="256"/>
                    <a:pt x="137" y="256"/>
                  </a:cubicBezTo>
                  <a:cubicBezTo>
                    <a:pt x="174" y="256"/>
                    <a:pt x="191" y="239"/>
                    <a:pt x="207" y="206"/>
                  </a:cubicBezTo>
                  <a:cubicBezTo>
                    <a:pt x="223" y="173"/>
                    <a:pt x="240" y="136"/>
                    <a:pt x="240" y="103"/>
                  </a:cubicBezTo>
                  <a:cubicBezTo>
                    <a:pt x="223" y="70"/>
                    <a:pt x="207" y="50"/>
                    <a:pt x="191" y="17"/>
                  </a:cubicBezTo>
                  <a:cubicBezTo>
                    <a:pt x="191" y="17"/>
                    <a:pt x="174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1" name="Google Shape;12721;p32"/>
            <p:cNvSpPr/>
            <p:nvPr/>
          </p:nvSpPr>
          <p:spPr>
            <a:xfrm>
              <a:off x="4752700" y="3023625"/>
              <a:ext cx="6125" cy="6675"/>
            </a:xfrm>
            <a:custGeom>
              <a:avLst/>
              <a:gdLst/>
              <a:ahLst/>
              <a:cxnLst/>
              <a:rect l="l" t="t" r="r" b="b"/>
              <a:pathLst>
                <a:path w="245" h="267" extrusionOk="0">
                  <a:moveTo>
                    <a:pt x="104" y="0"/>
                  </a:moveTo>
                  <a:cubicBezTo>
                    <a:pt x="54" y="17"/>
                    <a:pt x="1" y="87"/>
                    <a:pt x="22" y="157"/>
                  </a:cubicBezTo>
                  <a:cubicBezTo>
                    <a:pt x="22" y="190"/>
                    <a:pt x="38" y="223"/>
                    <a:pt x="54" y="239"/>
                  </a:cubicBezTo>
                  <a:cubicBezTo>
                    <a:pt x="78" y="254"/>
                    <a:pt x="93" y="267"/>
                    <a:pt x="113" y="267"/>
                  </a:cubicBezTo>
                  <a:cubicBezTo>
                    <a:pt x="122" y="267"/>
                    <a:pt x="130" y="265"/>
                    <a:pt x="141" y="260"/>
                  </a:cubicBezTo>
                  <a:cubicBezTo>
                    <a:pt x="207" y="260"/>
                    <a:pt x="244" y="190"/>
                    <a:pt x="228" y="120"/>
                  </a:cubicBezTo>
                  <a:cubicBezTo>
                    <a:pt x="228" y="87"/>
                    <a:pt x="207" y="54"/>
                    <a:pt x="191" y="33"/>
                  </a:cubicBezTo>
                  <a:cubicBezTo>
                    <a:pt x="174" y="17"/>
                    <a:pt x="174" y="17"/>
                    <a:pt x="158" y="17"/>
                  </a:cubicBezTo>
                  <a:cubicBezTo>
                    <a:pt x="141" y="0"/>
                    <a:pt x="125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2" name="Google Shape;12722;p32"/>
            <p:cNvSpPr/>
            <p:nvPr/>
          </p:nvSpPr>
          <p:spPr>
            <a:xfrm>
              <a:off x="4645000" y="2981975"/>
              <a:ext cx="5600" cy="6625"/>
            </a:xfrm>
            <a:custGeom>
              <a:avLst/>
              <a:gdLst/>
              <a:ahLst/>
              <a:cxnLst/>
              <a:rect l="l" t="t" r="r" b="b"/>
              <a:pathLst>
                <a:path w="224" h="265" extrusionOk="0">
                  <a:moveTo>
                    <a:pt x="83" y="1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0" y="190"/>
                    <a:pt x="33" y="223"/>
                    <a:pt x="50" y="240"/>
                  </a:cubicBezTo>
                  <a:cubicBezTo>
                    <a:pt x="61" y="251"/>
                    <a:pt x="83" y="265"/>
                    <a:pt x="101" y="265"/>
                  </a:cubicBezTo>
                  <a:cubicBezTo>
                    <a:pt x="108" y="265"/>
                    <a:pt x="115" y="262"/>
                    <a:pt x="120" y="256"/>
                  </a:cubicBezTo>
                  <a:cubicBezTo>
                    <a:pt x="153" y="256"/>
                    <a:pt x="186" y="240"/>
                    <a:pt x="207" y="207"/>
                  </a:cubicBezTo>
                  <a:cubicBezTo>
                    <a:pt x="223" y="190"/>
                    <a:pt x="223" y="153"/>
                    <a:pt x="223" y="120"/>
                  </a:cubicBezTo>
                  <a:cubicBezTo>
                    <a:pt x="223" y="87"/>
                    <a:pt x="207" y="50"/>
                    <a:pt x="169" y="34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7" y="17"/>
                    <a:pt x="137" y="17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3" name="Google Shape;12723;p32"/>
            <p:cNvSpPr/>
            <p:nvPr/>
          </p:nvSpPr>
          <p:spPr>
            <a:xfrm>
              <a:off x="4614075" y="29403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4" y="0"/>
                  </a:moveTo>
                  <a:cubicBezTo>
                    <a:pt x="34" y="17"/>
                    <a:pt x="1" y="66"/>
                    <a:pt x="1" y="153"/>
                  </a:cubicBezTo>
                  <a:cubicBezTo>
                    <a:pt x="17" y="190"/>
                    <a:pt x="34" y="206"/>
                    <a:pt x="50" y="239"/>
                  </a:cubicBezTo>
                  <a:cubicBezTo>
                    <a:pt x="67" y="256"/>
                    <a:pt x="104" y="256"/>
                    <a:pt x="137" y="256"/>
                  </a:cubicBezTo>
                  <a:cubicBezTo>
                    <a:pt x="186" y="239"/>
                    <a:pt x="240" y="169"/>
                    <a:pt x="223" y="103"/>
                  </a:cubicBezTo>
                  <a:cubicBezTo>
                    <a:pt x="223" y="66"/>
                    <a:pt x="207" y="49"/>
                    <a:pt x="186" y="17"/>
                  </a:cubicBezTo>
                  <a:cubicBezTo>
                    <a:pt x="170" y="17"/>
                    <a:pt x="17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4" name="Google Shape;12724;p32"/>
            <p:cNvSpPr/>
            <p:nvPr/>
          </p:nvSpPr>
          <p:spPr>
            <a:xfrm>
              <a:off x="4595525" y="2912400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41" y="1"/>
                  </a:moveTo>
                  <a:cubicBezTo>
                    <a:pt x="104" y="1"/>
                    <a:pt x="87" y="17"/>
                    <a:pt x="54" y="34"/>
                  </a:cubicBezTo>
                  <a:cubicBezTo>
                    <a:pt x="21" y="87"/>
                    <a:pt x="0" y="153"/>
                    <a:pt x="38" y="223"/>
                  </a:cubicBezTo>
                  <a:cubicBezTo>
                    <a:pt x="54" y="240"/>
                    <a:pt x="87" y="256"/>
                    <a:pt x="124" y="256"/>
                  </a:cubicBezTo>
                  <a:cubicBezTo>
                    <a:pt x="129" y="262"/>
                    <a:pt x="135" y="265"/>
                    <a:pt x="143" y="265"/>
                  </a:cubicBezTo>
                  <a:cubicBezTo>
                    <a:pt x="159" y="265"/>
                    <a:pt x="179" y="251"/>
                    <a:pt x="190" y="240"/>
                  </a:cubicBezTo>
                  <a:cubicBezTo>
                    <a:pt x="227" y="223"/>
                    <a:pt x="244" y="190"/>
                    <a:pt x="244" y="153"/>
                  </a:cubicBezTo>
                  <a:cubicBezTo>
                    <a:pt x="244" y="120"/>
                    <a:pt x="244" y="87"/>
                    <a:pt x="207" y="50"/>
                  </a:cubicBezTo>
                  <a:cubicBezTo>
                    <a:pt x="207" y="34"/>
                    <a:pt x="190" y="17"/>
                    <a:pt x="174" y="17"/>
                  </a:cubicBezTo>
                  <a:cubicBezTo>
                    <a:pt x="157" y="17"/>
                    <a:pt x="157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5" name="Google Shape;12725;p32"/>
            <p:cNvSpPr/>
            <p:nvPr/>
          </p:nvSpPr>
          <p:spPr>
            <a:xfrm>
              <a:off x="4599025" y="2942125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19" y="1"/>
                  </a:moveTo>
                  <a:cubicBezTo>
                    <a:pt x="76" y="1"/>
                    <a:pt x="41" y="34"/>
                    <a:pt x="17" y="82"/>
                  </a:cubicBezTo>
                  <a:cubicBezTo>
                    <a:pt x="1" y="152"/>
                    <a:pt x="34" y="222"/>
                    <a:pt x="87" y="255"/>
                  </a:cubicBezTo>
                  <a:cubicBezTo>
                    <a:pt x="96" y="258"/>
                    <a:pt x="105" y="259"/>
                    <a:pt x="115" y="259"/>
                  </a:cubicBezTo>
                  <a:cubicBezTo>
                    <a:pt x="160" y="259"/>
                    <a:pt x="210" y="229"/>
                    <a:pt x="223" y="185"/>
                  </a:cubicBezTo>
                  <a:cubicBezTo>
                    <a:pt x="256" y="119"/>
                    <a:pt x="223" y="32"/>
                    <a:pt x="170" y="16"/>
                  </a:cubicBezTo>
                  <a:cubicBezTo>
                    <a:pt x="152" y="5"/>
                    <a:pt x="135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6" name="Google Shape;12726;p32"/>
            <p:cNvSpPr/>
            <p:nvPr/>
          </p:nvSpPr>
          <p:spPr>
            <a:xfrm>
              <a:off x="4591300" y="28835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26" y="0"/>
                  </a:moveTo>
                  <a:cubicBezTo>
                    <a:pt x="81" y="0"/>
                    <a:pt x="31" y="33"/>
                    <a:pt x="17" y="91"/>
                  </a:cubicBezTo>
                  <a:cubicBezTo>
                    <a:pt x="0" y="157"/>
                    <a:pt x="33" y="227"/>
                    <a:pt x="87" y="260"/>
                  </a:cubicBezTo>
                  <a:lnTo>
                    <a:pt x="136" y="260"/>
                  </a:lnTo>
                  <a:cubicBezTo>
                    <a:pt x="169" y="260"/>
                    <a:pt x="207" y="227"/>
                    <a:pt x="223" y="173"/>
                  </a:cubicBezTo>
                  <a:cubicBezTo>
                    <a:pt x="240" y="124"/>
                    <a:pt x="223" y="70"/>
                    <a:pt x="207" y="37"/>
                  </a:cubicBezTo>
                  <a:cubicBezTo>
                    <a:pt x="190" y="37"/>
                    <a:pt x="169" y="21"/>
                    <a:pt x="153" y="4"/>
                  </a:cubicBezTo>
                  <a:cubicBezTo>
                    <a:pt x="145" y="2"/>
                    <a:pt x="136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7" name="Google Shape;12727;p32"/>
            <p:cNvSpPr/>
            <p:nvPr/>
          </p:nvSpPr>
          <p:spPr>
            <a:xfrm>
              <a:off x="4592950" y="2962200"/>
              <a:ext cx="5700" cy="6500"/>
            </a:xfrm>
            <a:custGeom>
              <a:avLst/>
              <a:gdLst/>
              <a:ahLst/>
              <a:cxnLst/>
              <a:rect l="l" t="t" r="r" b="b"/>
              <a:pathLst>
                <a:path w="228" h="260" extrusionOk="0">
                  <a:moveTo>
                    <a:pt x="103" y="0"/>
                  </a:moveTo>
                  <a:cubicBezTo>
                    <a:pt x="37" y="0"/>
                    <a:pt x="0" y="70"/>
                    <a:pt x="0" y="140"/>
                  </a:cubicBezTo>
                  <a:cubicBezTo>
                    <a:pt x="21" y="223"/>
                    <a:pt x="70" y="260"/>
                    <a:pt x="141" y="260"/>
                  </a:cubicBezTo>
                  <a:cubicBezTo>
                    <a:pt x="157" y="243"/>
                    <a:pt x="190" y="223"/>
                    <a:pt x="207" y="206"/>
                  </a:cubicBezTo>
                  <a:cubicBezTo>
                    <a:pt x="227" y="173"/>
                    <a:pt x="227" y="140"/>
                    <a:pt x="227" y="103"/>
                  </a:cubicBezTo>
                  <a:cubicBezTo>
                    <a:pt x="227" y="70"/>
                    <a:pt x="207" y="37"/>
                    <a:pt x="174" y="17"/>
                  </a:cubicBezTo>
                  <a:cubicBezTo>
                    <a:pt x="174" y="17"/>
                    <a:pt x="174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8" name="Google Shape;12728;p32"/>
            <p:cNvSpPr/>
            <p:nvPr/>
          </p:nvSpPr>
          <p:spPr>
            <a:xfrm>
              <a:off x="4602850" y="2896125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87" y="0"/>
                  </a:moveTo>
                  <a:cubicBezTo>
                    <a:pt x="70" y="0"/>
                    <a:pt x="37" y="17"/>
                    <a:pt x="17" y="50"/>
                  </a:cubicBezTo>
                  <a:cubicBezTo>
                    <a:pt x="0" y="83"/>
                    <a:pt x="0" y="120"/>
                    <a:pt x="0" y="153"/>
                  </a:cubicBezTo>
                  <a:cubicBezTo>
                    <a:pt x="0" y="186"/>
                    <a:pt x="17" y="223"/>
                    <a:pt x="37" y="239"/>
                  </a:cubicBezTo>
                  <a:cubicBezTo>
                    <a:pt x="70" y="256"/>
                    <a:pt x="87" y="256"/>
                    <a:pt x="120" y="256"/>
                  </a:cubicBezTo>
                  <a:cubicBezTo>
                    <a:pt x="190" y="239"/>
                    <a:pt x="223" y="186"/>
                    <a:pt x="223" y="103"/>
                  </a:cubicBezTo>
                  <a:cubicBezTo>
                    <a:pt x="206" y="66"/>
                    <a:pt x="190" y="50"/>
                    <a:pt x="173" y="17"/>
                  </a:cubicBezTo>
                  <a:lnTo>
                    <a:pt x="157" y="17"/>
                  </a:lnTo>
                  <a:cubicBezTo>
                    <a:pt x="120" y="0"/>
                    <a:pt x="103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9" name="Google Shape;12729;p32"/>
            <p:cNvSpPr/>
            <p:nvPr/>
          </p:nvSpPr>
          <p:spPr>
            <a:xfrm>
              <a:off x="4588300" y="289745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11" y="0"/>
                  </a:moveTo>
                  <a:cubicBezTo>
                    <a:pt x="71" y="0"/>
                    <a:pt x="29" y="32"/>
                    <a:pt x="17" y="83"/>
                  </a:cubicBezTo>
                  <a:cubicBezTo>
                    <a:pt x="1" y="100"/>
                    <a:pt x="1" y="116"/>
                    <a:pt x="1" y="133"/>
                  </a:cubicBezTo>
                  <a:cubicBezTo>
                    <a:pt x="1" y="186"/>
                    <a:pt x="34" y="236"/>
                    <a:pt x="67" y="257"/>
                  </a:cubicBezTo>
                  <a:cubicBezTo>
                    <a:pt x="81" y="261"/>
                    <a:pt x="94" y="263"/>
                    <a:pt x="105" y="263"/>
                  </a:cubicBezTo>
                  <a:cubicBezTo>
                    <a:pt x="138" y="263"/>
                    <a:pt x="162" y="247"/>
                    <a:pt x="186" y="219"/>
                  </a:cubicBezTo>
                  <a:cubicBezTo>
                    <a:pt x="207" y="219"/>
                    <a:pt x="207" y="203"/>
                    <a:pt x="223" y="170"/>
                  </a:cubicBezTo>
                  <a:cubicBezTo>
                    <a:pt x="240" y="116"/>
                    <a:pt x="207" y="30"/>
                    <a:pt x="153" y="13"/>
                  </a:cubicBezTo>
                  <a:cubicBezTo>
                    <a:pt x="140" y="5"/>
                    <a:pt x="126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0" name="Google Shape;12730;p32"/>
            <p:cNvSpPr/>
            <p:nvPr/>
          </p:nvSpPr>
          <p:spPr>
            <a:xfrm>
              <a:off x="4592525" y="3007150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26" y="1"/>
                  </a:moveTo>
                  <a:cubicBezTo>
                    <a:pt x="117" y="1"/>
                    <a:pt x="109" y="2"/>
                    <a:pt x="104" y="8"/>
                  </a:cubicBezTo>
                  <a:cubicBezTo>
                    <a:pt x="54" y="8"/>
                    <a:pt x="1" y="74"/>
                    <a:pt x="17" y="144"/>
                  </a:cubicBezTo>
                  <a:cubicBezTo>
                    <a:pt x="17" y="177"/>
                    <a:pt x="38" y="214"/>
                    <a:pt x="71" y="231"/>
                  </a:cubicBezTo>
                  <a:cubicBezTo>
                    <a:pt x="87" y="247"/>
                    <a:pt x="120" y="264"/>
                    <a:pt x="141" y="264"/>
                  </a:cubicBezTo>
                  <a:cubicBezTo>
                    <a:pt x="207" y="247"/>
                    <a:pt x="244" y="177"/>
                    <a:pt x="244" y="111"/>
                  </a:cubicBezTo>
                  <a:cubicBezTo>
                    <a:pt x="224" y="74"/>
                    <a:pt x="224" y="41"/>
                    <a:pt x="191" y="24"/>
                  </a:cubicBezTo>
                  <a:lnTo>
                    <a:pt x="174" y="8"/>
                  </a:lnTo>
                  <a:cubicBezTo>
                    <a:pt x="163" y="8"/>
                    <a:pt x="143" y="1"/>
                    <a:pt x="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1" name="Google Shape;12731;p32"/>
            <p:cNvSpPr/>
            <p:nvPr/>
          </p:nvSpPr>
          <p:spPr>
            <a:xfrm>
              <a:off x="4587375" y="3022800"/>
              <a:ext cx="6525" cy="6575"/>
            </a:xfrm>
            <a:custGeom>
              <a:avLst/>
              <a:gdLst/>
              <a:ahLst/>
              <a:cxnLst/>
              <a:rect l="l" t="t" r="r" b="b"/>
              <a:pathLst>
                <a:path w="261" h="263" extrusionOk="0">
                  <a:moveTo>
                    <a:pt x="141" y="0"/>
                  </a:moveTo>
                  <a:cubicBezTo>
                    <a:pt x="104" y="0"/>
                    <a:pt x="87" y="17"/>
                    <a:pt x="54" y="33"/>
                  </a:cubicBezTo>
                  <a:cubicBezTo>
                    <a:pt x="17" y="87"/>
                    <a:pt x="1" y="153"/>
                    <a:pt x="38" y="223"/>
                  </a:cubicBezTo>
                  <a:cubicBezTo>
                    <a:pt x="71" y="239"/>
                    <a:pt x="87" y="256"/>
                    <a:pt x="120" y="256"/>
                  </a:cubicBezTo>
                  <a:cubicBezTo>
                    <a:pt x="126" y="261"/>
                    <a:pt x="133" y="263"/>
                    <a:pt x="141" y="263"/>
                  </a:cubicBezTo>
                  <a:cubicBezTo>
                    <a:pt x="159" y="263"/>
                    <a:pt x="179" y="251"/>
                    <a:pt x="190" y="239"/>
                  </a:cubicBezTo>
                  <a:cubicBezTo>
                    <a:pt x="244" y="190"/>
                    <a:pt x="260" y="103"/>
                    <a:pt x="207" y="50"/>
                  </a:cubicBezTo>
                  <a:cubicBezTo>
                    <a:pt x="207" y="33"/>
                    <a:pt x="190" y="17"/>
                    <a:pt x="174" y="17"/>
                  </a:cubicBezTo>
                  <a:cubicBezTo>
                    <a:pt x="157" y="17"/>
                    <a:pt x="157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2" name="Google Shape;12732;p32"/>
            <p:cNvSpPr/>
            <p:nvPr/>
          </p:nvSpPr>
          <p:spPr>
            <a:xfrm>
              <a:off x="4732600" y="3014150"/>
              <a:ext cx="6025" cy="6675"/>
            </a:xfrm>
            <a:custGeom>
              <a:avLst/>
              <a:gdLst/>
              <a:ahLst/>
              <a:cxnLst/>
              <a:rect l="l" t="t" r="r" b="b"/>
              <a:pathLst>
                <a:path w="241" h="267" extrusionOk="0">
                  <a:moveTo>
                    <a:pt x="104" y="0"/>
                  </a:moveTo>
                  <a:cubicBezTo>
                    <a:pt x="34" y="21"/>
                    <a:pt x="1" y="87"/>
                    <a:pt x="17" y="157"/>
                  </a:cubicBezTo>
                  <a:cubicBezTo>
                    <a:pt x="17" y="190"/>
                    <a:pt x="34" y="227"/>
                    <a:pt x="50" y="243"/>
                  </a:cubicBezTo>
                  <a:cubicBezTo>
                    <a:pt x="74" y="255"/>
                    <a:pt x="91" y="267"/>
                    <a:pt x="111" y="267"/>
                  </a:cubicBezTo>
                  <a:cubicBezTo>
                    <a:pt x="119" y="267"/>
                    <a:pt x="127" y="265"/>
                    <a:pt x="137" y="260"/>
                  </a:cubicBezTo>
                  <a:cubicBezTo>
                    <a:pt x="186" y="260"/>
                    <a:pt x="240" y="190"/>
                    <a:pt x="224" y="124"/>
                  </a:cubicBezTo>
                  <a:cubicBezTo>
                    <a:pt x="224" y="87"/>
                    <a:pt x="207" y="54"/>
                    <a:pt x="186" y="37"/>
                  </a:cubicBezTo>
                  <a:cubicBezTo>
                    <a:pt x="170" y="21"/>
                    <a:pt x="170" y="21"/>
                    <a:pt x="153" y="21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3" name="Google Shape;12733;p32"/>
            <p:cNvSpPr/>
            <p:nvPr/>
          </p:nvSpPr>
          <p:spPr>
            <a:xfrm>
              <a:off x="4717975" y="3015475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120" y="1"/>
                  </a:moveTo>
                  <a:cubicBezTo>
                    <a:pt x="104" y="1"/>
                    <a:pt x="87" y="17"/>
                    <a:pt x="50" y="17"/>
                  </a:cubicBezTo>
                  <a:cubicBezTo>
                    <a:pt x="17" y="34"/>
                    <a:pt x="0" y="87"/>
                    <a:pt x="0" y="153"/>
                  </a:cubicBezTo>
                  <a:cubicBezTo>
                    <a:pt x="17" y="190"/>
                    <a:pt x="33" y="223"/>
                    <a:pt x="50" y="240"/>
                  </a:cubicBezTo>
                  <a:cubicBezTo>
                    <a:pt x="87" y="256"/>
                    <a:pt x="104" y="256"/>
                    <a:pt x="137" y="256"/>
                  </a:cubicBezTo>
                  <a:cubicBezTo>
                    <a:pt x="153" y="256"/>
                    <a:pt x="190" y="240"/>
                    <a:pt x="207" y="207"/>
                  </a:cubicBezTo>
                  <a:cubicBezTo>
                    <a:pt x="223" y="174"/>
                    <a:pt x="223" y="137"/>
                    <a:pt x="223" y="104"/>
                  </a:cubicBezTo>
                  <a:cubicBezTo>
                    <a:pt x="223" y="71"/>
                    <a:pt x="207" y="50"/>
                    <a:pt x="174" y="17"/>
                  </a:cubicBezTo>
                  <a:cubicBezTo>
                    <a:pt x="174" y="17"/>
                    <a:pt x="15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4" name="Google Shape;12734;p32"/>
            <p:cNvSpPr/>
            <p:nvPr/>
          </p:nvSpPr>
          <p:spPr>
            <a:xfrm>
              <a:off x="4702925" y="3017650"/>
              <a:ext cx="5600" cy="6000"/>
            </a:xfrm>
            <a:custGeom>
              <a:avLst/>
              <a:gdLst/>
              <a:ahLst/>
              <a:cxnLst/>
              <a:rect l="l" t="t" r="r" b="b"/>
              <a:pathLst>
                <a:path w="224" h="240" extrusionOk="0">
                  <a:moveTo>
                    <a:pt x="54" y="0"/>
                  </a:moveTo>
                  <a:cubicBezTo>
                    <a:pt x="34" y="0"/>
                    <a:pt x="34" y="17"/>
                    <a:pt x="17" y="33"/>
                  </a:cubicBezTo>
                  <a:cubicBezTo>
                    <a:pt x="1" y="50"/>
                    <a:pt x="1" y="87"/>
                    <a:pt x="1" y="120"/>
                  </a:cubicBezTo>
                  <a:cubicBezTo>
                    <a:pt x="1" y="153"/>
                    <a:pt x="17" y="190"/>
                    <a:pt x="54" y="206"/>
                  </a:cubicBezTo>
                  <a:cubicBezTo>
                    <a:pt x="71" y="239"/>
                    <a:pt x="104" y="239"/>
                    <a:pt x="120" y="239"/>
                  </a:cubicBezTo>
                  <a:cubicBezTo>
                    <a:pt x="190" y="223"/>
                    <a:pt x="223" y="153"/>
                    <a:pt x="223" y="87"/>
                  </a:cubicBezTo>
                  <a:cubicBezTo>
                    <a:pt x="223" y="50"/>
                    <a:pt x="207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5" name="Google Shape;12735;p32"/>
            <p:cNvSpPr/>
            <p:nvPr/>
          </p:nvSpPr>
          <p:spPr>
            <a:xfrm>
              <a:off x="4608000" y="288065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3" y="1"/>
                  </a:moveTo>
                  <a:cubicBezTo>
                    <a:pt x="37" y="17"/>
                    <a:pt x="0" y="67"/>
                    <a:pt x="0" y="153"/>
                  </a:cubicBezTo>
                  <a:cubicBezTo>
                    <a:pt x="17" y="186"/>
                    <a:pt x="37" y="207"/>
                    <a:pt x="54" y="240"/>
                  </a:cubicBezTo>
                  <a:cubicBezTo>
                    <a:pt x="70" y="256"/>
                    <a:pt x="103" y="256"/>
                    <a:pt x="141" y="256"/>
                  </a:cubicBezTo>
                  <a:cubicBezTo>
                    <a:pt x="190" y="240"/>
                    <a:pt x="244" y="170"/>
                    <a:pt x="223" y="104"/>
                  </a:cubicBezTo>
                  <a:cubicBezTo>
                    <a:pt x="223" y="67"/>
                    <a:pt x="190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6" name="Google Shape;12736;p32"/>
            <p:cNvSpPr/>
            <p:nvPr/>
          </p:nvSpPr>
          <p:spPr>
            <a:xfrm>
              <a:off x="4710250" y="30320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46" y="1"/>
                  </a:moveTo>
                  <a:cubicBezTo>
                    <a:pt x="98" y="1"/>
                    <a:pt x="47" y="33"/>
                    <a:pt x="33" y="75"/>
                  </a:cubicBezTo>
                  <a:cubicBezTo>
                    <a:pt x="0" y="145"/>
                    <a:pt x="33" y="231"/>
                    <a:pt x="87" y="248"/>
                  </a:cubicBezTo>
                  <a:cubicBezTo>
                    <a:pt x="103" y="264"/>
                    <a:pt x="120" y="264"/>
                    <a:pt x="136" y="264"/>
                  </a:cubicBezTo>
                  <a:cubicBezTo>
                    <a:pt x="190" y="248"/>
                    <a:pt x="223" y="231"/>
                    <a:pt x="239" y="178"/>
                  </a:cubicBezTo>
                  <a:cubicBezTo>
                    <a:pt x="239" y="128"/>
                    <a:pt x="239" y="75"/>
                    <a:pt x="206" y="42"/>
                  </a:cubicBezTo>
                  <a:cubicBezTo>
                    <a:pt x="206" y="25"/>
                    <a:pt x="190" y="25"/>
                    <a:pt x="173" y="5"/>
                  </a:cubicBezTo>
                  <a:cubicBezTo>
                    <a:pt x="165" y="2"/>
                    <a:pt x="155" y="1"/>
                    <a:pt x="1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7" name="Google Shape;12737;p32"/>
            <p:cNvSpPr/>
            <p:nvPr/>
          </p:nvSpPr>
          <p:spPr>
            <a:xfrm>
              <a:off x="4724875" y="303135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20" y="1"/>
                  </a:moveTo>
                  <a:cubicBezTo>
                    <a:pt x="83" y="1"/>
                    <a:pt x="67" y="17"/>
                    <a:pt x="34" y="34"/>
                  </a:cubicBezTo>
                  <a:cubicBezTo>
                    <a:pt x="17" y="54"/>
                    <a:pt x="1" y="87"/>
                    <a:pt x="1" y="120"/>
                  </a:cubicBezTo>
                  <a:cubicBezTo>
                    <a:pt x="1" y="157"/>
                    <a:pt x="1" y="190"/>
                    <a:pt x="17" y="223"/>
                  </a:cubicBezTo>
                  <a:cubicBezTo>
                    <a:pt x="50" y="240"/>
                    <a:pt x="67" y="260"/>
                    <a:pt x="104" y="260"/>
                  </a:cubicBezTo>
                  <a:cubicBezTo>
                    <a:pt x="108" y="265"/>
                    <a:pt x="115" y="267"/>
                    <a:pt x="122" y="267"/>
                  </a:cubicBezTo>
                  <a:cubicBezTo>
                    <a:pt x="139" y="267"/>
                    <a:pt x="163" y="254"/>
                    <a:pt x="186" y="240"/>
                  </a:cubicBezTo>
                  <a:cubicBezTo>
                    <a:pt x="223" y="190"/>
                    <a:pt x="240" y="104"/>
                    <a:pt x="186" y="54"/>
                  </a:cubicBezTo>
                  <a:cubicBezTo>
                    <a:pt x="186" y="34"/>
                    <a:pt x="170" y="17"/>
                    <a:pt x="153" y="17"/>
                  </a:cubicBezTo>
                  <a:cubicBezTo>
                    <a:pt x="137" y="17"/>
                    <a:pt x="13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8" name="Google Shape;12738;p32"/>
            <p:cNvSpPr/>
            <p:nvPr/>
          </p:nvSpPr>
          <p:spPr>
            <a:xfrm>
              <a:off x="4580075" y="2793050"/>
              <a:ext cx="6100" cy="4425"/>
            </a:xfrm>
            <a:custGeom>
              <a:avLst/>
              <a:gdLst/>
              <a:ahLst/>
              <a:cxnLst/>
              <a:rect l="l" t="t" r="r" b="b"/>
              <a:pathLst>
                <a:path w="244" h="177" extrusionOk="0">
                  <a:moveTo>
                    <a:pt x="227" y="0"/>
                  </a:moveTo>
                  <a:lnTo>
                    <a:pt x="227" y="0"/>
                  </a:lnTo>
                  <a:cubicBezTo>
                    <a:pt x="157" y="17"/>
                    <a:pt x="70" y="33"/>
                    <a:pt x="0" y="50"/>
                  </a:cubicBezTo>
                  <a:cubicBezTo>
                    <a:pt x="0" y="83"/>
                    <a:pt x="21" y="103"/>
                    <a:pt x="37" y="136"/>
                  </a:cubicBezTo>
                  <a:cubicBezTo>
                    <a:pt x="54" y="153"/>
                    <a:pt x="70" y="169"/>
                    <a:pt x="103" y="169"/>
                  </a:cubicBezTo>
                  <a:cubicBezTo>
                    <a:pt x="114" y="174"/>
                    <a:pt x="123" y="176"/>
                    <a:pt x="131" y="176"/>
                  </a:cubicBezTo>
                  <a:cubicBezTo>
                    <a:pt x="151" y="176"/>
                    <a:pt x="166" y="165"/>
                    <a:pt x="190" y="153"/>
                  </a:cubicBezTo>
                  <a:cubicBezTo>
                    <a:pt x="227" y="120"/>
                    <a:pt x="243" y="50"/>
                    <a:pt x="2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9" name="Google Shape;12739;p32"/>
            <p:cNvSpPr/>
            <p:nvPr/>
          </p:nvSpPr>
          <p:spPr>
            <a:xfrm>
              <a:off x="4939175" y="297425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3" y="0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17" y="190"/>
                    <a:pt x="17" y="223"/>
                    <a:pt x="50" y="240"/>
                  </a:cubicBezTo>
                  <a:cubicBezTo>
                    <a:pt x="61" y="251"/>
                    <a:pt x="83" y="265"/>
                    <a:pt x="106" y="265"/>
                  </a:cubicBezTo>
                  <a:cubicBezTo>
                    <a:pt x="116" y="265"/>
                    <a:pt x="126" y="262"/>
                    <a:pt x="136" y="256"/>
                  </a:cubicBezTo>
                  <a:cubicBezTo>
                    <a:pt x="190" y="256"/>
                    <a:pt x="239" y="190"/>
                    <a:pt x="223" y="120"/>
                  </a:cubicBezTo>
                  <a:cubicBezTo>
                    <a:pt x="223" y="87"/>
                    <a:pt x="206" y="50"/>
                    <a:pt x="169" y="33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0" name="Google Shape;12740;p32"/>
            <p:cNvSpPr/>
            <p:nvPr/>
          </p:nvSpPr>
          <p:spPr>
            <a:xfrm>
              <a:off x="4969675" y="30163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50" y="1"/>
                    <a:pt x="1" y="71"/>
                    <a:pt x="17" y="141"/>
                  </a:cubicBezTo>
                  <a:cubicBezTo>
                    <a:pt x="17" y="190"/>
                    <a:pt x="34" y="223"/>
                    <a:pt x="67" y="244"/>
                  </a:cubicBezTo>
                  <a:cubicBezTo>
                    <a:pt x="83" y="260"/>
                    <a:pt x="120" y="260"/>
                    <a:pt x="137" y="260"/>
                  </a:cubicBezTo>
                  <a:cubicBezTo>
                    <a:pt x="170" y="244"/>
                    <a:pt x="186" y="223"/>
                    <a:pt x="223" y="207"/>
                  </a:cubicBezTo>
                  <a:cubicBezTo>
                    <a:pt x="240" y="174"/>
                    <a:pt x="240" y="141"/>
                    <a:pt x="240" y="104"/>
                  </a:cubicBezTo>
                  <a:cubicBezTo>
                    <a:pt x="223" y="71"/>
                    <a:pt x="207" y="38"/>
                    <a:pt x="186" y="17"/>
                  </a:cubicBezTo>
                  <a:lnTo>
                    <a:pt x="17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1" name="Google Shape;12741;p32"/>
            <p:cNvSpPr/>
            <p:nvPr/>
          </p:nvSpPr>
          <p:spPr>
            <a:xfrm>
              <a:off x="4787550" y="301930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4" y="0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17" y="190"/>
                    <a:pt x="33" y="227"/>
                    <a:pt x="50" y="243"/>
                  </a:cubicBezTo>
                  <a:cubicBezTo>
                    <a:pt x="64" y="255"/>
                    <a:pt x="85" y="267"/>
                    <a:pt x="108" y="267"/>
                  </a:cubicBezTo>
                  <a:cubicBezTo>
                    <a:pt x="117" y="267"/>
                    <a:pt x="127" y="265"/>
                    <a:pt x="136" y="260"/>
                  </a:cubicBezTo>
                  <a:cubicBezTo>
                    <a:pt x="190" y="260"/>
                    <a:pt x="240" y="190"/>
                    <a:pt x="223" y="124"/>
                  </a:cubicBezTo>
                  <a:cubicBezTo>
                    <a:pt x="223" y="87"/>
                    <a:pt x="207" y="54"/>
                    <a:pt x="190" y="37"/>
                  </a:cubicBezTo>
                  <a:cubicBezTo>
                    <a:pt x="174" y="21"/>
                    <a:pt x="174" y="21"/>
                    <a:pt x="153" y="21"/>
                  </a:cubicBezTo>
                  <a:cubicBezTo>
                    <a:pt x="136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2" name="Google Shape;12742;p32"/>
            <p:cNvSpPr/>
            <p:nvPr/>
          </p:nvSpPr>
          <p:spPr>
            <a:xfrm>
              <a:off x="4866100" y="2941150"/>
              <a:ext cx="5675" cy="6525"/>
            </a:xfrm>
            <a:custGeom>
              <a:avLst/>
              <a:gdLst/>
              <a:ahLst/>
              <a:cxnLst/>
              <a:rect l="l" t="t" r="r" b="b"/>
              <a:pathLst>
                <a:path w="227" h="261" extrusionOk="0">
                  <a:moveTo>
                    <a:pt x="103" y="1"/>
                  </a:moveTo>
                  <a:cubicBezTo>
                    <a:pt x="37" y="1"/>
                    <a:pt x="0" y="71"/>
                    <a:pt x="0" y="137"/>
                  </a:cubicBezTo>
                  <a:cubicBezTo>
                    <a:pt x="0" y="174"/>
                    <a:pt x="21" y="207"/>
                    <a:pt x="54" y="224"/>
                  </a:cubicBezTo>
                  <a:cubicBezTo>
                    <a:pt x="70" y="261"/>
                    <a:pt x="103" y="261"/>
                    <a:pt x="124" y="261"/>
                  </a:cubicBezTo>
                  <a:cubicBezTo>
                    <a:pt x="190" y="240"/>
                    <a:pt x="227" y="174"/>
                    <a:pt x="227" y="104"/>
                  </a:cubicBezTo>
                  <a:cubicBezTo>
                    <a:pt x="227" y="71"/>
                    <a:pt x="206" y="34"/>
                    <a:pt x="173" y="17"/>
                  </a:cubicBez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3" name="Google Shape;12743;p32"/>
            <p:cNvSpPr/>
            <p:nvPr/>
          </p:nvSpPr>
          <p:spPr>
            <a:xfrm>
              <a:off x="4787550" y="2974650"/>
              <a:ext cx="5175" cy="4525"/>
            </a:xfrm>
            <a:custGeom>
              <a:avLst/>
              <a:gdLst/>
              <a:ahLst/>
              <a:cxnLst/>
              <a:rect l="l" t="t" r="r" b="b"/>
              <a:pathLst>
                <a:path w="207" h="181" extrusionOk="0">
                  <a:moveTo>
                    <a:pt x="190" y="1"/>
                  </a:moveTo>
                  <a:cubicBezTo>
                    <a:pt x="120" y="55"/>
                    <a:pt x="71" y="88"/>
                    <a:pt x="0" y="137"/>
                  </a:cubicBezTo>
                  <a:lnTo>
                    <a:pt x="17" y="158"/>
                  </a:lnTo>
                  <a:cubicBezTo>
                    <a:pt x="29" y="169"/>
                    <a:pt x="51" y="181"/>
                    <a:pt x="74" y="181"/>
                  </a:cubicBezTo>
                  <a:cubicBezTo>
                    <a:pt x="84" y="181"/>
                    <a:pt x="94" y="179"/>
                    <a:pt x="104" y="174"/>
                  </a:cubicBezTo>
                  <a:cubicBezTo>
                    <a:pt x="153" y="174"/>
                    <a:pt x="207" y="104"/>
                    <a:pt x="190" y="34"/>
                  </a:cubicBezTo>
                  <a:lnTo>
                    <a:pt x="19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4" name="Google Shape;12744;p32"/>
            <p:cNvSpPr/>
            <p:nvPr/>
          </p:nvSpPr>
          <p:spPr>
            <a:xfrm>
              <a:off x="4896600" y="29828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4" y="1"/>
                  </a:moveTo>
                  <a:cubicBezTo>
                    <a:pt x="54" y="17"/>
                    <a:pt x="0" y="87"/>
                    <a:pt x="17" y="157"/>
                  </a:cubicBezTo>
                  <a:cubicBezTo>
                    <a:pt x="17" y="190"/>
                    <a:pt x="38" y="223"/>
                    <a:pt x="71" y="244"/>
                  </a:cubicBezTo>
                  <a:cubicBezTo>
                    <a:pt x="87" y="260"/>
                    <a:pt x="120" y="260"/>
                    <a:pt x="141" y="260"/>
                  </a:cubicBezTo>
                  <a:cubicBezTo>
                    <a:pt x="174" y="260"/>
                    <a:pt x="190" y="244"/>
                    <a:pt x="207" y="207"/>
                  </a:cubicBezTo>
                  <a:cubicBezTo>
                    <a:pt x="223" y="174"/>
                    <a:pt x="244" y="141"/>
                    <a:pt x="244" y="104"/>
                  </a:cubicBezTo>
                  <a:cubicBezTo>
                    <a:pt x="223" y="71"/>
                    <a:pt x="207" y="54"/>
                    <a:pt x="190" y="17"/>
                  </a:cubicBezTo>
                  <a:cubicBezTo>
                    <a:pt x="174" y="17"/>
                    <a:pt x="174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5" name="Google Shape;12745;p32"/>
            <p:cNvSpPr/>
            <p:nvPr/>
          </p:nvSpPr>
          <p:spPr>
            <a:xfrm>
              <a:off x="4567700" y="2872425"/>
              <a:ext cx="5575" cy="6675"/>
            </a:xfrm>
            <a:custGeom>
              <a:avLst/>
              <a:gdLst/>
              <a:ahLst/>
              <a:cxnLst/>
              <a:rect l="l" t="t" r="r" b="b"/>
              <a:pathLst>
                <a:path w="223" h="267" extrusionOk="0">
                  <a:moveTo>
                    <a:pt x="83" y="0"/>
                  </a:moveTo>
                  <a:cubicBezTo>
                    <a:pt x="66" y="21"/>
                    <a:pt x="33" y="37"/>
                    <a:pt x="17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0" y="190"/>
                    <a:pt x="17" y="227"/>
                    <a:pt x="33" y="243"/>
                  </a:cubicBezTo>
                  <a:cubicBezTo>
                    <a:pt x="57" y="255"/>
                    <a:pt x="82" y="267"/>
                    <a:pt x="101" y="267"/>
                  </a:cubicBezTo>
                  <a:cubicBezTo>
                    <a:pt x="108" y="267"/>
                    <a:pt x="115" y="265"/>
                    <a:pt x="120" y="260"/>
                  </a:cubicBezTo>
                  <a:cubicBezTo>
                    <a:pt x="186" y="260"/>
                    <a:pt x="223" y="190"/>
                    <a:pt x="223" y="124"/>
                  </a:cubicBezTo>
                  <a:cubicBezTo>
                    <a:pt x="206" y="87"/>
                    <a:pt x="186" y="54"/>
                    <a:pt x="169" y="37"/>
                  </a:cubicBezTo>
                  <a:cubicBezTo>
                    <a:pt x="169" y="21"/>
                    <a:pt x="153" y="21"/>
                    <a:pt x="153" y="21"/>
                  </a:cubicBezTo>
                  <a:cubicBezTo>
                    <a:pt x="136" y="0"/>
                    <a:pt x="103" y="0"/>
                    <a:pt x="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6" name="Google Shape;12746;p32"/>
            <p:cNvSpPr/>
            <p:nvPr/>
          </p:nvSpPr>
          <p:spPr>
            <a:xfrm>
              <a:off x="4690050" y="302345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8" y="0"/>
                  </a:moveTo>
                  <a:cubicBezTo>
                    <a:pt x="85" y="0"/>
                    <a:pt x="65" y="12"/>
                    <a:pt x="54" y="24"/>
                  </a:cubicBezTo>
                  <a:cubicBezTo>
                    <a:pt x="33" y="40"/>
                    <a:pt x="17" y="77"/>
                    <a:pt x="17" y="110"/>
                  </a:cubicBezTo>
                  <a:cubicBezTo>
                    <a:pt x="0" y="143"/>
                    <a:pt x="17" y="180"/>
                    <a:pt x="33" y="213"/>
                  </a:cubicBezTo>
                  <a:cubicBezTo>
                    <a:pt x="54" y="244"/>
                    <a:pt x="85" y="263"/>
                    <a:pt x="118" y="263"/>
                  </a:cubicBezTo>
                  <a:cubicBezTo>
                    <a:pt x="142" y="263"/>
                    <a:pt x="167" y="253"/>
                    <a:pt x="190" y="230"/>
                  </a:cubicBezTo>
                  <a:cubicBezTo>
                    <a:pt x="239" y="180"/>
                    <a:pt x="239" y="110"/>
                    <a:pt x="206" y="40"/>
                  </a:cubicBezTo>
                  <a:cubicBezTo>
                    <a:pt x="190" y="24"/>
                    <a:pt x="173" y="7"/>
                    <a:pt x="157" y="7"/>
                  </a:cubicBezTo>
                  <a:lnTo>
                    <a:pt x="136" y="7"/>
                  </a:lnTo>
                  <a:cubicBezTo>
                    <a:pt x="127" y="2"/>
                    <a:pt x="117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7" name="Google Shape;12747;p32"/>
            <p:cNvSpPr/>
            <p:nvPr/>
          </p:nvSpPr>
          <p:spPr>
            <a:xfrm>
              <a:off x="4606750" y="280242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4" y="1"/>
                  </a:moveTo>
                  <a:cubicBezTo>
                    <a:pt x="67" y="17"/>
                    <a:pt x="50" y="38"/>
                    <a:pt x="34" y="54"/>
                  </a:cubicBezTo>
                  <a:cubicBezTo>
                    <a:pt x="17" y="87"/>
                    <a:pt x="1" y="120"/>
                    <a:pt x="1" y="157"/>
                  </a:cubicBezTo>
                  <a:cubicBezTo>
                    <a:pt x="17" y="190"/>
                    <a:pt x="34" y="223"/>
                    <a:pt x="50" y="244"/>
                  </a:cubicBezTo>
                  <a:cubicBezTo>
                    <a:pt x="62" y="255"/>
                    <a:pt x="84" y="267"/>
                    <a:pt x="107" y="267"/>
                  </a:cubicBezTo>
                  <a:cubicBezTo>
                    <a:pt x="117" y="267"/>
                    <a:pt x="127" y="265"/>
                    <a:pt x="137" y="260"/>
                  </a:cubicBezTo>
                  <a:cubicBezTo>
                    <a:pt x="191" y="260"/>
                    <a:pt x="240" y="190"/>
                    <a:pt x="223" y="120"/>
                  </a:cubicBezTo>
                  <a:cubicBezTo>
                    <a:pt x="223" y="87"/>
                    <a:pt x="207" y="54"/>
                    <a:pt x="191" y="38"/>
                  </a:cubicBezTo>
                  <a:cubicBezTo>
                    <a:pt x="170" y="17"/>
                    <a:pt x="170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8" name="Google Shape;12748;p32"/>
            <p:cNvSpPr/>
            <p:nvPr/>
          </p:nvSpPr>
          <p:spPr>
            <a:xfrm>
              <a:off x="4954225" y="2975175"/>
              <a:ext cx="6400" cy="6525"/>
            </a:xfrm>
            <a:custGeom>
              <a:avLst/>
              <a:gdLst/>
              <a:ahLst/>
              <a:cxnLst/>
              <a:rect l="l" t="t" r="r" b="b"/>
              <a:pathLst>
                <a:path w="256" h="261" extrusionOk="0">
                  <a:moveTo>
                    <a:pt x="119" y="0"/>
                  </a:moveTo>
                  <a:cubicBezTo>
                    <a:pt x="76" y="0"/>
                    <a:pt x="41" y="32"/>
                    <a:pt x="17" y="83"/>
                  </a:cubicBezTo>
                  <a:cubicBezTo>
                    <a:pt x="0" y="153"/>
                    <a:pt x="33" y="219"/>
                    <a:pt x="83" y="256"/>
                  </a:cubicBezTo>
                  <a:cubicBezTo>
                    <a:pt x="92" y="259"/>
                    <a:pt x="101" y="260"/>
                    <a:pt x="111" y="260"/>
                  </a:cubicBezTo>
                  <a:cubicBezTo>
                    <a:pt x="159" y="260"/>
                    <a:pt x="209" y="228"/>
                    <a:pt x="223" y="170"/>
                  </a:cubicBezTo>
                  <a:cubicBezTo>
                    <a:pt x="256" y="116"/>
                    <a:pt x="223" y="34"/>
                    <a:pt x="169" y="13"/>
                  </a:cubicBezTo>
                  <a:cubicBezTo>
                    <a:pt x="152" y="4"/>
                    <a:pt x="135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9" name="Google Shape;12749;p32"/>
            <p:cNvSpPr/>
            <p:nvPr/>
          </p:nvSpPr>
          <p:spPr>
            <a:xfrm>
              <a:off x="4760025" y="3006925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04" y="0"/>
                  </a:moveTo>
                  <a:cubicBezTo>
                    <a:pt x="54" y="17"/>
                    <a:pt x="1" y="83"/>
                    <a:pt x="17" y="153"/>
                  </a:cubicBezTo>
                  <a:cubicBezTo>
                    <a:pt x="17" y="186"/>
                    <a:pt x="38" y="223"/>
                    <a:pt x="54" y="240"/>
                  </a:cubicBezTo>
                  <a:cubicBezTo>
                    <a:pt x="78" y="251"/>
                    <a:pt x="93" y="263"/>
                    <a:pt x="113" y="263"/>
                  </a:cubicBezTo>
                  <a:cubicBezTo>
                    <a:pt x="121" y="263"/>
                    <a:pt x="130" y="261"/>
                    <a:pt x="141" y="256"/>
                  </a:cubicBezTo>
                  <a:cubicBezTo>
                    <a:pt x="207" y="256"/>
                    <a:pt x="244" y="186"/>
                    <a:pt x="223" y="120"/>
                  </a:cubicBezTo>
                  <a:cubicBezTo>
                    <a:pt x="223" y="83"/>
                    <a:pt x="207" y="50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0" name="Google Shape;12750;p32"/>
            <p:cNvSpPr/>
            <p:nvPr/>
          </p:nvSpPr>
          <p:spPr>
            <a:xfrm>
              <a:off x="4623875" y="2784275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39" y="1"/>
                  </a:moveTo>
                  <a:cubicBezTo>
                    <a:pt x="87" y="1"/>
                    <a:pt x="48" y="33"/>
                    <a:pt x="21" y="92"/>
                  </a:cubicBezTo>
                  <a:cubicBezTo>
                    <a:pt x="0" y="162"/>
                    <a:pt x="37" y="228"/>
                    <a:pt x="87" y="248"/>
                  </a:cubicBezTo>
                  <a:cubicBezTo>
                    <a:pt x="103" y="265"/>
                    <a:pt x="124" y="265"/>
                    <a:pt x="140" y="265"/>
                  </a:cubicBezTo>
                  <a:cubicBezTo>
                    <a:pt x="173" y="265"/>
                    <a:pt x="206" y="228"/>
                    <a:pt x="227" y="178"/>
                  </a:cubicBezTo>
                  <a:cubicBezTo>
                    <a:pt x="244" y="125"/>
                    <a:pt x="244" y="75"/>
                    <a:pt x="206" y="42"/>
                  </a:cubicBezTo>
                  <a:cubicBezTo>
                    <a:pt x="190" y="22"/>
                    <a:pt x="190" y="22"/>
                    <a:pt x="173" y="5"/>
                  </a:cubicBezTo>
                  <a:cubicBezTo>
                    <a:pt x="161" y="2"/>
                    <a:pt x="150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1" name="Google Shape;12751;p32"/>
            <p:cNvSpPr/>
            <p:nvPr/>
          </p:nvSpPr>
          <p:spPr>
            <a:xfrm>
              <a:off x="4631600" y="2842925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22" y="0"/>
                  </a:moveTo>
                  <a:cubicBezTo>
                    <a:pt x="78" y="0"/>
                    <a:pt x="45" y="32"/>
                    <a:pt x="21" y="83"/>
                  </a:cubicBezTo>
                  <a:cubicBezTo>
                    <a:pt x="0" y="149"/>
                    <a:pt x="38" y="219"/>
                    <a:pt x="87" y="252"/>
                  </a:cubicBezTo>
                  <a:cubicBezTo>
                    <a:pt x="97" y="256"/>
                    <a:pt x="108" y="258"/>
                    <a:pt x="118" y="258"/>
                  </a:cubicBezTo>
                  <a:cubicBezTo>
                    <a:pt x="164" y="258"/>
                    <a:pt x="210" y="224"/>
                    <a:pt x="227" y="170"/>
                  </a:cubicBezTo>
                  <a:cubicBezTo>
                    <a:pt x="260" y="100"/>
                    <a:pt x="227" y="30"/>
                    <a:pt x="174" y="13"/>
                  </a:cubicBezTo>
                  <a:cubicBezTo>
                    <a:pt x="155" y="4"/>
                    <a:pt x="138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2" name="Google Shape;12752;p32"/>
            <p:cNvSpPr/>
            <p:nvPr/>
          </p:nvSpPr>
          <p:spPr>
            <a:xfrm>
              <a:off x="4628200" y="281315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36" y="0"/>
                  </a:moveTo>
                  <a:cubicBezTo>
                    <a:pt x="120" y="0"/>
                    <a:pt x="87" y="21"/>
                    <a:pt x="71" y="37"/>
                  </a:cubicBezTo>
                  <a:cubicBezTo>
                    <a:pt x="17" y="87"/>
                    <a:pt x="0" y="157"/>
                    <a:pt x="54" y="227"/>
                  </a:cubicBezTo>
                  <a:cubicBezTo>
                    <a:pt x="71" y="244"/>
                    <a:pt x="87" y="260"/>
                    <a:pt x="120" y="260"/>
                  </a:cubicBezTo>
                  <a:cubicBezTo>
                    <a:pt x="131" y="265"/>
                    <a:pt x="140" y="267"/>
                    <a:pt x="148" y="267"/>
                  </a:cubicBezTo>
                  <a:cubicBezTo>
                    <a:pt x="168" y="267"/>
                    <a:pt x="183" y="255"/>
                    <a:pt x="207" y="244"/>
                  </a:cubicBezTo>
                  <a:cubicBezTo>
                    <a:pt x="223" y="207"/>
                    <a:pt x="240" y="190"/>
                    <a:pt x="240" y="157"/>
                  </a:cubicBezTo>
                  <a:cubicBezTo>
                    <a:pt x="240" y="124"/>
                    <a:pt x="240" y="87"/>
                    <a:pt x="223" y="54"/>
                  </a:cubicBezTo>
                  <a:cubicBezTo>
                    <a:pt x="207" y="37"/>
                    <a:pt x="190" y="21"/>
                    <a:pt x="174" y="21"/>
                  </a:cubicBezTo>
                  <a:cubicBezTo>
                    <a:pt x="157" y="21"/>
                    <a:pt x="157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3" name="Google Shape;12753;p32"/>
            <p:cNvSpPr/>
            <p:nvPr/>
          </p:nvSpPr>
          <p:spPr>
            <a:xfrm>
              <a:off x="4638925" y="2827275"/>
              <a:ext cx="6500" cy="6475"/>
            </a:xfrm>
            <a:custGeom>
              <a:avLst/>
              <a:gdLst/>
              <a:ahLst/>
              <a:cxnLst/>
              <a:rect l="l" t="t" r="r" b="b"/>
              <a:pathLst>
                <a:path w="260" h="259" extrusionOk="0">
                  <a:moveTo>
                    <a:pt x="144" y="0"/>
                  </a:moveTo>
                  <a:cubicBezTo>
                    <a:pt x="98" y="0"/>
                    <a:pt x="51" y="30"/>
                    <a:pt x="37" y="74"/>
                  </a:cubicBezTo>
                  <a:cubicBezTo>
                    <a:pt x="0" y="140"/>
                    <a:pt x="37" y="227"/>
                    <a:pt x="87" y="243"/>
                  </a:cubicBezTo>
                  <a:cubicBezTo>
                    <a:pt x="106" y="254"/>
                    <a:pt x="123" y="258"/>
                    <a:pt x="140" y="258"/>
                  </a:cubicBezTo>
                  <a:cubicBezTo>
                    <a:pt x="183" y="258"/>
                    <a:pt x="216" y="225"/>
                    <a:pt x="243" y="177"/>
                  </a:cubicBezTo>
                  <a:cubicBezTo>
                    <a:pt x="260" y="107"/>
                    <a:pt x="223" y="37"/>
                    <a:pt x="173" y="4"/>
                  </a:cubicBezTo>
                  <a:cubicBezTo>
                    <a:pt x="164" y="1"/>
                    <a:pt x="154" y="0"/>
                    <a:pt x="1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4" name="Google Shape;12754;p32"/>
            <p:cNvSpPr/>
            <p:nvPr/>
          </p:nvSpPr>
          <p:spPr>
            <a:xfrm>
              <a:off x="4635525" y="27968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87" y="1"/>
                  </a:moveTo>
                  <a:cubicBezTo>
                    <a:pt x="70" y="1"/>
                    <a:pt x="33" y="17"/>
                    <a:pt x="17" y="55"/>
                  </a:cubicBezTo>
                  <a:cubicBezTo>
                    <a:pt x="0" y="88"/>
                    <a:pt x="0" y="121"/>
                    <a:pt x="0" y="158"/>
                  </a:cubicBezTo>
                  <a:cubicBezTo>
                    <a:pt x="0" y="191"/>
                    <a:pt x="17" y="207"/>
                    <a:pt x="50" y="240"/>
                  </a:cubicBezTo>
                  <a:cubicBezTo>
                    <a:pt x="70" y="261"/>
                    <a:pt x="103" y="261"/>
                    <a:pt x="120" y="261"/>
                  </a:cubicBezTo>
                  <a:cubicBezTo>
                    <a:pt x="190" y="240"/>
                    <a:pt x="223" y="174"/>
                    <a:pt x="223" y="104"/>
                  </a:cubicBezTo>
                  <a:cubicBezTo>
                    <a:pt x="223" y="71"/>
                    <a:pt x="206" y="55"/>
                    <a:pt x="173" y="17"/>
                  </a:cubicBezTo>
                  <a:cubicBezTo>
                    <a:pt x="173" y="17"/>
                    <a:pt x="15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5" name="Google Shape;12755;p32"/>
            <p:cNvSpPr/>
            <p:nvPr/>
          </p:nvSpPr>
          <p:spPr>
            <a:xfrm>
              <a:off x="4638925" y="2873750"/>
              <a:ext cx="6500" cy="6625"/>
            </a:xfrm>
            <a:custGeom>
              <a:avLst/>
              <a:gdLst/>
              <a:ahLst/>
              <a:cxnLst/>
              <a:rect l="l" t="t" r="r" b="b"/>
              <a:pathLst>
                <a:path w="260" h="265" extrusionOk="0">
                  <a:moveTo>
                    <a:pt x="140" y="1"/>
                  </a:moveTo>
                  <a:cubicBezTo>
                    <a:pt x="103" y="1"/>
                    <a:pt x="87" y="17"/>
                    <a:pt x="54" y="34"/>
                  </a:cubicBezTo>
                  <a:cubicBezTo>
                    <a:pt x="0" y="87"/>
                    <a:pt x="0" y="153"/>
                    <a:pt x="37" y="223"/>
                  </a:cubicBezTo>
                  <a:cubicBezTo>
                    <a:pt x="54" y="240"/>
                    <a:pt x="87" y="256"/>
                    <a:pt x="120" y="256"/>
                  </a:cubicBezTo>
                  <a:cubicBezTo>
                    <a:pt x="126" y="262"/>
                    <a:pt x="133" y="265"/>
                    <a:pt x="141" y="265"/>
                  </a:cubicBezTo>
                  <a:cubicBezTo>
                    <a:pt x="159" y="265"/>
                    <a:pt x="178" y="251"/>
                    <a:pt x="190" y="240"/>
                  </a:cubicBezTo>
                  <a:cubicBezTo>
                    <a:pt x="243" y="190"/>
                    <a:pt x="260" y="104"/>
                    <a:pt x="206" y="50"/>
                  </a:cubicBezTo>
                  <a:cubicBezTo>
                    <a:pt x="206" y="34"/>
                    <a:pt x="190" y="17"/>
                    <a:pt x="173" y="17"/>
                  </a:cubicBezTo>
                  <a:cubicBezTo>
                    <a:pt x="157" y="17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6" name="Google Shape;12756;p32"/>
            <p:cNvSpPr/>
            <p:nvPr/>
          </p:nvSpPr>
          <p:spPr>
            <a:xfrm>
              <a:off x="4640675" y="290590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87" y="1"/>
                  </a:moveTo>
                  <a:cubicBezTo>
                    <a:pt x="70" y="1"/>
                    <a:pt x="33" y="38"/>
                    <a:pt x="17" y="55"/>
                  </a:cubicBezTo>
                  <a:cubicBezTo>
                    <a:pt x="0" y="88"/>
                    <a:pt x="0" y="125"/>
                    <a:pt x="0" y="158"/>
                  </a:cubicBezTo>
                  <a:cubicBezTo>
                    <a:pt x="0" y="191"/>
                    <a:pt x="17" y="228"/>
                    <a:pt x="50" y="244"/>
                  </a:cubicBezTo>
                  <a:cubicBezTo>
                    <a:pt x="70" y="261"/>
                    <a:pt x="103" y="261"/>
                    <a:pt x="120" y="261"/>
                  </a:cubicBezTo>
                  <a:cubicBezTo>
                    <a:pt x="190" y="244"/>
                    <a:pt x="223" y="191"/>
                    <a:pt x="223" y="104"/>
                  </a:cubicBezTo>
                  <a:cubicBezTo>
                    <a:pt x="223" y="71"/>
                    <a:pt x="206" y="55"/>
                    <a:pt x="173" y="22"/>
                  </a:cubicBezTo>
                  <a:lnTo>
                    <a:pt x="153" y="22"/>
                  </a:lnTo>
                  <a:cubicBezTo>
                    <a:pt x="136" y="1"/>
                    <a:pt x="120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7" name="Google Shape;12757;p32"/>
            <p:cNvSpPr/>
            <p:nvPr/>
          </p:nvSpPr>
          <p:spPr>
            <a:xfrm>
              <a:off x="4641075" y="2810375"/>
              <a:ext cx="5600" cy="6725"/>
            </a:xfrm>
            <a:custGeom>
              <a:avLst/>
              <a:gdLst/>
              <a:ahLst/>
              <a:cxnLst/>
              <a:rect l="l" t="t" r="r" b="b"/>
              <a:pathLst>
                <a:path w="224" h="269" extrusionOk="0">
                  <a:moveTo>
                    <a:pt x="121" y="1"/>
                  </a:moveTo>
                  <a:cubicBezTo>
                    <a:pt x="115" y="1"/>
                    <a:pt x="109" y="3"/>
                    <a:pt x="104" y="8"/>
                  </a:cubicBezTo>
                  <a:cubicBezTo>
                    <a:pt x="87" y="8"/>
                    <a:pt x="54" y="29"/>
                    <a:pt x="34" y="45"/>
                  </a:cubicBezTo>
                  <a:cubicBezTo>
                    <a:pt x="17" y="62"/>
                    <a:pt x="1" y="111"/>
                    <a:pt x="17" y="148"/>
                  </a:cubicBezTo>
                  <a:cubicBezTo>
                    <a:pt x="17" y="181"/>
                    <a:pt x="34" y="214"/>
                    <a:pt x="54" y="235"/>
                  </a:cubicBezTo>
                  <a:cubicBezTo>
                    <a:pt x="71" y="252"/>
                    <a:pt x="104" y="268"/>
                    <a:pt x="137" y="268"/>
                  </a:cubicBezTo>
                  <a:cubicBezTo>
                    <a:pt x="190" y="252"/>
                    <a:pt x="223" y="198"/>
                    <a:pt x="223" y="132"/>
                  </a:cubicBezTo>
                  <a:lnTo>
                    <a:pt x="223" y="111"/>
                  </a:lnTo>
                  <a:cubicBezTo>
                    <a:pt x="223" y="62"/>
                    <a:pt x="190" y="29"/>
                    <a:pt x="157" y="8"/>
                  </a:cubicBezTo>
                  <a:cubicBezTo>
                    <a:pt x="144" y="8"/>
                    <a:pt x="132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8" name="Google Shape;12758;p32"/>
            <p:cNvSpPr/>
            <p:nvPr/>
          </p:nvSpPr>
          <p:spPr>
            <a:xfrm>
              <a:off x="4620875" y="2954125"/>
              <a:ext cx="6525" cy="6750"/>
            </a:xfrm>
            <a:custGeom>
              <a:avLst/>
              <a:gdLst/>
              <a:ahLst/>
              <a:cxnLst/>
              <a:rect l="l" t="t" r="r" b="b"/>
              <a:pathLst>
                <a:path w="261" h="270" extrusionOk="0">
                  <a:moveTo>
                    <a:pt x="122" y="1"/>
                  </a:moveTo>
                  <a:cubicBezTo>
                    <a:pt x="78" y="1"/>
                    <a:pt x="44" y="32"/>
                    <a:pt x="17" y="84"/>
                  </a:cubicBezTo>
                  <a:cubicBezTo>
                    <a:pt x="1" y="154"/>
                    <a:pt x="38" y="236"/>
                    <a:pt x="87" y="257"/>
                  </a:cubicBezTo>
                  <a:cubicBezTo>
                    <a:pt x="102" y="266"/>
                    <a:pt x="117" y="270"/>
                    <a:pt x="131" y="270"/>
                  </a:cubicBezTo>
                  <a:cubicBezTo>
                    <a:pt x="172" y="270"/>
                    <a:pt x="211" y="238"/>
                    <a:pt x="223" y="187"/>
                  </a:cubicBezTo>
                  <a:cubicBezTo>
                    <a:pt x="260" y="117"/>
                    <a:pt x="223" y="30"/>
                    <a:pt x="174" y="14"/>
                  </a:cubicBezTo>
                  <a:cubicBezTo>
                    <a:pt x="155" y="5"/>
                    <a:pt x="138" y="1"/>
                    <a:pt x="1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9" name="Google Shape;12759;p32"/>
            <p:cNvSpPr/>
            <p:nvPr/>
          </p:nvSpPr>
          <p:spPr>
            <a:xfrm>
              <a:off x="4618300" y="3017650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41" y="0"/>
                  </a:moveTo>
                  <a:cubicBezTo>
                    <a:pt x="104" y="0"/>
                    <a:pt x="87" y="0"/>
                    <a:pt x="54" y="33"/>
                  </a:cubicBezTo>
                  <a:cubicBezTo>
                    <a:pt x="17" y="66"/>
                    <a:pt x="1" y="153"/>
                    <a:pt x="38" y="206"/>
                  </a:cubicBezTo>
                  <a:cubicBezTo>
                    <a:pt x="54" y="239"/>
                    <a:pt x="87" y="256"/>
                    <a:pt x="120" y="256"/>
                  </a:cubicBezTo>
                  <a:cubicBezTo>
                    <a:pt x="141" y="256"/>
                    <a:pt x="174" y="256"/>
                    <a:pt x="190" y="223"/>
                  </a:cubicBezTo>
                  <a:cubicBezTo>
                    <a:pt x="223" y="206"/>
                    <a:pt x="244" y="169"/>
                    <a:pt x="244" y="136"/>
                  </a:cubicBezTo>
                  <a:cubicBezTo>
                    <a:pt x="244" y="103"/>
                    <a:pt x="244" y="66"/>
                    <a:pt x="207" y="50"/>
                  </a:cubicBezTo>
                  <a:cubicBezTo>
                    <a:pt x="207" y="33"/>
                    <a:pt x="190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0" name="Google Shape;12760;p32"/>
            <p:cNvSpPr/>
            <p:nvPr/>
          </p:nvSpPr>
          <p:spPr>
            <a:xfrm>
              <a:off x="4639325" y="2857875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4" y="1"/>
                  </a:moveTo>
                  <a:cubicBezTo>
                    <a:pt x="38" y="1"/>
                    <a:pt x="1" y="67"/>
                    <a:pt x="21" y="137"/>
                  </a:cubicBezTo>
                  <a:cubicBezTo>
                    <a:pt x="21" y="170"/>
                    <a:pt x="38" y="207"/>
                    <a:pt x="54" y="223"/>
                  </a:cubicBezTo>
                  <a:cubicBezTo>
                    <a:pt x="87" y="256"/>
                    <a:pt x="104" y="256"/>
                    <a:pt x="141" y="256"/>
                  </a:cubicBezTo>
                  <a:cubicBezTo>
                    <a:pt x="190" y="240"/>
                    <a:pt x="244" y="170"/>
                    <a:pt x="227" y="104"/>
                  </a:cubicBezTo>
                  <a:cubicBezTo>
                    <a:pt x="227" y="67"/>
                    <a:pt x="207" y="34"/>
                    <a:pt x="190" y="17"/>
                  </a:cubicBezTo>
                  <a:cubicBezTo>
                    <a:pt x="174" y="17"/>
                    <a:pt x="174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1" name="Google Shape;12761;p32"/>
            <p:cNvSpPr/>
            <p:nvPr/>
          </p:nvSpPr>
          <p:spPr>
            <a:xfrm>
              <a:off x="4614500" y="3034350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03" y="0"/>
                  </a:moveTo>
                  <a:cubicBezTo>
                    <a:pt x="66" y="17"/>
                    <a:pt x="33" y="37"/>
                    <a:pt x="17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0" y="190"/>
                    <a:pt x="17" y="223"/>
                    <a:pt x="50" y="243"/>
                  </a:cubicBezTo>
                  <a:cubicBezTo>
                    <a:pt x="66" y="260"/>
                    <a:pt x="103" y="260"/>
                    <a:pt x="136" y="260"/>
                  </a:cubicBezTo>
                  <a:cubicBezTo>
                    <a:pt x="190" y="260"/>
                    <a:pt x="223" y="190"/>
                    <a:pt x="223" y="120"/>
                  </a:cubicBezTo>
                  <a:cubicBezTo>
                    <a:pt x="223" y="87"/>
                    <a:pt x="206" y="54"/>
                    <a:pt x="169" y="37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2" name="Google Shape;12762;p32"/>
            <p:cNvSpPr/>
            <p:nvPr/>
          </p:nvSpPr>
          <p:spPr>
            <a:xfrm>
              <a:off x="4617475" y="28935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7" y="0"/>
                  </a:moveTo>
                  <a:cubicBezTo>
                    <a:pt x="104" y="0"/>
                    <a:pt x="71" y="0"/>
                    <a:pt x="50" y="17"/>
                  </a:cubicBezTo>
                  <a:cubicBezTo>
                    <a:pt x="1" y="66"/>
                    <a:pt x="1" y="153"/>
                    <a:pt x="34" y="206"/>
                  </a:cubicBezTo>
                  <a:cubicBezTo>
                    <a:pt x="50" y="239"/>
                    <a:pt x="87" y="256"/>
                    <a:pt x="104" y="256"/>
                  </a:cubicBezTo>
                  <a:cubicBezTo>
                    <a:pt x="137" y="256"/>
                    <a:pt x="174" y="239"/>
                    <a:pt x="190" y="223"/>
                  </a:cubicBezTo>
                  <a:cubicBezTo>
                    <a:pt x="207" y="206"/>
                    <a:pt x="223" y="169"/>
                    <a:pt x="223" y="136"/>
                  </a:cubicBezTo>
                  <a:cubicBezTo>
                    <a:pt x="240" y="103"/>
                    <a:pt x="223" y="66"/>
                    <a:pt x="207" y="50"/>
                  </a:cubicBezTo>
                  <a:cubicBezTo>
                    <a:pt x="190" y="17"/>
                    <a:pt x="174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3" name="Google Shape;12763;p32"/>
            <p:cNvSpPr/>
            <p:nvPr/>
          </p:nvSpPr>
          <p:spPr>
            <a:xfrm>
              <a:off x="4617075" y="29901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20" y="0"/>
                  </a:moveTo>
                  <a:cubicBezTo>
                    <a:pt x="103" y="0"/>
                    <a:pt x="66" y="0"/>
                    <a:pt x="50" y="33"/>
                  </a:cubicBezTo>
                  <a:cubicBezTo>
                    <a:pt x="17" y="54"/>
                    <a:pt x="17" y="87"/>
                    <a:pt x="0" y="120"/>
                  </a:cubicBezTo>
                  <a:cubicBezTo>
                    <a:pt x="0" y="157"/>
                    <a:pt x="17" y="190"/>
                    <a:pt x="33" y="207"/>
                  </a:cubicBezTo>
                  <a:cubicBezTo>
                    <a:pt x="52" y="237"/>
                    <a:pt x="83" y="256"/>
                    <a:pt x="117" y="256"/>
                  </a:cubicBezTo>
                  <a:cubicBezTo>
                    <a:pt x="141" y="256"/>
                    <a:pt x="167" y="246"/>
                    <a:pt x="190" y="223"/>
                  </a:cubicBezTo>
                  <a:cubicBezTo>
                    <a:pt x="239" y="190"/>
                    <a:pt x="239" y="103"/>
                    <a:pt x="206" y="54"/>
                  </a:cubicBezTo>
                  <a:cubicBezTo>
                    <a:pt x="190" y="33"/>
                    <a:pt x="169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4" name="Google Shape;12764;p32"/>
            <p:cNvSpPr/>
            <p:nvPr/>
          </p:nvSpPr>
          <p:spPr>
            <a:xfrm>
              <a:off x="4619225" y="28484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0"/>
                  </a:moveTo>
                  <a:cubicBezTo>
                    <a:pt x="34" y="0"/>
                    <a:pt x="1" y="70"/>
                    <a:pt x="1" y="136"/>
                  </a:cubicBezTo>
                  <a:cubicBezTo>
                    <a:pt x="17" y="174"/>
                    <a:pt x="34" y="207"/>
                    <a:pt x="50" y="223"/>
                  </a:cubicBezTo>
                  <a:cubicBezTo>
                    <a:pt x="67" y="260"/>
                    <a:pt x="104" y="260"/>
                    <a:pt x="137" y="260"/>
                  </a:cubicBezTo>
                  <a:cubicBezTo>
                    <a:pt x="186" y="240"/>
                    <a:pt x="240" y="174"/>
                    <a:pt x="223" y="103"/>
                  </a:cubicBezTo>
                  <a:cubicBezTo>
                    <a:pt x="223" y="70"/>
                    <a:pt x="207" y="33"/>
                    <a:pt x="186" y="17"/>
                  </a:cubicBezTo>
                  <a:cubicBezTo>
                    <a:pt x="170" y="17"/>
                    <a:pt x="170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5" name="Google Shape;12765;p32"/>
            <p:cNvSpPr/>
            <p:nvPr/>
          </p:nvSpPr>
          <p:spPr>
            <a:xfrm>
              <a:off x="4620875" y="279825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12" y="0"/>
                  </a:moveTo>
                  <a:cubicBezTo>
                    <a:pt x="71" y="0"/>
                    <a:pt x="32" y="33"/>
                    <a:pt x="17" y="81"/>
                  </a:cubicBezTo>
                  <a:cubicBezTo>
                    <a:pt x="1" y="102"/>
                    <a:pt x="1" y="118"/>
                    <a:pt x="1" y="135"/>
                  </a:cubicBezTo>
                  <a:cubicBezTo>
                    <a:pt x="17" y="184"/>
                    <a:pt x="38" y="238"/>
                    <a:pt x="71" y="254"/>
                  </a:cubicBezTo>
                  <a:cubicBezTo>
                    <a:pt x="84" y="259"/>
                    <a:pt x="96" y="261"/>
                    <a:pt x="108" y="261"/>
                  </a:cubicBezTo>
                  <a:cubicBezTo>
                    <a:pt x="140" y="261"/>
                    <a:pt x="166" y="245"/>
                    <a:pt x="190" y="221"/>
                  </a:cubicBezTo>
                  <a:cubicBezTo>
                    <a:pt x="207" y="205"/>
                    <a:pt x="207" y="184"/>
                    <a:pt x="223" y="168"/>
                  </a:cubicBezTo>
                  <a:cubicBezTo>
                    <a:pt x="244" y="102"/>
                    <a:pt x="207" y="32"/>
                    <a:pt x="157" y="15"/>
                  </a:cubicBezTo>
                  <a:cubicBezTo>
                    <a:pt x="143" y="5"/>
                    <a:pt x="127" y="0"/>
                    <a:pt x="1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6" name="Google Shape;12766;p32"/>
            <p:cNvSpPr/>
            <p:nvPr/>
          </p:nvSpPr>
          <p:spPr>
            <a:xfrm>
              <a:off x="4606350" y="2973200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6" y="1"/>
                  </a:moveTo>
                  <a:cubicBezTo>
                    <a:pt x="83" y="1"/>
                    <a:pt x="61" y="14"/>
                    <a:pt x="50" y="26"/>
                  </a:cubicBezTo>
                  <a:cubicBezTo>
                    <a:pt x="0" y="75"/>
                    <a:pt x="0" y="162"/>
                    <a:pt x="33" y="216"/>
                  </a:cubicBezTo>
                  <a:cubicBezTo>
                    <a:pt x="50" y="232"/>
                    <a:pt x="83" y="249"/>
                    <a:pt x="103" y="265"/>
                  </a:cubicBezTo>
                  <a:cubicBezTo>
                    <a:pt x="136" y="265"/>
                    <a:pt x="169" y="249"/>
                    <a:pt x="186" y="232"/>
                  </a:cubicBezTo>
                  <a:cubicBezTo>
                    <a:pt x="239" y="178"/>
                    <a:pt x="239" y="113"/>
                    <a:pt x="207" y="42"/>
                  </a:cubicBezTo>
                  <a:cubicBezTo>
                    <a:pt x="186" y="26"/>
                    <a:pt x="169" y="9"/>
                    <a:pt x="153" y="9"/>
                  </a:cubicBezTo>
                  <a:lnTo>
                    <a:pt x="136" y="9"/>
                  </a:lnTo>
                  <a:cubicBezTo>
                    <a:pt x="127" y="3"/>
                    <a:pt x="116" y="1"/>
                    <a:pt x="1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7" name="Google Shape;12767;p32"/>
            <p:cNvSpPr/>
            <p:nvPr/>
          </p:nvSpPr>
          <p:spPr>
            <a:xfrm>
              <a:off x="4629950" y="2983725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87" y="1"/>
                  </a:moveTo>
                  <a:cubicBezTo>
                    <a:pt x="66" y="1"/>
                    <a:pt x="33" y="17"/>
                    <a:pt x="17" y="50"/>
                  </a:cubicBezTo>
                  <a:cubicBezTo>
                    <a:pt x="1" y="83"/>
                    <a:pt x="1" y="120"/>
                    <a:pt x="1" y="153"/>
                  </a:cubicBezTo>
                  <a:cubicBezTo>
                    <a:pt x="1" y="186"/>
                    <a:pt x="17" y="223"/>
                    <a:pt x="50" y="240"/>
                  </a:cubicBezTo>
                  <a:cubicBezTo>
                    <a:pt x="66" y="256"/>
                    <a:pt x="104" y="256"/>
                    <a:pt x="120" y="256"/>
                  </a:cubicBezTo>
                  <a:cubicBezTo>
                    <a:pt x="190" y="240"/>
                    <a:pt x="223" y="186"/>
                    <a:pt x="223" y="104"/>
                  </a:cubicBezTo>
                  <a:cubicBezTo>
                    <a:pt x="207" y="67"/>
                    <a:pt x="207" y="50"/>
                    <a:pt x="170" y="17"/>
                  </a:cubicBezTo>
                  <a:lnTo>
                    <a:pt x="153" y="17"/>
                  </a:lnTo>
                  <a:cubicBezTo>
                    <a:pt x="137" y="1"/>
                    <a:pt x="104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8" name="Google Shape;12768;p32"/>
            <p:cNvSpPr/>
            <p:nvPr/>
          </p:nvSpPr>
          <p:spPr>
            <a:xfrm>
              <a:off x="4608400" y="2909825"/>
              <a:ext cx="5700" cy="6425"/>
            </a:xfrm>
            <a:custGeom>
              <a:avLst/>
              <a:gdLst/>
              <a:ahLst/>
              <a:cxnLst/>
              <a:rect l="l" t="t" r="r" b="b"/>
              <a:pathLst>
                <a:path w="228" h="257" extrusionOk="0">
                  <a:moveTo>
                    <a:pt x="104" y="1"/>
                  </a:moveTo>
                  <a:cubicBezTo>
                    <a:pt x="71" y="1"/>
                    <a:pt x="54" y="17"/>
                    <a:pt x="38" y="34"/>
                  </a:cubicBezTo>
                  <a:cubicBezTo>
                    <a:pt x="21" y="50"/>
                    <a:pt x="1" y="104"/>
                    <a:pt x="1" y="137"/>
                  </a:cubicBezTo>
                  <a:cubicBezTo>
                    <a:pt x="21" y="174"/>
                    <a:pt x="21" y="207"/>
                    <a:pt x="54" y="223"/>
                  </a:cubicBezTo>
                  <a:cubicBezTo>
                    <a:pt x="71" y="256"/>
                    <a:pt x="104" y="256"/>
                    <a:pt x="141" y="256"/>
                  </a:cubicBezTo>
                  <a:cubicBezTo>
                    <a:pt x="190" y="240"/>
                    <a:pt x="228" y="190"/>
                    <a:pt x="228" y="120"/>
                  </a:cubicBezTo>
                  <a:lnTo>
                    <a:pt x="228" y="104"/>
                  </a:lnTo>
                  <a:cubicBezTo>
                    <a:pt x="228" y="50"/>
                    <a:pt x="190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9" name="Google Shape;12769;p32"/>
            <p:cNvSpPr/>
            <p:nvPr/>
          </p:nvSpPr>
          <p:spPr>
            <a:xfrm>
              <a:off x="4608000" y="3005175"/>
              <a:ext cx="5575" cy="6625"/>
            </a:xfrm>
            <a:custGeom>
              <a:avLst/>
              <a:gdLst/>
              <a:ahLst/>
              <a:cxnLst/>
              <a:rect l="l" t="t" r="r" b="b"/>
              <a:pathLst>
                <a:path w="223" h="265" extrusionOk="0">
                  <a:moveTo>
                    <a:pt x="87" y="0"/>
                  </a:moveTo>
                  <a:cubicBezTo>
                    <a:pt x="70" y="17"/>
                    <a:pt x="37" y="33"/>
                    <a:pt x="1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0" y="190"/>
                    <a:pt x="17" y="223"/>
                    <a:pt x="37" y="239"/>
                  </a:cubicBezTo>
                  <a:cubicBezTo>
                    <a:pt x="61" y="251"/>
                    <a:pt x="76" y="265"/>
                    <a:pt x="94" y="265"/>
                  </a:cubicBezTo>
                  <a:cubicBezTo>
                    <a:pt x="102" y="265"/>
                    <a:pt x="110" y="262"/>
                    <a:pt x="120" y="256"/>
                  </a:cubicBezTo>
                  <a:cubicBezTo>
                    <a:pt x="190" y="256"/>
                    <a:pt x="223" y="190"/>
                    <a:pt x="223" y="120"/>
                  </a:cubicBezTo>
                  <a:cubicBezTo>
                    <a:pt x="206" y="87"/>
                    <a:pt x="190" y="50"/>
                    <a:pt x="173" y="33"/>
                  </a:cubicBezTo>
                  <a:cubicBezTo>
                    <a:pt x="173" y="17"/>
                    <a:pt x="157" y="17"/>
                    <a:pt x="157" y="17"/>
                  </a:cubicBezTo>
                  <a:cubicBezTo>
                    <a:pt x="120" y="0"/>
                    <a:pt x="103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0" name="Google Shape;12770;p32"/>
            <p:cNvSpPr/>
            <p:nvPr/>
          </p:nvSpPr>
          <p:spPr>
            <a:xfrm>
              <a:off x="4611500" y="28656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0" y="1"/>
                  </a:moveTo>
                  <a:cubicBezTo>
                    <a:pt x="83" y="1"/>
                    <a:pt x="66" y="1"/>
                    <a:pt x="33" y="34"/>
                  </a:cubicBezTo>
                  <a:cubicBezTo>
                    <a:pt x="17" y="50"/>
                    <a:pt x="1" y="87"/>
                    <a:pt x="1" y="120"/>
                  </a:cubicBezTo>
                  <a:cubicBezTo>
                    <a:pt x="1" y="153"/>
                    <a:pt x="1" y="191"/>
                    <a:pt x="17" y="207"/>
                  </a:cubicBezTo>
                  <a:cubicBezTo>
                    <a:pt x="33" y="240"/>
                    <a:pt x="66" y="257"/>
                    <a:pt x="104" y="257"/>
                  </a:cubicBezTo>
                  <a:cubicBezTo>
                    <a:pt x="120" y="257"/>
                    <a:pt x="153" y="257"/>
                    <a:pt x="170" y="224"/>
                  </a:cubicBezTo>
                  <a:cubicBezTo>
                    <a:pt x="223" y="191"/>
                    <a:pt x="240" y="104"/>
                    <a:pt x="186" y="50"/>
                  </a:cubicBezTo>
                  <a:cubicBezTo>
                    <a:pt x="186" y="34"/>
                    <a:pt x="17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1" name="Google Shape;12771;p32"/>
            <p:cNvSpPr/>
            <p:nvPr/>
          </p:nvSpPr>
          <p:spPr>
            <a:xfrm>
              <a:off x="4603250" y="3022375"/>
              <a:ext cx="5700" cy="6600"/>
            </a:xfrm>
            <a:custGeom>
              <a:avLst/>
              <a:gdLst/>
              <a:ahLst/>
              <a:cxnLst/>
              <a:rect l="l" t="t" r="r" b="b"/>
              <a:pathLst>
                <a:path w="228" h="264" extrusionOk="0">
                  <a:moveTo>
                    <a:pt x="87" y="1"/>
                  </a:moveTo>
                  <a:cubicBezTo>
                    <a:pt x="87" y="17"/>
                    <a:pt x="71" y="17"/>
                    <a:pt x="71" y="17"/>
                  </a:cubicBezTo>
                  <a:cubicBezTo>
                    <a:pt x="21" y="34"/>
                    <a:pt x="1" y="104"/>
                    <a:pt x="1" y="153"/>
                  </a:cubicBezTo>
                  <a:cubicBezTo>
                    <a:pt x="1" y="186"/>
                    <a:pt x="21" y="223"/>
                    <a:pt x="54" y="240"/>
                  </a:cubicBezTo>
                  <a:cubicBezTo>
                    <a:pt x="66" y="252"/>
                    <a:pt x="86" y="263"/>
                    <a:pt x="104" y="263"/>
                  </a:cubicBezTo>
                  <a:cubicBezTo>
                    <a:pt x="111" y="263"/>
                    <a:pt x="118" y="261"/>
                    <a:pt x="124" y="256"/>
                  </a:cubicBezTo>
                  <a:cubicBezTo>
                    <a:pt x="190" y="256"/>
                    <a:pt x="227" y="186"/>
                    <a:pt x="227" y="120"/>
                  </a:cubicBezTo>
                  <a:cubicBezTo>
                    <a:pt x="227" y="104"/>
                    <a:pt x="207" y="83"/>
                    <a:pt x="207" y="83"/>
                  </a:cubicBezTo>
                  <a:cubicBezTo>
                    <a:pt x="207" y="50"/>
                    <a:pt x="174" y="34"/>
                    <a:pt x="157" y="17"/>
                  </a:cubicBezTo>
                  <a:cubicBezTo>
                    <a:pt x="141" y="1"/>
                    <a:pt x="104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2" name="Google Shape;12772;p32"/>
            <p:cNvSpPr/>
            <p:nvPr/>
          </p:nvSpPr>
          <p:spPr>
            <a:xfrm>
              <a:off x="4599850" y="2989700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4" y="1"/>
                  </a:moveTo>
                  <a:cubicBezTo>
                    <a:pt x="34" y="17"/>
                    <a:pt x="1" y="87"/>
                    <a:pt x="17" y="153"/>
                  </a:cubicBezTo>
                  <a:cubicBezTo>
                    <a:pt x="17" y="191"/>
                    <a:pt x="34" y="224"/>
                    <a:pt x="54" y="240"/>
                  </a:cubicBezTo>
                  <a:cubicBezTo>
                    <a:pt x="77" y="252"/>
                    <a:pt x="92" y="265"/>
                    <a:pt x="111" y="265"/>
                  </a:cubicBezTo>
                  <a:cubicBezTo>
                    <a:pt x="118" y="265"/>
                    <a:pt x="127" y="263"/>
                    <a:pt x="137" y="256"/>
                  </a:cubicBezTo>
                  <a:cubicBezTo>
                    <a:pt x="174" y="256"/>
                    <a:pt x="190" y="240"/>
                    <a:pt x="207" y="207"/>
                  </a:cubicBezTo>
                  <a:cubicBezTo>
                    <a:pt x="223" y="191"/>
                    <a:pt x="240" y="153"/>
                    <a:pt x="223" y="120"/>
                  </a:cubicBezTo>
                  <a:cubicBezTo>
                    <a:pt x="223" y="87"/>
                    <a:pt x="207" y="50"/>
                    <a:pt x="190" y="34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3" name="Google Shape;12773;p32"/>
            <p:cNvSpPr/>
            <p:nvPr/>
          </p:nvSpPr>
          <p:spPr>
            <a:xfrm>
              <a:off x="4606750" y="29570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34" y="17"/>
                    <a:pt x="1" y="87"/>
                    <a:pt x="1" y="158"/>
                  </a:cubicBezTo>
                  <a:cubicBezTo>
                    <a:pt x="17" y="191"/>
                    <a:pt x="34" y="207"/>
                    <a:pt x="50" y="244"/>
                  </a:cubicBezTo>
                  <a:cubicBezTo>
                    <a:pt x="67" y="261"/>
                    <a:pt x="104" y="261"/>
                    <a:pt x="137" y="261"/>
                  </a:cubicBezTo>
                  <a:cubicBezTo>
                    <a:pt x="191" y="244"/>
                    <a:pt x="240" y="174"/>
                    <a:pt x="223" y="104"/>
                  </a:cubicBezTo>
                  <a:cubicBezTo>
                    <a:pt x="223" y="71"/>
                    <a:pt x="207" y="55"/>
                    <a:pt x="191" y="17"/>
                  </a:cubicBezTo>
                  <a:cubicBezTo>
                    <a:pt x="170" y="17"/>
                    <a:pt x="17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4" name="Google Shape;12774;p32"/>
            <p:cNvSpPr/>
            <p:nvPr/>
          </p:nvSpPr>
          <p:spPr>
            <a:xfrm>
              <a:off x="4606350" y="2926425"/>
              <a:ext cx="6400" cy="6525"/>
            </a:xfrm>
            <a:custGeom>
              <a:avLst/>
              <a:gdLst/>
              <a:ahLst/>
              <a:cxnLst/>
              <a:rect l="l" t="t" r="r" b="b"/>
              <a:pathLst>
                <a:path w="256" h="261" extrusionOk="0">
                  <a:moveTo>
                    <a:pt x="144" y="1"/>
                  </a:moveTo>
                  <a:cubicBezTo>
                    <a:pt x="99" y="1"/>
                    <a:pt x="47" y="36"/>
                    <a:pt x="33" y="91"/>
                  </a:cubicBezTo>
                  <a:cubicBezTo>
                    <a:pt x="0" y="145"/>
                    <a:pt x="33" y="231"/>
                    <a:pt x="83" y="248"/>
                  </a:cubicBezTo>
                  <a:cubicBezTo>
                    <a:pt x="97" y="257"/>
                    <a:pt x="112" y="261"/>
                    <a:pt x="128" y="261"/>
                  </a:cubicBezTo>
                  <a:cubicBezTo>
                    <a:pt x="171" y="261"/>
                    <a:pt x="215" y="229"/>
                    <a:pt x="239" y="178"/>
                  </a:cubicBezTo>
                  <a:cubicBezTo>
                    <a:pt x="256" y="108"/>
                    <a:pt x="223" y="42"/>
                    <a:pt x="169" y="5"/>
                  </a:cubicBezTo>
                  <a:cubicBezTo>
                    <a:pt x="162" y="2"/>
                    <a:pt x="153" y="1"/>
                    <a:pt x="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5" name="Google Shape;12775;p32"/>
            <p:cNvSpPr/>
            <p:nvPr/>
          </p:nvSpPr>
          <p:spPr>
            <a:xfrm>
              <a:off x="4632525" y="28904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4" y="1"/>
                  </a:moveTo>
                  <a:cubicBezTo>
                    <a:pt x="50" y="21"/>
                    <a:pt x="1" y="87"/>
                    <a:pt x="17" y="157"/>
                  </a:cubicBezTo>
                  <a:cubicBezTo>
                    <a:pt x="17" y="190"/>
                    <a:pt x="34" y="227"/>
                    <a:pt x="50" y="244"/>
                  </a:cubicBezTo>
                  <a:cubicBezTo>
                    <a:pt x="76" y="255"/>
                    <a:pt x="92" y="267"/>
                    <a:pt x="111" y="267"/>
                  </a:cubicBezTo>
                  <a:cubicBezTo>
                    <a:pt x="119" y="267"/>
                    <a:pt x="127" y="265"/>
                    <a:pt x="137" y="260"/>
                  </a:cubicBezTo>
                  <a:cubicBezTo>
                    <a:pt x="170" y="260"/>
                    <a:pt x="190" y="244"/>
                    <a:pt x="207" y="207"/>
                  </a:cubicBezTo>
                  <a:cubicBezTo>
                    <a:pt x="223" y="190"/>
                    <a:pt x="240" y="157"/>
                    <a:pt x="240" y="124"/>
                  </a:cubicBezTo>
                  <a:cubicBezTo>
                    <a:pt x="223" y="87"/>
                    <a:pt x="207" y="54"/>
                    <a:pt x="190" y="38"/>
                  </a:cubicBezTo>
                  <a:cubicBezTo>
                    <a:pt x="170" y="21"/>
                    <a:pt x="170" y="21"/>
                    <a:pt x="153" y="21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6" name="Google Shape;12776;p32"/>
            <p:cNvSpPr/>
            <p:nvPr/>
          </p:nvSpPr>
          <p:spPr>
            <a:xfrm>
              <a:off x="4620050" y="2923525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37" y="1"/>
                  </a:moveTo>
                  <a:cubicBezTo>
                    <a:pt x="120" y="1"/>
                    <a:pt x="87" y="17"/>
                    <a:pt x="71" y="38"/>
                  </a:cubicBezTo>
                  <a:cubicBezTo>
                    <a:pt x="17" y="71"/>
                    <a:pt x="1" y="158"/>
                    <a:pt x="50" y="207"/>
                  </a:cubicBezTo>
                  <a:cubicBezTo>
                    <a:pt x="71" y="244"/>
                    <a:pt x="87" y="261"/>
                    <a:pt x="120" y="261"/>
                  </a:cubicBezTo>
                  <a:cubicBezTo>
                    <a:pt x="153" y="261"/>
                    <a:pt x="174" y="261"/>
                    <a:pt x="207" y="244"/>
                  </a:cubicBezTo>
                  <a:cubicBezTo>
                    <a:pt x="240" y="191"/>
                    <a:pt x="256" y="104"/>
                    <a:pt x="223" y="55"/>
                  </a:cubicBezTo>
                  <a:cubicBezTo>
                    <a:pt x="207" y="38"/>
                    <a:pt x="190" y="17"/>
                    <a:pt x="174" y="17"/>
                  </a:cubicBezTo>
                  <a:cubicBezTo>
                    <a:pt x="153" y="1"/>
                    <a:pt x="153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7" name="Google Shape;12777;p32"/>
            <p:cNvSpPr/>
            <p:nvPr/>
          </p:nvSpPr>
          <p:spPr>
            <a:xfrm>
              <a:off x="4629025" y="2941050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47" y="1"/>
                  </a:moveTo>
                  <a:cubicBezTo>
                    <a:pt x="101" y="1"/>
                    <a:pt x="48" y="33"/>
                    <a:pt x="21" y="92"/>
                  </a:cubicBezTo>
                  <a:cubicBezTo>
                    <a:pt x="0" y="162"/>
                    <a:pt x="38" y="228"/>
                    <a:pt x="87" y="244"/>
                  </a:cubicBezTo>
                  <a:cubicBezTo>
                    <a:pt x="102" y="254"/>
                    <a:pt x="117" y="259"/>
                    <a:pt x="133" y="259"/>
                  </a:cubicBezTo>
                  <a:cubicBezTo>
                    <a:pt x="174" y="259"/>
                    <a:pt x="217" y="226"/>
                    <a:pt x="244" y="178"/>
                  </a:cubicBezTo>
                  <a:cubicBezTo>
                    <a:pt x="260" y="108"/>
                    <a:pt x="227" y="38"/>
                    <a:pt x="174" y="5"/>
                  </a:cubicBezTo>
                  <a:cubicBezTo>
                    <a:pt x="165" y="2"/>
                    <a:pt x="156" y="1"/>
                    <a:pt x="1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8" name="Google Shape;12778;p32"/>
            <p:cNvSpPr/>
            <p:nvPr/>
          </p:nvSpPr>
          <p:spPr>
            <a:xfrm>
              <a:off x="4635925" y="2923125"/>
              <a:ext cx="5600" cy="6675"/>
            </a:xfrm>
            <a:custGeom>
              <a:avLst/>
              <a:gdLst/>
              <a:ahLst/>
              <a:cxnLst/>
              <a:rect l="l" t="t" r="r" b="b"/>
              <a:pathLst>
                <a:path w="224" h="267" extrusionOk="0">
                  <a:moveTo>
                    <a:pt x="104" y="0"/>
                  </a:moveTo>
                  <a:cubicBezTo>
                    <a:pt x="87" y="0"/>
                    <a:pt x="87" y="17"/>
                    <a:pt x="71" y="17"/>
                  </a:cubicBezTo>
                  <a:cubicBezTo>
                    <a:pt x="17" y="33"/>
                    <a:pt x="1" y="104"/>
                    <a:pt x="1" y="157"/>
                  </a:cubicBezTo>
                  <a:cubicBezTo>
                    <a:pt x="1" y="190"/>
                    <a:pt x="17" y="223"/>
                    <a:pt x="54" y="240"/>
                  </a:cubicBezTo>
                  <a:cubicBezTo>
                    <a:pt x="66" y="254"/>
                    <a:pt x="86" y="267"/>
                    <a:pt x="109" y="267"/>
                  </a:cubicBezTo>
                  <a:cubicBezTo>
                    <a:pt x="118" y="267"/>
                    <a:pt x="127" y="265"/>
                    <a:pt x="137" y="260"/>
                  </a:cubicBezTo>
                  <a:cubicBezTo>
                    <a:pt x="190" y="260"/>
                    <a:pt x="223" y="190"/>
                    <a:pt x="223" y="120"/>
                  </a:cubicBezTo>
                  <a:cubicBezTo>
                    <a:pt x="223" y="104"/>
                    <a:pt x="223" y="87"/>
                    <a:pt x="207" y="87"/>
                  </a:cubicBezTo>
                  <a:cubicBezTo>
                    <a:pt x="207" y="54"/>
                    <a:pt x="174" y="17"/>
                    <a:pt x="157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9" name="Google Shape;12779;p32"/>
            <p:cNvSpPr/>
            <p:nvPr/>
          </p:nvSpPr>
          <p:spPr>
            <a:xfrm>
              <a:off x="4625625" y="2907775"/>
              <a:ext cx="5575" cy="6825"/>
            </a:xfrm>
            <a:custGeom>
              <a:avLst/>
              <a:gdLst/>
              <a:ahLst/>
              <a:cxnLst/>
              <a:rect l="l" t="t" r="r" b="b"/>
              <a:pathLst>
                <a:path w="223" h="273" extrusionOk="0">
                  <a:moveTo>
                    <a:pt x="129" y="0"/>
                  </a:moveTo>
                  <a:cubicBezTo>
                    <a:pt x="120" y="0"/>
                    <a:pt x="112" y="4"/>
                    <a:pt x="103" y="13"/>
                  </a:cubicBezTo>
                  <a:cubicBezTo>
                    <a:pt x="33" y="13"/>
                    <a:pt x="0" y="83"/>
                    <a:pt x="0" y="153"/>
                  </a:cubicBezTo>
                  <a:cubicBezTo>
                    <a:pt x="0" y="186"/>
                    <a:pt x="17" y="219"/>
                    <a:pt x="54" y="235"/>
                  </a:cubicBezTo>
                  <a:cubicBezTo>
                    <a:pt x="70" y="256"/>
                    <a:pt x="103" y="272"/>
                    <a:pt x="136" y="272"/>
                  </a:cubicBezTo>
                  <a:cubicBezTo>
                    <a:pt x="190" y="256"/>
                    <a:pt x="223" y="186"/>
                    <a:pt x="223" y="116"/>
                  </a:cubicBezTo>
                  <a:cubicBezTo>
                    <a:pt x="223" y="83"/>
                    <a:pt x="206" y="50"/>
                    <a:pt x="174" y="29"/>
                  </a:cubicBezTo>
                  <a:lnTo>
                    <a:pt x="157" y="13"/>
                  </a:lnTo>
                  <a:cubicBezTo>
                    <a:pt x="147" y="4"/>
                    <a:pt x="137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0" name="Google Shape;12780;p32"/>
            <p:cNvSpPr/>
            <p:nvPr/>
          </p:nvSpPr>
          <p:spPr>
            <a:xfrm>
              <a:off x="4623875" y="2878300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27" y="1"/>
                  </a:moveTo>
                  <a:cubicBezTo>
                    <a:pt x="118" y="1"/>
                    <a:pt x="110" y="3"/>
                    <a:pt x="103" y="8"/>
                  </a:cubicBezTo>
                  <a:cubicBezTo>
                    <a:pt x="54" y="8"/>
                    <a:pt x="0" y="74"/>
                    <a:pt x="21" y="144"/>
                  </a:cubicBezTo>
                  <a:cubicBezTo>
                    <a:pt x="21" y="177"/>
                    <a:pt x="37" y="214"/>
                    <a:pt x="70" y="231"/>
                  </a:cubicBezTo>
                  <a:cubicBezTo>
                    <a:pt x="87" y="247"/>
                    <a:pt x="124" y="264"/>
                    <a:pt x="140" y="264"/>
                  </a:cubicBezTo>
                  <a:cubicBezTo>
                    <a:pt x="173" y="247"/>
                    <a:pt x="206" y="231"/>
                    <a:pt x="227" y="214"/>
                  </a:cubicBezTo>
                  <a:cubicBezTo>
                    <a:pt x="244" y="177"/>
                    <a:pt x="244" y="144"/>
                    <a:pt x="244" y="111"/>
                  </a:cubicBezTo>
                  <a:cubicBezTo>
                    <a:pt x="227" y="74"/>
                    <a:pt x="227" y="41"/>
                    <a:pt x="190" y="25"/>
                  </a:cubicBezTo>
                  <a:lnTo>
                    <a:pt x="173" y="8"/>
                  </a:lnTo>
                  <a:cubicBezTo>
                    <a:pt x="162" y="8"/>
                    <a:pt x="144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1" name="Google Shape;12781;p32"/>
            <p:cNvSpPr/>
            <p:nvPr/>
          </p:nvSpPr>
          <p:spPr>
            <a:xfrm>
              <a:off x="4623875" y="28281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29" y="0"/>
                  </a:moveTo>
                  <a:cubicBezTo>
                    <a:pt x="82" y="0"/>
                    <a:pt x="35" y="33"/>
                    <a:pt x="21" y="91"/>
                  </a:cubicBezTo>
                  <a:cubicBezTo>
                    <a:pt x="0" y="161"/>
                    <a:pt x="37" y="227"/>
                    <a:pt x="87" y="248"/>
                  </a:cubicBezTo>
                  <a:cubicBezTo>
                    <a:pt x="101" y="256"/>
                    <a:pt x="116" y="260"/>
                    <a:pt x="131" y="260"/>
                  </a:cubicBezTo>
                  <a:cubicBezTo>
                    <a:pt x="172" y="260"/>
                    <a:pt x="212" y="229"/>
                    <a:pt x="227" y="177"/>
                  </a:cubicBezTo>
                  <a:cubicBezTo>
                    <a:pt x="244" y="107"/>
                    <a:pt x="227" y="41"/>
                    <a:pt x="157" y="4"/>
                  </a:cubicBezTo>
                  <a:cubicBezTo>
                    <a:pt x="148" y="1"/>
                    <a:pt x="138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2" name="Google Shape;12782;p32"/>
            <p:cNvSpPr/>
            <p:nvPr/>
          </p:nvSpPr>
          <p:spPr>
            <a:xfrm>
              <a:off x="4625625" y="28628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0" y="1"/>
                  </a:moveTo>
                  <a:cubicBezTo>
                    <a:pt x="114" y="1"/>
                    <a:pt x="109" y="2"/>
                    <a:pt x="103" y="8"/>
                  </a:cubicBezTo>
                  <a:cubicBezTo>
                    <a:pt x="33" y="8"/>
                    <a:pt x="0" y="74"/>
                    <a:pt x="17" y="144"/>
                  </a:cubicBezTo>
                  <a:cubicBezTo>
                    <a:pt x="17" y="214"/>
                    <a:pt x="70" y="263"/>
                    <a:pt x="136" y="263"/>
                  </a:cubicBezTo>
                  <a:cubicBezTo>
                    <a:pt x="174" y="247"/>
                    <a:pt x="190" y="230"/>
                    <a:pt x="206" y="214"/>
                  </a:cubicBezTo>
                  <a:cubicBezTo>
                    <a:pt x="223" y="177"/>
                    <a:pt x="239" y="144"/>
                    <a:pt x="223" y="111"/>
                  </a:cubicBezTo>
                  <a:cubicBezTo>
                    <a:pt x="223" y="74"/>
                    <a:pt x="206" y="41"/>
                    <a:pt x="190" y="24"/>
                  </a:cubicBezTo>
                  <a:cubicBezTo>
                    <a:pt x="174" y="24"/>
                    <a:pt x="174" y="8"/>
                    <a:pt x="157" y="8"/>
                  </a:cubicBezTo>
                  <a:cubicBezTo>
                    <a:pt x="143" y="8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3" name="Google Shape;12783;p32"/>
            <p:cNvSpPr/>
            <p:nvPr/>
          </p:nvSpPr>
          <p:spPr>
            <a:xfrm>
              <a:off x="4619225" y="29703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50" y="1"/>
                    <a:pt x="1" y="71"/>
                    <a:pt x="17" y="141"/>
                  </a:cubicBezTo>
                  <a:cubicBezTo>
                    <a:pt x="17" y="174"/>
                    <a:pt x="34" y="207"/>
                    <a:pt x="67" y="228"/>
                  </a:cubicBezTo>
                  <a:cubicBezTo>
                    <a:pt x="83" y="261"/>
                    <a:pt x="120" y="261"/>
                    <a:pt x="137" y="261"/>
                  </a:cubicBezTo>
                  <a:cubicBezTo>
                    <a:pt x="207" y="244"/>
                    <a:pt x="240" y="174"/>
                    <a:pt x="240" y="104"/>
                  </a:cubicBezTo>
                  <a:cubicBezTo>
                    <a:pt x="223" y="71"/>
                    <a:pt x="223" y="38"/>
                    <a:pt x="186" y="21"/>
                  </a:cubicBezTo>
                  <a:lnTo>
                    <a:pt x="17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4" name="Google Shape;12784;p32"/>
            <p:cNvSpPr/>
            <p:nvPr/>
          </p:nvSpPr>
          <p:spPr>
            <a:xfrm>
              <a:off x="4818475" y="3042150"/>
              <a:ext cx="5575" cy="3450"/>
            </a:xfrm>
            <a:custGeom>
              <a:avLst/>
              <a:gdLst/>
              <a:ahLst/>
              <a:cxnLst/>
              <a:rect l="l" t="t" r="r" b="b"/>
              <a:pathLst>
                <a:path w="223" h="138" extrusionOk="0">
                  <a:moveTo>
                    <a:pt x="110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0" y="100"/>
                    <a:pt x="0" y="117"/>
                    <a:pt x="0" y="117"/>
                  </a:cubicBezTo>
                  <a:lnTo>
                    <a:pt x="223" y="137"/>
                  </a:lnTo>
                  <a:cubicBezTo>
                    <a:pt x="223" y="84"/>
                    <a:pt x="206" y="34"/>
                    <a:pt x="153" y="14"/>
                  </a:cubicBezTo>
                  <a:cubicBezTo>
                    <a:pt x="140" y="5"/>
                    <a:pt x="125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5" name="Google Shape;12785;p32"/>
            <p:cNvSpPr/>
            <p:nvPr/>
          </p:nvSpPr>
          <p:spPr>
            <a:xfrm>
              <a:off x="4739000" y="30287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4" y="0"/>
                  </a:moveTo>
                  <a:cubicBezTo>
                    <a:pt x="34" y="17"/>
                    <a:pt x="1" y="87"/>
                    <a:pt x="17" y="157"/>
                  </a:cubicBezTo>
                  <a:cubicBezTo>
                    <a:pt x="17" y="215"/>
                    <a:pt x="58" y="263"/>
                    <a:pt x="113" y="263"/>
                  </a:cubicBezTo>
                  <a:cubicBezTo>
                    <a:pt x="120" y="263"/>
                    <a:pt x="128" y="262"/>
                    <a:pt x="137" y="260"/>
                  </a:cubicBezTo>
                  <a:cubicBezTo>
                    <a:pt x="174" y="260"/>
                    <a:pt x="190" y="240"/>
                    <a:pt x="207" y="207"/>
                  </a:cubicBezTo>
                  <a:cubicBezTo>
                    <a:pt x="223" y="174"/>
                    <a:pt x="240" y="137"/>
                    <a:pt x="223" y="104"/>
                  </a:cubicBezTo>
                  <a:cubicBezTo>
                    <a:pt x="223" y="71"/>
                    <a:pt x="207" y="54"/>
                    <a:pt x="190" y="17"/>
                  </a:cubicBezTo>
                  <a:cubicBezTo>
                    <a:pt x="174" y="17"/>
                    <a:pt x="174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6" name="Google Shape;12786;p32"/>
            <p:cNvSpPr/>
            <p:nvPr/>
          </p:nvSpPr>
          <p:spPr>
            <a:xfrm>
              <a:off x="4664275" y="301072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4" y="1"/>
                  </a:moveTo>
                  <a:cubicBezTo>
                    <a:pt x="54" y="17"/>
                    <a:pt x="0" y="88"/>
                    <a:pt x="17" y="158"/>
                  </a:cubicBezTo>
                  <a:cubicBezTo>
                    <a:pt x="17" y="191"/>
                    <a:pt x="33" y="224"/>
                    <a:pt x="54" y="240"/>
                  </a:cubicBezTo>
                  <a:cubicBezTo>
                    <a:pt x="78" y="255"/>
                    <a:pt x="101" y="267"/>
                    <a:pt x="119" y="267"/>
                  </a:cubicBezTo>
                  <a:cubicBezTo>
                    <a:pt x="126" y="267"/>
                    <a:pt x="132" y="265"/>
                    <a:pt x="136" y="261"/>
                  </a:cubicBezTo>
                  <a:cubicBezTo>
                    <a:pt x="174" y="261"/>
                    <a:pt x="190" y="240"/>
                    <a:pt x="207" y="207"/>
                  </a:cubicBezTo>
                  <a:cubicBezTo>
                    <a:pt x="223" y="191"/>
                    <a:pt x="240" y="158"/>
                    <a:pt x="240" y="121"/>
                  </a:cubicBezTo>
                  <a:cubicBezTo>
                    <a:pt x="223" y="88"/>
                    <a:pt x="207" y="55"/>
                    <a:pt x="190" y="34"/>
                  </a:cubicBezTo>
                  <a:cubicBezTo>
                    <a:pt x="190" y="17"/>
                    <a:pt x="174" y="17"/>
                    <a:pt x="174" y="17"/>
                  </a:cubicBezTo>
                  <a:cubicBezTo>
                    <a:pt x="15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7" name="Google Shape;12787;p32"/>
            <p:cNvSpPr/>
            <p:nvPr/>
          </p:nvSpPr>
          <p:spPr>
            <a:xfrm>
              <a:off x="4752300" y="3039900"/>
              <a:ext cx="6100" cy="4775"/>
            </a:xfrm>
            <a:custGeom>
              <a:avLst/>
              <a:gdLst/>
              <a:ahLst/>
              <a:cxnLst/>
              <a:rect l="l" t="t" r="r" b="b"/>
              <a:pathLst>
                <a:path w="244" h="191" extrusionOk="0">
                  <a:moveTo>
                    <a:pt x="141" y="1"/>
                  </a:moveTo>
                  <a:cubicBezTo>
                    <a:pt x="103" y="1"/>
                    <a:pt x="87" y="1"/>
                    <a:pt x="54" y="21"/>
                  </a:cubicBezTo>
                  <a:cubicBezTo>
                    <a:pt x="17" y="71"/>
                    <a:pt x="0" y="141"/>
                    <a:pt x="38" y="190"/>
                  </a:cubicBezTo>
                  <a:lnTo>
                    <a:pt x="223" y="190"/>
                  </a:lnTo>
                  <a:cubicBezTo>
                    <a:pt x="244" y="157"/>
                    <a:pt x="244" y="87"/>
                    <a:pt x="207" y="54"/>
                  </a:cubicBezTo>
                  <a:cubicBezTo>
                    <a:pt x="207" y="38"/>
                    <a:pt x="190" y="2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8" name="Google Shape;12788;p32"/>
            <p:cNvSpPr/>
            <p:nvPr/>
          </p:nvSpPr>
          <p:spPr>
            <a:xfrm>
              <a:off x="4744975" y="3008650"/>
              <a:ext cx="6525" cy="6750"/>
            </a:xfrm>
            <a:custGeom>
              <a:avLst/>
              <a:gdLst/>
              <a:ahLst/>
              <a:cxnLst/>
              <a:rect l="l" t="t" r="r" b="b"/>
              <a:pathLst>
                <a:path w="261" h="270" extrusionOk="0">
                  <a:moveTo>
                    <a:pt x="131" y="1"/>
                  </a:moveTo>
                  <a:cubicBezTo>
                    <a:pt x="91" y="1"/>
                    <a:pt x="50" y="32"/>
                    <a:pt x="38" y="84"/>
                  </a:cubicBezTo>
                  <a:cubicBezTo>
                    <a:pt x="1" y="154"/>
                    <a:pt x="38" y="241"/>
                    <a:pt x="87" y="257"/>
                  </a:cubicBezTo>
                  <a:cubicBezTo>
                    <a:pt x="106" y="266"/>
                    <a:pt x="123" y="270"/>
                    <a:pt x="139" y="270"/>
                  </a:cubicBezTo>
                  <a:cubicBezTo>
                    <a:pt x="183" y="270"/>
                    <a:pt x="217" y="239"/>
                    <a:pt x="244" y="187"/>
                  </a:cubicBezTo>
                  <a:cubicBezTo>
                    <a:pt x="260" y="117"/>
                    <a:pt x="227" y="34"/>
                    <a:pt x="174" y="14"/>
                  </a:cubicBezTo>
                  <a:cubicBezTo>
                    <a:pt x="161" y="5"/>
                    <a:pt x="146" y="1"/>
                    <a:pt x="1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9" name="Google Shape;12789;p32"/>
            <p:cNvSpPr/>
            <p:nvPr/>
          </p:nvSpPr>
          <p:spPr>
            <a:xfrm>
              <a:off x="4698600" y="3035900"/>
              <a:ext cx="5700" cy="6600"/>
            </a:xfrm>
            <a:custGeom>
              <a:avLst/>
              <a:gdLst/>
              <a:ahLst/>
              <a:cxnLst/>
              <a:rect l="l" t="t" r="r" b="b"/>
              <a:pathLst>
                <a:path w="228" h="264" extrusionOk="0">
                  <a:moveTo>
                    <a:pt x="118" y="1"/>
                  </a:moveTo>
                  <a:cubicBezTo>
                    <a:pt x="109" y="1"/>
                    <a:pt x="99" y="3"/>
                    <a:pt x="87" y="8"/>
                  </a:cubicBezTo>
                  <a:cubicBezTo>
                    <a:pt x="37" y="8"/>
                    <a:pt x="0" y="78"/>
                    <a:pt x="0" y="144"/>
                  </a:cubicBezTo>
                  <a:cubicBezTo>
                    <a:pt x="0" y="181"/>
                    <a:pt x="21" y="214"/>
                    <a:pt x="54" y="231"/>
                  </a:cubicBezTo>
                  <a:cubicBezTo>
                    <a:pt x="70" y="247"/>
                    <a:pt x="103" y="264"/>
                    <a:pt x="124" y="264"/>
                  </a:cubicBezTo>
                  <a:cubicBezTo>
                    <a:pt x="157" y="247"/>
                    <a:pt x="190" y="231"/>
                    <a:pt x="207" y="214"/>
                  </a:cubicBezTo>
                  <a:cubicBezTo>
                    <a:pt x="227" y="181"/>
                    <a:pt x="227" y="144"/>
                    <a:pt x="227" y="111"/>
                  </a:cubicBezTo>
                  <a:cubicBezTo>
                    <a:pt x="227" y="78"/>
                    <a:pt x="207" y="41"/>
                    <a:pt x="174" y="25"/>
                  </a:cubicBezTo>
                  <a:lnTo>
                    <a:pt x="157" y="8"/>
                  </a:lnTo>
                  <a:cubicBezTo>
                    <a:pt x="146" y="8"/>
                    <a:pt x="135" y="1"/>
                    <a:pt x="1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0" name="Google Shape;12790;p32"/>
            <p:cNvSpPr/>
            <p:nvPr/>
          </p:nvSpPr>
          <p:spPr>
            <a:xfrm>
              <a:off x="4666025" y="2995275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04" y="1"/>
                  </a:moveTo>
                  <a:cubicBezTo>
                    <a:pt x="34" y="17"/>
                    <a:pt x="1" y="87"/>
                    <a:pt x="1" y="157"/>
                  </a:cubicBezTo>
                  <a:cubicBezTo>
                    <a:pt x="15" y="215"/>
                    <a:pt x="55" y="263"/>
                    <a:pt x="111" y="263"/>
                  </a:cubicBezTo>
                  <a:cubicBezTo>
                    <a:pt x="120" y="263"/>
                    <a:pt x="128" y="262"/>
                    <a:pt x="137" y="260"/>
                  </a:cubicBezTo>
                  <a:cubicBezTo>
                    <a:pt x="170" y="260"/>
                    <a:pt x="190" y="240"/>
                    <a:pt x="207" y="207"/>
                  </a:cubicBezTo>
                  <a:cubicBezTo>
                    <a:pt x="223" y="190"/>
                    <a:pt x="223" y="157"/>
                    <a:pt x="223" y="120"/>
                  </a:cubicBezTo>
                  <a:cubicBezTo>
                    <a:pt x="223" y="87"/>
                    <a:pt x="207" y="54"/>
                    <a:pt x="190" y="33"/>
                  </a:cubicBezTo>
                  <a:cubicBezTo>
                    <a:pt x="170" y="17"/>
                    <a:pt x="170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1" name="Google Shape;12791;p32"/>
            <p:cNvSpPr/>
            <p:nvPr/>
          </p:nvSpPr>
          <p:spPr>
            <a:xfrm>
              <a:off x="4679325" y="3006925"/>
              <a:ext cx="5600" cy="6000"/>
            </a:xfrm>
            <a:custGeom>
              <a:avLst/>
              <a:gdLst/>
              <a:ahLst/>
              <a:cxnLst/>
              <a:rect l="l" t="t" r="r" b="b"/>
              <a:pathLst>
                <a:path w="224" h="240" extrusionOk="0">
                  <a:moveTo>
                    <a:pt x="70" y="0"/>
                  </a:moveTo>
                  <a:cubicBezTo>
                    <a:pt x="70" y="17"/>
                    <a:pt x="50" y="17"/>
                    <a:pt x="50" y="17"/>
                  </a:cubicBezTo>
                  <a:cubicBezTo>
                    <a:pt x="0" y="50"/>
                    <a:pt x="0" y="136"/>
                    <a:pt x="33" y="186"/>
                  </a:cubicBezTo>
                  <a:cubicBezTo>
                    <a:pt x="50" y="223"/>
                    <a:pt x="87" y="240"/>
                    <a:pt x="120" y="240"/>
                  </a:cubicBezTo>
                  <a:cubicBezTo>
                    <a:pt x="136" y="240"/>
                    <a:pt x="174" y="240"/>
                    <a:pt x="190" y="223"/>
                  </a:cubicBezTo>
                  <a:cubicBezTo>
                    <a:pt x="207" y="207"/>
                    <a:pt x="223" y="186"/>
                    <a:pt x="223" y="169"/>
                  </a:cubicBezTo>
                  <a:cubicBezTo>
                    <a:pt x="174" y="120"/>
                    <a:pt x="120" y="66"/>
                    <a:pt x="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2" name="Google Shape;12792;p32"/>
            <p:cNvSpPr/>
            <p:nvPr/>
          </p:nvSpPr>
          <p:spPr>
            <a:xfrm>
              <a:off x="4755800" y="2998275"/>
              <a:ext cx="2100" cy="1350"/>
            </a:xfrm>
            <a:custGeom>
              <a:avLst/>
              <a:gdLst/>
              <a:ahLst/>
              <a:cxnLst/>
              <a:rect l="l" t="t" r="r" b="b"/>
              <a:pathLst>
                <a:path w="84" h="54" extrusionOk="0">
                  <a:moveTo>
                    <a:pt x="83" y="0"/>
                  </a:moveTo>
                  <a:cubicBezTo>
                    <a:pt x="50" y="17"/>
                    <a:pt x="34" y="37"/>
                    <a:pt x="1" y="54"/>
                  </a:cubicBezTo>
                  <a:cubicBezTo>
                    <a:pt x="34" y="54"/>
                    <a:pt x="67" y="37"/>
                    <a:pt x="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3" name="Google Shape;12793;p32"/>
            <p:cNvSpPr/>
            <p:nvPr/>
          </p:nvSpPr>
          <p:spPr>
            <a:xfrm>
              <a:off x="4911650" y="2981575"/>
              <a:ext cx="5600" cy="6575"/>
            </a:xfrm>
            <a:custGeom>
              <a:avLst/>
              <a:gdLst/>
              <a:ahLst/>
              <a:cxnLst/>
              <a:rect l="l" t="t" r="r" b="b"/>
              <a:pathLst>
                <a:path w="224" h="263" extrusionOk="0">
                  <a:moveTo>
                    <a:pt x="87" y="0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0" y="190"/>
                    <a:pt x="17" y="223"/>
                    <a:pt x="54" y="239"/>
                  </a:cubicBezTo>
                  <a:cubicBezTo>
                    <a:pt x="66" y="251"/>
                    <a:pt x="86" y="263"/>
                    <a:pt x="102" y="263"/>
                  </a:cubicBezTo>
                  <a:cubicBezTo>
                    <a:pt x="109" y="263"/>
                    <a:pt x="115" y="261"/>
                    <a:pt x="120" y="256"/>
                  </a:cubicBezTo>
                  <a:cubicBezTo>
                    <a:pt x="190" y="256"/>
                    <a:pt x="223" y="190"/>
                    <a:pt x="223" y="120"/>
                  </a:cubicBezTo>
                  <a:cubicBezTo>
                    <a:pt x="223" y="87"/>
                    <a:pt x="207" y="50"/>
                    <a:pt x="174" y="33"/>
                  </a:cubicBezTo>
                  <a:cubicBezTo>
                    <a:pt x="174" y="17"/>
                    <a:pt x="157" y="17"/>
                    <a:pt x="157" y="17"/>
                  </a:cubicBezTo>
                  <a:cubicBezTo>
                    <a:pt x="136" y="0"/>
                    <a:pt x="120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4" name="Google Shape;12794;p32"/>
            <p:cNvSpPr/>
            <p:nvPr/>
          </p:nvSpPr>
          <p:spPr>
            <a:xfrm>
              <a:off x="4903500" y="29986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37" y="1"/>
                  </a:moveTo>
                  <a:cubicBezTo>
                    <a:pt x="104" y="1"/>
                    <a:pt x="71" y="21"/>
                    <a:pt x="50" y="38"/>
                  </a:cubicBezTo>
                  <a:cubicBezTo>
                    <a:pt x="34" y="54"/>
                    <a:pt x="17" y="87"/>
                    <a:pt x="17" y="124"/>
                  </a:cubicBezTo>
                  <a:cubicBezTo>
                    <a:pt x="1" y="157"/>
                    <a:pt x="17" y="190"/>
                    <a:pt x="34" y="227"/>
                  </a:cubicBezTo>
                  <a:cubicBezTo>
                    <a:pt x="50" y="244"/>
                    <a:pt x="87" y="260"/>
                    <a:pt x="104" y="260"/>
                  </a:cubicBezTo>
                  <a:cubicBezTo>
                    <a:pt x="113" y="265"/>
                    <a:pt x="123" y="267"/>
                    <a:pt x="133" y="267"/>
                  </a:cubicBezTo>
                  <a:cubicBezTo>
                    <a:pt x="157" y="267"/>
                    <a:pt x="179" y="255"/>
                    <a:pt x="190" y="244"/>
                  </a:cubicBezTo>
                  <a:cubicBezTo>
                    <a:pt x="240" y="190"/>
                    <a:pt x="240" y="104"/>
                    <a:pt x="207" y="54"/>
                  </a:cubicBezTo>
                  <a:cubicBezTo>
                    <a:pt x="190" y="38"/>
                    <a:pt x="174" y="21"/>
                    <a:pt x="153" y="21"/>
                  </a:cubicBezTo>
                  <a:lnTo>
                    <a:pt x="1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5" name="Google Shape;12795;p32"/>
            <p:cNvSpPr/>
            <p:nvPr/>
          </p:nvSpPr>
          <p:spPr>
            <a:xfrm>
              <a:off x="4903925" y="2966525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57" y="0"/>
                  </a:moveTo>
                  <a:cubicBezTo>
                    <a:pt x="120" y="0"/>
                    <a:pt x="87" y="0"/>
                    <a:pt x="70" y="17"/>
                  </a:cubicBezTo>
                  <a:cubicBezTo>
                    <a:pt x="54" y="33"/>
                    <a:pt x="33" y="50"/>
                    <a:pt x="17" y="87"/>
                  </a:cubicBezTo>
                  <a:cubicBezTo>
                    <a:pt x="0" y="103"/>
                    <a:pt x="0" y="136"/>
                    <a:pt x="17" y="173"/>
                  </a:cubicBezTo>
                  <a:cubicBezTo>
                    <a:pt x="17" y="206"/>
                    <a:pt x="54" y="239"/>
                    <a:pt x="87" y="239"/>
                  </a:cubicBezTo>
                  <a:cubicBezTo>
                    <a:pt x="100" y="249"/>
                    <a:pt x="115" y="254"/>
                    <a:pt x="130" y="254"/>
                  </a:cubicBezTo>
                  <a:cubicBezTo>
                    <a:pt x="170" y="254"/>
                    <a:pt x="211" y="221"/>
                    <a:pt x="223" y="173"/>
                  </a:cubicBezTo>
                  <a:cubicBezTo>
                    <a:pt x="239" y="103"/>
                    <a:pt x="223" y="33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6" name="Google Shape;12796;p32"/>
            <p:cNvSpPr/>
            <p:nvPr/>
          </p:nvSpPr>
          <p:spPr>
            <a:xfrm>
              <a:off x="4909475" y="3026600"/>
              <a:ext cx="6125" cy="6700"/>
            </a:xfrm>
            <a:custGeom>
              <a:avLst/>
              <a:gdLst/>
              <a:ahLst/>
              <a:cxnLst/>
              <a:rect l="l" t="t" r="r" b="b"/>
              <a:pathLst>
                <a:path w="245" h="268" extrusionOk="0">
                  <a:moveTo>
                    <a:pt x="141" y="1"/>
                  </a:moveTo>
                  <a:cubicBezTo>
                    <a:pt x="120" y="1"/>
                    <a:pt x="87" y="17"/>
                    <a:pt x="71" y="38"/>
                  </a:cubicBezTo>
                  <a:cubicBezTo>
                    <a:pt x="17" y="87"/>
                    <a:pt x="1" y="158"/>
                    <a:pt x="54" y="224"/>
                  </a:cubicBezTo>
                  <a:cubicBezTo>
                    <a:pt x="71" y="244"/>
                    <a:pt x="87" y="261"/>
                    <a:pt x="120" y="261"/>
                  </a:cubicBezTo>
                  <a:cubicBezTo>
                    <a:pt x="131" y="265"/>
                    <a:pt x="140" y="267"/>
                    <a:pt x="149" y="267"/>
                  </a:cubicBezTo>
                  <a:cubicBezTo>
                    <a:pt x="169" y="267"/>
                    <a:pt x="184" y="256"/>
                    <a:pt x="207" y="244"/>
                  </a:cubicBezTo>
                  <a:cubicBezTo>
                    <a:pt x="223" y="207"/>
                    <a:pt x="244" y="191"/>
                    <a:pt x="244" y="158"/>
                  </a:cubicBezTo>
                  <a:cubicBezTo>
                    <a:pt x="244" y="120"/>
                    <a:pt x="244" y="87"/>
                    <a:pt x="223" y="54"/>
                  </a:cubicBezTo>
                  <a:cubicBezTo>
                    <a:pt x="207" y="38"/>
                    <a:pt x="190" y="17"/>
                    <a:pt x="174" y="17"/>
                  </a:cubicBezTo>
                  <a:cubicBezTo>
                    <a:pt x="157" y="17"/>
                    <a:pt x="157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7" name="Google Shape;12797;p32"/>
            <p:cNvSpPr/>
            <p:nvPr/>
          </p:nvSpPr>
          <p:spPr>
            <a:xfrm>
              <a:off x="4906075" y="29489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11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1" y="154"/>
                    <a:pt x="17" y="220"/>
                    <a:pt x="87" y="257"/>
                  </a:cubicBezTo>
                  <a:lnTo>
                    <a:pt x="137" y="257"/>
                  </a:lnTo>
                  <a:cubicBezTo>
                    <a:pt x="174" y="257"/>
                    <a:pt x="207" y="220"/>
                    <a:pt x="223" y="170"/>
                  </a:cubicBezTo>
                  <a:cubicBezTo>
                    <a:pt x="240" y="133"/>
                    <a:pt x="223" y="84"/>
                    <a:pt x="207" y="51"/>
                  </a:cubicBezTo>
                  <a:cubicBezTo>
                    <a:pt x="190" y="30"/>
                    <a:pt x="174" y="14"/>
                    <a:pt x="153" y="14"/>
                  </a:cubicBezTo>
                  <a:cubicBezTo>
                    <a:pt x="140" y="5"/>
                    <a:pt x="126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8" name="Google Shape;12798;p32"/>
            <p:cNvSpPr/>
            <p:nvPr/>
          </p:nvSpPr>
          <p:spPr>
            <a:xfrm>
              <a:off x="4848575" y="3041150"/>
              <a:ext cx="6000" cy="4450"/>
            </a:xfrm>
            <a:custGeom>
              <a:avLst/>
              <a:gdLst/>
              <a:ahLst/>
              <a:cxnLst/>
              <a:rect l="l" t="t" r="r" b="b"/>
              <a:pathLst>
                <a:path w="240" h="178" extrusionOk="0">
                  <a:moveTo>
                    <a:pt x="126" y="0"/>
                  </a:moveTo>
                  <a:cubicBezTo>
                    <a:pt x="81" y="0"/>
                    <a:pt x="30" y="33"/>
                    <a:pt x="17" y="91"/>
                  </a:cubicBezTo>
                  <a:cubicBezTo>
                    <a:pt x="0" y="107"/>
                    <a:pt x="0" y="140"/>
                    <a:pt x="17" y="177"/>
                  </a:cubicBezTo>
                  <a:lnTo>
                    <a:pt x="223" y="177"/>
                  </a:lnTo>
                  <a:cubicBezTo>
                    <a:pt x="239" y="107"/>
                    <a:pt x="223" y="37"/>
                    <a:pt x="153" y="4"/>
                  </a:cubicBezTo>
                  <a:cubicBezTo>
                    <a:pt x="144" y="2"/>
                    <a:pt x="135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9" name="Google Shape;12799;p32"/>
            <p:cNvSpPr/>
            <p:nvPr/>
          </p:nvSpPr>
          <p:spPr>
            <a:xfrm>
              <a:off x="4894950" y="302942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0"/>
                  </a:moveTo>
                  <a:cubicBezTo>
                    <a:pt x="115" y="0"/>
                    <a:pt x="109" y="2"/>
                    <a:pt x="104" y="7"/>
                  </a:cubicBezTo>
                  <a:cubicBezTo>
                    <a:pt x="66" y="7"/>
                    <a:pt x="50" y="28"/>
                    <a:pt x="33" y="61"/>
                  </a:cubicBezTo>
                  <a:cubicBezTo>
                    <a:pt x="17" y="78"/>
                    <a:pt x="0" y="111"/>
                    <a:pt x="0" y="148"/>
                  </a:cubicBezTo>
                  <a:cubicBezTo>
                    <a:pt x="17" y="181"/>
                    <a:pt x="33" y="214"/>
                    <a:pt x="50" y="234"/>
                  </a:cubicBezTo>
                  <a:cubicBezTo>
                    <a:pt x="66" y="251"/>
                    <a:pt x="104" y="267"/>
                    <a:pt x="137" y="267"/>
                  </a:cubicBezTo>
                  <a:cubicBezTo>
                    <a:pt x="186" y="251"/>
                    <a:pt x="240" y="181"/>
                    <a:pt x="223" y="111"/>
                  </a:cubicBezTo>
                  <a:cubicBezTo>
                    <a:pt x="223" y="78"/>
                    <a:pt x="207" y="45"/>
                    <a:pt x="186" y="28"/>
                  </a:cubicBezTo>
                  <a:cubicBezTo>
                    <a:pt x="170" y="28"/>
                    <a:pt x="170" y="7"/>
                    <a:pt x="153" y="7"/>
                  </a:cubicBezTo>
                  <a:cubicBezTo>
                    <a:pt x="142" y="7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0" name="Google Shape;12800;p32"/>
            <p:cNvSpPr/>
            <p:nvPr/>
          </p:nvSpPr>
          <p:spPr>
            <a:xfrm>
              <a:off x="4900100" y="30138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43" y="1"/>
                  </a:moveTo>
                  <a:cubicBezTo>
                    <a:pt x="133" y="1"/>
                    <a:pt x="120" y="5"/>
                    <a:pt x="104" y="13"/>
                  </a:cubicBezTo>
                  <a:cubicBezTo>
                    <a:pt x="50" y="13"/>
                    <a:pt x="1" y="83"/>
                    <a:pt x="17" y="153"/>
                  </a:cubicBezTo>
                  <a:cubicBezTo>
                    <a:pt x="17" y="186"/>
                    <a:pt x="34" y="219"/>
                    <a:pt x="67" y="240"/>
                  </a:cubicBezTo>
                  <a:cubicBezTo>
                    <a:pt x="78" y="251"/>
                    <a:pt x="100" y="263"/>
                    <a:pt x="118" y="263"/>
                  </a:cubicBezTo>
                  <a:cubicBezTo>
                    <a:pt x="125" y="263"/>
                    <a:pt x="132" y="261"/>
                    <a:pt x="137" y="256"/>
                  </a:cubicBezTo>
                  <a:cubicBezTo>
                    <a:pt x="207" y="256"/>
                    <a:pt x="240" y="186"/>
                    <a:pt x="240" y="116"/>
                  </a:cubicBezTo>
                  <a:cubicBezTo>
                    <a:pt x="223" y="67"/>
                    <a:pt x="207" y="34"/>
                    <a:pt x="170" y="13"/>
                  </a:cubicBezTo>
                  <a:cubicBezTo>
                    <a:pt x="161" y="5"/>
                    <a:pt x="153" y="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1" name="Google Shape;12801;p32"/>
            <p:cNvSpPr/>
            <p:nvPr/>
          </p:nvSpPr>
          <p:spPr>
            <a:xfrm>
              <a:off x="4833100" y="3040425"/>
              <a:ext cx="6000" cy="5175"/>
            </a:xfrm>
            <a:custGeom>
              <a:avLst/>
              <a:gdLst/>
              <a:ahLst/>
              <a:cxnLst/>
              <a:rect l="l" t="t" r="r" b="b"/>
              <a:pathLst>
                <a:path w="240" h="207" extrusionOk="0">
                  <a:moveTo>
                    <a:pt x="104" y="0"/>
                  </a:moveTo>
                  <a:cubicBezTo>
                    <a:pt x="50" y="17"/>
                    <a:pt x="1" y="66"/>
                    <a:pt x="17" y="153"/>
                  </a:cubicBezTo>
                  <a:cubicBezTo>
                    <a:pt x="17" y="169"/>
                    <a:pt x="17" y="186"/>
                    <a:pt x="34" y="206"/>
                  </a:cubicBezTo>
                  <a:lnTo>
                    <a:pt x="223" y="206"/>
                  </a:lnTo>
                  <a:cubicBezTo>
                    <a:pt x="223" y="169"/>
                    <a:pt x="240" y="136"/>
                    <a:pt x="240" y="103"/>
                  </a:cubicBezTo>
                  <a:cubicBezTo>
                    <a:pt x="223" y="66"/>
                    <a:pt x="207" y="33"/>
                    <a:pt x="186" y="17"/>
                  </a:cubicBezTo>
                  <a:cubicBezTo>
                    <a:pt x="186" y="17"/>
                    <a:pt x="170" y="17"/>
                    <a:pt x="1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2" name="Google Shape;12802;p32"/>
            <p:cNvSpPr/>
            <p:nvPr/>
          </p:nvSpPr>
          <p:spPr>
            <a:xfrm>
              <a:off x="4578825" y="2964775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20" y="0"/>
                  </a:moveTo>
                  <a:cubicBezTo>
                    <a:pt x="87" y="0"/>
                    <a:pt x="50" y="0"/>
                    <a:pt x="34" y="37"/>
                  </a:cubicBezTo>
                  <a:cubicBezTo>
                    <a:pt x="17" y="54"/>
                    <a:pt x="1" y="87"/>
                    <a:pt x="1" y="120"/>
                  </a:cubicBezTo>
                  <a:cubicBezTo>
                    <a:pt x="1" y="157"/>
                    <a:pt x="1" y="190"/>
                    <a:pt x="17" y="206"/>
                  </a:cubicBezTo>
                  <a:cubicBezTo>
                    <a:pt x="34" y="243"/>
                    <a:pt x="71" y="260"/>
                    <a:pt x="87" y="260"/>
                  </a:cubicBezTo>
                  <a:cubicBezTo>
                    <a:pt x="120" y="260"/>
                    <a:pt x="153" y="260"/>
                    <a:pt x="174" y="223"/>
                  </a:cubicBezTo>
                  <a:cubicBezTo>
                    <a:pt x="223" y="190"/>
                    <a:pt x="223" y="103"/>
                    <a:pt x="190" y="54"/>
                  </a:cubicBezTo>
                  <a:cubicBezTo>
                    <a:pt x="174" y="37"/>
                    <a:pt x="174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3" name="Google Shape;12803;p32"/>
            <p:cNvSpPr/>
            <p:nvPr/>
          </p:nvSpPr>
          <p:spPr>
            <a:xfrm>
              <a:off x="4575825" y="3008975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88" y="1"/>
                  </a:moveTo>
                  <a:cubicBezTo>
                    <a:pt x="67" y="1"/>
                    <a:pt x="50" y="21"/>
                    <a:pt x="34" y="38"/>
                  </a:cubicBezTo>
                  <a:cubicBezTo>
                    <a:pt x="17" y="71"/>
                    <a:pt x="1" y="104"/>
                    <a:pt x="1" y="158"/>
                  </a:cubicBezTo>
                  <a:cubicBezTo>
                    <a:pt x="1" y="191"/>
                    <a:pt x="17" y="207"/>
                    <a:pt x="50" y="228"/>
                  </a:cubicBezTo>
                  <a:cubicBezTo>
                    <a:pt x="67" y="261"/>
                    <a:pt x="104" y="261"/>
                    <a:pt x="121" y="261"/>
                  </a:cubicBezTo>
                  <a:cubicBezTo>
                    <a:pt x="191" y="244"/>
                    <a:pt x="224" y="191"/>
                    <a:pt x="224" y="125"/>
                  </a:cubicBezTo>
                  <a:lnTo>
                    <a:pt x="224" y="104"/>
                  </a:lnTo>
                  <a:cubicBezTo>
                    <a:pt x="207" y="54"/>
                    <a:pt x="191" y="21"/>
                    <a:pt x="1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4" name="Google Shape;12804;p32"/>
            <p:cNvSpPr/>
            <p:nvPr/>
          </p:nvSpPr>
          <p:spPr>
            <a:xfrm>
              <a:off x="4579250" y="2932325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108" y="1"/>
                  </a:moveTo>
                  <a:cubicBezTo>
                    <a:pt x="92" y="1"/>
                    <a:pt x="73" y="9"/>
                    <a:pt x="54" y="28"/>
                  </a:cubicBezTo>
                  <a:cubicBezTo>
                    <a:pt x="33" y="28"/>
                    <a:pt x="17" y="61"/>
                    <a:pt x="0" y="78"/>
                  </a:cubicBezTo>
                  <a:lnTo>
                    <a:pt x="0" y="164"/>
                  </a:lnTo>
                  <a:cubicBezTo>
                    <a:pt x="17" y="201"/>
                    <a:pt x="33" y="234"/>
                    <a:pt x="70" y="251"/>
                  </a:cubicBezTo>
                  <a:cubicBezTo>
                    <a:pt x="83" y="260"/>
                    <a:pt x="98" y="264"/>
                    <a:pt x="112" y="264"/>
                  </a:cubicBezTo>
                  <a:cubicBezTo>
                    <a:pt x="153" y="264"/>
                    <a:pt x="194" y="232"/>
                    <a:pt x="206" y="181"/>
                  </a:cubicBezTo>
                  <a:cubicBezTo>
                    <a:pt x="223" y="115"/>
                    <a:pt x="206" y="28"/>
                    <a:pt x="136" y="12"/>
                  </a:cubicBezTo>
                  <a:cubicBezTo>
                    <a:pt x="129" y="5"/>
                    <a:pt x="120" y="1"/>
                    <a:pt x="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5" name="Google Shape;12805;p32"/>
            <p:cNvSpPr/>
            <p:nvPr/>
          </p:nvSpPr>
          <p:spPr>
            <a:xfrm>
              <a:off x="4584400" y="29927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0"/>
                  </a:moveTo>
                  <a:cubicBezTo>
                    <a:pt x="120" y="0"/>
                    <a:pt x="87" y="0"/>
                    <a:pt x="70" y="33"/>
                  </a:cubicBezTo>
                  <a:cubicBezTo>
                    <a:pt x="17" y="71"/>
                    <a:pt x="0" y="157"/>
                    <a:pt x="54" y="207"/>
                  </a:cubicBezTo>
                  <a:cubicBezTo>
                    <a:pt x="70" y="240"/>
                    <a:pt x="87" y="260"/>
                    <a:pt x="120" y="260"/>
                  </a:cubicBezTo>
                  <a:cubicBezTo>
                    <a:pt x="157" y="260"/>
                    <a:pt x="173" y="260"/>
                    <a:pt x="206" y="223"/>
                  </a:cubicBezTo>
                  <a:cubicBezTo>
                    <a:pt x="223" y="207"/>
                    <a:pt x="239" y="174"/>
                    <a:pt x="239" y="136"/>
                  </a:cubicBezTo>
                  <a:cubicBezTo>
                    <a:pt x="239" y="104"/>
                    <a:pt x="239" y="71"/>
                    <a:pt x="223" y="54"/>
                  </a:cubicBezTo>
                  <a:cubicBezTo>
                    <a:pt x="206" y="33"/>
                    <a:pt x="190" y="17"/>
                    <a:pt x="1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6" name="Google Shape;12806;p32"/>
            <p:cNvSpPr/>
            <p:nvPr/>
          </p:nvSpPr>
          <p:spPr>
            <a:xfrm>
              <a:off x="4581000" y="29148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25" y="1"/>
                  </a:moveTo>
                  <a:cubicBezTo>
                    <a:pt x="80" y="1"/>
                    <a:pt x="30" y="31"/>
                    <a:pt x="17" y="75"/>
                  </a:cubicBezTo>
                  <a:cubicBezTo>
                    <a:pt x="0" y="141"/>
                    <a:pt x="17" y="227"/>
                    <a:pt x="87" y="244"/>
                  </a:cubicBezTo>
                  <a:cubicBezTo>
                    <a:pt x="103" y="260"/>
                    <a:pt x="120" y="260"/>
                    <a:pt x="136" y="260"/>
                  </a:cubicBezTo>
                  <a:cubicBezTo>
                    <a:pt x="169" y="244"/>
                    <a:pt x="206" y="227"/>
                    <a:pt x="223" y="178"/>
                  </a:cubicBezTo>
                  <a:cubicBezTo>
                    <a:pt x="239" y="124"/>
                    <a:pt x="223" y="75"/>
                    <a:pt x="206" y="38"/>
                  </a:cubicBezTo>
                  <a:cubicBezTo>
                    <a:pt x="190" y="21"/>
                    <a:pt x="169" y="21"/>
                    <a:pt x="153" y="5"/>
                  </a:cubicBezTo>
                  <a:cubicBezTo>
                    <a:pt x="144" y="2"/>
                    <a:pt x="135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7" name="Google Shape;12807;p32"/>
            <p:cNvSpPr/>
            <p:nvPr/>
          </p:nvSpPr>
          <p:spPr>
            <a:xfrm>
              <a:off x="4564200" y="2965325"/>
              <a:ext cx="6100" cy="6550"/>
            </a:xfrm>
            <a:custGeom>
              <a:avLst/>
              <a:gdLst/>
              <a:ahLst/>
              <a:cxnLst/>
              <a:rect l="l" t="t" r="r" b="b"/>
              <a:pathLst>
                <a:path w="244" h="262" extrusionOk="0">
                  <a:moveTo>
                    <a:pt x="120" y="1"/>
                  </a:moveTo>
                  <a:cubicBezTo>
                    <a:pt x="77" y="1"/>
                    <a:pt x="44" y="33"/>
                    <a:pt x="17" y="81"/>
                  </a:cubicBezTo>
                  <a:cubicBezTo>
                    <a:pt x="0" y="151"/>
                    <a:pt x="37" y="221"/>
                    <a:pt x="87" y="254"/>
                  </a:cubicBezTo>
                  <a:cubicBezTo>
                    <a:pt x="98" y="254"/>
                    <a:pt x="109" y="262"/>
                    <a:pt x="121" y="262"/>
                  </a:cubicBezTo>
                  <a:cubicBezTo>
                    <a:pt x="127" y="262"/>
                    <a:pt x="133" y="260"/>
                    <a:pt x="140" y="254"/>
                  </a:cubicBezTo>
                  <a:cubicBezTo>
                    <a:pt x="173" y="254"/>
                    <a:pt x="206" y="221"/>
                    <a:pt x="223" y="184"/>
                  </a:cubicBezTo>
                  <a:cubicBezTo>
                    <a:pt x="243" y="135"/>
                    <a:pt x="243" y="81"/>
                    <a:pt x="206" y="48"/>
                  </a:cubicBezTo>
                  <a:cubicBezTo>
                    <a:pt x="190" y="32"/>
                    <a:pt x="190" y="15"/>
                    <a:pt x="173" y="15"/>
                  </a:cubicBezTo>
                  <a:cubicBezTo>
                    <a:pt x="154" y="5"/>
                    <a:pt x="13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8" name="Google Shape;12808;p32"/>
            <p:cNvSpPr/>
            <p:nvPr/>
          </p:nvSpPr>
          <p:spPr>
            <a:xfrm>
              <a:off x="4573675" y="3025675"/>
              <a:ext cx="6425" cy="6675"/>
            </a:xfrm>
            <a:custGeom>
              <a:avLst/>
              <a:gdLst/>
              <a:ahLst/>
              <a:cxnLst/>
              <a:rect l="l" t="t" r="r" b="b"/>
              <a:pathLst>
                <a:path w="257" h="267" extrusionOk="0">
                  <a:moveTo>
                    <a:pt x="139" y="1"/>
                  </a:moveTo>
                  <a:cubicBezTo>
                    <a:pt x="86" y="1"/>
                    <a:pt x="44" y="33"/>
                    <a:pt x="17" y="91"/>
                  </a:cubicBezTo>
                  <a:cubicBezTo>
                    <a:pt x="0" y="157"/>
                    <a:pt x="33" y="228"/>
                    <a:pt x="87" y="261"/>
                  </a:cubicBezTo>
                  <a:cubicBezTo>
                    <a:pt x="96" y="264"/>
                    <a:pt x="106" y="266"/>
                    <a:pt x="116" y="266"/>
                  </a:cubicBezTo>
                  <a:cubicBezTo>
                    <a:pt x="161" y="266"/>
                    <a:pt x="210" y="232"/>
                    <a:pt x="223" y="178"/>
                  </a:cubicBezTo>
                  <a:cubicBezTo>
                    <a:pt x="256" y="108"/>
                    <a:pt x="223" y="38"/>
                    <a:pt x="174" y="5"/>
                  </a:cubicBezTo>
                  <a:cubicBezTo>
                    <a:pt x="162" y="2"/>
                    <a:pt x="150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9" name="Google Shape;12809;p32"/>
            <p:cNvSpPr/>
            <p:nvPr/>
          </p:nvSpPr>
          <p:spPr>
            <a:xfrm>
              <a:off x="4562950" y="3011850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11" y="1"/>
                  </a:moveTo>
                  <a:cubicBezTo>
                    <a:pt x="92" y="1"/>
                    <a:pt x="76" y="14"/>
                    <a:pt x="50" y="26"/>
                  </a:cubicBezTo>
                  <a:cubicBezTo>
                    <a:pt x="1" y="76"/>
                    <a:pt x="1" y="162"/>
                    <a:pt x="34" y="216"/>
                  </a:cubicBezTo>
                  <a:cubicBezTo>
                    <a:pt x="50" y="232"/>
                    <a:pt x="87" y="249"/>
                    <a:pt x="120" y="265"/>
                  </a:cubicBezTo>
                  <a:cubicBezTo>
                    <a:pt x="137" y="265"/>
                    <a:pt x="170" y="249"/>
                    <a:pt x="190" y="232"/>
                  </a:cubicBezTo>
                  <a:cubicBezTo>
                    <a:pt x="223" y="216"/>
                    <a:pt x="223" y="179"/>
                    <a:pt x="240" y="146"/>
                  </a:cubicBezTo>
                  <a:cubicBezTo>
                    <a:pt x="240" y="113"/>
                    <a:pt x="223" y="76"/>
                    <a:pt x="207" y="43"/>
                  </a:cubicBezTo>
                  <a:cubicBezTo>
                    <a:pt x="207" y="26"/>
                    <a:pt x="190" y="26"/>
                    <a:pt x="170" y="10"/>
                  </a:cubicBezTo>
                  <a:lnTo>
                    <a:pt x="137" y="10"/>
                  </a:lnTo>
                  <a:cubicBezTo>
                    <a:pt x="127" y="3"/>
                    <a:pt x="118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0" name="Google Shape;12810;p32"/>
            <p:cNvSpPr/>
            <p:nvPr/>
          </p:nvSpPr>
          <p:spPr>
            <a:xfrm>
              <a:off x="4651800" y="2998100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95" y="0"/>
                  </a:moveTo>
                  <a:cubicBezTo>
                    <a:pt x="76" y="0"/>
                    <a:pt x="61" y="12"/>
                    <a:pt x="38" y="24"/>
                  </a:cubicBezTo>
                  <a:cubicBezTo>
                    <a:pt x="17" y="61"/>
                    <a:pt x="1" y="77"/>
                    <a:pt x="1" y="110"/>
                  </a:cubicBezTo>
                  <a:cubicBezTo>
                    <a:pt x="1" y="147"/>
                    <a:pt x="1" y="180"/>
                    <a:pt x="17" y="213"/>
                  </a:cubicBezTo>
                  <a:cubicBezTo>
                    <a:pt x="38" y="230"/>
                    <a:pt x="71" y="250"/>
                    <a:pt x="104" y="267"/>
                  </a:cubicBezTo>
                  <a:cubicBezTo>
                    <a:pt x="120" y="267"/>
                    <a:pt x="157" y="250"/>
                    <a:pt x="174" y="230"/>
                  </a:cubicBezTo>
                  <a:cubicBezTo>
                    <a:pt x="223" y="180"/>
                    <a:pt x="244" y="110"/>
                    <a:pt x="190" y="44"/>
                  </a:cubicBezTo>
                  <a:cubicBezTo>
                    <a:pt x="190" y="24"/>
                    <a:pt x="174" y="24"/>
                    <a:pt x="157" y="7"/>
                  </a:cubicBezTo>
                  <a:lnTo>
                    <a:pt x="120" y="7"/>
                  </a:lnTo>
                  <a:cubicBezTo>
                    <a:pt x="110" y="2"/>
                    <a:pt x="102" y="0"/>
                    <a:pt x="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1" name="Google Shape;12811;p32"/>
            <p:cNvSpPr/>
            <p:nvPr/>
          </p:nvSpPr>
          <p:spPr>
            <a:xfrm>
              <a:off x="4653975" y="2948150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22" y="1"/>
                  </a:moveTo>
                  <a:cubicBezTo>
                    <a:pt x="78" y="1"/>
                    <a:pt x="44" y="32"/>
                    <a:pt x="17" y="84"/>
                  </a:cubicBezTo>
                  <a:cubicBezTo>
                    <a:pt x="0" y="150"/>
                    <a:pt x="33" y="220"/>
                    <a:pt x="87" y="253"/>
                  </a:cubicBezTo>
                  <a:lnTo>
                    <a:pt x="136" y="253"/>
                  </a:lnTo>
                  <a:cubicBezTo>
                    <a:pt x="173" y="253"/>
                    <a:pt x="206" y="220"/>
                    <a:pt x="223" y="187"/>
                  </a:cubicBezTo>
                  <a:cubicBezTo>
                    <a:pt x="239" y="133"/>
                    <a:pt x="239" y="84"/>
                    <a:pt x="206" y="47"/>
                  </a:cubicBezTo>
                  <a:cubicBezTo>
                    <a:pt x="190" y="30"/>
                    <a:pt x="190" y="14"/>
                    <a:pt x="173" y="14"/>
                  </a:cubicBezTo>
                  <a:cubicBezTo>
                    <a:pt x="155" y="5"/>
                    <a:pt x="138" y="1"/>
                    <a:pt x="1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2" name="Google Shape;12812;p32"/>
            <p:cNvSpPr/>
            <p:nvPr/>
          </p:nvSpPr>
          <p:spPr>
            <a:xfrm>
              <a:off x="4657875" y="3026025"/>
              <a:ext cx="5600" cy="6700"/>
            </a:xfrm>
            <a:custGeom>
              <a:avLst/>
              <a:gdLst/>
              <a:ahLst/>
              <a:cxnLst/>
              <a:rect l="l" t="t" r="r" b="b"/>
              <a:pathLst>
                <a:path w="224" h="268" extrusionOk="0">
                  <a:moveTo>
                    <a:pt x="107" y="1"/>
                  </a:moveTo>
                  <a:cubicBezTo>
                    <a:pt x="84" y="1"/>
                    <a:pt x="62" y="12"/>
                    <a:pt x="50" y="24"/>
                  </a:cubicBezTo>
                  <a:cubicBezTo>
                    <a:pt x="1" y="77"/>
                    <a:pt x="1" y="164"/>
                    <a:pt x="34" y="214"/>
                  </a:cubicBezTo>
                  <a:cubicBezTo>
                    <a:pt x="50" y="230"/>
                    <a:pt x="67" y="247"/>
                    <a:pt x="104" y="267"/>
                  </a:cubicBezTo>
                  <a:cubicBezTo>
                    <a:pt x="137" y="267"/>
                    <a:pt x="170" y="247"/>
                    <a:pt x="186" y="230"/>
                  </a:cubicBezTo>
                  <a:cubicBezTo>
                    <a:pt x="207" y="214"/>
                    <a:pt x="223" y="181"/>
                    <a:pt x="223" y="143"/>
                  </a:cubicBezTo>
                  <a:cubicBezTo>
                    <a:pt x="223" y="110"/>
                    <a:pt x="223" y="77"/>
                    <a:pt x="207" y="40"/>
                  </a:cubicBezTo>
                  <a:cubicBezTo>
                    <a:pt x="186" y="24"/>
                    <a:pt x="170" y="7"/>
                    <a:pt x="153" y="7"/>
                  </a:cubicBezTo>
                  <a:lnTo>
                    <a:pt x="137" y="7"/>
                  </a:lnTo>
                  <a:cubicBezTo>
                    <a:pt x="127" y="3"/>
                    <a:pt x="117" y="1"/>
                    <a:pt x="1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3" name="Google Shape;12813;p32"/>
            <p:cNvSpPr/>
            <p:nvPr/>
          </p:nvSpPr>
          <p:spPr>
            <a:xfrm>
              <a:off x="4596875" y="3040275"/>
              <a:ext cx="5575" cy="3575"/>
            </a:xfrm>
            <a:custGeom>
              <a:avLst/>
              <a:gdLst/>
              <a:ahLst/>
              <a:cxnLst/>
              <a:rect l="l" t="t" r="r" b="b"/>
              <a:pathLst>
                <a:path w="223" h="143" extrusionOk="0">
                  <a:moveTo>
                    <a:pt x="117" y="1"/>
                  </a:moveTo>
                  <a:cubicBezTo>
                    <a:pt x="67" y="1"/>
                    <a:pt x="27" y="35"/>
                    <a:pt x="0" y="89"/>
                  </a:cubicBezTo>
                  <a:lnTo>
                    <a:pt x="0" y="142"/>
                  </a:lnTo>
                  <a:lnTo>
                    <a:pt x="223" y="142"/>
                  </a:lnTo>
                  <a:cubicBezTo>
                    <a:pt x="223" y="89"/>
                    <a:pt x="190" y="39"/>
                    <a:pt x="153" y="6"/>
                  </a:cubicBezTo>
                  <a:cubicBezTo>
                    <a:pt x="140" y="2"/>
                    <a:pt x="128" y="1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4" name="Google Shape;12814;p32"/>
            <p:cNvSpPr/>
            <p:nvPr/>
          </p:nvSpPr>
          <p:spPr>
            <a:xfrm>
              <a:off x="4652225" y="296580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5" y="0"/>
                  </a:moveTo>
                  <a:cubicBezTo>
                    <a:pt x="88" y="0"/>
                    <a:pt x="70" y="4"/>
                    <a:pt x="54" y="13"/>
                  </a:cubicBezTo>
                  <a:cubicBezTo>
                    <a:pt x="37" y="29"/>
                    <a:pt x="21" y="46"/>
                    <a:pt x="0" y="79"/>
                  </a:cubicBezTo>
                  <a:lnTo>
                    <a:pt x="0" y="165"/>
                  </a:lnTo>
                  <a:cubicBezTo>
                    <a:pt x="21" y="202"/>
                    <a:pt x="37" y="235"/>
                    <a:pt x="70" y="252"/>
                  </a:cubicBezTo>
                  <a:cubicBezTo>
                    <a:pt x="79" y="255"/>
                    <a:pt x="89" y="256"/>
                    <a:pt x="98" y="256"/>
                  </a:cubicBezTo>
                  <a:cubicBezTo>
                    <a:pt x="145" y="256"/>
                    <a:pt x="193" y="223"/>
                    <a:pt x="206" y="165"/>
                  </a:cubicBezTo>
                  <a:cubicBezTo>
                    <a:pt x="243" y="116"/>
                    <a:pt x="206" y="29"/>
                    <a:pt x="157" y="13"/>
                  </a:cubicBezTo>
                  <a:cubicBezTo>
                    <a:pt x="140" y="4"/>
                    <a:pt x="123" y="0"/>
                    <a:pt x="1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5" name="Google Shape;12815;p32"/>
            <p:cNvSpPr/>
            <p:nvPr/>
          </p:nvSpPr>
          <p:spPr>
            <a:xfrm>
              <a:off x="4659525" y="2980925"/>
              <a:ext cx="6125" cy="6650"/>
            </a:xfrm>
            <a:custGeom>
              <a:avLst/>
              <a:gdLst/>
              <a:ahLst/>
              <a:cxnLst/>
              <a:rect l="l" t="t" r="r" b="b"/>
              <a:pathLst>
                <a:path w="245" h="266" extrusionOk="0">
                  <a:moveTo>
                    <a:pt x="121" y="1"/>
                  </a:moveTo>
                  <a:cubicBezTo>
                    <a:pt x="115" y="1"/>
                    <a:pt x="109" y="3"/>
                    <a:pt x="104" y="10"/>
                  </a:cubicBezTo>
                  <a:cubicBezTo>
                    <a:pt x="38" y="10"/>
                    <a:pt x="1" y="76"/>
                    <a:pt x="1" y="146"/>
                  </a:cubicBezTo>
                  <a:cubicBezTo>
                    <a:pt x="17" y="179"/>
                    <a:pt x="38" y="216"/>
                    <a:pt x="54" y="232"/>
                  </a:cubicBezTo>
                  <a:cubicBezTo>
                    <a:pt x="71" y="249"/>
                    <a:pt x="104" y="265"/>
                    <a:pt x="141" y="265"/>
                  </a:cubicBezTo>
                  <a:cubicBezTo>
                    <a:pt x="190" y="249"/>
                    <a:pt x="244" y="179"/>
                    <a:pt x="223" y="113"/>
                  </a:cubicBezTo>
                  <a:cubicBezTo>
                    <a:pt x="223" y="76"/>
                    <a:pt x="207" y="43"/>
                    <a:pt x="190" y="26"/>
                  </a:cubicBezTo>
                  <a:cubicBezTo>
                    <a:pt x="174" y="26"/>
                    <a:pt x="174" y="10"/>
                    <a:pt x="157" y="10"/>
                  </a:cubicBezTo>
                  <a:cubicBezTo>
                    <a:pt x="146" y="10"/>
                    <a:pt x="134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6" name="Google Shape;12816;p32"/>
            <p:cNvSpPr/>
            <p:nvPr/>
          </p:nvSpPr>
          <p:spPr>
            <a:xfrm>
              <a:off x="4643250" y="3028775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87" y="0"/>
                  </a:moveTo>
                  <a:cubicBezTo>
                    <a:pt x="50" y="0"/>
                    <a:pt x="33" y="17"/>
                    <a:pt x="17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0" y="190"/>
                    <a:pt x="17" y="207"/>
                    <a:pt x="33" y="223"/>
                  </a:cubicBezTo>
                  <a:cubicBezTo>
                    <a:pt x="70" y="260"/>
                    <a:pt x="87" y="260"/>
                    <a:pt x="120" y="260"/>
                  </a:cubicBezTo>
                  <a:cubicBezTo>
                    <a:pt x="190" y="240"/>
                    <a:pt x="223" y="174"/>
                    <a:pt x="223" y="104"/>
                  </a:cubicBezTo>
                  <a:cubicBezTo>
                    <a:pt x="207" y="71"/>
                    <a:pt x="190" y="33"/>
                    <a:pt x="174" y="17"/>
                  </a:cubicBezTo>
                  <a:cubicBezTo>
                    <a:pt x="153" y="17"/>
                    <a:pt x="153" y="17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7" name="Google Shape;12817;p32"/>
            <p:cNvSpPr/>
            <p:nvPr/>
          </p:nvSpPr>
          <p:spPr>
            <a:xfrm>
              <a:off x="4648400" y="301332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4" y="0"/>
                  </a:moveTo>
                  <a:cubicBezTo>
                    <a:pt x="33" y="0"/>
                    <a:pt x="1" y="70"/>
                    <a:pt x="1" y="136"/>
                  </a:cubicBezTo>
                  <a:cubicBezTo>
                    <a:pt x="17" y="173"/>
                    <a:pt x="17" y="206"/>
                    <a:pt x="50" y="223"/>
                  </a:cubicBezTo>
                  <a:cubicBezTo>
                    <a:pt x="71" y="260"/>
                    <a:pt x="104" y="260"/>
                    <a:pt x="137" y="260"/>
                  </a:cubicBezTo>
                  <a:cubicBezTo>
                    <a:pt x="190" y="239"/>
                    <a:pt x="240" y="173"/>
                    <a:pt x="223" y="103"/>
                  </a:cubicBezTo>
                  <a:cubicBezTo>
                    <a:pt x="223" y="54"/>
                    <a:pt x="19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8" name="Google Shape;12818;p32"/>
            <p:cNvSpPr/>
            <p:nvPr/>
          </p:nvSpPr>
          <p:spPr>
            <a:xfrm>
              <a:off x="4569750" y="2995275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04" y="1"/>
                  </a:moveTo>
                  <a:cubicBezTo>
                    <a:pt x="71" y="17"/>
                    <a:pt x="54" y="33"/>
                    <a:pt x="38" y="54"/>
                  </a:cubicBezTo>
                  <a:cubicBezTo>
                    <a:pt x="21" y="87"/>
                    <a:pt x="1" y="120"/>
                    <a:pt x="21" y="157"/>
                  </a:cubicBezTo>
                  <a:cubicBezTo>
                    <a:pt x="21" y="190"/>
                    <a:pt x="38" y="223"/>
                    <a:pt x="54" y="240"/>
                  </a:cubicBezTo>
                  <a:cubicBezTo>
                    <a:pt x="78" y="254"/>
                    <a:pt x="93" y="267"/>
                    <a:pt x="113" y="267"/>
                  </a:cubicBezTo>
                  <a:cubicBezTo>
                    <a:pt x="121" y="267"/>
                    <a:pt x="130" y="265"/>
                    <a:pt x="141" y="260"/>
                  </a:cubicBezTo>
                  <a:cubicBezTo>
                    <a:pt x="190" y="260"/>
                    <a:pt x="244" y="190"/>
                    <a:pt x="227" y="120"/>
                  </a:cubicBezTo>
                  <a:cubicBezTo>
                    <a:pt x="227" y="87"/>
                    <a:pt x="207" y="54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1"/>
                    <a:pt x="124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9" name="Google Shape;12819;p32"/>
            <p:cNvSpPr/>
            <p:nvPr/>
          </p:nvSpPr>
          <p:spPr>
            <a:xfrm>
              <a:off x="4958850" y="3000675"/>
              <a:ext cx="6525" cy="6575"/>
            </a:xfrm>
            <a:custGeom>
              <a:avLst/>
              <a:gdLst/>
              <a:ahLst/>
              <a:cxnLst/>
              <a:rect l="l" t="t" r="r" b="b"/>
              <a:pathLst>
                <a:path w="261" h="263" extrusionOk="0">
                  <a:moveTo>
                    <a:pt x="122" y="0"/>
                  </a:moveTo>
                  <a:cubicBezTo>
                    <a:pt x="104" y="0"/>
                    <a:pt x="82" y="12"/>
                    <a:pt x="71" y="24"/>
                  </a:cubicBezTo>
                  <a:cubicBezTo>
                    <a:pt x="21" y="77"/>
                    <a:pt x="1" y="164"/>
                    <a:pt x="54" y="213"/>
                  </a:cubicBezTo>
                  <a:cubicBezTo>
                    <a:pt x="73" y="244"/>
                    <a:pt x="105" y="263"/>
                    <a:pt x="137" y="263"/>
                  </a:cubicBezTo>
                  <a:cubicBezTo>
                    <a:pt x="161" y="263"/>
                    <a:pt x="186" y="253"/>
                    <a:pt x="207" y="230"/>
                  </a:cubicBezTo>
                  <a:cubicBezTo>
                    <a:pt x="260" y="180"/>
                    <a:pt x="260" y="110"/>
                    <a:pt x="227" y="44"/>
                  </a:cubicBezTo>
                  <a:cubicBezTo>
                    <a:pt x="207" y="24"/>
                    <a:pt x="190" y="24"/>
                    <a:pt x="174" y="7"/>
                  </a:cubicBezTo>
                  <a:lnTo>
                    <a:pt x="141" y="7"/>
                  </a:lnTo>
                  <a:cubicBezTo>
                    <a:pt x="136" y="2"/>
                    <a:pt x="129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0" name="Google Shape;12820;p32"/>
            <p:cNvSpPr/>
            <p:nvPr/>
          </p:nvSpPr>
          <p:spPr>
            <a:xfrm>
              <a:off x="4566350" y="2796025"/>
              <a:ext cx="5600" cy="4400"/>
            </a:xfrm>
            <a:custGeom>
              <a:avLst/>
              <a:gdLst/>
              <a:ahLst/>
              <a:cxnLst/>
              <a:rect l="l" t="t" r="r" b="b"/>
              <a:pathLst>
                <a:path w="224" h="176" extrusionOk="0">
                  <a:moveTo>
                    <a:pt x="223" y="1"/>
                  </a:moveTo>
                  <a:cubicBezTo>
                    <a:pt x="174" y="17"/>
                    <a:pt x="104" y="34"/>
                    <a:pt x="54" y="34"/>
                  </a:cubicBezTo>
                  <a:cubicBezTo>
                    <a:pt x="34" y="34"/>
                    <a:pt x="17" y="50"/>
                    <a:pt x="1" y="50"/>
                  </a:cubicBezTo>
                  <a:cubicBezTo>
                    <a:pt x="1" y="104"/>
                    <a:pt x="34" y="154"/>
                    <a:pt x="71" y="170"/>
                  </a:cubicBezTo>
                  <a:cubicBezTo>
                    <a:pt x="83" y="174"/>
                    <a:pt x="95" y="176"/>
                    <a:pt x="106" y="176"/>
                  </a:cubicBezTo>
                  <a:cubicBezTo>
                    <a:pt x="156" y="176"/>
                    <a:pt x="197" y="141"/>
                    <a:pt x="223" y="88"/>
                  </a:cubicBezTo>
                  <a:lnTo>
                    <a:pt x="2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1" name="Google Shape;12821;p32"/>
            <p:cNvSpPr/>
            <p:nvPr/>
          </p:nvSpPr>
          <p:spPr>
            <a:xfrm>
              <a:off x="4561200" y="3026600"/>
              <a:ext cx="3425" cy="6625"/>
            </a:xfrm>
            <a:custGeom>
              <a:avLst/>
              <a:gdLst/>
              <a:ahLst/>
              <a:cxnLst/>
              <a:rect l="l" t="t" r="r" b="b"/>
              <a:pathLst>
                <a:path w="137" h="265" extrusionOk="0">
                  <a:moveTo>
                    <a:pt x="1" y="1"/>
                  </a:moveTo>
                  <a:lnTo>
                    <a:pt x="1" y="261"/>
                  </a:lnTo>
                  <a:cubicBezTo>
                    <a:pt x="10" y="263"/>
                    <a:pt x="19" y="265"/>
                    <a:pt x="27" y="265"/>
                  </a:cubicBezTo>
                  <a:cubicBezTo>
                    <a:pt x="70" y="265"/>
                    <a:pt x="106" y="232"/>
                    <a:pt x="120" y="174"/>
                  </a:cubicBezTo>
                  <a:cubicBezTo>
                    <a:pt x="137" y="120"/>
                    <a:pt x="104" y="38"/>
                    <a:pt x="54" y="17"/>
                  </a:cubicBezTo>
                  <a:cubicBezTo>
                    <a:pt x="34" y="1"/>
                    <a:pt x="17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2" name="Google Shape;12822;p32"/>
            <p:cNvSpPr/>
            <p:nvPr/>
          </p:nvSpPr>
          <p:spPr>
            <a:xfrm>
              <a:off x="4977400" y="3003000"/>
              <a:ext cx="1675" cy="3025"/>
            </a:xfrm>
            <a:custGeom>
              <a:avLst/>
              <a:gdLst/>
              <a:ahLst/>
              <a:cxnLst/>
              <a:rect l="l" t="t" r="r" b="b"/>
              <a:pathLst>
                <a:path w="67" h="121" extrusionOk="0">
                  <a:moveTo>
                    <a:pt x="1" y="1"/>
                  </a:moveTo>
                  <a:lnTo>
                    <a:pt x="1" y="34"/>
                  </a:lnTo>
                  <a:cubicBezTo>
                    <a:pt x="17" y="71"/>
                    <a:pt x="34" y="104"/>
                    <a:pt x="67" y="120"/>
                  </a:cubicBezTo>
                  <a:cubicBezTo>
                    <a:pt x="34" y="71"/>
                    <a:pt x="17" y="34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3" name="Google Shape;12823;p32"/>
            <p:cNvSpPr/>
            <p:nvPr/>
          </p:nvSpPr>
          <p:spPr>
            <a:xfrm>
              <a:off x="4566775" y="3041325"/>
              <a:ext cx="5175" cy="2100"/>
            </a:xfrm>
            <a:custGeom>
              <a:avLst/>
              <a:gdLst/>
              <a:ahLst/>
              <a:cxnLst/>
              <a:rect l="l" t="t" r="r" b="b"/>
              <a:pathLst>
                <a:path w="207" h="84" extrusionOk="0">
                  <a:moveTo>
                    <a:pt x="96" y="1"/>
                  </a:moveTo>
                  <a:cubicBezTo>
                    <a:pt x="53" y="1"/>
                    <a:pt x="12" y="32"/>
                    <a:pt x="0" y="84"/>
                  </a:cubicBezTo>
                  <a:lnTo>
                    <a:pt x="206" y="84"/>
                  </a:lnTo>
                  <a:cubicBezTo>
                    <a:pt x="190" y="47"/>
                    <a:pt x="173" y="30"/>
                    <a:pt x="140" y="14"/>
                  </a:cubicBezTo>
                  <a:cubicBezTo>
                    <a:pt x="126" y="5"/>
                    <a:pt x="111" y="1"/>
                    <a:pt x="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4" name="Google Shape;12824;p32"/>
            <p:cNvSpPr/>
            <p:nvPr/>
          </p:nvSpPr>
          <p:spPr>
            <a:xfrm>
              <a:off x="4962350" y="303272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19" y="1"/>
                  </a:moveTo>
                  <a:cubicBezTo>
                    <a:pt x="76" y="1"/>
                    <a:pt x="41" y="34"/>
                    <a:pt x="17" y="82"/>
                  </a:cubicBezTo>
                  <a:cubicBezTo>
                    <a:pt x="1" y="152"/>
                    <a:pt x="34" y="238"/>
                    <a:pt x="87" y="255"/>
                  </a:cubicBezTo>
                  <a:cubicBezTo>
                    <a:pt x="98" y="255"/>
                    <a:pt x="109" y="262"/>
                    <a:pt x="120" y="262"/>
                  </a:cubicBezTo>
                  <a:cubicBezTo>
                    <a:pt x="126" y="262"/>
                    <a:pt x="131" y="260"/>
                    <a:pt x="137" y="255"/>
                  </a:cubicBezTo>
                  <a:cubicBezTo>
                    <a:pt x="170" y="255"/>
                    <a:pt x="207" y="222"/>
                    <a:pt x="224" y="185"/>
                  </a:cubicBezTo>
                  <a:cubicBezTo>
                    <a:pt x="240" y="135"/>
                    <a:pt x="240" y="82"/>
                    <a:pt x="207" y="49"/>
                  </a:cubicBezTo>
                  <a:cubicBezTo>
                    <a:pt x="191" y="32"/>
                    <a:pt x="191" y="16"/>
                    <a:pt x="170" y="16"/>
                  </a:cubicBezTo>
                  <a:cubicBezTo>
                    <a:pt x="152" y="5"/>
                    <a:pt x="135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5" name="Google Shape;12825;p32"/>
            <p:cNvSpPr/>
            <p:nvPr/>
          </p:nvSpPr>
          <p:spPr>
            <a:xfrm>
              <a:off x="4966175" y="2987125"/>
              <a:ext cx="5175" cy="6175"/>
            </a:xfrm>
            <a:custGeom>
              <a:avLst/>
              <a:gdLst/>
              <a:ahLst/>
              <a:cxnLst/>
              <a:rect l="l" t="t" r="r" b="b"/>
              <a:pathLst>
                <a:path w="207" h="247" extrusionOk="0">
                  <a:moveTo>
                    <a:pt x="87" y="1"/>
                  </a:moveTo>
                  <a:cubicBezTo>
                    <a:pt x="38" y="17"/>
                    <a:pt x="0" y="71"/>
                    <a:pt x="17" y="137"/>
                  </a:cubicBezTo>
                  <a:cubicBezTo>
                    <a:pt x="17" y="174"/>
                    <a:pt x="38" y="207"/>
                    <a:pt x="71" y="223"/>
                  </a:cubicBezTo>
                  <a:cubicBezTo>
                    <a:pt x="82" y="235"/>
                    <a:pt x="102" y="247"/>
                    <a:pt x="120" y="247"/>
                  </a:cubicBezTo>
                  <a:cubicBezTo>
                    <a:pt x="127" y="247"/>
                    <a:pt x="135" y="245"/>
                    <a:pt x="141" y="240"/>
                  </a:cubicBezTo>
                  <a:cubicBezTo>
                    <a:pt x="174" y="240"/>
                    <a:pt x="190" y="223"/>
                    <a:pt x="207" y="207"/>
                  </a:cubicBezTo>
                  <a:cubicBezTo>
                    <a:pt x="174" y="137"/>
                    <a:pt x="141" y="7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6" name="Google Shape;12826;p32"/>
            <p:cNvSpPr/>
            <p:nvPr/>
          </p:nvSpPr>
          <p:spPr>
            <a:xfrm>
              <a:off x="4976900" y="3032175"/>
              <a:ext cx="5675" cy="6525"/>
            </a:xfrm>
            <a:custGeom>
              <a:avLst/>
              <a:gdLst/>
              <a:ahLst/>
              <a:cxnLst/>
              <a:rect l="l" t="t" r="r" b="b"/>
              <a:pathLst>
                <a:path w="227" h="261" extrusionOk="0">
                  <a:moveTo>
                    <a:pt x="124" y="1"/>
                  </a:moveTo>
                  <a:cubicBezTo>
                    <a:pt x="87" y="1"/>
                    <a:pt x="54" y="1"/>
                    <a:pt x="37" y="38"/>
                  </a:cubicBezTo>
                  <a:cubicBezTo>
                    <a:pt x="21" y="54"/>
                    <a:pt x="0" y="87"/>
                    <a:pt x="0" y="124"/>
                  </a:cubicBezTo>
                  <a:cubicBezTo>
                    <a:pt x="0" y="157"/>
                    <a:pt x="0" y="190"/>
                    <a:pt x="21" y="207"/>
                  </a:cubicBezTo>
                  <a:cubicBezTo>
                    <a:pt x="37" y="244"/>
                    <a:pt x="70" y="260"/>
                    <a:pt x="87" y="260"/>
                  </a:cubicBezTo>
                  <a:cubicBezTo>
                    <a:pt x="124" y="260"/>
                    <a:pt x="157" y="260"/>
                    <a:pt x="173" y="227"/>
                  </a:cubicBezTo>
                  <a:cubicBezTo>
                    <a:pt x="227" y="190"/>
                    <a:pt x="227" y="104"/>
                    <a:pt x="190" y="54"/>
                  </a:cubicBezTo>
                  <a:cubicBezTo>
                    <a:pt x="173" y="38"/>
                    <a:pt x="173" y="21"/>
                    <a:pt x="157" y="21"/>
                  </a:cubicBezTo>
                  <a:cubicBezTo>
                    <a:pt x="140" y="1"/>
                    <a:pt x="124" y="1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7" name="Google Shape;12827;p32"/>
            <p:cNvSpPr/>
            <p:nvPr/>
          </p:nvSpPr>
          <p:spPr>
            <a:xfrm>
              <a:off x="4610975" y="2786550"/>
              <a:ext cx="5700" cy="5600"/>
            </a:xfrm>
            <a:custGeom>
              <a:avLst/>
              <a:gdLst/>
              <a:ahLst/>
              <a:cxnLst/>
              <a:rect l="l" t="t" r="r" b="b"/>
              <a:pathLst>
                <a:path w="228" h="224" extrusionOk="0">
                  <a:moveTo>
                    <a:pt x="191" y="1"/>
                  </a:moveTo>
                  <a:cubicBezTo>
                    <a:pt x="125" y="1"/>
                    <a:pt x="71" y="17"/>
                    <a:pt x="22" y="17"/>
                  </a:cubicBezTo>
                  <a:cubicBezTo>
                    <a:pt x="1" y="71"/>
                    <a:pt x="1" y="137"/>
                    <a:pt x="38" y="174"/>
                  </a:cubicBezTo>
                  <a:cubicBezTo>
                    <a:pt x="54" y="207"/>
                    <a:pt x="71" y="223"/>
                    <a:pt x="104" y="223"/>
                  </a:cubicBezTo>
                  <a:cubicBezTo>
                    <a:pt x="141" y="223"/>
                    <a:pt x="158" y="223"/>
                    <a:pt x="191" y="190"/>
                  </a:cubicBezTo>
                  <a:cubicBezTo>
                    <a:pt x="207" y="174"/>
                    <a:pt x="228" y="137"/>
                    <a:pt x="228" y="104"/>
                  </a:cubicBezTo>
                  <a:cubicBezTo>
                    <a:pt x="228" y="71"/>
                    <a:pt x="228" y="34"/>
                    <a:pt x="207" y="17"/>
                  </a:cubicBezTo>
                  <a:lnTo>
                    <a:pt x="1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8" name="Google Shape;12828;p32"/>
            <p:cNvSpPr/>
            <p:nvPr/>
          </p:nvSpPr>
          <p:spPr>
            <a:xfrm>
              <a:off x="4900925" y="3043000"/>
              <a:ext cx="5600" cy="3000"/>
            </a:xfrm>
            <a:custGeom>
              <a:avLst/>
              <a:gdLst/>
              <a:ahLst/>
              <a:cxnLst/>
              <a:rect l="l" t="t" r="r" b="b"/>
              <a:pathLst>
                <a:path w="224" h="120" extrusionOk="0">
                  <a:moveTo>
                    <a:pt x="87" y="0"/>
                  </a:moveTo>
                  <a:cubicBezTo>
                    <a:pt x="71" y="17"/>
                    <a:pt x="50" y="17"/>
                    <a:pt x="34" y="33"/>
                  </a:cubicBezTo>
                  <a:cubicBezTo>
                    <a:pt x="17" y="66"/>
                    <a:pt x="1" y="83"/>
                    <a:pt x="1" y="120"/>
                  </a:cubicBezTo>
                  <a:lnTo>
                    <a:pt x="223" y="120"/>
                  </a:lnTo>
                  <a:cubicBezTo>
                    <a:pt x="207" y="66"/>
                    <a:pt x="190" y="33"/>
                    <a:pt x="153" y="17"/>
                  </a:cubicBezTo>
                  <a:cubicBezTo>
                    <a:pt x="137" y="0"/>
                    <a:pt x="104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9" name="Google Shape;12829;p32"/>
            <p:cNvSpPr/>
            <p:nvPr/>
          </p:nvSpPr>
          <p:spPr>
            <a:xfrm>
              <a:off x="4739000" y="3044225"/>
              <a:ext cx="3025" cy="450"/>
            </a:xfrm>
            <a:custGeom>
              <a:avLst/>
              <a:gdLst/>
              <a:ahLst/>
              <a:cxnLst/>
              <a:rect l="l" t="t" r="r" b="b"/>
              <a:pathLst>
                <a:path w="121" h="18" extrusionOk="0">
                  <a:moveTo>
                    <a:pt x="34" y="1"/>
                  </a:moveTo>
                  <a:cubicBezTo>
                    <a:pt x="34" y="1"/>
                    <a:pt x="17" y="17"/>
                    <a:pt x="1" y="17"/>
                  </a:cubicBezTo>
                  <a:lnTo>
                    <a:pt x="120" y="17"/>
                  </a:lnTo>
                  <a:cubicBezTo>
                    <a:pt x="104" y="17"/>
                    <a:pt x="104" y="17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0" name="Google Shape;12830;p32"/>
            <p:cNvSpPr/>
            <p:nvPr/>
          </p:nvSpPr>
          <p:spPr>
            <a:xfrm>
              <a:off x="4581400" y="3039500"/>
              <a:ext cx="5600" cy="3925"/>
            </a:xfrm>
            <a:custGeom>
              <a:avLst/>
              <a:gdLst/>
              <a:ahLst/>
              <a:cxnLst/>
              <a:rect l="l" t="t" r="r" b="b"/>
              <a:pathLst>
                <a:path w="224" h="157" extrusionOk="0">
                  <a:moveTo>
                    <a:pt x="104" y="0"/>
                  </a:moveTo>
                  <a:cubicBezTo>
                    <a:pt x="34" y="17"/>
                    <a:pt x="1" y="87"/>
                    <a:pt x="1" y="157"/>
                  </a:cubicBezTo>
                  <a:lnTo>
                    <a:pt x="223" y="157"/>
                  </a:lnTo>
                  <a:lnTo>
                    <a:pt x="223" y="103"/>
                  </a:lnTo>
                  <a:cubicBezTo>
                    <a:pt x="223" y="70"/>
                    <a:pt x="207" y="54"/>
                    <a:pt x="174" y="17"/>
                  </a:cubicBezTo>
                  <a:lnTo>
                    <a:pt x="153" y="17"/>
                  </a:ln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1" name="Google Shape;12831;p32"/>
            <p:cNvSpPr/>
            <p:nvPr/>
          </p:nvSpPr>
          <p:spPr>
            <a:xfrm>
              <a:off x="4916400" y="29614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10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0" y="150"/>
                    <a:pt x="17" y="236"/>
                    <a:pt x="70" y="253"/>
                  </a:cubicBezTo>
                  <a:cubicBezTo>
                    <a:pt x="88" y="263"/>
                    <a:pt x="106" y="267"/>
                    <a:pt x="124" y="267"/>
                  </a:cubicBezTo>
                  <a:cubicBezTo>
                    <a:pt x="170" y="267"/>
                    <a:pt x="211" y="235"/>
                    <a:pt x="223" y="187"/>
                  </a:cubicBezTo>
                  <a:cubicBezTo>
                    <a:pt x="239" y="117"/>
                    <a:pt x="206" y="30"/>
                    <a:pt x="153" y="14"/>
                  </a:cubicBezTo>
                  <a:cubicBezTo>
                    <a:pt x="139" y="5"/>
                    <a:pt x="125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2" name="Google Shape;12832;p32"/>
            <p:cNvSpPr/>
            <p:nvPr/>
          </p:nvSpPr>
          <p:spPr>
            <a:xfrm>
              <a:off x="4649225" y="3042175"/>
              <a:ext cx="4775" cy="2075"/>
            </a:xfrm>
            <a:custGeom>
              <a:avLst/>
              <a:gdLst/>
              <a:ahLst/>
              <a:cxnLst/>
              <a:rect l="l" t="t" r="r" b="b"/>
              <a:pathLst>
                <a:path w="191" h="83" extrusionOk="0">
                  <a:moveTo>
                    <a:pt x="112" y="0"/>
                  </a:moveTo>
                  <a:cubicBezTo>
                    <a:pt x="104" y="0"/>
                    <a:pt x="95" y="5"/>
                    <a:pt x="87" y="13"/>
                  </a:cubicBezTo>
                  <a:cubicBezTo>
                    <a:pt x="54" y="13"/>
                    <a:pt x="38" y="33"/>
                    <a:pt x="17" y="50"/>
                  </a:cubicBezTo>
                  <a:lnTo>
                    <a:pt x="0" y="66"/>
                  </a:lnTo>
                  <a:lnTo>
                    <a:pt x="190" y="83"/>
                  </a:lnTo>
                  <a:cubicBezTo>
                    <a:pt x="190" y="50"/>
                    <a:pt x="157" y="33"/>
                    <a:pt x="141" y="13"/>
                  </a:cubicBezTo>
                  <a:cubicBezTo>
                    <a:pt x="130" y="5"/>
                    <a:pt x="121" y="0"/>
                    <a:pt x="1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3" name="Google Shape;12833;p32"/>
            <p:cNvSpPr/>
            <p:nvPr/>
          </p:nvSpPr>
          <p:spPr>
            <a:xfrm>
              <a:off x="4681075" y="3038675"/>
              <a:ext cx="5600" cy="5575"/>
            </a:xfrm>
            <a:custGeom>
              <a:avLst/>
              <a:gdLst/>
              <a:ahLst/>
              <a:cxnLst/>
              <a:rect l="l" t="t" r="r" b="b"/>
              <a:pathLst>
                <a:path w="224" h="223" extrusionOk="0">
                  <a:moveTo>
                    <a:pt x="83" y="0"/>
                  </a:moveTo>
                  <a:cubicBezTo>
                    <a:pt x="66" y="0"/>
                    <a:pt x="33" y="17"/>
                    <a:pt x="1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0" y="173"/>
                    <a:pt x="17" y="206"/>
                    <a:pt x="33" y="223"/>
                  </a:cubicBezTo>
                  <a:lnTo>
                    <a:pt x="186" y="223"/>
                  </a:lnTo>
                  <a:cubicBezTo>
                    <a:pt x="207" y="190"/>
                    <a:pt x="223" y="153"/>
                    <a:pt x="223" y="103"/>
                  </a:cubicBezTo>
                  <a:cubicBezTo>
                    <a:pt x="207" y="70"/>
                    <a:pt x="207" y="33"/>
                    <a:pt x="170" y="17"/>
                  </a:cubicBezTo>
                  <a:cubicBezTo>
                    <a:pt x="170" y="17"/>
                    <a:pt x="153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4" name="Google Shape;12834;p32"/>
            <p:cNvSpPr/>
            <p:nvPr/>
          </p:nvSpPr>
          <p:spPr>
            <a:xfrm>
              <a:off x="4666025" y="3040425"/>
              <a:ext cx="5600" cy="3825"/>
            </a:xfrm>
            <a:custGeom>
              <a:avLst/>
              <a:gdLst/>
              <a:ahLst/>
              <a:cxnLst/>
              <a:rect l="l" t="t" r="r" b="b"/>
              <a:pathLst>
                <a:path w="224" h="153" extrusionOk="0">
                  <a:moveTo>
                    <a:pt x="104" y="0"/>
                  </a:moveTo>
                  <a:cubicBezTo>
                    <a:pt x="34" y="17"/>
                    <a:pt x="1" y="83"/>
                    <a:pt x="1" y="153"/>
                  </a:cubicBezTo>
                  <a:lnTo>
                    <a:pt x="223" y="153"/>
                  </a:lnTo>
                  <a:lnTo>
                    <a:pt x="223" y="120"/>
                  </a:lnTo>
                  <a:cubicBezTo>
                    <a:pt x="223" y="83"/>
                    <a:pt x="207" y="50"/>
                    <a:pt x="170" y="33"/>
                  </a:cubicBezTo>
                  <a:cubicBezTo>
                    <a:pt x="170" y="17"/>
                    <a:pt x="153" y="17"/>
                    <a:pt x="153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5" name="Google Shape;12835;p32"/>
            <p:cNvSpPr/>
            <p:nvPr/>
          </p:nvSpPr>
          <p:spPr>
            <a:xfrm>
              <a:off x="4917625" y="3041250"/>
              <a:ext cx="6100" cy="4750"/>
            </a:xfrm>
            <a:custGeom>
              <a:avLst/>
              <a:gdLst/>
              <a:ahLst/>
              <a:cxnLst/>
              <a:rect l="l" t="t" r="r" b="b"/>
              <a:pathLst>
                <a:path w="244" h="190" extrusionOk="0">
                  <a:moveTo>
                    <a:pt x="104" y="0"/>
                  </a:moveTo>
                  <a:cubicBezTo>
                    <a:pt x="54" y="17"/>
                    <a:pt x="1" y="87"/>
                    <a:pt x="21" y="153"/>
                  </a:cubicBezTo>
                  <a:cubicBezTo>
                    <a:pt x="21" y="173"/>
                    <a:pt x="21" y="173"/>
                    <a:pt x="38" y="190"/>
                  </a:cubicBezTo>
                  <a:lnTo>
                    <a:pt x="227" y="190"/>
                  </a:lnTo>
                  <a:cubicBezTo>
                    <a:pt x="227" y="173"/>
                    <a:pt x="244" y="136"/>
                    <a:pt x="244" y="103"/>
                  </a:cubicBezTo>
                  <a:cubicBezTo>
                    <a:pt x="227" y="70"/>
                    <a:pt x="207" y="50"/>
                    <a:pt x="190" y="17"/>
                  </a:cubicBezTo>
                  <a:cubicBezTo>
                    <a:pt x="190" y="17"/>
                    <a:pt x="174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6" name="Google Shape;12836;p32"/>
            <p:cNvSpPr/>
            <p:nvPr/>
          </p:nvSpPr>
          <p:spPr>
            <a:xfrm>
              <a:off x="4924950" y="302402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03" y="1"/>
                  </a:moveTo>
                  <a:cubicBezTo>
                    <a:pt x="37" y="17"/>
                    <a:pt x="0" y="71"/>
                    <a:pt x="0" y="157"/>
                  </a:cubicBezTo>
                  <a:cubicBezTo>
                    <a:pt x="17" y="190"/>
                    <a:pt x="37" y="207"/>
                    <a:pt x="54" y="223"/>
                  </a:cubicBezTo>
                  <a:cubicBezTo>
                    <a:pt x="70" y="261"/>
                    <a:pt x="103" y="261"/>
                    <a:pt x="140" y="261"/>
                  </a:cubicBezTo>
                  <a:cubicBezTo>
                    <a:pt x="157" y="261"/>
                    <a:pt x="190" y="223"/>
                    <a:pt x="206" y="207"/>
                  </a:cubicBezTo>
                  <a:cubicBezTo>
                    <a:pt x="223" y="174"/>
                    <a:pt x="223" y="141"/>
                    <a:pt x="223" y="104"/>
                  </a:cubicBezTo>
                  <a:cubicBezTo>
                    <a:pt x="223" y="71"/>
                    <a:pt x="206" y="38"/>
                    <a:pt x="190" y="17"/>
                  </a:cubicBezTo>
                  <a:cubicBezTo>
                    <a:pt x="173" y="17"/>
                    <a:pt x="173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7" name="Google Shape;12837;p32"/>
            <p:cNvSpPr/>
            <p:nvPr/>
          </p:nvSpPr>
          <p:spPr>
            <a:xfrm>
              <a:off x="4924125" y="29763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5" y="1"/>
                  </a:moveTo>
                  <a:cubicBezTo>
                    <a:pt x="80" y="1"/>
                    <a:pt x="30" y="30"/>
                    <a:pt x="17" y="71"/>
                  </a:cubicBezTo>
                  <a:cubicBezTo>
                    <a:pt x="0" y="141"/>
                    <a:pt x="17" y="228"/>
                    <a:pt x="87" y="244"/>
                  </a:cubicBezTo>
                  <a:cubicBezTo>
                    <a:pt x="100" y="253"/>
                    <a:pt x="115" y="257"/>
                    <a:pt x="129" y="257"/>
                  </a:cubicBezTo>
                  <a:cubicBezTo>
                    <a:pt x="170" y="257"/>
                    <a:pt x="211" y="226"/>
                    <a:pt x="223" y="174"/>
                  </a:cubicBezTo>
                  <a:cubicBezTo>
                    <a:pt x="239" y="108"/>
                    <a:pt x="223" y="38"/>
                    <a:pt x="153" y="5"/>
                  </a:cubicBezTo>
                  <a:cubicBezTo>
                    <a:pt x="144" y="2"/>
                    <a:pt x="135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8" name="Google Shape;12838;p32"/>
            <p:cNvSpPr/>
            <p:nvPr/>
          </p:nvSpPr>
          <p:spPr>
            <a:xfrm>
              <a:off x="4931425" y="2960575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19" y="1"/>
                  </a:moveTo>
                  <a:cubicBezTo>
                    <a:pt x="76" y="1"/>
                    <a:pt x="41" y="34"/>
                    <a:pt x="17" y="82"/>
                  </a:cubicBezTo>
                  <a:cubicBezTo>
                    <a:pt x="1" y="152"/>
                    <a:pt x="34" y="222"/>
                    <a:pt x="88" y="255"/>
                  </a:cubicBezTo>
                  <a:cubicBezTo>
                    <a:pt x="96" y="258"/>
                    <a:pt x="105" y="259"/>
                    <a:pt x="114" y="259"/>
                  </a:cubicBezTo>
                  <a:cubicBezTo>
                    <a:pt x="159" y="259"/>
                    <a:pt x="210" y="226"/>
                    <a:pt x="224" y="168"/>
                  </a:cubicBezTo>
                  <a:cubicBezTo>
                    <a:pt x="257" y="119"/>
                    <a:pt x="224" y="32"/>
                    <a:pt x="170" y="16"/>
                  </a:cubicBezTo>
                  <a:cubicBezTo>
                    <a:pt x="152" y="5"/>
                    <a:pt x="135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9" name="Google Shape;12839;p32"/>
            <p:cNvSpPr/>
            <p:nvPr/>
          </p:nvSpPr>
          <p:spPr>
            <a:xfrm>
              <a:off x="4931850" y="299095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4" y="0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17" y="190"/>
                    <a:pt x="17" y="227"/>
                    <a:pt x="50" y="244"/>
                  </a:cubicBezTo>
                  <a:cubicBezTo>
                    <a:pt x="65" y="255"/>
                    <a:pt x="85" y="267"/>
                    <a:pt x="108" y="267"/>
                  </a:cubicBezTo>
                  <a:cubicBezTo>
                    <a:pt x="117" y="267"/>
                    <a:pt x="127" y="265"/>
                    <a:pt x="137" y="260"/>
                  </a:cubicBezTo>
                  <a:cubicBezTo>
                    <a:pt x="190" y="260"/>
                    <a:pt x="240" y="190"/>
                    <a:pt x="223" y="124"/>
                  </a:cubicBezTo>
                  <a:cubicBezTo>
                    <a:pt x="223" y="87"/>
                    <a:pt x="207" y="54"/>
                    <a:pt x="174" y="37"/>
                  </a:cubicBezTo>
                  <a:cubicBezTo>
                    <a:pt x="174" y="21"/>
                    <a:pt x="153" y="21"/>
                    <a:pt x="153" y="21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0" name="Google Shape;12840;p32"/>
            <p:cNvSpPr/>
            <p:nvPr/>
          </p:nvSpPr>
          <p:spPr>
            <a:xfrm>
              <a:off x="4913400" y="2933850"/>
              <a:ext cx="5175" cy="4200"/>
            </a:xfrm>
            <a:custGeom>
              <a:avLst/>
              <a:gdLst/>
              <a:ahLst/>
              <a:cxnLst/>
              <a:rect l="l" t="t" r="r" b="b"/>
              <a:pathLst>
                <a:path w="207" h="168" extrusionOk="0">
                  <a:moveTo>
                    <a:pt x="0" y="0"/>
                  </a:moveTo>
                  <a:lnTo>
                    <a:pt x="0" y="54"/>
                  </a:lnTo>
                  <a:cubicBezTo>
                    <a:pt x="0" y="103"/>
                    <a:pt x="33" y="140"/>
                    <a:pt x="66" y="157"/>
                  </a:cubicBezTo>
                  <a:cubicBezTo>
                    <a:pt x="82" y="164"/>
                    <a:pt x="99" y="168"/>
                    <a:pt x="117" y="168"/>
                  </a:cubicBezTo>
                  <a:cubicBezTo>
                    <a:pt x="142" y="168"/>
                    <a:pt x="168" y="160"/>
                    <a:pt x="190" y="140"/>
                  </a:cubicBezTo>
                  <a:cubicBezTo>
                    <a:pt x="190" y="120"/>
                    <a:pt x="207" y="120"/>
                    <a:pt x="207" y="103"/>
                  </a:cubicBezTo>
                  <a:cubicBezTo>
                    <a:pt x="137" y="70"/>
                    <a:pt x="66" y="37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1" name="Google Shape;12841;p32"/>
            <p:cNvSpPr/>
            <p:nvPr/>
          </p:nvSpPr>
          <p:spPr>
            <a:xfrm>
              <a:off x="4955050" y="3017750"/>
              <a:ext cx="5575" cy="6475"/>
            </a:xfrm>
            <a:custGeom>
              <a:avLst/>
              <a:gdLst/>
              <a:ahLst/>
              <a:cxnLst/>
              <a:rect l="l" t="t" r="r" b="b"/>
              <a:pathLst>
                <a:path w="223" h="259" extrusionOk="0">
                  <a:moveTo>
                    <a:pt x="114" y="0"/>
                  </a:moveTo>
                  <a:cubicBezTo>
                    <a:pt x="103" y="0"/>
                    <a:pt x="95" y="4"/>
                    <a:pt x="87" y="13"/>
                  </a:cubicBezTo>
                  <a:cubicBezTo>
                    <a:pt x="70" y="13"/>
                    <a:pt x="33" y="29"/>
                    <a:pt x="17" y="62"/>
                  </a:cubicBezTo>
                  <a:cubicBezTo>
                    <a:pt x="0" y="83"/>
                    <a:pt x="0" y="116"/>
                    <a:pt x="0" y="149"/>
                  </a:cubicBezTo>
                  <a:cubicBezTo>
                    <a:pt x="0" y="186"/>
                    <a:pt x="17" y="219"/>
                    <a:pt x="33" y="235"/>
                  </a:cubicBezTo>
                  <a:cubicBezTo>
                    <a:pt x="59" y="247"/>
                    <a:pt x="75" y="259"/>
                    <a:pt x="94" y="259"/>
                  </a:cubicBezTo>
                  <a:cubicBezTo>
                    <a:pt x="102" y="259"/>
                    <a:pt x="110" y="257"/>
                    <a:pt x="120" y="252"/>
                  </a:cubicBezTo>
                  <a:cubicBezTo>
                    <a:pt x="190" y="252"/>
                    <a:pt x="223" y="186"/>
                    <a:pt x="223" y="116"/>
                  </a:cubicBezTo>
                  <a:cubicBezTo>
                    <a:pt x="206" y="83"/>
                    <a:pt x="190" y="46"/>
                    <a:pt x="173" y="29"/>
                  </a:cubicBezTo>
                  <a:cubicBezTo>
                    <a:pt x="173" y="13"/>
                    <a:pt x="153" y="13"/>
                    <a:pt x="153" y="13"/>
                  </a:cubicBezTo>
                  <a:cubicBezTo>
                    <a:pt x="136" y="4"/>
                    <a:pt x="124" y="0"/>
                    <a:pt x="1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2" name="Google Shape;12842;p32"/>
            <p:cNvSpPr/>
            <p:nvPr/>
          </p:nvSpPr>
          <p:spPr>
            <a:xfrm>
              <a:off x="4920725" y="29467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103" y="1"/>
                    <a:pt x="83" y="1"/>
                    <a:pt x="50" y="17"/>
                  </a:cubicBezTo>
                  <a:cubicBezTo>
                    <a:pt x="0" y="71"/>
                    <a:pt x="0" y="157"/>
                    <a:pt x="33" y="207"/>
                  </a:cubicBezTo>
                  <a:cubicBezTo>
                    <a:pt x="50" y="244"/>
                    <a:pt x="83" y="260"/>
                    <a:pt x="120" y="260"/>
                  </a:cubicBezTo>
                  <a:cubicBezTo>
                    <a:pt x="136" y="260"/>
                    <a:pt x="169" y="260"/>
                    <a:pt x="186" y="223"/>
                  </a:cubicBezTo>
                  <a:cubicBezTo>
                    <a:pt x="223" y="207"/>
                    <a:pt x="223" y="174"/>
                    <a:pt x="239" y="141"/>
                  </a:cubicBezTo>
                  <a:cubicBezTo>
                    <a:pt x="239" y="104"/>
                    <a:pt x="223" y="71"/>
                    <a:pt x="206" y="54"/>
                  </a:cubicBezTo>
                  <a:cubicBezTo>
                    <a:pt x="206" y="38"/>
                    <a:pt x="186" y="17"/>
                    <a:pt x="1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3" name="Google Shape;12843;p32"/>
            <p:cNvSpPr/>
            <p:nvPr/>
          </p:nvSpPr>
          <p:spPr>
            <a:xfrm>
              <a:off x="4918150" y="2996100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103" y="0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14" y="218"/>
                    <a:pt x="54" y="263"/>
                    <a:pt x="110" y="263"/>
                  </a:cubicBezTo>
                  <a:cubicBezTo>
                    <a:pt x="118" y="263"/>
                    <a:pt x="127" y="262"/>
                    <a:pt x="136" y="260"/>
                  </a:cubicBezTo>
                  <a:cubicBezTo>
                    <a:pt x="153" y="260"/>
                    <a:pt x="186" y="244"/>
                    <a:pt x="206" y="207"/>
                  </a:cubicBezTo>
                  <a:cubicBezTo>
                    <a:pt x="223" y="190"/>
                    <a:pt x="223" y="157"/>
                    <a:pt x="223" y="124"/>
                  </a:cubicBezTo>
                  <a:cubicBezTo>
                    <a:pt x="223" y="87"/>
                    <a:pt x="206" y="54"/>
                    <a:pt x="169" y="38"/>
                  </a:cubicBezTo>
                  <a:cubicBezTo>
                    <a:pt x="169" y="21"/>
                    <a:pt x="153" y="21"/>
                    <a:pt x="153" y="21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4" name="Google Shape;12844;p32"/>
            <p:cNvSpPr/>
            <p:nvPr/>
          </p:nvSpPr>
          <p:spPr>
            <a:xfrm>
              <a:off x="4916400" y="30115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22"/>
                    <a:pt x="0" y="88"/>
                    <a:pt x="17" y="158"/>
                  </a:cubicBezTo>
                  <a:cubicBezTo>
                    <a:pt x="17" y="191"/>
                    <a:pt x="33" y="228"/>
                    <a:pt x="50" y="244"/>
                  </a:cubicBezTo>
                  <a:cubicBezTo>
                    <a:pt x="87" y="261"/>
                    <a:pt x="103" y="261"/>
                    <a:pt x="136" y="261"/>
                  </a:cubicBezTo>
                  <a:cubicBezTo>
                    <a:pt x="173" y="261"/>
                    <a:pt x="190" y="244"/>
                    <a:pt x="206" y="207"/>
                  </a:cubicBezTo>
                  <a:cubicBezTo>
                    <a:pt x="223" y="174"/>
                    <a:pt x="239" y="141"/>
                    <a:pt x="223" y="104"/>
                  </a:cubicBezTo>
                  <a:cubicBezTo>
                    <a:pt x="223" y="71"/>
                    <a:pt x="206" y="55"/>
                    <a:pt x="190" y="38"/>
                  </a:cubicBezTo>
                  <a:cubicBezTo>
                    <a:pt x="173" y="22"/>
                    <a:pt x="173" y="22"/>
                    <a:pt x="153" y="22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5" name="Google Shape;12845;p32"/>
            <p:cNvSpPr/>
            <p:nvPr/>
          </p:nvSpPr>
          <p:spPr>
            <a:xfrm>
              <a:off x="4931425" y="3007325"/>
              <a:ext cx="6025" cy="6425"/>
            </a:xfrm>
            <a:custGeom>
              <a:avLst/>
              <a:gdLst/>
              <a:ahLst/>
              <a:cxnLst/>
              <a:rect l="l" t="t" r="r" b="b"/>
              <a:pathLst>
                <a:path w="241" h="257" extrusionOk="0">
                  <a:moveTo>
                    <a:pt x="137" y="1"/>
                  </a:moveTo>
                  <a:cubicBezTo>
                    <a:pt x="104" y="1"/>
                    <a:pt x="67" y="1"/>
                    <a:pt x="50" y="34"/>
                  </a:cubicBezTo>
                  <a:cubicBezTo>
                    <a:pt x="1" y="67"/>
                    <a:pt x="1" y="153"/>
                    <a:pt x="34" y="207"/>
                  </a:cubicBezTo>
                  <a:cubicBezTo>
                    <a:pt x="50" y="240"/>
                    <a:pt x="88" y="257"/>
                    <a:pt x="104" y="257"/>
                  </a:cubicBezTo>
                  <a:cubicBezTo>
                    <a:pt x="137" y="257"/>
                    <a:pt x="170" y="257"/>
                    <a:pt x="191" y="224"/>
                  </a:cubicBezTo>
                  <a:cubicBezTo>
                    <a:pt x="240" y="191"/>
                    <a:pt x="240" y="104"/>
                    <a:pt x="207" y="50"/>
                  </a:cubicBezTo>
                  <a:cubicBezTo>
                    <a:pt x="191" y="34"/>
                    <a:pt x="170" y="17"/>
                    <a:pt x="1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6" name="Google Shape;12846;p32"/>
            <p:cNvSpPr/>
            <p:nvPr/>
          </p:nvSpPr>
          <p:spPr>
            <a:xfrm>
              <a:off x="4950300" y="30365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4" y="1"/>
                  </a:moveTo>
                  <a:cubicBezTo>
                    <a:pt x="54" y="17"/>
                    <a:pt x="0" y="87"/>
                    <a:pt x="17" y="157"/>
                  </a:cubicBezTo>
                  <a:cubicBezTo>
                    <a:pt x="17" y="190"/>
                    <a:pt x="33" y="223"/>
                    <a:pt x="54" y="240"/>
                  </a:cubicBezTo>
                  <a:cubicBezTo>
                    <a:pt x="78" y="255"/>
                    <a:pt x="93" y="267"/>
                    <a:pt x="112" y="267"/>
                  </a:cubicBezTo>
                  <a:cubicBezTo>
                    <a:pt x="119" y="267"/>
                    <a:pt x="127" y="265"/>
                    <a:pt x="137" y="260"/>
                  </a:cubicBezTo>
                  <a:cubicBezTo>
                    <a:pt x="174" y="260"/>
                    <a:pt x="190" y="240"/>
                    <a:pt x="207" y="207"/>
                  </a:cubicBezTo>
                  <a:cubicBezTo>
                    <a:pt x="223" y="190"/>
                    <a:pt x="240" y="157"/>
                    <a:pt x="223" y="120"/>
                  </a:cubicBezTo>
                  <a:cubicBezTo>
                    <a:pt x="223" y="87"/>
                    <a:pt x="207" y="54"/>
                    <a:pt x="190" y="34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7" name="Google Shape;12847;p32"/>
            <p:cNvSpPr/>
            <p:nvPr/>
          </p:nvSpPr>
          <p:spPr>
            <a:xfrm>
              <a:off x="4944325" y="30043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3" y="0"/>
                  </a:moveTo>
                  <a:cubicBezTo>
                    <a:pt x="50" y="17"/>
                    <a:pt x="0" y="83"/>
                    <a:pt x="17" y="153"/>
                  </a:cubicBezTo>
                  <a:cubicBezTo>
                    <a:pt x="17" y="186"/>
                    <a:pt x="33" y="223"/>
                    <a:pt x="50" y="239"/>
                  </a:cubicBezTo>
                  <a:cubicBezTo>
                    <a:pt x="87" y="256"/>
                    <a:pt x="120" y="256"/>
                    <a:pt x="136" y="256"/>
                  </a:cubicBezTo>
                  <a:cubicBezTo>
                    <a:pt x="207" y="239"/>
                    <a:pt x="239" y="186"/>
                    <a:pt x="239" y="103"/>
                  </a:cubicBezTo>
                  <a:cubicBezTo>
                    <a:pt x="223" y="66"/>
                    <a:pt x="207" y="50"/>
                    <a:pt x="190" y="33"/>
                  </a:cubicBezTo>
                  <a:cubicBezTo>
                    <a:pt x="190" y="17"/>
                    <a:pt x="169" y="17"/>
                    <a:pt x="169" y="17"/>
                  </a:cubicBezTo>
                  <a:cubicBezTo>
                    <a:pt x="153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8" name="Google Shape;12848;p32"/>
            <p:cNvSpPr/>
            <p:nvPr/>
          </p:nvSpPr>
          <p:spPr>
            <a:xfrm>
              <a:off x="4945975" y="29882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0" y="0"/>
                  </a:moveTo>
                  <a:cubicBezTo>
                    <a:pt x="84" y="0"/>
                    <a:pt x="35" y="35"/>
                    <a:pt x="21" y="91"/>
                  </a:cubicBezTo>
                  <a:cubicBezTo>
                    <a:pt x="0" y="161"/>
                    <a:pt x="37" y="231"/>
                    <a:pt x="87" y="248"/>
                  </a:cubicBezTo>
                  <a:cubicBezTo>
                    <a:pt x="101" y="256"/>
                    <a:pt x="116" y="260"/>
                    <a:pt x="131" y="260"/>
                  </a:cubicBezTo>
                  <a:cubicBezTo>
                    <a:pt x="172" y="260"/>
                    <a:pt x="212" y="229"/>
                    <a:pt x="227" y="177"/>
                  </a:cubicBezTo>
                  <a:cubicBezTo>
                    <a:pt x="244" y="107"/>
                    <a:pt x="227" y="41"/>
                    <a:pt x="173" y="4"/>
                  </a:cubicBezTo>
                  <a:cubicBezTo>
                    <a:pt x="162" y="2"/>
                    <a:pt x="151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9" name="Google Shape;12849;p32"/>
            <p:cNvSpPr/>
            <p:nvPr/>
          </p:nvSpPr>
          <p:spPr>
            <a:xfrm>
              <a:off x="4932675" y="3039300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21" y="1"/>
                  </a:moveTo>
                  <a:cubicBezTo>
                    <a:pt x="115" y="1"/>
                    <a:pt x="109" y="3"/>
                    <a:pt x="104" y="8"/>
                  </a:cubicBezTo>
                  <a:cubicBezTo>
                    <a:pt x="71" y="8"/>
                    <a:pt x="54" y="25"/>
                    <a:pt x="38" y="62"/>
                  </a:cubicBezTo>
                  <a:cubicBezTo>
                    <a:pt x="17" y="78"/>
                    <a:pt x="0" y="111"/>
                    <a:pt x="17" y="148"/>
                  </a:cubicBezTo>
                  <a:cubicBezTo>
                    <a:pt x="17" y="181"/>
                    <a:pt x="38" y="214"/>
                    <a:pt x="54" y="231"/>
                  </a:cubicBezTo>
                  <a:cubicBezTo>
                    <a:pt x="87" y="251"/>
                    <a:pt x="104" y="268"/>
                    <a:pt x="141" y="268"/>
                  </a:cubicBezTo>
                  <a:cubicBezTo>
                    <a:pt x="207" y="251"/>
                    <a:pt x="244" y="181"/>
                    <a:pt x="223" y="111"/>
                  </a:cubicBezTo>
                  <a:cubicBezTo>
                    <a:pt x="223" y="78"/>
                    <a:pt x="207" y="45"/>
                    <a:pt x="190" y="25"/>
                  </a:cubicBezTo>
                  <a:cubicBezTo>
                    <a:pt x="174" y="25"/>
                    <a:pt x="174" y="8"/>
                    <a:pt x="157" y="8"/>
                  </a:cubicBezTo>
                  <a:cubicBezTo>
                    <a:pt x="146" y="8"/>
                    <a:pt x="133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0" name="Google Shape;12850;p32"/>
            <p:cNvSpPr/>
            <p:nvPr/>
          </p:nvSpPr>
          <p:spPr>
            <a:xfrm>
              <a:off x="4942150" y="302402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20" y="1"/>
                  </a:moveTo>
                  <a:cubicBezTo>
                    <a:pt x="104" y="1"/>
                    <a:pt x="71" y="17"/>
                    <a:pt x="50" y="38"/>
                  </a:cubicBezTo>
                  <a:cubicBezTo>
                    <a:pt x="17" y="54"/>
                    <a:pt x="1" y="87"/>
                    <a:pt x="1" y="120"/>
                  </a:cubicBezTo>
                  <a:cubicBezTo>
                    <a:pt x="1" y="157"/>
                    <a:pt x="17" y="190"/>
                    <a:pt x="34" y="223"/>
                  </a:cubicBezTo>
                  <a:cubicBezTo>
                    <a:pt x="55" y="253"/>
                    <a:pt x="84" y="267"/>
                    <a:pt x="116" y="267"/>
                  </a:cubicBezTo>
                  <a:cubicBezTo>
                    <a:pt x="141" y="267"/>
                    <a:pt x="167" y="259"/>
                    <a:pt x="190" y="244"/>
                  </a:cubicBezTo>
                  <a:cubicBezTo>
                    <a:pt x="223" y="190"/>
                    <a:pt x="240" y="104"/>
                    <a:pt x="207" y="54"/>
                  </a:cubicBezTo>
                  <a:cubicBezTo>
                    <a:pt x="190" y="38"/>
                    <a:pt x="174" y="17"/>
                    <a:pt x="153" y="17"/>
                  </a:cubicBezTo>
                  <a:cubicBezTo>
                    <a:pt x="137" y="17"/>
                    <a:pt x="13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1" name="Google Shape;12851;p32"/>
            <p:cNvSpPr/>
            <p:nvPr/>
          </p:nvSpPr>
          <p:spPr>
            <a:xfrm>
              <a:off x="4933600" y="2946325"/>
              <a:ext cx="4250" cy="3925"/>
            </a:xfrm>
            <a:custGeom>
              <a:avLst/>
              <a:gdLst/>
              <a:ahLst/>
              <a:cxnLst/>
              <a:rect l="l" t="t" r="r" b="b"/>
              <a:pathLst>
                <a:path w="170" h="157" extrusionOk="0">
                  <a:moveTo>
                    <a:pt x="1" y="0"/>
                  </a:moveTo>
                  <a:lnTo>
                    <a:pt x="1" y="54"/>
                  </a:lnTo>
                  <a:cubicBezTo>
                    <a:pt x="1" y="87"/>
                    <a:pt x="17" y="120"/>
                    <a:pt x="50" y="136"/>
                  </a:cubicBezTo>
                  <a:cubicBezTo>
                    <a:pt x="67" y="157"/>
                    <a:pt x="104" y="157"/>
                    <a:pt x="137" y="157"/>
                  </a:cubicBezTo>
                  <a:cubicBezTo>
                    <a:pt x="137" y="157"/>
                    <a:pt x="153" y="157"/>
                    <a:pt x="170" y="136"/>
                  </a:cubicBezTo>
                  <a:cubicBezTo>
                    <a:pt x="120" y="103"/>
                    <a:pt x="50" y="54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2" name="Google Shape;12852;p32"/>
            <p:cNvSpPr/>
            <p:nvPr/>
          </p:nvSpPr>
          <p:spPr>
            <a:xfrm>
              <a:off x="4656950" y="2780575"/>
              <a:ext cx="5600" cy="4925"/>
            </a:xfrm>
            <a:custGeom>
              <a:avLst/>
              <a:gdLst/>
              <a:ahLst/>
              <a:cxnLst/>
              <a:rect l="l" t="t" r="r" b="b"/>
              <a:pathLst>
                <a:path w="224" h="197" extrusionOk="0">
                  <a:moveTo>
                    <a:pt x="17" y="1"/>
                  </a:moveTo>
                  <a:cubicBezTo>
                    <a:pt x="1" y="34"/>
                    <a:pt x="1" y="50"/>
                    <a:pt x="1" y="87"/>
                  </a:cubicBezTo>
                  <a:cubicBezTo>
                    <a:pt x="1" y="120"/>
                    <a:pt x="17" y="153"/>
                    <a:pt x="54" y="170"/>
                  </a:cubicBezTo>
                  <a:cubicBezTo>
                    <a:pt x="66" y="184"/>
                    <a:pt x="86" y="197"/>
                    <a:pt x="110" y="197"/>
                  </a:cubicBezTo>
                  <a:cubicBezTo>
                    <a:pt x="120" y="197"/>
                    <a:pt x="130" y="195"/>
                    <a:pt x="141" y="190"/>
                  </a:cubicBezTo>
                  <a:cubicBezTo>
                    <a:pt x="157" y="190"/>
                    <a:pt x="190" y="170"/>
                    <a:pt x="207" y="137"/>
                  </a:cubicBezTo>
                  <a:cubicBezTo>
                    <a:pt x="223" y="120"/>
                    <a:pt x="223" y="87"/>
                    <a:pt x="223" y="50"/>
                  </a:cubicBezTo>
                  <a:cubicBezTo>
                    <a:pt x="223" y="34"/>
                    <a:pt x="223" y="17"/>
                    <a:pt x="207" y="17"/>
                  </a:cubicBezTo>
                  <a:cubicBezTo>
                    <a:pt x="141" y="1"/>
                    <a:pt x="87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3" name="Google Shape;12853;p32"/>
            <p:cNvSpPr/>
            <p:nvPr/>
          </p:nvSpPr>
          <p:spPr>
            <a:xfrm>
              <a:off x="4851975" y="2990525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103" y="1"/>
                  </a:moveTo>
                  <a:cubicBezTo>
                    <a:pt x="33" y="17"/>
                    <a:pt x="0" y="87"/>
                    <a:pt x="0" y="158"/>
                  </a:cubicBezTo>
                  <a:cubicBezTo>
                    <a:pt x="17" y="191"/>
                    <a:pt x="17" y="223"/>
                    <a:pt x="50" y="244"/>
                  </a:cubicBezTo>
                  <a:cubicBezTo>
                    <a:pt x="64" y="256"/>
                    <a:pt x="85" y="267"/>
                    <a:pt x="108" y="267"/>
                  </a:cubicBezTo>
                  <a:cubicBezTo>
                    <a:pt x="117" y="267"/>
                    <a:pt x="127" y="265"/>
                    <a:pt x="136" y="261"/>
                  </a:cubicBezTo>
                  <a:cubicBezTo>
                    <a:pt x="153" y="261"/>
                    <a:pt x="190" y="244"/>
                    <a:pt x="206" y="207"/>
                  </a:cubicBezTo>
                  <a:cubicBezTo>
                    <a:pt x="223" y="191"/>
                    <a:pt x="223" y="158"/>
                    <a:pt x="223" y="120"/>
                  </a:cubicBezTo>
                  <a:cubicBezTo>
                    <a:pt x="223" y="87"/>
                    <a:pt x="206" y="54"/>
                    <a:pt x="173" y="38"/>
                  </a:cubicBezTo>
                  <a:cubicBezTo>
                    <a:pt x="173" y="17"/>
                    <a:pt x="153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4" name="Google Shape;12854;p32"/>
            <p:cNvSpPr/>
            <p:nvPr/>
          </p:nvSpPr>
          <p:spPr>
            <a:xfrm>
              <a:off x="4859700" y="30060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0"/>
                  </a:moveTo>
                  <a:cubicBezTo>
                    <a:pt x="71" y="0"/>
                    <a:pt x="50" y="17"/>
                    <a:pt x="33" y="54"/>
                  </a:cubicBezTo>
                  <a:cubicBezTo>
                    <a:pt x="17" y="87"/>
                    <a:pt x="0" y="120"/>
                    <a:pt x="17" y="157"/>
                  </a:cubicBezTo>
                  <a:cubicBezTo>
                    <a:pt x="17" y="190"/>
                    <a:pt x="33" y="206"/>
                    <a:pt x="50" y="244"/>
                  </a:cubicBezTo>
                  <a:cubicBezTo>
                    <a:pt x="71" y="260"/>
                    <a:pt x="104" y="260"/>
                    <a:pt x="137" y="260"/>
                  </a:cubicBezTo>
                  <a:cubicBezTo>
                    <a:pt x="190" y="244"/>
                    <a:pt x="240" y="173"/>
                    <a:pt x="223" y="103"/>
                  </a:cubicBezTo>
                  <a:cubicBezTo>
                    <a:pt x="223" y="70"/>
                    <a:pt x="207" y="54"/>
                    <a:pt x="190" y="17"/>
                  </a:cubicBezTo>
                  <a:cubicBezTo>
                    <a:pt x="174" y="17"/>
                    <a:pt x="174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5" name="Google Shape;12855;p32"/>
            <p:cNvSpPr/>
            <p:nvPr/>
          </p:nvSpPr>
          <p:spPr>
            <a:xfrm>
              <a:off x="4854950" y="3023200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4" y="1"/>
                  </a:moveTo>
                  <a:cubicBezTo>
                    <a:pt x="87" y="1"/>
                    <a:pt x="87" y="17"/>
                    <a:pt x="87" y="17"/>
                  </a:cubicBezTo>
                  <a:cubicBezTo>
                    <a:pt x="34" y="34"/>
                    <a:pt x="1" y="87"/>
                    <a:pt x="17" y="153"/>
                  </a:cubicBezTo>
                  <a:cubicBezTo>
                    <a:pt x="17" y="190"/>
                    <a:pt x="34" y="223"/>
                    <a:pt x="54" y="240"/>
                  </a:cubicBezTo>
                  <a:cubicBezTo>
                    <a:pt x="78" y="252"/>
                    <a:pt x="93" y="265"/>
                    <a:pt x="111" y="265"/>
                  </a:cubicBezTo>
                  <a:cubicBezTo>
                    <a:pt x="119" y="265"/>
                    <a:pt x="127" y="263"/>
                    <a:pt x="137" y="256"/>
                  </a:cubicBezTo>
                  <a:cubicBezTo>
                    <a:pt x="207" y="256"/>
                    <a:pt x="240" y="190"/>
                    <a:pt x="223" y="120"/>
                  </a:cubicBezTo>
                  <a:lnTo>
                    <a:pt x="223" y="87"/>
                  </a:lnTo>
                  <a:cubicBezTo>
                    <a:pt x="207" y="50"/>
                    <a:pt x="190" y="17"/>
                    <a:pt x="157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6" name="Google Shape;12856;p32"/>
            <p:cNvSpPr/>
            <p:nvPr/>
          </p:nvSpPr>
          <p:spPr>
            <a:xfrm>
              <a:off x="4872575" y="2925700"/>
              <a:ext cx="6000" cy="5175"/>
            </a:xfrm>
            <a:custGeom>
              <a:avLst/>
              <a:gdLst/>
              <a:ahLst/>
              <a:cxnLst/>
              <a:rect l="l" t="t" r="r" b="b"/>
              <a:pathLst>
                <a:path w="240" h="207" extrusionOk="0">
                  <a:moveTo>
                    <a:pt x="207" y="1"/>
                  </a:moveTo>
                  <a:cubicBezTo>
                    <a:pt x="137" y="1"/>
                    <a:pt x="71" y="1"/>
                    <a:pt x="17" y="17"/>
                  </a:cubicBezTo>
                  <a:cubicBezTo>
                    <a:pt x="1" y="54"/>
                    <a:pt x="1" y="120"/>
                    <a:pt x="17" y="157"/>
                  </a:cubicBezTo>
                  <a:cubicBezTo>
                    <a:pt x="34" y="190"/>
                    <a:pt x="71" y="207"/>
                    <a:pt x="104" y="207"/>
                  </a:cubicBezTo>
                  <a:cubicBezTo>
                    <a:pt x="120" y="207"/>
                    <a:pt x="153" y="207"/>
                    <a:pt x="174" y="174"/>
                  </a:cubicBezTo>
                  <a:cubicBezTo>
                    <a:pt x="223" y="137"/>
                    <a:pt x="240" y="54"/>
                    <a:pt x="2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7" name="Google Shape;12857;p32"/>
            <p:cNvSpPr/>
            <p:nvPr/>
          </p:nvSpPr>
          <p:spPr>
            <a:xfrm>
              <a:off x="4858350" y="2927875"/>
              <a:ext cx="6125" cy="5900"/>
            </a:xfrm>
            <a:custGeom>
              <a:avLst/>
              <a:gdLst/>
              <a:ahLst/>
              <a:cxnLst/>
              <a:rect l="l" t="t" r="r" b="b"/>
              <a:pathLst>
                <a:path w="245" h="236" extrusionOk="0">
                  <a:moveTo>
                    <a:pt x="191" y="0"/>
                  </a:moveTo>
                  <a:cubicBezTo>
                    <a:pt x="141" y="17"/>
                    <a:pt x="87" y="33"/>
                    <a:pt x="38" y="50"/>
                  </a:cubicBezTo>
                  <a:lnTo>
                    <a:pt x="21" y="50"/>
                  </a:lnTo>
                  <a:cubicBezTo>
                    <a:pt x="1" y="120"/>
                    <a:pt x="38" y="206"/>
                    <a:pt x="87" y="223"/>
                  </a:cubicBezTo>
                  <a:cubicBezTo>
                    <a:pt x="102" y="232"/>
                    <a:pt x="117" y="236"/>
                    <a:pt x="132" y="236"/>
                  </a:cubicBezTo>
                  <a:cubicBezTo>
                    <a:pt x="173" y="236"/>
                    <a:pt x="212" y="204"/>
                    <a:pt x="228" y="153"/>
                  </a:cubicBezTo>
                  <a:cubicBezTo>
                    <a:pt x="244" y="103"/>
                    <a:pt x="228" y="33"/>
                    <a:pt x="1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8" name="Google Shape;12858;p32"/>
            <p:cNvSpPr/>
            <p:nvPr/>
          </p:nvSpPr>
          <p:spPr>
            <a:xfrm>
              <a:off x="4851150" y="294280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26" y="1"/>
                  </a:moveTo>
                  <a:cubicBezTo>
                    <a:pt x="81" y="1"/>
                    <a:pt x="30" y="34"/>
                    <a:pt x="17" y="92"/>
                  </a:cubicBezTo>
                  <a:cubicBezTo>
                    <a:pt x="0" y="158"/>
                    <a:pt x="17" y="228"/>
                    <a:pt x="83" y="261"/>
                  </a:cubicBezTo>
                  <a:cubicBezTo>
                    <a:pt x="92" y="264"/>
                    <a:pt x="101" y="265"/>
                    <a:pt x="111" y="265"/>
                  </a:cubicBezTo>
                  <a:cubicBezTo>
                    <a:pt x="159" y="265"/>
                    <a:pt x="209" y="232"/>
                    <a:pt x="223" y="174"/>
                  </a:cubicBezTo>
                  <a:cubicBezTo>
                    <a:pt x="239" y="108"/>
                    <a:pt x="223" y="38"/>
                    <a:pt x="153" y="5"/>
                  </a:cubicBezTo>
                  <a:cubicBezTo>
                    <a:pt x="144" y="2"/>
                    <a:pt x="135" y="1"/>
                    <a:pt x="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9" name="Google Shape;12859;p32"/>
            <p:cNvSpPr/>
            <p:nvPr/>
          </p:nvSpPr>
          <p:spPr>
            <a:xfrm>
              <a:off x="4858875" y="2957975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83" y="0"/>
                  </a:moveTo>
                  <a:cubicBezTo>
                    <a:pt x="33" y="0"/>
                    <a:pt x="0" y="66"/>
                    <a:pt x="0" y="136"/>
                  </a:cubicBezTo>
                  <a:cubicBezTo>
                    <a:pt x="0" y="169"/>
                    <a:pt x="17" y="206"/>
                    <a:pt x="50" y="223"/>
                  </a:cubicBezTo>
                  <a:cubicBezTo>
                    <a:pt x="66" y="256"/>
                    <a:pt x="104" y="256"/>
                    <a:pt x="120" y="256"/>
                  </a:cubicBezTo>
                  <a:cubicBezTo>
                    <a:pt x="186" y="239"/>
                    <a:pt x="223" y="169"/>
                    <a:pt x="223" y="103"/>
                  </a:cubicBezTo>
                  <a:cubicBezTo>
                    <a:pt x="223" y="66"/>
                    <a:pt x="207" y="33"/>
                    <a:pt x="170" y="17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0" name="Google Shape;12860;p32"/>
            <p:cNvSpPr/>
            <p:nvPr/>
          </p:nvSpPr>
          <p:spPr>
            <a:xfrm>
              <a:off x="4858350" y="2973825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25" y="1"/>
                  </a:moveTo>
                  <a:cubicBezTo>
                    <a:pt x="104" y="1"/>
                    <a:pt x="71" y="17"/>
                    <a:pt x="54" y="34"/>
                  </a:cubicBezTo>
                  <a:cubicBezTo>
                    <a:pt x="1" y="88"/>
                    <a:pt x="1" y="153"/>
                    <a:pt x="38" y="224"/>
                  </a:cubicBezTo>
                  <a:cubicBezTo>
                    <a:pt x="54" y="240"/>
                    <a:pt x="71" y="257"/>
                    <a:pt x="104" y="257"/>
                  </a:cubicBezTo>
                  <a:cubicBezTo>
                    <a:pt x="115" y="261"/>
                    <a:pt x="124" y="263"/>
                    <a:pt x="132" y="263"/>
                  </a:cubicBezTo>
                  <a:cubicBezTo>
                    <a:pt x="152" y="263"/>
                    <a:pt x="167" y="252"/>
                    <a:pt x="191" y="240"/>
                  </a:cubicBezTo>
                  <a:cubicBezTo>
                    <a:pt x="244" y="191"/>
                    <a:pt x="244" y="104"/>
                    <a:pt x="207" y="50"/>
                  </a:cubicBezTo>
                  <a:cubicBezTo>
                    <a:pt x="191" y="34"/>
                    <a:pt x="174" y="17"/>
                    <a:pt x="158" y="17"/>
                  </a:cubicBezTo>
                  <a:cubicBezTo>
                    <a:pt x="158" y="17"/>
                    <a:pt x="141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1" name="Google Shape;12861;p32"/>
            <p:cNvSpPr/>
            <p:nvPr/>
          </p:nvSpPr>
          <p:spPr>
            <a:xfrm>
              <a:off x="4880725" y="3030825"/>
              <a:ext cx="5600" cy="6375"/>
            </a:xfrm>
            <a:custGeom>
              <a:avLst/>
              <a:gdLst/>
              <a:ahLst/>
              <a:cxnLst/>
              <a:rect l="l" t="t" r="r" b="b"/>
              <a:pathLst>
                <a:path w="224" h="255" extrusionOk="0">
                  <a:moveTo>
                    <a:pt x="122" y="1"/>
                  </a:moveTo>
                  <a:cubicBezTo>
                    <a:pt x="65" y="1"/>
                    <a:pt x="14" y="33"/>
                    <a:pt x="1" y="92"/>
                  </a:cubicBezTo>
                  <a:lnTo>
                    <a:pt x="1" y="141"/>
                  </a:lnTo>
                  <a:cubicBezTo>
                    <a:pt x="1" y="195"/>
                    <a:pt x="34" y="228"/>
                    <a:pt x="71" y="244"/>
                  </a:cubicBezTo>
                  <a:cubicBezTo>
                    <a:pt x="84" y="251"/>
                    <a:pt x="101" y="255"/>
                    <a:pt x="118" y="255"/>
                  </a:cubicBezTo>
                  <a:cubicBezTo>
                    <a:pt x="142" y="255"/>
                    <a:pt x="164" y="247"/>
                    <a:pt x="174" y="228"/>
                  </a:cubicBezTo>
                  <a:cubicBezTo>
                    <a:pt x="190" y="211"/>
                    <a:pt x="207" y="195"/>
                    <a:pt x="207" y="178"/>
                  </a:cubicBezTo>
                  <a:cubicBezTo>
                    <a:pt x="223" y="108"/>
                    <a:pt x="207" y="38"/>
                    <a:pt x="157" y="5"/>
                  </a:cubicBezTo>
                  <a:cubicBezTo>
                    <a:pt x="145" y="2"/>
                    <a:pt x="133" y="1"/>
                    <a:pt x="1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2" name="Google Shape;12862;p32"/>
            <p:cNvSpPr/>
            <p:nvPr/>
          </p:nvSpPr>
          <p:spPr>
            <a:xfrm>
              <a:off x="4877325" y="300342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4" y="0"/>
                  </a:moveTo>
                  <a:cubicBezTo>
                    <a:pt x="33" y="0"/>
                    <a:pt x="0" y="70"/>
                    <a:pt x="17" y="140"/>
                  </a:cubicBezTo>
                  <a:cubicBezTo>
                    <a:pt x="17" y="173"/>
                    <a:pt x="33" y="206"/>
                    <a:pt x="50" y="223"/>
                  </a:cubicBezTo>
                  <a:cubicBezTo>
                    <a:pt x="87" y="260"/>
                    <a:pt x="104" y="260"/>
                    <a:pt x="137" y="260"/>
                  </a:cubicBezTo>
                  <a:cubicBezTo>
                    <a:pt x="170" y="243"/>
                    <a:pt x="190" y="223"/>
                    <a:pt x="207" y="206"/>
                  </a:cubicBezTo>
                  <a:cubicBezTo>
                    <a:pt x="223" y="173"/>
                    <a:pt x="240" y="140"/>
                    <a:pt x="223" y="103"/>
                  </a:cubicBezTo>
                  <a:cubicBezTo>
                    <a:pt x="223" y="70"/>
                    <a:pt x="207" y="37"/>
                    <a:pt x="190" y="17"/>
                  </a:cubicBezTo>
                  <a:cubicBezTo>
                    <a:pt x="170" y="17"/>
                    <a:pt x="170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3" name="Google Shape;12863;p32"/>
            <p:cNvSpPr/>
            <p:nvPr/>
          </p:nvSpPr>
          <p:spPr>
            <a:xfrm>
              <a:off x="4846000" y="2933425"/>
              <a:ext cx="2600" cy="1375"/>
            </a:xfrm>
            <a:custGeom>
              <a:avLst/>
              <a:gdLst/>
              <a:ahLst/>
              <a:cxnLst/>
              <a:rect l="l" t="t" r="r" b="b"/>
              <a:pathLst>
                <a:path w="104" h="55" extrusionOk="0">
                  <a:moveTo>
                    <a:pt x="103" y="1"/>
                  </a:moveTo>
                  <a:lnTo>
                    <a:pt x="103" y="1"/>
                  </a:lnTo>
                  <a:cubicBezTo>
                    <a:pt x="66" y="17"/>
                    <a:pt x="33" y="34"/>
                    <a:pt x="0" y="54"/>
                  </a:cubicBezTo>
                  <a:cubicBezTo>
                    <a:pt x="33" y="54"/>
                    <a:pt x="66" y="34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4" name="Google Shape;12864;p32"/>
            <p:cNvSpPr/>
            <p:nvPr/>
          </p:nvSpPr>
          <p:spPr>
            <a:xfrm>
              <a:off x="4873000" y="2955025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11" y="0"/>
                  </a:moveTo>
                  <a:cubicBezTo>
                    <a:pt x="69" y="0"/>
                    <a:pt x="29" y="33"/>
                    <a:pt x="17" y="81"/>
                  </a:cubicBezTo>
                  <a:cubicBezTo>
                    <a:pt x="0" y="151"/>
                    <a:pt x="17" y="221"/>
                    <a:pt x="87" y="254"/>
                  </a:cubicBezTo>
                  <a:cubicBezTo>
                    <a:pt x="96" y="257"/>
                    <a:pt x="105" y="258"/>
                    <a:pt x="114" y="258"/>
                  </a:cubicBezTo>
                  <a:cubicBezTo>
                    <a:pt x="159" y="258"/>
                    <a:pt x="209" y="228"/>
                    <a:pt x="223" y="184"/>
                  </a:cubicBezTo>
                  <a:cubicBezTo>
                    <a:pt x="239" y="118"/>
                    <a:pt x="223" y="31"/>
                    <a:pt x="157" y="15"/>
                  </a:cubicBezTo>
                  <a:cubicBezTo>
                    <a:pt x="142" y="5"/>
                    <a:pt x="127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5" name="Google Shape;12865;p32"/>
            <p:cNvSpPr/>
            <p:nvPr/>
          </p:nvSpPr>
          <p:spPr>
            <a:xfrm>
              <a:off x="4883725" y="3016850"/>
              <a:ext cx="6100" cy="6800"/>
            </a:xfrm>
            <a:custGeom>
              <a:avLst/>
              <a:gdLst/>
              <a:ahLst/>
              <a:cxnLst/>
              <a:rect l="l" t="t" r="r" b="b"/>
              <a:pathLst>
                <a:path w="244" h="272" extrusionOk="0">
                  <a:moveTo>
                    <a:pt x="111" y="1"/>
                  </a:moveTo>
                  <a:cubicBezTo>
                    <a:pt x="71" y="1"/>
                    <a:pt x="32" y="34"/>
                    <a:pt x="17" y="82"/>
                  </a:cubicBezTo>
                  <a:cubicBezTo>
                    <a:pt x="0" y="152"/>
                    <a:pt x="17" y="238"/>
                    <a:pt x="70" y="255"/>
                  </a:cubicBezTo>
                  <a:cubicBezTo>
                    <a:pt x="87" y="271"/>
                    <a:pt x="103" y="271"/>
                    <a:pt x="120" y="271"/>
                  </a:cubicBezTo>
                  <a:cubicBezTo>
                    <a:pt x="173" y="255"/>
                    <a:pt x="206" y="238"/>
                    <a:pt x="223" y="185"/>
                  </a:cubicBezTo>
                  <a:cubicBezTo>
                    <a:pt x="243" y="135"/>
                    <a:pt x="223" y="82"/>
                    <a:pt x="206" y="49"/>
                  </a:cubicBezTo>
                  <a:cubicBezTo>
                    <a:pt x="190" y="32"/>
                    <a:pt x="173" y="16"/>
                    <a:pt x="157" y="16"/>
                  </a:cubicBezTo>
                  <a:cubicBezTo>
                    <a:pt x="142" y="6"/>
                    <a:pt x="127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6" name="Google Shape;12866;p32"/>
            <p:cNvSpPr/>
            <p:nvPr/>
          </p:nvSpPr>
          <p:spPr>
            <a:xfrm>
              <a:off x="4870425" y="301847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36" y="0"/>
                  </a:moveTo>
                  <a:cubicBezTo>
                    <a:pt x="103" y="0"/>
                    <a:pt x="70" y="0"/>
                    <a:pt x="54" y="17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4" y="239"/>
                    <a:pt x="87" y="260"/>
                    <a:pt x="103" y="260"/>
                  </a:cubicBezTo>
                  <a:cubicBezTo>
                    <a:pt x="136" y="260"/>
                    <a:pt x="173" y="239"/>
                    <a:pt x="190" y="223"/>
                  </a:cubicBezTo>
                  <a:cubicBezTo>
                    <a:pt x="223" y="206"/>
                    <a:pt x="223" y="173"/>
                    <a:pt x="239" y="136"/>
                  </a:cubicBezTo>
                  <a:cubicBezTo>
                    <a:pt x="239" y="103"/>
                    <a:pt x="223" y="70"/>
                    <a:pt x="206" y="54"/>
                  </a:cubicBezTo>
                  <a:cubicBezTo>
                    <a:pt x="190" y="17"/>
                    <a:pt x="190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7" name="Google Shape;12867;p32"/>
            <p:cNvSpPr/>
            <p:nvPr/>
          </p:nvSpPr>
          <p:spPr>
            <a:xfrm>
              <a:off x="4871250" y="2970950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32" y="1"/>
                  </a:moveTo>
                  <a:cubicBezTo>
                    <a:pt x="123" y="1"/>
                    <a:pt x="114" y="5"/>
                    <a:pt x="103" y="13"/>
                  </a:cubicBezTo>
                  <a:cubicBezTo>
                    <a:pt x="54" y="13"/>
                    <a:pt x="0" y="79"/>
                    <a:pt x="21" y="149"/>
                  </a:cubicBezTo>
                  <a:cubicBezTo>
                    <a:pt x="21" y="182"/>
                    <a:pt x="37" y="219"/>
                    <a:pt x="54" y="236"/>
                  </a:cubicBezTo>
                  <a:cubicBezTo>
                    <a:pt x="77" y="247"/>
                    <a:pt x="92" y="259"/>
                    <a:pt x="112" y="259"/>
                  </a:cubicBezTo>
                  <a:cubicBezTo>
                    <a:pt x="120" y="259"/>
                    <a:pt x="130" y="257"/>
                    <a:pt x="140" y="252"/>
                  </a:cubicBezTo>
                  <a:cubicBezTo>
                    <a:pt x="206" y="252"/>
                    <a:pt x="243" y="182"/>
                    <a:pt x="227" y="116"/>
                  </a:cubicBezTo>
                  <a:cubicBezTo>
                    <a:pt x="227" y="79"/>
                    <a:pt x="206" y="46"/>
                    <a:pt x="190" y="29"/>
                  </a:cubicBezTo>
                  <a:cubicBezTo>
                    <a:pt x="173" y="13"/>
                    <a:pt x="173" y="13"/>
                    <a:pt x="157" y="13"/>
                  </a:cubicBezTo>
                  <a:cubicBezTo>
                    <a:pt x="149" y="5"/>
                    <a:pt x="140" y="1"/>
                    <a:pt x="1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8" name="Google Shape;12868;p32"/>
            <p:cNvSpPr/>
            <p:nvPr/>
          </p:nvSpPr>
          <p:spPr>
            <a:xfrm>
              <a:off x="4866600" y="3035275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83" y="0"/>
                  </a:moveTo>
                  <a:cubicBezTo>
                    <a:pt x="67" y="0"/>
                    <a:pt x="34" y="17"/>
                    <a:pt x="17" y="50"/>
                  </a:cubicBezTo>
                  <a:cubicBezTo>
                    <a:pt x="1" y="83"/>
                    <a:pt x="1" y="120"/>
                    <a:pt x="1" y="153"/>
                  </a:cubicBezTo>
                  <a:cubicBezTo>
                    <a:pt x="1" y="186"/>
                    <a:pt x="17" y="206"/>
                    <a:pt x="34" y="239"/>
                  </a:cubicBezTo>
                  <a:cubicBezTo>
                    <a:pt x="67" y="256"/>
                    <a:pt x="104" y="256"/>
                    <a:pt x="120" y="256"/>
                  </a:cubicBezTo>
                  <a:cubicBezTo>
                    <a:pt x="186" y="239"/>
                    <a:pt x="223" y="169"/>
                    <a:pt x="223" y="103"/>
                  </a:cubicBezTo>
                  <a:cubicBezTo>
                    <a:pt x="207" y="66"/>
                    <a:pt x="186" y="50"/>
                    <a:pt x="170" y="17"/>
                  </a:cubicBezTo>
                  <a:cubicBezTo>
                    <a:pt x="170" y="17"/>
                    <a:pt x="153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9" name="Google Shape;12869;p32"/>
            <p:cNvSpPr/>
            <p:nvPr/>
          </p:nvSpPr>
          <p:spPr>
            <a:xfrm>
              <a:off x="4869175" y="29907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93" y="1"/>
                  </a:moveTo>
                  <a:cubicBezTo>
                    <a:pt x="72" y="1"/>
                    <a:pt x="57" y="13"/>
                    <a:pt x="34" y="28"/>
                  </a:cubicBezTo>
                  <a:cubicBezTo>
                    <a:pt x="17" y="61"/>
                    <a:pt x="1" y="77"/>
                    <a:pt x="1" y="110"/>
                  </a:cubicBezTo>
                  <a:cubicBezTo>
                    <a:pt x="1" y="148"/>
                    <a:pt x="1" y="181"/>
                    <a:pt x="17" y="213"/>
                  </a:cubicBezTo>
                  <a:cubicBezTo>
                    <a:pt x="46" y="245"/>
                    <a:pt x="83" y="264"/>
                    <a:pt x="118" y="264"/>
                  </a:cubicBezTo>
                  <a:cubicBezTo>
                    <a:pt x="142" y="264"/>
                    <a:pt x="166" y="255"/>
                    <a:pt x="186" y="234"/>
                  </a:cubicBezTo>
                  <a:cubicBezTo>
                    <a:pt x="223" y="181"/>
                    <a:pt x="240" y="110"/>
                    <a:pt x="186" y="44"/>
                  </a:cubicBezTo>
                  <a:cubicBezTo>
                    <a:pt x="186" y="28"/>
                    <a:pt x="170" y="28"/>
                    <a:pt x="153" y="7"/>
                  </a:cubicBezTo>
                  <a:lnTo>
                    <a:pt x="120" y="7"/>
                  </a:lnTo>
                  <a:cubicBezTo>
                    <a:pt x="110" y="3"/>
                    <a:pt x="101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0" name="Google Shape;12870;p32"/>
            <p:cNvSpPr/>
            <p:nvPr/>
          </p:nvSpPr>
          <p:spPr>
            <a:xfrm>
              <a:off x="4839500" y="30236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0"/>
                  </a:moveTo>
                  <a:cubicBezTo>
                    <a:pt x="103" y="0"/>
                    <a:pt x="70" y="0"/>
                    <a:pt x="54" y="33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4" y="239"/>
                    <a:pt x="87" y="260"/>
                    <a:pt x="103" y="260"/>
                  </a:cubicBezTo>
                  <a:cubicBezTo>
                    <a:pt x="136" y="260"/>
                    <a:pt x="174" y="260"/>
                    <a:pt x="190" y="239"/>
                  </a:cubicBezTo>
                  <a:cubicBezTo>
                    <a:pt x="239" y="190"/>
                    <a:pt x="239" y="103"/>
                    <a:pt x="207" y="54"/>
                  </a:cubicBezTo>
                  <a:cubicBezTo>
                    <a:pt x="190" y="33"/>
                    <a:pt x="190" y="17"/>
                    <a:pt x="174" y="17"/>
                  </a:cubicBezTo>
                  <a:cubicBezTo>
                    <a:pt x="157" y="0"/>
                    <a:pt x="136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1" name="Google Shape;12871;p32"/>
            <p:cNvSpPr/>
            <p:nvPr/>
          </p:nvSpPr>
          <p:spPr>
            <a:xfrm>
              <a:off x="4816300" y="2966200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13" y="0"/>
                  </a:moveTo>
                  <a:cubicBezTo>
                    <a:pt x="70" y="0"/>
                    <a:pt x="29" y="32"/>
                    <a:pt x="17" y="83"/>
                  </a:cubicBezTo>
                  <a:cubicBezTo>
                    <a:pt x="1" y="149"/>
                    <a:pt x="17" y="219"/>
                    <a:pt x="87" y="252"/>
                  </a:cubicBezTo>
                  <a:lnTo>
                    <a:pt x="137" y="252"/>
                  </a:lnTo>
                  <a:cubicBezTo>
                    <a:pt x="174" y="252"/>
                    <a:pt x="207" y="219"/>
                    <a:pt x="223" y="166"/>
                  </a:cubicBezTo>
                  <a:cubicBezTo>
                    <a:pt x="240" y="133"/>
                    <a:pt x="223" y="83"/>
                    <a:pt x="207" y="46"/>
                  </a:cubicBezTo>
                  <a:cubicBezTo>
                    <a:pt x="190" y="30"/>
                    <a:pt x="174" y="13"/>
                    <a:pt x="157" y="13"/>
                  </a:cubicBezTo>
                  <a:cubicBezTo>
                    <a:pt x="143" y="4"/>
                    <a:pt x="128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2" name="Google Shape;12872;p32"/>
            <p:cNvSpPr/>
            <p:nvPr/>
          </p:nvSpPr>
          <p:spPr>
            <a:xfrm>
              <a:off x="4815075" y="3012500"/>
              <a:ext cx="5575" cy="6575"/>
            </a:xfrm>
            <a:custGeom>
              <a:avLst/>
              <a:gdLst/>
              <a:ahLst/>
              <a:cxnLst/>
              <a:rect l="l" t="t" r="r" b="b"/>
              <a:pathLst>
                <a:path w="223" h="263" extrusionOk="0">
                  <a:moveTo>
                    <a:pt x="136" y="0"/>
                  </a:moveTo>
                  <a:cubicBezTo>
                    <a:pt x="103" y="0"/>
                    <a:pt x="66" y="17"/>
                    <a:pt x="50" y="33"/>
                  </a:cubicBezTo>
                  <a:cubicBezTo>
                    <a:pt x="0" y="87"/>
                    <a:pt x="0" y="153"/>
                    <a:pt x="33" y="223"/>
                  </a:cubicBezTo>
                  <a:cubicBezTo>
                    <a:pt x="50" y="239"/>
                    <a:pt x="83" y="256"/>
                    <a:pt x="103" y="256"/>
                  </a:cubicBezTo>
                  <a:cubicBezTo>
                    <a:pt x="113" y="260"/>
                    <a:pt x="123" y="262"/>
                    <a:pt x="132" y="262"/>
                  </a:cubicBezTo>
                  <a:cubicBezTo>
                    <a:pt x="154" y="262"/>
                    <a:pt x="174" y="251"/>
                    <a:pt x="186" y="239"/>
                  </a:cubicBezTo>
                  <a:cubicBezTo>
                    <a:pt x="206" y="206"/>
                    <a:pt x="223" y="190"/>
                    <a:pt x="223" y="153"/>
                  </a:cubicBezTo>
                  <a:cubicBezTo>
                    <a:pt x="223" y="120"/>
                    <a:pt x="223" y="87"/>
                    <a:pt x="206" y="50"/>
                  </a:cubicBezTo>
                  <a:cubicBezTo>
                    <a:pt x="186" y="33"/>
                    <a:pt x="169" y="17"/>
                    <a:pt x="153" y="17"/>
                  </a:cubicBezTo>
                  <a:lnTo>
                    <a:pt x="1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3" name="Google Shape;12873;p32"/>
            <p:cNvSpPr/>
            <p:nvPr/>
          </p:nvSpPr>
          <p:spPr>
            <a:xfrm>
              <a:off x="4825800" y="30265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25" y="1"/>
                  </a:moveTo>
                  <a:cubicBezTo>
                    <a:pt x="80" y="1"/>
                    <a:pt x="30" y="31"/>
                    <a:pt x="17" y="75"/>
                  </a:cubicBezTo>
                  <a:cubicBezTo>
                    <a:pt x="0" y="145"/>
                    <a:pt x="17" y="228"/>
                    <a:pt x="87" y="248"/>
                  </a:cubicBezTo>
                  <a:cubicBezTo>
                    <a:pt x="100" y="257"/>
                    <a:pt x="114" y="261"/>
                    <a:pt x="129" y="261"/>
                  </a:cubicBezTo>
                  <a:cubicBezTo>
                    <a:pt x="170" y="261"/>
                    <a:pt x="211" y="230"/>
                    <a:pt x="223" y="178"/>
                  </a:cubicBezTo>
                  <a:cubicBezTo>
                    <a:pt x="239" y="108"/>
                    <a:pt x="223" y="42"/>
                    <a:pt x="153" y="5"/>
                  </a:cubicBezTo>
                  <a:cubicBezTo>
                    <a:pt x="144" y="2"/>
                    <a:pt x="135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4" name="Google Shape;12874;p32"/>
            <p:cNvSpPr/>
            <p:nvPr/>
          </p:nvSpPr>
          <p:spPr>
            <a:xfrm>
              <a:off x="4810325" y="3027400"/>
              <a:ext cx="6425" cy="6650"/>
            </a:xfrm>
            <a:custGeom>
              <a:avLst/>
              <a:gdLst/>
              <a:ahLst/>
              <a:cxnLst/>
              <a:rect l="l" t="t" r="r" b="b"/>
              <a:pathLst>
                <a:path w="257" h="266" extrusionOk="0">
                  <a:moveTo>
                    <a:pt x="134" y="0"/>
                  </a:moveTo>
                  <a:cubicBezTo>
                    <a:pt x="84" y="0"/>
                    <a:pt x="44" y="35"/>
                    <a:pt x="17" y="88"/>
                  </a:cubicBezTo>
                  <a:cubicBezTo>
                    <a:pt x="1" y="159"/>
                    <a:pt x="34" y="229"/>
                    <a:pt x="87" y="262"/>
                  </a:cubicBezTo>
                  <a:cubicBezTo>
                    <a:pt x="96" y="264"/>
                    <a:pt x="105" y="266"/>
                    <a:pt x="114" y="266"/>
                  </a:cubicBezTo>
                  <a:cubicBezTo>
                    <a:pt x="159" y="266"/>
                    <a:pt x="210" y="233"/>
                    <a:pt x="223" y="175"/>
                  </a:cubicBezTo>
                  <a:cubicBezTo>
                    <a:pt x="256" y="109"/>
                    <a:pt x="223" y="39"/>
                    <a:pt x="170" y="6"/>
                  </a:cubicBezTo>
                  <a:cubicBezTo>
                    <a:pt x="157" y="2"/>
                    <a:pt x="145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5" name="Google Shape;12875;p32"/>
            <p:cNvSpPr/>
            <p:nvPr/>
          </p:nvSpPr>
          <p:spPr>
            <a:xfrm>
              <a:off x="4821875" y="29961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0"/>
                  </a:moveTo>
                  <a:cubicBezTo>
                    <a:pt x="70" y="0"/>
                    <a:pt x="54" y="21"/>
                    <a:pt x="17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17" y="190"/>
                    <a:pt x="17" y="207"/>
                    <a:pt x="54" y="244"/>
                  </a:cubicBezTo>
                  <a:cubicBezTo>
                    <a:pt x="70" y="260"/>
                    <a:pt x="103" y="260"/>
                    <a:pt x="141" y="260"/>
                  </a:cubicBezTo>
                  <a:cubicBezTo>
                    <a:pt x="190" y="244"/>
                    <a:pt x="244" y="174"/>
                    <a:pt x="223" y="104"/>
                  </a:cubicBezTo>
                  <a:cubicBezTo>
                    <a:pt x="223" y="71"/>
                    <a:pt x="207" y="54"/>
                    <a:pt x="174" y="21"/>
                  </a:cubicBez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6" name="Google Shape;12876;p32"/>
            <p:cNvSpPr/>
            <p:nvPr/>
          </p:nvSpPr>
          <p:spPr>
            <a:xfrm>
              <a:off x="4800025" y="3014950"/>
              <a:ext cx="6400" cy="6525"/>
            </a:xfrm>
            <a:custGeom>
              <a:avLst/>
              <a:gdLst/>
              <a:ahLst/>
              <a:cxnLst/>
              <a:rect l="l" t="t" r="r" b="b"/>
              <a:pathLst>
                <a:path w="256" h="261" extrusionOk="0">
                  <a:moveTo>
                    <a:pt x="142" y="1"/>
                  </a:moveTo>
                  <a:cubicBezTo>
                    <a:pt x="97" y="1"/>
                    <a:pt x="47" y="30"/>
                    <a:pt x="33" y="71"/>
                  </a:cubicBezTo>
                  <a:cubicBezTo>
                    <a:pt x="0" y="141"/>
                    <a:pt x="33" y="228"/>
                    <a:pt x="87" y="244"/>
                  </a:cubicBezTo>
                  <a:cubicBezTo>
                    <a:pt x="103" y="261"/>
                    <a:pt x="120" y="261"/>
                    <a:pt x="136" y="261"/>
                  </a:cubicBezTo>
                  <a:cubicBezTo>
                    <a:pt x="190" y="244"/>
                    <a:pt x="223" y="228"/>
                    <a:pt x="239" y="174"/>
                  </a:cubicBezTo>
                  <a:cubicBezTo>
                    <a:pt x="256" y="125"/>
                    <a:pt x="239" y="71"/>
                    <a:pt x="206" y="38"/>
                  </a:cubicBezTo>
                  <a:cubicBezTo>
                    <a:pt x="206" y="22"/>
                    <a:pt x="190" y="22"/>
                    <a:pt x="169" y="5"/>
                  </a:cubicBezTo>
                  <a:cubicBezTo>
                    <a:pt x="161" y="2"/>
                    <a:pt x="151" y="1"/>
                    <a:pt x="1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7" name="Google Shape;12877;p32"/>
            <p:cNvSpPr/>
            <p:nvPr/>
          </p:nvSpPr>
          <p:spPr>
            <a:xfrm>
              <a:off x="4807750" y="2997525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94" y="1"/>
                  </a:moveTo>
                  <a:cubicBezTo>
                    <a:pt x="54" y="1"/>
                    <a:pt x="13" y="32"/>
                    <a:pt x="1" y="84"/>
                  </a:cubicBezTo>
                  <a:lnTo>
                    <a:pt x="1" y="133"/>
                  </a:lnTo>
                  <a:cubicBezTo>
                    <a:pt x="1" y="187"/>
                    <a:pt x="17" y="236"/>
                    <a:pt x="66" y="253"/>
                  </a:cubicBezTo>
                  <a:cubicBezTo>
                    <a:pt x="77" y="258"/>
                    <a:pt x="88" y="261"/>
                    <a:pt x="99" y="261"/>
                  </a:cubicBezTo>
                  <a:cubicBezTo>
                    <a:pt x="128" y="261"/>
                    <a:pt x="158" y="244"/>
                    <a:pt x="170" y="220"/>
                  </a:cubicBezTo>
                  <a:cubicBezTo>
                    <a:pt x="190" y="203"/>
                    <a:pt x="207" y="203"/>
                    <a:pt x="207" y="170"/>
                  </a:cubicBezTo>
                  <a:cubicBezTo>
                    <a:pt x="223" y="100"/>
                    <a:pt x="207" y="30"/>
                    <a:pt x="137" y="14"/>
                  </a:cubicBezTo>
                  <a:cubicBezTo>
                    <a:pt x="123" y="5"/>
                    <a:pt x="109" y="1"/>
                    <a:pt x="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8" name="Google Shape;12878;p32"/>
            <p:cNvSpPr/>
            <p:nvPr/>
          </p:nvSpPr>
          <p:spPr>
            <a:xfrm>
              <a:off x="4804250" y="2969925"/>
              <a:ext cx="5700" cy="6525"/>
            </a:xfrm>
            <a:custGeom>
              <a:avLst/>
              <a:gdLst/>
              <a:ahLst/>
              <a:cxnLst/>
              <a:rect l="l" t="t" r="r" b="b"/>
              <a:pathLst>
                <a:path w="228" h="261" extrusionOk="0">
                  <a:moveTo>
                    <a:pt x="103" y="0"/>
                  </a:moveTo>
                  <a:cubicBezTo>
                    <a:pt x="37" y="17"/>
                    <a:pt x="0" y="87"/>
                    <a:pt x="0" y="157"/>
                  </a:cubicBezTo>
                  <a:cubicBezTo>
                    <a:pt x="21" y="190"/>
                    <a:pt x="37" y="223"/>
                    <a:pt x="54" y="244"/>
                  </a:cubicBezTo>
                  <a:cubicBezTo>
                    <a:pt x="70" y="260"/>
                    <a:pt x="103" y="260"/>
                    <a:pt x="141" y="260"/>
                  </a:cubicBezTo>
                  <a:cubicBezTo>
                    <a:pt x="157" y="260"/>
                    <a:pt x="190" y="244"/>
                    <a:pt x="206" y="206"/>
                  </a:cubicBezTo>
                  <a:cubicBezTo>
                    <a:pt x="227" y="173"/>
                    <a:pt x="227" y="140"/>
                    <a:pt x="227" y="103"/>
                  </a:cubicBezTo>
                  <a:cubicBezTo>
                    <a:pt x="227" y="70"/>
                    <a:pt x="206" y="54"/>
                    <a:pt x="190" y="37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0"/>
                    <a:pt x="12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9" name="Google Shape;12879;p32"/>
            <p:cNvSpPr/>
            <p:nvPr/>
          </p:nvSpPr>
          <p:spPr>
            <a:xfrm>
              <a:off x="4885875" y="2967350"/>
              <a:ext cx="6525" cy="6400"/>
            </a:xfrm>
            <a:custGeom>
              <a:avLst/>
              <a:gdLst/>
              <a:ahLst/>
              <a:cxnLst/>
              <a:rect l="l" t="t" r="r" b="b"/>
              <a:pathLst>
                <a:path w="261" h="256" extrusionOk="0">
                  <a:moveTo>
                    <a:pt x="137" y="0"/>
                  </a:moveTo>
                  <a:cubicBezTo>
                    <a:pt x="120" y="0"/>
                    <a:pt x="87" y="0"/>
                    <a:pt x="71" y="37"/>
                  </a:cubicBezTo>
                  <a:cubicBezTo>
                    <a:pt x="17" y="70"/>
                    <a:pt x="1" y="157"/>
                    <a:pt x="54" y="206"/>
                  </a:cubicBezTo>
                  <a:cubicBezTo>
                    <a:pt x="73" y="237"/>
                    <a:pt x="104" y="256"/>
                    <a:pt x="137" y="256"/>
                  </a:cubicBezTo>
                  <a:cubicBezTo>
                    <a:pt x="161" y="256"/>
                    <a:pt x="186" y="246"/>
                    <a:pt x="207" y="223"/>
                  </a:cubicBezTo>
                  <a:cubicBezTo>
                    <a:pt x="240" y="190"/>
                    <a:pt x="260" y="103"/>
                    <a:pt x="223" y="54"/>
                  </a:cubicBezTo>
                  <a:cubicBezTo>
                    <a:pt x="207" y="37"/>
                    <a:pt x="190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0" name="Google Shape;12880;p32"/>
            <p:cNvSpPr/>
            <p:nvPr/>
          </p:nvSpPr>
          <p:spPr>
            <a:xfrm>
              <a:off x="4836500" y="29933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12" y="1"/>
                  </a:moveTo>
                  <a:cubicBezTo>
                    <a:pt x="93" y="1"/>
                    <a:pt x="77" y="13"/>
                    <a:pt x="50" y="28"/>
                  </a:cubicBezTo>
                  <a:cubicBezTo>
                    <a:pt x="17" y="78"/>
                    <a:pt x="1" y="164"/>
                    <a:pt x="34" y="214"/>
                  </a:cubicBezTo>
                  <a:cubicBezTo>
                    <a:pt x="50" y="251"/>
                    <a:pt x="87" y="267"/>
                    <a:pt x="120" y="267"/>
                  </a:cubicBezTo>
                  <a:cubicBezTo>
                    <a:pt x="137" y="267"/>
                    <a:pt x="174" y="251"/>
                    <a:pt x="190" y="234"/>
                  </a:cubicBezTo>
                  <a:cubicBezTo>
                    <a:pt x="223" y="214"/>
                    <a:pt x="240" y="181"/>
                    <a:pt x="240" y="148"/>
                  </a:cubicBezTo>
                  <a:cubicBezTo>
                    <a:pt x="240" y="110"/>
                    <a:pt x="223" y="78"/>
                    <a:pt x="207" y="45"/>
                  </a:cubicBezTo>
                  <a:cubicBezTo>
                    <a:pt x="207" y="28"/>
                    <a:pt x="190" y="28"/>
                    <a:pt x="174" y="7"/>
                  </a:cubicBezTo>
                  <a:lnTo>
                    <a:pt x="137" y="7"/>
                  </a:lnTo>
                  <a:cubicBezTo>
                    <a:pt x="127" y="3"/>
                    <a:pt x="119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1" name="Google Shape;12881;p32"/>
            <p:cNvSpPr/>
            <p:nvPr/>
          </p:nvSpPr>
          <p:spPr>
            <a:xfrm>
              <a:off x="4844650" y="300775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4" y="0"/>
                  </a:moveTo>
                  <a:cubicBezTo>
                    <a:pt x="54" y="17"/>
                    <a:pt x="1" y="87"/>
                    <a:pt x="17" y="153"/>
                  </a:cubicBezTo>
                  <a:cubicBezTo>
                    <a:pt x="17" y="190"/>
                    <a:pt x="33" y="223"/>
                    <a:pt x="54" y="240"/>
                  </a:cubicBezTo>
                  <a:cubicBezTo>
                    <a:pt x="77" y="251"/>
                    <a:pt x="92" y="265"/>
                    <a:pt x="111" y="265"/>
                  </a:cubicBezTo>
                  <a:cubicBezTo>
                    <a:pt x="118" y="265"/>
                    <a:pt x="127" y="262"/>
                    <a:pt x="137" y="256"/>
                  </a:cubicBezTo>
                  <a:cubicBezTo>
                    <a:pt x="207" y="256"/>
                    <a:pt x="240" y="190"/>
                    <a:pt x="223" y="120"/>
                  </a:cubicBezTo>
                  <a:cubicBezTo>
                    <a:pt x="223" y="87"/>
                    <a:pt x="207" y="50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2" name="Google Shape;12882;p32"/>
            <p:cNvSpPr/>
            <p:nvPr/>
          </p:nvSpPr>
          <p:spPr>
            <a:xfrm>
              <a:off x="4843425" y="2978200"/>
              <a:ext cx="5575" cy="6550"/>
            </a:xfrm>
            <a:custGeom>
              <a:avLst/>
              <a:gdLst/>
              <a:ahLst/>
              <a:cxnLst/>
              <a:rect l="l" t="t" r="r" b="b"/>
              <a:pathLst>
                <a:path w="223" h="262" extrusionOk="0">
                  <a:moveTo>
                    <a:pt x="128" y="0"/>
                  </a:moveTo>
                  <a:cubicBezTo>
                    <a:pt x="120" y="0"/>
                    <a:pt x="111" y="5"/>
                    <a:pt x="103" y="16"/>
                  </a:cubicBezTo>
                  <a:cubicBezTo>
                    <a:pt x="33" y="16"/>
                    <a:pt x="0" y="82"/>
                    <a:pt x="0" y="152"/>
                  </a:cubicBezTo>
                  <a:cubicBezTo>
                    <a:pt x="17" y="185"/>
                    <a:pt x="33" y="222"/>
                    <a:pt x="50" y="238"/>
                  </a:cubicBezTo>
                  <a:cubicBezTo>
                    <a:pt x="61" y="250"/>
                    <a:pt x="83" y="262"/>
                    <a:pt x="107" y="262"/>
                  </a:cubicBezTo>
                  <a:cubicBezTo>
                    <a:pt x="116" y="262"/>
                    <a:pt x="126" y="260"/>
                    <a:pt x="136" y="255"/>
                  </a:cubicBezTo>
                  <a:cubicBezTo>
                    <a:pt x="169" y="255"/>
                    <a:pt x="186" y="238"/>
                    <a:pt x="206" y="201"/>
                  </a:cubicBezTo>
                  <a:cubicBezTo>
                    <a:pt x="223" y="185"/>
                    <a:pt x="223" y="152"/>
                    <a:pt x="223" y="119"/>
                  </a:cubicBezTo>
                  <a:cubicBezTo>
                    <a:pt x="223" y="82"/>
                    <a:pt x="206" y="49"/>
                    <a:pt x="186" y="32"/>
                  </a:cubicBezTo>
                  <a:cubicBezTo>
                    <a:pt x="169" y="16"/>
                    <a:pt x="169" y="16"/>
                    <a:pt x="153" y="16"/>
                  </a:cubicBezTo>
                  <a:cubicBezTo>
                    <a:pt x="144" y="5"/>
                    <a:pt x="136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3" name="Google Shape;12883;p32"/>
            <p:cNvSpPr/>
            <p:nvPr/>
          </p:nvSpPr>
          <p:spPr>
            <a:xfrm>
              <a:off x="4838250" y="2948475"/>
              <a:ext cx="6025" cy="6425"/>
            </a:xfrm>
            <a:custGeom>
              <a:avLst/>
              <a:gdLst/>
              <a:ahLst/>
              <a:cxnLst/>
              <a:rect l="l" t="t" r="r" b="b"/>
              <a:pathLst>
                <a:path w="241" h="257" extrusionOk="0">
                  <a:moveTo>
                    <a:pt x="104" y="1"/>
                  </a:moveTo>
                  <a:cubicBezTo>
                    <a:pt x="50" y="1"/>
                    <a:pt x="1" y="71"/>
                    <a:pt x="17" y="137"/>
                  </a:cubicBezTo>
                  <a:cubicBezTo>
                    <a:pt x="17" y="174"/>
                    <a:pt x="34" y="207"/>
                    <a:pt x="50" y="223"/>
                  </a:cubicBezTo>
                  <a:cubicBezTo>
                    <a:pt x="83" y="256"/>
                    <a:pt x="120" y="256"/>
                    <a:pt x="137" y="256"/>
                  </a:cubicBezTo>
                  <a:cubicBezTo>
                    <a:pt x="207" y="240"/>
                    <a:pt x="240" y="174"/>
                    <a:pt x="240" y="104"/>
                  </a:cubicBezTo>
                  <a:cubicBezTo>
                    <a:pt x="224" y="71"/>
                    <a:pt x="207" y="34"/>
                    <a:pt x="186" y="17"/>
                  </a:cubicBezTo>
                  <a:lnTo>
                    <a:pt x="17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4" name="Google Shape;12884;p32"/>
            <p:cNvSpPr/>
            <p:nvPr/>
          </p:nvSpPr>
          <p:spPr>
            <a:xfrm>
              <a:off x="4844650" y="296290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33" y="0"/>
                  </a:moveTo>
                  <a:cubicBezTo>
                    <a:pt x="124" y="0"/>
                    <a:pt x="115" y="2"/>
                    <a:pt x="104" y="9"/>
                  </a:cubicBezTo>
                  <a:cubicBezTo>
                    <a:pt x="54" y="9"/>
                    <a:pt x="1" y="75"/>
                    <a:pt x="17" y="145"/>
                  </a:cubicBezTo>
                  <a:cubicBezTo>
                    <a:pt x="33" y="215"/>
                    <a:pt x="87" y="265"/>
                    <a:pt x="137" y="265"/>
                  </a:cubicBezTo>
                  <a:cubicBezTo>
                    <a:pt x="174" y="248"/>
                    <a:pt x="207" y="232"/>
                    <a:pt x="223" y="215"/>
                  </a:cubicBezTo>
                  <a:cubicBezTo>
                    <a:pt x="240" y="178"/>
                    <a:pt x="240" y="145"/>
                    <a:pt x="240" y="112"/>
                  </a:cubicBezTo>
                  <a:cubicBezTo>
                    <a:pt x="223" y="75"/>
                    <a:pt x="223" y="42"/>
                    <a:pt x="190" y="26"/>
                  </a:cubicBezTo>
                  <a:lnTo>
                    <a:pt x="174" y="9"/>
                  </a:lnTo>
                  <a:cubicBezTo>
                    <a:pt x="163" y="9"/>
                    <a:pt x="150" y="0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5" name="Google Shape;12885;p32"/>
            <p:cNvSpPr/>
            <p:nvPr/>
          </p:nvSpPr>
          <p:spPr>
            <a:xfrm>
              <a:off x="4830525" y="296570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7" y="0"/>
                  </a:moveTo>
                  <a:cubicBezTo>
                    <a:pt x="104" y="0"/>
                    <a:pt x="67" y="0"/>
                    <a:pt x="50" y="17"/>
                  </a:cubicBezTo>
                  <a:cubicBezTo>
                    <a:pt x="17" y="50"/>
                    <a:pt x="17" y="66"/>
                    <a:pt x="1" y="103"/>
                  </a:cubicBezTo>
                  <a:cubicBezTo>
                    <a:pt x="1" y="153"/>
                    <a:pt x="17" y="169"/>
                    <a:pt x="34" y="206"/>
                  </a:cubicBezTo>
                  <a:cubicBezTo>
                    <a:pt x="50" y="239"/>
                    <a:pt x="67" y="256"/>
                    <a:pt x="104" y="256"/>
                  </a:cubicBezTo>
                  <a:cubicBezTo>
                    <a:pt x="137" y="256"/>
                    <a:pt x="170" y="239"/>
                    <a:pt x="186" y="223"/>
                  </a:cubicBezTo>
                  <a:cubicBezTo>
                    <a:pt x="240" y="186"/>
                    <a:pt x="240" y="103"/>
                    <a:pt x="207" y="50"/>
                  </a:cubicBezTo>
                  <a:cubicBezTo>
                    <a:pt x="186" y="33"/>
                    <a:pt x="17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6" name="Google Shape;12886;p32"/>
            <p:cNvSpPr/>
            <p:nvPr/>
          </p:nvSpPr>
          <p:spPr>
            <a:xfrm>
              <a:off x="4827425" y="3009725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23" y="1"/>
                  </a:moveTo>
                  <a:cubicBezTo>
                    <a:pt x="117" y="1"/>
                    <a:pt x="111" y="2"/>
                    <a:pt x="104" y="8"/>
                  </a:cubicBezTo>
                  <a:cubicBezTo>
                    <a:pt x="88" y="8"/>
                    <a:pt x="71" y="24"/>
                    <a:pt x="55" y="41"/>
                  </a:cubicBezTo>
                  <a:cubicBezTo>
                    <a:pt x="22" y="57"/>
                    <a:pt x="1" y="111"/>
                    <a:pt x="22" y="144"/>
                  </a:cubicBezTo>
                  <a:cubicBezTo>
                    <a:pt x="22" y="177"/>
                    <a:pt x="38" y="214"/>
                    <a:pt x="55" y="231"/>
                  </a:cubicBezTo>
                  <a:cubicBezTo>
                    <a:pt x="88" y="247"/>
                    <a:pt x="104" y="264"/>
                    <a:pt x="141" y="264"/>
                  </a:cubicBezTo>
                  <a:cubicBezTo>
                    <a:pt x="191" y="247"/>
                    <a:pt x="244" y="198"/>
                    <a:pt x="244" y="128"/>
                  </a:cubicBezTo>
                  <a:lnTo>
                    <a:pt x="244" y="111"/>
                  </a:lnTo>
                  <a:cubicBezTo>
                    <a:pt x="228" y="57"/>
                    <a:pt x="207" y="24"/>
                    <a:pt x="158" y="8"/>
                  </a:cubicBezTo>
                  <a:cubicBezTo>
                    <a:pt x="147" y="8"/>
                    <a:pt x="136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7" name="Google Shape;12887;p32"/>
            <p:cNvSpPr/>
            <p:nvPr/>
          </p:nvSpPr>
          <p:spPr>
            <a:xfrm>
              <a:off x="4595525" y="2790700"/>
              <a:ext cx="5700" cy="6600"/>
            </a:xfrm>
            <a:custGeom>
              <a:avLst/>
              <a:gdLst/>
              <a:ahLst/>
              <a:cxnLst/>
              <a:rect l="l" t="t" r="r" b="b"/>
              <a:pathLst>
                <a:path w="228" h="264" extrusionOk="0">
                  <a:moveTo>
                    <a:pt x="123" y="0"/>
                  </a:moveTo>
                  <a:cubicBezTo>
                    <a:pt x="117" y="0"/>
                    <a:pt x="110" y="2"/>
                    <a:pt x="104" y="8"/>
                  </a:cubicBezTo>
                  <a:lnTo>
                    <a:pt x="71" y="8"/>
                  </a:lnTo>
                  <a:cubicBezTo>
                    <a:pt x="21" y="24"/>
                    <a:pt x="0" y="94"/>
                    <a:pt x="0" y="144"/>
                  </a:cubicBezTo>
                  <a:cubicBezTo>
                    <a:pt x="0" y="177"/>
                    <a:pt x="21" y="214"/>
                    <a:pt x="54" y="230"/>
                  </a:cubicBezTo>
                  <a:cubicBezTo>
                    <a:pt x="71" y="247"/>
                    <a:pt x="104" y="263"/>
                    <a:pt x="141" y="263"/>
                  </a:cubicBezTo>
                  <a:cubicBezTo>
                    <a:pt x="190" y="247"/>
                    <a:pt x="227" y="177"/>
                    <a:pt x="227" y="111"/>
                  </a:cubicBezTo>
                  <a:cubicBezTo>
                    <a:pt x="227" y="94"/>
                    <a:pt x="227" y="94"/>
                    <a:pt x="207" y="74"/>
                  </a:cubicBezTo>
                  <a:cubicBezTo>
                    <a:pt x="207" y="41"/>
                    <a:pt x="174" y="24"/>
                    <a:pt x="157" y="8"/>
                  </a:cubicBezTo>
                  <a:cubicBezTo>
                    <a:pt x="146" y="8"/>
                    <a:pt x="135" y="0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8" name="Google Shape;12888;p32"/>
            <p:cNvSpPr/>
            <p:nvPr/>
          </p:nvSpPr>
          <p:spPr>
            <a:xfrm>
              <a:off x="4561625" y="2857250"/>
              <a:ext cx="3925" cy="6625"/>
            </a:xfrm>
            <a:custGeom>
              <a:avLst/>
              <a:gdLst/>
              <a:ahLst/>
              <a:cxnLst/>
              <a:rect l="l" t="t" r="r" b="b"/>
              <a:pathLst>
                <a:path w="157" h="265" extrusionOk="0">
                  <a:moveTo>
                    <a:pt x="36" y="0"/>
                  </a:moveTo>
                  <a:cubicBezTo>
                    <a:pt x="30" y="0"/>
                    <a:pt x="23" y="2"/>
                    <a:pt x="17" y="9"/>
                  </a:cubicBezTo>
                  <a:lnTo>
                    <a:pt x="0" y="9"/>
                  </a:lnTo>
                  <a:lnTo>
                    <a:pt x="0" y="248"/>
                  </a:lnTo>
                  <a:cubicBezTo>
                    <a:pt x="17" y="265"/>
                    <a:pt x="37" y="265"/>
                    <a:pt x="54" y="265"/>
                  </a:cubicBezTo>
                  <a:cubicBezTo>
                    <a:pt x="87" y="248"/>
                    <a:pt x="103" y="232"/>
                    <a:pt x="120" y="215"/>
                  </a:cubicBezTo>
                  <a:cubicBezTo>
                    <a:pt x="140" y="178"/>
                    <a:pt x="157" y="145"/>
                    <a:pt x="140" y="112"/>
                  </a:cubicBezTo>
                  <a:cubicBezTo>
                    <a:pt x="140" y="75"/>
                    <a:pt x="120" y="42"/>
                    <a:pt x="103" y="26"/>
                  </a:cubicBezTo>
                  <a:cubicBezTo>
                    <a:pt x="87" y="26"/>
                    <a:pt x="87" y="9"/>
                    <a:pt x="70" y="9"/>
                  </a:cubicBezTo>
                  <a:cubicBezTo>
                    <a:pt x="59" y="9"/>
                    <a:pt x="48" y="0"/>
                    <a:pt x="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9" name="Google Shape;12889;p32"/>
            <p:cNvSpPr/>
            <p:nvPr/>
          </p:nvSpPr>
          <p:spPr>
            <a:xfrm>
              <a:off x="4578000" y="28848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1"/>
                  </a:moveTo>
                  <a:cubicBezTo>
                    <a:pt x="104" y="1"/>
                    <a:pt x="83" y="17"/>
                    <a:pt x="50" y="38"/>
                  </a:cubicBezTo>
                  <a:cubicBezTo>
                    <a:pt x="17" y="71"/>
                    <a:pt x="1" y="158"/>
                    <a:pt x="34" y="207"/>
                  </a:cubicBezTo>
                  <a:cubicBezTo>
                    <a:pt x="67" y="244"/>
                    <a:pt x="83" y="261"/>
                    <a:pt x="120" y="261"/>
                  </a:cubicBezTo>
                  <a:cubicBezTo>
                    <a:pt x="153" y="261"/>
                    <a:pt x="170" y="261"/>
                    <a:pt x="207" y="244"/>
                  </a:cubicBezTo>
                  <a:cubicBezTo>
                    <a:pt x="223" y="207"/>
                    <a:pt x="240" y="191"/>
                    <a:pt x="240" y="158"/>
                  </a:cubicBezTo>
                  <a:cubicBezTo>
                    <a:pt x="240" y="120"/>
                    <a:pt x="240" y="87"/>
                    <a:pt x="207" y="54"/>
                  </a:cubicBezTo>
                  <a:cubicBezTo>
                    <a:pt x="207" y="38"/>
                    <a:pt x="186" y="17"/>
                    <a:pt x="170" y="17"/>
                  </a:cubicBezTo>
                  <a:cubicBezTo>
                    <a:pt x="153" y="1"/>
                    <a:pt x="153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0" name="Google Shape;12890;p32"/>
            <p:cNvSpPr/>
            <p:nvPr/>
          </p:nvSpPr>
          <p:spPr>
            <a:xfrm>
              <a:off x="4568100" y="29193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4" y="1"/>
                  </a:moveTo>
                  <a:cubicBezTo>
                    <a:pt x="50" y="17"/>
                    <a:pt x="1" y="83"/>
                    <a:pt x="17" y="153"/>
                  </a:cubicBezTo>
                  <a:cubicBezTo>
                    <a:pt x="17" y="186"/>
                    <a:pt x="34" y="224"/>
                    <a:pt x="67" y="240"/>
                  </a:cubicBezTo>
                  <a:cubicBezTo>
                    <a:pt x="81" y="252"/>
                    <a:pt x="102" y="263"/>
                    <a:pt x="119" y="263"/>
                  </a:cubicBezTo>
                  <a:cubicBezTo>
                    <a:pt x="126" y="263"/>
                    <a:pt x="132" y="261"/>
                    <a:pt x="137" y="257"/>
                  </a:cubicBezTo>
                  <a:cubicBezTo>
                    <a:pt x="207" y="257"/>
                    <a:pt x="240" y="186"/>
                    <a:pt x="240" y="121"/>
                  </a:cubicBezTo>
                  <a:cubicBezTo>
                    <a:pt x="223" y="83"/>
                    <a:pt x="223" y="50"/>
                    <a:pt x="190" y="34"/>
                  </a:cubicBezTo>
                  <a:cubicBezTo>
                    <a:pt x="190" y="17"/>
                    <a:pt x="170" y="17"/>
                    <a:pt x="170" y="17"/>
                  </a:cubicBezTo>
                  <a:cubicBezTo>
                    <a:pt x="153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1" name="Google Shape;12891;p32"/>
            <p:cNvSpPr/>
            <p:nvPr/>
          </p:nvSpPr>
          <p:spPr>
            <a:xfrm>
              <a:off x="4576650" y="2857475"/>
              <a:ext cx="6025" cy="6525"/>
            </a:xfrm>
            <a:custGeom>
              <a:avLst/>
              <a:gdLst/>
              <a:ahLst/>
              <a:cxnLst/>
              <a:rect l="l" t="t" r="r" b="b"/>
              <a:pathLst>
                <a:path w="241" h="261" extrusionOk="0">
                  <a:moveTo>
                    <a:pt x="137" y="0"/>
                  </a:moveTo>
                  <a:cubicBezTo>
                    <a:pt x="104" y="0"/>
                    <a:pt x="71" y="0"/>
                    <a:pt x="55" y="33"/>
                  </a:cubicBezTo>
                  <a:cubicBezTo>
                    <a:pt x="17" y="50"/>
                    <a:pt x="17" y="83"/>
                    <a:pt x="1" y="120"/>
                  </a:cubicBezTo>
                  <a:cubicBezTo>
                    <a:pt x="1" y="153"/>
                    <a:pt x="17" y="186"/>
                    <a:pt x="34" y="206"/>
                  </a:cubicBezTo>
                  <a:cubicBezTo>
                    <a:pt x="56" y="245"/>
                    <a:pt x="87" y="261"/>
                    <a:pt x="121" y="261"/>
                  </a:cubicBezTo>
                  <a:cubicBezTo>
                    <a:pt x="144" y="261"/>
                    <a:pt x="168" y="253"/>
                    <a:pt x="191" y="239"/>
                  </a:cubicBezTo>
                  <a:cubicBezTo>
                    <a:pt x="240" y="186"/>
                    <a:pt x="240" y="103"/>
                    <a:pt x="207" y="50"/>
                  </a:cubicBezTo>
                  <a:cubicBezTo>
                    <a:pt x="191" y="33"/>
                    <a:pt x="174" y="17"/>
                    <a:pt x="158" y="17"/>
                  </a:cubicBezTo>
                  <a:cubicBezTo>
                    <a:pt x="158" y="0"/>
                    <a:pt x="137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2" name="Google Shape;12892;p32"/>
            <p:cNvSpPr/>
            <p:nvPr/>
          </p:nvSpPr>
          <p:spPr>
            <a:xfrm>
              <a:off x="4573675" y="28075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7" y="190"/>
                    <a:pt x="33" y="223"/>
                    <a:pt x="50" y="244"/>
                  </a:cubicBezTo>
                  <a:cubicBezTo>
                    <a:pt x="70" y="260"/>
                    <a:pt x="103" y="260"/>
                    <a:pt x="136" y="260"/>
                  </a:cubicBezTo>
                  <a:cubicBezTo>
                    <a:pt x="190" y="260"/>
                    <a:pt x="240" y="190"/>
                    <a:pt x="223" y="120"/>
                  </a:cubicBezTo>
                  <a:cubicBezTo>
                    <a:pt x="223" y="87"/>
                    <a:pt x="207" y="54"/>
                    <a:pt x="190" y="38"/>
                  </a:cubicBezTo>
                  <a:cubicBezTo>
                    <a:pt x="174" y="17"/>
                    <a:pt x="174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3" name="Google Shape;12893;p32"/>
            <p:cNvSpPr/>
            <p:nvPr/>
          </p:nvSpPr>
          <p:spPr>
            <a:xfrm>
              <a:off x="4571500" y="29489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4" y="0"/>
                  </a:moveTo>
                  <a:cubicBezTo>
                    <a:pt x="54" y="0"/>
                    <a:pt x="1" y="70"/>
                    <a:pt x="17" y="136"/>
                  </a:cubicBezTo>
                  <a:cubicBezTo>
                    <a:pt x="17" y="190"/>
                    <a:pt x="34" y="223"/>
                    <a:pt x="71" y="239"/>
                  </a:cubicBezTo>
                  <a:cubicBezTo>
                    <a:pt x="87" y="239"/>
                    <a:pt x="120" y="260"/>
                    <a:pt x="137" y="260"/>
                  </a:cubicBezTo>
                  <a:cubicBezTo>
                    <a:pt x="174" y="239"/>
                    <a:pt x="190" y="223"/>
                    <a:pt x="207" y="206"/>
                  </a:cubicBezTo>
                  <a:cubicBezTo>
                    <a:pt x="240" y="173"/>
                    <a:pt x="240" y="136"/>
                    <a:pt x="240" y="103"/>
                  </a:cubicBezTo>
                  <a:cubicBezTo>
                    <a:pt x="223" y="70"/>
                    <a:pt x="207" y="33"/>
                    <a:pt x="190" y="17"/>
                  </a:cubicBezTo>
                  <a:lnTo>
                    <a:pt x="1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4" name="Google Shape;12894;p32"/>
            <p:cNvSpPr/>
            <p:nvPr/>
          </p:nvSpPr>
          <p:spPr>
            <a:xfrm>
              <a:off x="4574075" y="2901675"/>
              <a:ext cx="6025" cy="6600"/>
            </a:xfrm>
            <a:custGeom>
              <a:avLst/>
              <a:gdLst/>
              <a:ahLst/>
              <a:cxnLst/>
              <a:rect l="l" t="t" r="r" b="b"/>
              <a:pathLst>
                <a:path w="241" h="264" extrusionOk="0">
                  <a:moveTo>
                    <a:pt x="104" y="1"/>
                  </a:moveTo>
                  <a:cubicBezTo>
                    <a:pt x="71" y="17"/>
                    <a:pt x="34" y="34"/>
                    <a:pt x="17" y="50"/>
                  </a:cubicBezTo>
                  <a:cubicBezTo>
                    <a:pt x="1" y="88"/>
                    <a:pt x="1" y="120"/>
                    <a:pt x="1" y="153"/>
                  </a:cubicBezTo>
                  <a:cubicBezTo>
                    <a:pt x="17" y="191"/>
                    <a:pt x="17" y="224"/>
                    <a:pt x="54" y="240"/>
                  </a:cubicBezTo>
                  <a:cubicBezTo>
                    <a:pt x="66" y="252"/>
                    <a:pt x="86" y="263"/>
                    <a:pt x="108" y="263"/>
                  </a:cubicBezTo>
                  <a:cubicBezTo>
                    <a:pt x="118" y="263"/>
                    <a:pt x="127" y="261"/>
                    <a:pt x="137" y="257"/>
                  </a:cubicBezTo>
                  <a:cubicBezTo>
                    <a:pt x="191" y="257"/>
                    <a:pt x="240" y="191"/>
                    <a:pt x="224" y="120"/>
                  </a:cubicBezTo>
                  <a:cubicBezTo>
                    <a:pt x="224" y="88"/>
                    <a:pt x="207" y="50"/>
                    <a:pt x="174" y="34"/>
                  </a:cubicBezTo>
                  <a:cubicBezTo>
                    <a:pt x="174" y="17"/>
                    <a:pt x="158" y="17"/>
                    <a:pt x="158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5" name="Google Shape;12895;p32"/>
            <p:cNvSpPr/>
            <p:nvPr/>
          </p:nvSpPr>
          <p:spPr>
            <a:xfrm>
              <a:off x="4575425" y="2979825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04" y="0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0" y="190"/>
                    <a:pt x="17" y="223"/>
                    <a:pt x="50" y="239"/>
                  </a:cubicBezTo>
                  <a:cubicBezTo>
                    <a:pt x="66" y="260"/>
                    <a:pt x="104" y="260"/>
                    <a:pt x="137" y="260"/>
                  </a:cubicBezTo>
                  <a:cubicBezTo>
                    <a:pt x="186" y="239"/>
                    <a:pt x="223" y="190"/>
                    <a:pt x="223" y="103"/>
                  </a:cubicBezTo>
                  <a:cubicBezTo>
                    <a:pt x="223" y="70"/>
                    <a:pt x="186" y="17"/>
                    <a:pt x="153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6" name="Google Shape;12896;p32"/>
            <p:cNvSpPr/>
            <p:nvPr/>
          </p:nvSpPr>
          <p:spPr>
            <a:xfrm>
              <a:off x="4561625" y="2909000"/>
              <a:ext cx="425" cy="3025"/>
            </a:xfrm>
            <a:custGeom>
              <a:avLst/>
              <a:gdLst/>
              <a:ahLst/>
              <a:cxnLst/>
              <a:rect l="l" t="t" r="r" b="b"/>
              <a:pathLst>
                <a:path w="17" h="121" extrusionOk="0">
                  <a:moveTo>
                    <a:pt x="0" y="1"/>
                  </a:moveTo>
                  <a:lnTo>
                    <a:pt x="0" y="120"/>
                  </a:lnTo>
                  <a:cubicBezTo>
                    <a:pt x="17" y="83"/>
                    <a:pt x="17" y="3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7" name="Google Shape;12897;p32"/>
            <p:cNvSpPr/>
            <p:nvPr/>
          </p:nvSpPr>
          <p:spPr>
            <a:xfrm>
              <a:off x="4566350" y="28243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34" y="17"/>
                    <a:pt x="1" y="87"/>
                    <a:pt x="1" y="153"/>
                  </a:cubicBezTo>
                  <a:cubicBezTo>
                    <a:pt x="17" y="190"/>
                    <a:pt x="34" y="223"/>
                    <a:pt x="54" y="240"/>
                  </a:cubicBezTo>
                  <a:cubicBezTo>
                    <a:pt x="71" y="256"/>
                    <a:pt x="104" y="256"/>
                    <a:pt x="137" y="256"/>
                  </a:cubicBezTo>
                  <a:cubicBezTo>
                    <a:pt x="190" y="256"/>
                    <a:pt x="240" y="190"/>
                    <a:pt x="223" y="120"/>
                  </a:cubicBezTo>
                  <a:cubicBezTo>
                    <a:pt x="223" y="87"/>
                    <a:pt x="207" y="50"/>
                    <a:pt x="190" y="34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8" name="Google Shape;12898;p32"/>
            <p:cNvSpPr/>
            <p:nvPr/>
          </p:nvSpPr>
          <p:spPr>
            <a:xfrm>
              <a:off x="4565950" y="284067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36" y="0"/>
                  </a:moveTo>
                  <a:cubicBezTo>
                    <a:pt x="103" y="0"/>
                    <a:pt x="70" y="0"/>
                    <a:pt x="50" y="17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0" y="239"/>
                    <a:pt x="87" y="260"/>
                    <a:pt x="103" y="260"/>
                  </a:cubicBezTo>
                  <a:cubicBezTo>
                    <a:pt x="136" y="260"/>
                    <a:pt x="173" y="239"/>
                    <a:pt x="190" y="223"/>
                  </a:cubicBezTo>
                  <a:cubicBezTo>
                    <a:pt x="239" y="190"/>
                    <a:pt x="239" y="103"/>
                    <a:pt x="206" y="54"/>
                  </a:cubicBezTo>
                  <a:cubicBezTo>
                    <a:pt x="190" y="33"/>
                    <a:pt x="19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9" name="Google Shape;12899;p32"/>
            <p:cNvSpPr/>
            <p:nvPr/>
          </p:nvSpPr>
          <p:spPr>
            <a:xfrm>
              <a:off x="4560800" y="2809425"/>
              <a:ext cx="4350" cy="6475"/>
            </a:xfrm>
            <a:custGeom>
              <a:avLst/>
              <a:gdLst/>
              <a:ahLst/>
              <a:cxnLst/>
              <a:rect l="l" t="t" r="r" b="b"/>
              <a:pathLst>
                <a:path w="174" h="259" extrusionOk="0">
                  <a:moveTo>
                    <a:pt x="42" y="1"/>
                  </a:moveTo>
                  <a:cubicBezTo>
                    <a:pt x="29" y="1"/>
                    <a:pt x="17" y="5"/>
                    <a:pt x="0" y="13"/>
                  </a:cubicBezTo>
                  <a:cubicBezTo>
                    <a:pt x="17" y="100"/>
                    <a:pt x="17" y="186"/>
                    <a:pt x="33" y="252"/>
                  </a:cubicBezTo>
                  <a:cubicBezTo>
                    <a:pt x="40" y="256"/>
                    <a:pt x="48" y="258"/>
                    <a:pt x="56" y="258"/>
                  </a:cubicBezTo>
                  <a:cubicBezTo>
                    <a:pt x="88" y="258"/>
                    <a:pt x="123" y="226"/>
                    <a:pt x="136" y="186"/>
                  </a:cubicBezTo>
                  <a:cubicBezTo>
                    <a:pt x="173" y="116"/>
                    <a:pt x="136" y="30"/>
                    <a:pt x="87" y="13"/>
                  </a:cubicBezTo>
                  <a:cubicBezTo>
                    <a:pt x="68" y="5"/>
                    <a:pt x="55" y="1"/>
                    <a:pt x="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0" name="Google Shape;12900;p32"/>
            <p:cNvSpPr/>
            <p:nvPr/>
          </p:nvSpPr>
          <p:spPr>
            <a:xfrm>
              <a:off x="4562950" y="2889850"/>
              <a:ext cx="5600" cy="6700"/>
            </a:xfrm>
            <a:custGeom>
              <a:avLst/>
              <a:gdLst/>
              <a:ahLst/>
              <a:cxnLst/>
              <a:rect l="l" t="t" r="r" b="b"/>
              <a:pathLst>
                <a:path w="224" h="268" extrusionOk="0">
                  <a:moveTo>
                    <a:pt x="115" y="1"/>
                  </a:moveTo>
                  <a:cubicBezTo>
                    <a:pt x="107" y="1"/>
                    <a:pt x="98" y="3"/>
                    <a:pt x="87" y="8"/>
                  </a:cubicBezTo>
                  <a:lnTo>
                    <a:pt x="67" y="8"/>
                  </a:lnTo>
                  <a:cubicBezTo>
                    <a:pt x="17" y="45"/>
                    <a:pt x="1" y="95"/>
                    <a:pt x="1" y="148"/>
                  </a:cubicBezTo>
                  <a:cubicBezTo>
                    <a:pt x="1" y="181"/>
                    <a:pt x="17" y="214"/>
                    <a:pt x="50" y="231"/>
                  </a:cubicBezTo>
                  <a:cubicBezTo>
                    <a:pt x="67" y="268"/>
                    <a:pt x="104" y="268"/>
                    <a:pt x="120" y="268"/>
                  </a:cubicBezTo>
                  <a:cubicBezTo>
                    <a:pt x="190" y="251"/>
                    <a:pt x="223" y="181"/>
                    <a:pt x="223" y="111"/>
                  </a:cubicBezTo>
                  <a:cubicBezTo>
                    <a:pt x="223" y="95"/>
                    <a:pt x="207" y="95"/>
                    <a:pt x="207" y="78"/>
                  </a:cubicBezTo>
                  <a:cubicBezTo>
                    <a:pt x="207" y="45"/>
                    <a:pt x="170" y="25"/>
                    <a:pt x="153" y="8"/>
                  </a:cubicBezTo>
                  <a:cubicBezTo>
                    <a:pt x="142" y="8"/>
                    <a:pt x="131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1" name="Google Shape;12901;p32"/>
            <p:cNvSpPr/>
            <p:nvPr/>
          </p:nvSpPr>
          <p:spPr>
            <a:xfrm>
              <a:off x="4561625" y="2951050"/>
              <a:ext cx="950" cy="5175"/>
            </a:xfrm>
            <a:custGeom>
              <a:avLst/>
              <a:gdLst/>
              <a:ahLst/>
              <a:cxnLst/>
              <a:rect l="l" t="t" r="r" b="b"/>
              <a:pathLst>
                <a:path w="38" h="207" extrusionOk="0">
                  <a:moveTo>
                    <a:pt x="0" y="1"/>
                  </a:moveTo>
                  <a:lnTo>
                    <a:pt x="0" y="207"/>
                  </a:lnTo>
                  <a:cubicBezTo>
                    <a:pt x="17" y="174"/>
                    <a:pt x="37" y="120"/>
                    <a:pt x="37" y="87"/>
                  </a:cubicBezTo>
                  <a:cubicBezTo>
                    <a:pt x="17" y="50"/>
                    <a:pt x="17" y="3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2" name="Google Shape;12902;p32"/>
            <p:cNvSpPr/>
            <p:nvPr/>
          </p:nvSpPr>
          <p:spPr>
            <a:xfrm>
              <a:off x="4561625" y="2933250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85" y="1"/>
                  </a:moveTo>
                  <a:cubicBezTo>
                    <a:pt x="69" y="1"/>
                    <a:pt x="49" y="13"/>
                    <a:pt x="37" y="24"/>
                  </a:cubicBezTo>
                  <a:cubicBezTo>
                    <a:pt x="17" y="41"/>
                    <a:pt x="0" y="61"/>
                    <a:pt x="0" y="94"/>
                  </a:cubicBezTo>
                  <a:lnTo>
                    <a:pt x="0" y="164"/>
                  </a:lnTo>
                  <a:cubicBezTo>
                    <a:pt x="0" y="181"/>
                    <a:pt x="0" y="197"/>
                    <a:pt x="17" y="214"/>
                  </a:cubicBezTo>
                  <a:cubicBezTo>
                    <a:pt x="38" y="245"/>
                    <a:pt x="69" y="263"/>
                    <a:pt x="101" y="263"/>
                  </a:cubicBezTo>
                  <a:cubicBezTo>
                    <a:pt x="125" y="263"/>
                    <a:pt x="150" y="253"/>
                    <a:pt x="173" y="230"/>
                  </a:cubicBezTo>
                  <a:cubicBezTo>
                    <a:pt x="206" y="181"/>
                    <a:pt x="223" y="111"/>
                    <a:pt x="190" y="41"/>
                  </a:cubicBezTo>
                  <a:cubicBezTo>
                    <a:pt x="173" y="24"/>
                    <a:pt x="157" y="8"/>
                    <a:pt x="140" y="8"/>
                  </a:cubicBezTo>
                  <a:lnTo>
                    <a:pt x="103" y="8"/>
                  </a:lnTo>
                  <a:cubicBezTo>
                    <a:pt x="98" y="3"/>
                    <a:pt x="92" y="1"/>
                    <a:pt x="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3" name="Google Shape;12903;p32"/>
            <p:cNvSpPr/>
            <p:nvPr/>
          </p:nvSpPr>
          <p:spPr>
            <a:xfrm>
              <a:off x="4579250" y="2837675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87" y="1"/>
                  </a:moveTo>
                  <a:cubicBezTo>
                    <a:pt x="33" y="17"/>
                    <a:pt x="0" y="71"/>
                    <a:pt x="0" y="153"/>
                  </a:cubicBezTo>
                  <a:cubicBezTo>
                    <a:pt x="0" y="190"/>
                    <a:pt x="17" y="207"/>
                    <a:pt x="54" y="240"/>
                  </a:cubicBezTo>
                  <a:cubicBezTo>
                    <a:pt x="70" y="256"/>
                    <a:pt x="103" y="256"/>
                    <a:pt x="120" y="256"/>
                  </a:cubicBezTo>
                  <a:cubicBezTo>
                    <a:pt x="190" y="240"/>
                    <a:pt x="223" y="174"/>
                    <a:pt x="223" y="104"/>
                  </a:cubicBezTo>
                  <a:cubicBezTo>
                    <a:pt x="223" y="71"/>
                    <a:pt x="206" y="50"/>
                    <a:pt x="173" y="17"/>
                  </a:cubicBezTo>
                  <a:cubicBezTo>
                    <a:pt x="173" y="17"/>
                    <a:pt x="15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4" name="Google Shape;12904;p32"/>
            <p:cNvSpPr/>
            <p:nvPr/>
          </p:nvSpPr>
          <p:spPr>
            <a:xfrm>
              <a:off x="4613550" y="2815575"/>
              <a:ext cx="6125" cy="6675"/>
            </a:xfrm>
            <a:custGeom>
              <a:avLst/>
              <a:gdLst/>
              <a:ahLst/>
              <a:cxnLst/>
              <a:rect l="l" t="t" r="r" b="b"/>
              <a:pathLst>
                <a:path w="245" h="267" extrusionOk="0">
                  <a:moveTo>
                    <a:pt x="128" y="1"/>
                  </a:moveTo>
                  <a:cubicBezTo>
                    <a:pt x="82" y="1"/>
                    <a:pt x="47" y="23"/>
                    <a:pt x="22" y="77"/>
                  </a:cubicBezTo>
                  <a:cubicBezTo>
                    <a:pt x="1" y="147"/>
                    <a:pt x="38" y="233"/>
                    <a:pt x="88" y="250"/>
                  </a:cubicBezTo>
                  <a:cubicBezTo>
                    <a:pt x="104" y="266"/>
                    <a:pt x="125" y="266"/>
                    <a:pt x="141" y="266"/>
                  </a:cubicBezTo>
                  <a:cubicBezTo>
                    <a:pt x="174" y="250"/>
                    <a:pt x="207" y="233"/>
                    <a:pt x="228" y="180"/>
                  </a:cubicBezTo>
                  <a:cubicBezTo>
                    <a:pt x="244" y="130"/>
                    <a:pt x="244" y="77"/>
                    <a:pt x="207" y="44"/>
                  </a:cubicBezTo>
                  <a:cubicBezTo>
                    <a:pt x="191" y="27"/>
                    <a:pt x="191" y="6"/>
                    <a:pt x="174" y="6"/>
                  </a:cubicBezTo>
                  <a:cubicBezTo>
                    <a:pt x="158" y="3"/>
                    <a:pt x="143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5" name="Google Shape;12905;p32"/>
            <p:cNvSpPr/>
            <p:nvPr/>
          </p:nvSpPr>
          <p:spPr>
            <a:xfrm>
              <a:off x="4640675" y="27814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3" y="1"/>
                  </a:moveTo>
                  <a:cubicBezTo>
                    <a:pt x="120" y="1"/>
                    <a:pt x="87" y="17"/>
                    <a:pt x="70" y="17"/>
                  </a:cubicBezTo>
                  <a:cubicBezTo>
                    <a:pt x="17" y="33"/>
                    <a:pt x="0" y="87"/>
                    <a:pt x="17" y="137"/>
                  </a:cubicBezTo>
                  <a:cubicBezTo>
                    <a:pt x="17" y="174"/>
                    <a:pt x="33" y="207"/>
                    <a:pt x="50" y="223"/>
                  </a:cubicBezTo>
                  <a:cubicBezTo>
                    <a:pt x="87" y="260"/>
                    <a:pt x="103" y="260"/>
                    <a:pt x="136" y="260"/>
                  </a:cubicBezTo>
                  <a:cubicBezTo>
                    <a:pt x="190" y="240"/>
                    <a:pt x="239" y="174"/>
                    <a:pt x="223" y="104"/>
                  </a:cubicBezTo>
                  <a:cubicBezTo>
                    <a:pt x="223" y="54"/>
                    <a:pt x="19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6" name="Google Shape;12906;p32"/>
            <p:cNvSpPr/>
            <p:nvPr/>
          </p:nvSpPr>
          <p:spPr>
            <a:xfrm>
              <a:off x="4611925" y="283305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03" y="0"/>
                  </a:moveTo>
                  <a:cubicBezTo>
                    <a:pt x="86" y="0"/>
                    <a:pt x="68" y="4"/>
                    <a:pt x="49" y="12"/>
                  </a:cubicBezTo>
                  <a:cubicBezTo>
                    <a:pt x="33" y="29"/>
                    <a:pt x="16" y="50"/>
                    <a:pt x="0" y="83"/>
                  </a:cubicBezTo>
                  <a:lnTo>
                    <a:pt x="0" y="169"/>
                  </a:lnTo>
                  <a:cubicBezTo>
                    <a:pt x="16" y="202"/>
                    <a:pt x="33" y="235"/>
                    <a:pt x="66" y="256"/>
                  </a:cubicBezTo>
                  <a:cubicBezTo>
                    <a:pt x="78" y="260"/>
                    <a:pt x="92" y="262"/>
                    <a:pt x="105" y="262"/>
                  </a:cubicBezTo>
                  <a:cubicBezTo>
                    <a:pt x="149" y="262"/>
                    <a:pt x="194" y="239"/>
                    <a:pt x="206" y="186"/>
                  </a:cubicBezTo>
                  <a:cubicBezTo>
                    <a:pt x="239" y="116"/>
                    <a:pt x="206" y="29"/>
                    <a:pt x="153" y="12"/>
                  </a:cubicBezTo>
                  <a:cubicBezTo>
                    <a:pt x="136" y="4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7" name="Google Shape;12907;p32"/>
            <p:cNvSpPr/>
            <p:nvPr/>
          </p:nvSpPr>
          <p:spPr>
            <a:xfrm>
              <a:off x="4798275" y="3032300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04" y="1"/>
                  </a:moveTo>
                  <a:cubicBezTo>
                    <a:pt x="87" y="1"/>
                    <a:pt x="70" y="6"/>
                    <a:pt x="54" y="16"/>
                  </a:cubicBezTo>
                  <a:cubicBezTo>
                    <a:pt x="33" y="33"/>
                    <a:pt x="17" y="66"/>
                    <a:pt x="17" y="82"/>
                  </a:cubicBezTo>
                  <a:cubicBezTo>
                    <a:pt x="0" y="119"/>
                    <a:pt x="0" y="152"/>
                    <a:pt x="0" y="169"/>
                  </a:cubicBezTo>
                  <a:cubicBezTo>
                    <a:pt x="17" y="202"/>
                    <a:pt x="33" y="239"/>
                    <a:pt x="70" y="255"/>
                  </a:cubicBezTo>
                  <a:cubicBezTo>
                    <a:pt x="88" y="264"/>
                    <a:pt x="104" y="268"/>
                    <a:pt x="120" y="268"/>
                  </a:cubicBezTo>
                  <a:cubicBezTo>
                    <a:pt x="163" y="268"/>
                    <a:pt x="199" y="237"/>
                    <a:pt x="223" y="185"/>
                  </a:cubicBezTo>
                  <a:cubicBezTo>
                    <a:pt x="239" y="119"/>
                    <a:pt x="206" y="33"/>
                    <a:pt x="157" y="16"/>
                  </a:cubicBezTo>
                  <a:cubicBezTo>
                    <a:pt x="138" y="6"/>
                    <a:pt x="121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8" name="Google Shape;12908;p32"/>
            <p:cNvSpPr/>
            <p:nvPr/>
          </p:nvSpPr>
          <p:spPr>
            <a:xfrm>
              <a:off x="4580575" y="2821700"/>
              <a:ext cx="6425" cy="6425"/>
            </a:xfrm>
            <a:custGeom>
              <a:avLst/>
              <a:gdLst/>
              <a:ahLst/>
              <a:cxnLst/>
              <a:rect l="l" t="t" r="r" b="b"/>
              <a:pathLst>
                <a:path w="257" h="257" extrusionOk="0">
                  <a:moveTo>
                    <a:pt x="136" y="0"/>
                  </a:moveTo>
                  <a:cubicBezTo>
                    <a:pt x="85" y="0"/>
                    <a:pt x="44" y="30"/>
                    <a:pt x="17" y="71"/>
                  </a:cubicBezTo>
                  <a:cubicBezTo>
                    <a:pt x="1" y="141"/>
                    <a:pt x="34" y="227"/>
                    <a:pt x="83" y="244"/>
                  </a:cubicBezTo>
                  <a:cubicBezTo>
                    <a:pt x="97" y="253"/>
                    <a:pt x="113" y="257"/>
                    <a:pt x="128" y="257"/>
                  </a:cubicBezTo>
                  <a:cubicBezTo>
                    <a:pt x="170" y="257"/>
                    <a:pt x="211" y="225"/>
                    <a:pt x="223" y="174"/>
                  </a:cubicBezTo>
                  <a:cubicBezTo>
                    <a:pt x="256" y="108"/>
                    <a:pt x="223" y="38"/>
                    <a:pt x="170" y="5"/>
                  </a:cubicBezTo>
                  <a:cubicBezTo>
                    <a:pt x="158" y="2"/>
                    <a:pt x="147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9" name="Google Shape;12909;p32"/>
            <p:cNvSpPr/>
            <p:nvPr/>
          </p:nvSpPr>
          <p:spPr>
            <a:xfrm>
              <a:off x="4945150" y="2958375"/>
              <a:ext cx="5575" cy="6000"/>
            </a:xfrm>
            <a:custGeom>
              <a:avLst/>
              <a:gdLst/>
              <a:ahLst/>
              <a:cxnLst/>
              <a:rect l="l" t="t" r="r" b="b"/>
              <a:pathLst>
                <a:path w="223" h="240" extrusionOk="0">
                  <a:moveTo>
                    <a:pt x="54" y="1"/>
                  </a:moveTo>
                  <a:cubicBezTo>
                    <a:pt x="17" y="50"/>
                    <a:pt x="0" y="137"/>
                    <a:pt x="54" y="190"/>
                  </a:cubicBezTo>
                  <a:cubicBezTo>
                    <a:pt x="70" y="207"/>
                    <a:pt x="87" y="223"/>
                    <a:pt x="120" y="240"/>
                  </a:cubicBezTo>
                  <a:cubicBezTo>
                    <a:pt x="157" y="240"/>
                    <a:pt x="174" y="223"/>
                    <a:pt x="206" y="207"/>
                  </a:cubicBezTo>
                  <a:cubicBezTo>
                    <a:pt x="206" y="190"/>
                    <a:pt x="223" y="190"/>
                    <a:pt x="223" y="170"/>
                  </a:cubicBezTo>
                  <a:cubicBezTo>
                    <a:pt x="174" y="120"/>
                    <a:pt x="120" y="50"/>
                    <a:pt x="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0" name="Google Shape;12910;p32"/>
            <p:cNvSpPr/>
            <p:nvPr/>
          </p:nvSpPr>
          <p:spPr>
            <a:xfrm>
              <a:off x="4893200" y="29536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50" y="1"/>
                    <a:pt x="0" y="71"/>
                    <a:pt x="17" y="137"/>
                  </a:cubicBezTo>
                  <a:cubicBezTo>
                    <a:pt x="17" y="174"/>
                    <a:pt x="33" y="207"/>
                    <a:pt x="50" y="223"/>
                  </a:cubicBezTo>
                  <a:cubicBezTo>
                    <a:pt x="87" y="256"/>
                    <a:pt x="103" y="256"/>
                    <a:pt x="136" y="256"/>
                  </a:cubicBezTo>
                  <a:cubicBezTo>
                    <a:pt x="207" y="240"/>
                    <a:pt x="240" y="174"/>
                    <a:pt x="240" y="104"/>
                  </a:cubicBezTo>
                  <a:cubicBezTo>
                    <a:pt x="223" y="71"/>
                    <a:pt x="207" y="34"/>
                    <a:pt x="190" y="17"/>
                  </a:cubicBezTo>
                  <a:cubicBezTo>
                    <a:pt x="190" y="17"/>
                    <a:pt x="174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1" name="Google Shape;12911;p32"/>
            <p:cNvSpPr/>
            <p:nvPr/>
          </p:nvSpPr>
          <p:spPr>
            <a:xfrm>
              <a:off x="4899175" y="293600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87" y="1"/>
                  </a:moveTo>
                  <a:cubicBezTo>
                    <a:pt x="71" y="1"/>
                    <a:pt x="38" y="17"/>
                    <a:pt x="17" y="54"/>
                  </a:cubicBezTo>
                  <a:cubicBezTo>
                    <a:pt x="1" y="71"/>
                    <a:pt x="1" y="104"/>
                    <a:pt x="1" y="137"/>
                  </a:cubicBezTo>
                  <a:cubicBezTo>
                    <a:pt x="1" y="174"/>
                    <a:pt x="17" y="207"/>
                    <a:pt x="54" y="223"/>
                  </a:cubicBezTo>
                  <a:cubicBezTo>
                    <a:pt x="71" y="261"/>
                    <a:pt x="104" y="261"/>
                    <a:pt x="120" y="261"/>
                  </a:cubicBezTo>
                  <a:cubicBezTo>
                    <a:pt x="190" y="240"/>
                    <a:pt x="223" y="174"/>
                    <a:pt x="223" y="104"/>
                  </a:cubicBezTo>
                  <a:cubicBezTo>
                    <a:pt x="223" y="71"/>
                    <a:pt x="207" y="34"/>
                    <a:pt x="174" y="17"/>
                  </a:cubicBezTo>
                  <a:cubicBezTo>
                    <a:pt x="174" y="17"/>
                    <a:pt x="15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2" name="Google Shape;12912;p32"/>
            <p:cNvSpPr/>
            <p:nvPr/>
          </p:nvSpPr>
          <p:spPr>
            <a:xfrm>
              <a:off x="4888050" y="2926525"/>
              <a:ext cx="5575" cy="3950"/>
            </a:xfrm>
            <a:custGeom>
              <a:avLst/>
              <a:gdLst/>
              <a:ahLst/>
              <a:cxnLst/>
              <a:rect l="l" t="t" r="r" b="b"/>
              <a:pathLst>
                <a:path w="223" h="158" extrusionOk="0">
                  <a:moveTo>
                    <a:pt x="0" y="1"/>
                  </a:moveTo>
                  <a:lnTo>
                    <a:pt x="0" y="54"/>
                  </a:lnTo>
                  <a:cubicBezTo>
                    <a:pt x="0" y="87"/>
                    <a:pt x="17" y="124"/>
                    <a:pt x="33" y="141"/>
                  </a:cubicBezTo>
                  <a:cubicBezTo>
                    <a:pt x="70" y="157"/>
                    <a:pt x="103" y="157"/>
                    <a:pt x="120" y="157"/>
                  </a:cubicBezTo>
                  <a:cubicBezTo>
                    <a:pt x="173" y="157"/>
                    <a:pt x="223" y="87"/>
                    <a:pt x="223" y="38"/>
                  </a:cubicBezTo>
                  <a:cubicBezTo>
                    <a:pt x="153" y="21"/>
                    <a:pt x="87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3" name="Google Shape;12913;p32"/>
            <p:cNvSpPr/>
            <p:nvPr/>
          </p:nvSpPr>
          <p:spPr>
            <a:xfrm>
              <a:off x="4889275" y="29995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29" y="0"/>
                  </a:moveTo>
                  <a:cubicBezTo>
                    <a:pt x="83" y="0"/>
                    <a:pt x="35" y="33"/>
                    <a:pt x="21" y="91"/>
                  </a:cubicBezTo>
                  <a:cubicBezTo>
                    <a:pt x="1" y="141"/>
                    <a:pt x="21" y="227"/>
                    <a:pt x="87" y="244"/>
                  </a:cubicBezTo>
                  <a:cubicBezTo>
                    <a:pt x="104" y="260"/>
                    <a:pt x="124" y="260"/>
                    <a:pt x="141" y="260"/>
                  </a:cubicBezTo>
                  <a:cubicBezTo>
                    <a:pt x="174" y="260"/>
                    <a:pt x="207" y="227"/>
                    <a:pt x="227" y="174"/>
                  </a:cubicBezTo>
                  <a:cubicBezTo>
                    <a:pt x="244" y="124"/>
                    <a:pt x="227" y="71"/>
                    <a:pt x="207" y="38"/>
                  </a:cubicBezTo>
                  <a:cubicBezTo>
                    <a:pt x="190" y="21"/>
                    <a:pt x="174" y="21"/>
                    <a:pt x="157" y="5"/>
                  </a:cubicBezTo>
                  <a:cubicBezTo>
                    <a:pt x="148" y="2"/>
                    <a:pt x="139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4" name="Google Shape;12914;p32"/>
            <p:cNvSpPr/>
            <p:nvPr/>
          </p:nvSpPr>
          <p:spPr>
            <a:xfrm>
              <a:off x="4588725" y="2808550"/>
              <a:ext cx="6400" cy="6475"/>
            </a:xfrm>
            <a:custGeom>
              <a:avLst/>
              <a:gdLst/>
              <a:ahLst/>
              <a:cxnLst/>
              <a:rect l="l" t="t" r="r" b="b"/>
              <a:pathLst>
                <a:path w="256" h="259" extrusionOk="0">
                  <a:moveTo>
                    <a:pt x="126" y="1"/>
                  </a:moveTo>
                  <a:cubicBezTo>
                    <a:pt x="86" y="1"/>
                    <a:pt x="45" y="33"/>
                    <a:pt x="33" y="81"/>
                  </a:cubicBezTo>
                  <a:cubicBezTo>
                    <a:pt x="0" y="151"/>
                    <a:pt x="33" y="221"/>
                    <a:pt x="87" y="254"/>
                  </a:cubicBezTo>
                  <a:cubicBezTo>
                    <a:pt x="98" y="257"/>
                    <a:pt x="109" y="259"/>
                    <a:pt x="120" y="259"/>
                  </a:cubicBezTo>
                  <a:cubicBezTo>
                    <a:pt x="171" y="259"/>
                    <a:pt x="212" y="226"/>
                    <a:pt x="239" y="168"/>
                  </a:cubicBezTo>
                  <a:cubicBezTo>
                    <a:pt x="256" y="102"/>
                    <a:pt x="223" y="32"/>
                    <a:pt x="169" y="15"/>
                  </a:cubicBezTo>
                  <a:cubicBezTo>
                    <a:pt x="156" y="5"/>
                    <a:pt x="141" y="1"/>
                    <a:pt x="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5" name="Google Shape;12915;p32"/>
            <p:cNvSpPr/>
            <p:nvPr/>
          </p:nvSpPr>
          <p:spPr>
            <a:xfrm>
              <a:off x="4584800" y="286982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04" y="1"/>
                  </a:moveTo>
                  <a:cubicBezTo>
                    <a:pt x="54" y="22"/>
                    <a:pt x="1" y="88"/>
                    <a:pt x="17" y="158"/>
                  </a:cubicBezTo>
                  <a:cubicBezTo>
                    <a:pt x="17" y="191"/>
                    <a:pt x="38" y="228"/>
                    <a:pt x="71" y="244"/>
                  </a:cubicBezTo>
                  <a:cubicBezTo>
                    <a:pt x="82" y="256"/>
                    <a:pt x="102" y="268"/>
                    <a:pt x="120" y="268"/>
                  </a:cubicBezTo>
                  <a:cubicBezTo>
                    <a:pt x="128" y="268"/>
                    <a:pt x="135" y="266"/>
                    <a:pt x="141" y="261"/>
                  </a:cubicBezTo>
                  <a:cubicBezTo>
                    <a:pt x="174" y="261"/>
                    <a:pt x="207" y="244"/>
                    <a:pt x="223" y="207"/>
                  </a:cubicBezTo>
                  <a:cubicBezTo>
                    <a:pt x="244" y="191"/>
                    <a:pt x="244" y="158"/>
                    <a:pt x="244" y="125"/>
                  </a:cubicBezTo>
                  <a:cubicBezTo>
                    <a:pt x="223" y="88"/>
                    <a:pt x="223" y="55"/>
                    <a:pt x="190" y="38"/>
                  </a:cubicBezTo>
                  <a:cubicBezTo>
                    <a:pt x="190" y="22"/>
                    <a:pt x="174" y="22"/>
                    <a:pt x="174" y="22"/>
                  </a:cubicBezTo>
                  <a:cubicBezTo>
                    <a:pt x="15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6" name="Google Shape;12916;p32"/>
            <p:cNvSpPr/>
            <p:nvPr/>
          </p:nvSpPr>
          <p:spPr>
            <a:xfrm>
              <a:off x="4593875" y="28337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37" y="1"/>
                  </a:moveTo>
                  <a:cubicBezTo>
                    <a:pt x="104" y="1"/>
                    <a:pt x="66" y="22"/>
                    <a:pt x="50" y="38"/>
                  </a:cubicBezTo>
                  <a:cubicBezTo>
                    <a:pt x="0" y="88"/>
                    <a:pt x="0" y="158"/>
                    <a:pt x="33" y="228"/>
                  </a:cubicBezTo>
                  <a:cubicBezTo>
                    <a:pt x="52" y="255"/>
                    <a:pt x="81" y="267"/>
                    <a:pt x="113" y="267"/>
                  </a:cubicBezTo>
                  <a:cubicBezTo>
                    <a:pt x="139" y="267"/>
                    <a:pt x="166" y="259"/>
                    <a:pt x="190" y="244"/>
                  </a:cubicBezTo>
                  <a:cubicBezTo>
                    <a:pt x="240" y="191"/>
                    <a:pt x="240" y="104"/>
                    <a:pt x="207" y="55"/>
                  </a:cubicBezTo>
                  <a:cubicBezTo>
                    <a:pt x="190" y="38"/>
                    <a:pt x="170" y="22"/>
                    <a:pt x="153" y="22"/>
                  </a:cubicBezTo>
                  <a:lnTo>
                    <a:pt x="1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7" name="Google Shape;12917;p32"/>
            <p:cNvSpPr/>
            <p:nvPr/>
          </p:nvSpPr>
          <p:spPr>
            <a:xfrm>
              <a:off x="4604600" y="2849350"/>
              <a:ext cx="5575" cy="6550"/>
            </a:xfrm>
            <a:custGeom>
              <a:avLst/>
              <a:gdLst/>
              <a:ahLst/>
              <a:cxnLst/>
              <a:rect l="l" t="t" r="r" b="b"/>
              <a:pathLst>
                <a:path w="223" h="262" extrusionOk="0">
                  <a:moveTo>
                    <a:pt x="114" y="1"/>
                  </a:moveTo>
                  <a:cubicBezTo>
                    <a:pt x="107" y="1"/>
                    <a:pt x="103" y="6"/>
                    <a:pt x="103" y="16"/>
                  </a:cubicBezTo>
                  <a:cubicBezTo>
                    <a:pt x="33" y="16"/>
                    <a:pt x="0" y="82"/>
                    <a:pt x="0" y="152"/>
                  </a:cubicBezTo>
                  <a:cubicBezTo>
                    <a:pt x="0" y="185"/>
                    <a:pt x="33" y="222"/>
                    <a:pt x="50" y="239"/>
                  </a:cubicBezTo>
                  <a:cubicBezTo>
                    <a:pt x="64" y="250"/>
                    <a:pt x="85" y="262"/>
                    <a:pt x="102" y="262"/>
                  </a:cubicBezTo>
                  <a:cubicBezTo>
                    <a:pt x="109" y="262"/>
                    <a:pt x="115" y="260"/>
                    <a:pt x="120" y="255"/>
                  </a:cubicBezTo>
                  <a:cubicBezTo>
                    <a:pt x="153" y="255"/>
                    <a:pt x="190" y="239"/>
                    <a:pt x="206" y="202"/>
                  </a:cubicBezTo>
                  <a:cubicBezTo>
                    <a:pt x="223" y="185"/>
                    <a:pt x="223" y="152"/>
                    <a:pt x="223" y="119"/>
                  </a:cubicBezTo>
                  <a:cubicBezTo>
                    <a:pt x="223" y="82"/>
                    <a:pt x="206" y="49"/>
                    <a:pt x="173" y="32"/>
                  </a:cubicBezTo>
                  <a:cubicBezTo>
                    <a:pt x="173" y="16"/>
                    <a:pt x="153" y="16"/>
                    <a:pt x="153" y="16"/>
                  </a:cubicBezTo>
                  <a:lnTo>
                    <a:pt x="136" y="16"/>
                  </a:lnTo>
                  <a:cubicBezTo>
                    <a:pt x="128" y="6"/>
                    <a:pt x="120" y="1"/>
                    <a:pt x="1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8" name="Google Shape;12918;p32"/>
            <p:cNvSpPr/>
            <p:nvPr/>
          </p:nvSpPr>
          <p:spPr>
            <a:xfrm>
              <a:off x="4561625" y="2982800"/>
              <a:ext cx="3000" cy="6525"/>
            </a:xfrm>
            <a:custGeom>
              <a:avLst/>
              <a:gdLst/>
              <a:ahLst/>
              <a:cxnLst/>
              <a:rect l="l" t="t" r="r" b="b"/>
              <a:pathLst>
                <a:path w="120" h="261" extrusionOk="0">
                  <a:moveTo>
                    <a:pt x="0" y="1"/>
                  </a:moveTo>
                  <a:lnTo>
                    <a:pt x="0" y="260"/>
                  </a:lnTo>
                  <a:cubicBezTo>
                    <a:pt x="54" y="260"/>
                    <a:pt x="87" y="223"/>
                    <a:pt x="103" y="174"/>
                  </a:cubicBezTo>
                  <a:cubicBezTo>
                    <a:pt x="120" y="141"/>
                    <a:pt x="103" y="87"/>
                    <a:pt x="87" y="38"/>
                  </a:cubicBezTo>
                  <a:cubicBezTo>
                    <a:pt x="70" y="38"/>
                    <a:pt x="54" y="17"/>
                    <a:pt x="37" y="17"/>
                  </a:cubicBezTo>
                  <a:cubicBezTo>
                    <a:pt x="17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9" name="Google Shape;12919;p32"/>
            <p:cNvSpPr/>
            <p:nvPr/>
          </p:nvSpPr>
          <p:spPr>
            <a:xfrm>
              <a:off x="4601200" y="2820050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103" y="1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0" y="190"/>
                    <a:pt x="17" y="223"/>
                    <a:pt x="50" y="240"/>
                  </a:cubicBezTo>
                  <a:cubicBezTo>
                    <a:pt x="61" y="254"/>
                    <a:pt x="84" y="267"/>
                    <a:pt x="108" y="267"/>
                  </a:cubicBezTo>
                  <a:cubicBezTo>
                    <a:pt x="117" y="267"/>
                    <a:pt x="127" y="265"/>
                    <a:pt x="136" y="260"/>
                  </a:cubicBezTo>
                  <a:cubicBezTo>
                    <a:pt x="186" y="260"/>
                    <a:pt x="223" y="190"/>
                    <a:pt x="223" y="120"/>
                  </a:cubicBezTo>
                  <a:cubicBezTo>
                    <a:pt x="223" y="87"/>
                    <a:pt x="206" y="54"/>
                    <a:pt x="169" y="34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0" name="Google Shape;12920;p32"/>
            <p:cNvSpPr/>
            <p:nvPr/>
          </p:nvSpPr>
          <p:spPr>
            <a:xfrm>
              <a:off x="4596875" y="2866125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21" y="0"/>
                  </a:moveTo>
                  <a:cubicBezTo>
                    <a:pt x="76" y="0"/>
                    <a:pt x="41" y="31"/>
                    <a:pt x="17" y="83"/>
                  </a:cubicBezTo>
                  <a:cubicBezTo>
                    <a:pt x="0" y="149"/>
                    <a:pt x="33" y="219"/>
                    <a:pt x="87" y="252"/>
                  </a:cubicBezTo>
                  <a:lnTo>
                    <a:pt x="136" y="252"/>
                  </a:lnTo>
                  <a:cubicBezTo>
                    <a:pt x="173" y="252"/>
                    <a:pt x="223" y="219"/>
                    <a:pt x="223" y="186"/>
                  </a:cubicBezTo>
                  <a:cubicBezTo>
                    <a:pt x="239" y="132"/>
                    <a:pt x="239" y="83"/>
                    <a:pt x="206" y="46"/>
                  </a:cubicBezTo>
                  <a:cubicBezTo>
                    <a:pt x="206" y="29"/>
                    <a:pt x="190" y="13"/>
                    <a:pt x="173" y="13"/>
                  </a:cubicBezTo>
                  <a:cubicBezTo>
                    <a:pt x="155" y="4"/>
                    <a:pt x="137" y="0"/>
                    <a:pt x="1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5">
    <p:spTree>
      <p:nvGrpSpPr>
        <p:cNvPr id="1" name="Shape 12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2" name="Google Shape;12922;p3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2923" name="Google Shape;12923;p33"/>
          <p:cNvGrpSpPr/>
          <p:nvPr/>
        </p:nvGrpSpPr>
        <p:grpSpPr>
          <a:xfrm rot="-5400000">
            <a:off x="184362" y="3905064"/>
            <a:ext cx="901674" cy="1575190"/>
            <a:chOff x="5052950" y="2452900"/>
            <a:chExt cx="213900" cy="373675"/>
          </a:xfrm>
        </p:grpSpPr>
        <p:sp>
          <p:nvSpPr>
            <p:cNvPr id="12924" name="Google Shape;12924;p33"/>
            <p:cNvSpPr/>
            <p:nvPr/>
          </p:nvSpPr>
          <p:spPr>
            <a:xfrm>
              <a:off x="5133675" y="2625975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03" y="0"/>
                  </a:moveTo>
                  <a:cubicBezTo>
                    <a:pt x="70" y="17"/>
                    <a:pt x="54" y="33"/>
                    <a:pt x="3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17" y="190"/>
                    <a:pt x="37" y="223"/>
                    <a:pt x="54" y="239"/>
                  </a:cubicBezTo>
                  <a:cubicBezTo>
                    <a:pt x="65" y="251"/>
                    <a:pt x="85" y="263"/>
                    <a:pt x="109" y="263"/>
                  </a:cubicBezTo>
                  <a:cubicBezTo>
                    <a:pt x="119" y="263"/>
                    <a:pt x="129" y="261"/>
                    <a:pt x="140" y="256"/>
                  </a:cubicBezTo>
                  <a:cubicBezTo>
                    <a:pt x="190" y="256"/>
                    <a:pt x="243" y="190"/>
                    <a:pt x="223" y="120"/>
                  </a:cubicBezTo>
                  <a:cubicBezTo>
                    <a:pt x="223" y="87"/>
                    <a:pt x="206" y="50"/>
                    <a:pt x="190" y="33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40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5" name="Google Shape;12925;p33"/>
            <p:cNvSpPr/>
            <p:nvPr/>
          </p:nvSpPr>
          <p:spPr>
            <a:xfrm>
              <a:off x="5133675" y="250135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54" y="21"/>
                    <a:pt x="0" y="71"/>
                    <a:pt x="17" y="157"/>
                  </a:cubicBezTo>
                  <a:cubicBezTo>
                    <a:pt x="17" y="190"/>
                    <a:pt x="37" y="207"/>
                    <a:pt x="54" y="244"/>
                  </a:cubicBezTo>
                  <a:cubicBezTo>
                    <a:pt x="87" y="260"/>
                    <a:pt x="120" y="260"/>
                    <a:pt x="140" y="260"/>
                  </a:cubicBezTo>
                  <a:cubicBezTo>
                    <a:pt x="206" y="244"/>
                    <a:pt x="243" y="174"/>
                    <a:pt x="243" y="104"/>
                  </a:cubicBezTo>
                  <a:cubicBezTo>
                    <a:pt x="223" y="71"/>
                    <a:pt x="206" y="21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6" name="Google Shape;12926;p33"/>
            <p:cNvSpPr/>
            <p:nvPr/>
          </p:nvSpPr>
          <p:spPr>
            <a:xfrm>
              <a:off x="5132025" y="2593950"/>
              <a:ext cx="6400" cy="6675"/>
            </a:xfrm>
            <a:custGeom>
              <a:avLst/>
              <a:gdLst/>
              <a:ahLst/>
              <a:cxnLst/>
              <a:rect l="l" t="t" r="r" b="b"/>
              <a:pathLst>
                <a:path w="256" h="267" extrusionOk="0">
                  <a:moveTo>
                    <a:pt x="118" y="0"/>
                  </a:moveTo>
                  <a:cubicBezTo>
                    <a:pt x="100" y="0"/>
                    <a:pt x="78" y="13"/>
                    <a:pt x="66" y="28"/>
                  </a:cubicBezTo>
                  <a:cubicBezTo>
                    <a:pt x="17" y="77"/>
                    <a:pt x="0" y="164"/>
                    <a:pt x="50" y="213"/>
                  </a:cubicBezTo>
                  <a:cubicBezTo>
                    <a:pt x="66" y="234"/>
                    <a:pt x="83" y="250"/>
                    <a:pt x="120" y="267"/>
                  </a:cubicBezTo>
                  <a:cubicBezTo>
                    <a:pt x="153" y="267"/>
                    <a:pt x="169" y="250"/>
                    <a:pt x="206" y="234"/>
                  </a:cubicBezTo>
                  <a:cubicBezTo>
                    <a:pt x="239" y="180"/>
                    <a:pt x="256" y="110"/>
                    <a:pt x="223" y="44"/>
                  </a:cubicBezTo>
                  <a:cubicBezTo>
                    <a:pt x="206" y="28"/>
                    <a:pt x="186" y="7"/>
                    <a:pt x="169" y="7"/>
                  </a:cubicBezTo>
                  <a:lnTo>
                    <a:pt x="136" y="7"/>
                  </a:lnTo>
                  <a:cubicBezTo>
                    <a:pt x="132" y="2"/>
                    <a:pt x="125" y="0"/>
                    <a:pt x="1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7" name="Google Shape;12927;p33"/>
            <p:cNvSpPr/>
            <p:nvPr/>
          </p:nvSpPr>
          <p:spPr>
            <a:xfrm>
              <a:off x="5134075" y="2530625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4" y="1"/>
                  </a:moveTo>
                  <a:cubicBezTo>
                    <a:pt x="87" y="1"/>
                    <a:pt x="71" y="17"/>
                    <a:pt x="54" y="33"/>
                  </a:cubicBezTo>
                  <a:cubicBezTo>
                    <a:pt x="21" y="50"/>
                    <a:pt x="1" y="104"/>
                    <a:pt x="21" y="137"/>
                  </a:cubicBezTo>
                  <a:cubicBezTo>
                    <a:pt x="21" y="170"/>
                    <a:pt x="38" y="207"/>
                    <a:pt x="54" y="223"/>
                  </a:cubicBezTo>
                  <a:cubicBezTo>
                    <a:pt x="87" y="256"/>
                    <a:pt x="104" y="256"/>
                    <a:pt x="141" y="256"/>
                  </a:cubicBezTo>
                  <a:cubicBezTo>
                    <a:pt x="190" y="240"/>
                    <a:pt x="244" y="190"/>
                    <a:pt x="244" y="120"/>
                  </a:cubicBezTo>
                  <a:lnTo>
                    <a:pt x="244" y="104"/>
                  </a:lnTo>
                  <a:cubicBezTo>
                    <a:pt x="227" y="50"/>
                    <a:pt x="20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8" name="Google Shape;12928;p33"/>
            <p:cNvSpPr/>
            <p:nvPr/>
          </p:nvSpPr>
          <p:spPr>
            <a:xfrm>
              <a:off x="5132425" y="25472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26" y="0"/>
                  </a:moveTo>
                  <a:cubicBezTo>
                    <a:pt x="81" y="0"/>
                    <a:pt x="31" y="33"/>
                    <a:pt x="17" y="91"/>
                  </a:cubicBezTo>
                  <a:cubicBezTo>
                    <a:pt x="1" y="145"/>
                    <a:pt x="17" y="227"/>
                    <a:pt x="87" y="248"/>
                  </a:cubicBezTo>
                  <a:cubicBezTo>
                    <a:pt x="100" y="256"/>
                    <a:pt x="115" y="261"/>
                    <a:pt x="130" y="261"/>
                  </a:cubicBezTo>
                  <a:cubicBezTo>
                    <a:pt x="170" y="261"/>
                    <a:pt x="211" y="229"/>
                    <a:pt x="223" y="178"/>
                  </a:cubicBezTo>
                  <a:cubicBezTo>
                    <a:pt x="240" y="107"/>
                    <a:pt x="223" y="42"/>
                    <a:pt x="153" y="4"/>
                  </a:cubicBezTo>
                  <a:cubicBezTo>
                    <a:pt x="145" y="2"/>
                    <a:pt x="136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9" name="Google Shape;12929;p33"/>
            <p:cNvSpPr/>
            <p:nvPr/>
          </p:nvSpPr>
          <p:spPr>
            <a:xfrm>
              <a:off x="5125925" y="2610500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87" y="1"/>
                  </a:moveTo>
                  <a:cubicBezTo>
                    <a:pt x="38" y="17"/>
                    <a:pt x="1" y="87"/>
                    <a:pt x="1" y="153"/>
                  </a:cubicBezTo>
                  <a:cubicBezTo>
                    <a:pt x="1" y="190"/>
                    <a:pt x="17" y="223"/>
                    <a:pt x="55" y="240"/>
                  </a:cubicBezTo>
                  <a:cubicBezTo>
                    <a:pt x="66" y="252"/>
                    <a:pt x="86" y="263"/>
                    <a:pt x="103" y="263"/>
                  </a:cubicBezTo>
                  <a:cubicBezTo>
                    <a:pt x="109" y="263"/>
                    <a:pt x="116" y="261"/>
                    <a:pt x="120" y="256"/>
                  </a:cubicBezTo>
                  <a:cubicBezTo>
                    <a:pt x="158" y="256"/>
                    <a:pt x="191" y="240"/>
                    <a:pt x="207" y="207"/>
                  </a:cubicBezTo>
                  <a:cubicBezTo>
                    <a:pt x="224" y="190"/>
                    <a:pt x="224" y="153"/>
                    <a:pt x="224" y="120"/>
                  </a:cubicBezTo>
                  <a:cubicBezTo>
                    <a:pt x="224" y="87"/>
                    <a:pt x="207" y="50"/>
                    <a:pt x="174" y="34"/>
                  </a:cubicBezTo>
                  <a:cubicBezTo>
                    <a:pt x="174" y="17"/>
                    <a:pt x="158" y="17"/>
                    <a:pt x="158" y="17"/>
                  </a:cubicBezTo>
                  <a:cubicBezTo>
                    <a:pt x="141" y="1"/>
                    <a:pt x="120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0" name="Google Shape;12930;p33"/>
            <p:cNvSpPr/>
            <p:nvPr/>
          </p:nvSpPr>
          <p:spPr>
            <a:xfrm>
              <a:off x="5128925" y="264307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04" y="1"/>
                  </a:moveTo>
                  <a:cubicBezTo>
                    <a:pt x="87" y="21"/>
                    <a:pt x="87" y="21"/>
                    <a:pt x="71" y="21"/>
                  </a:cubicBezTo>
                  <a:cubicBezTo>
                    <a:pt x="38" y="38"/>
                    <a:pt x="0" y="104"/>
                    <a:pt x="0" y="157"/>
                  </a:cubicBezTo>
                  <a:cubicBezTo>
                    <a:pt x="21" y="190"/>
                    <a:pt x="38" y="227"/>
                    <a:pt x="54" y="244"/>
                  </a:cubicBezTo>
                  <a:cubicBezTo>
                    <a:pt x="66" y="255"/>
                    <a:pt x="86" y="267"/>
                    <a:pt x="109" y="267"/>
                  </a:cubicBezTo>
                  <a:cubicBezTo>
                    <a:pt x="119" y="267"/>
                    <a:pt x="130" y="265"/>
                    <a:pt x="141" y="260"/>
                  </a:cubicBezTo>
                  <a:cubicBezTo>
                    <a:pt x="190" y="260"/>
                    <a:pt x="244" y="190"/>
                    <a:pt x="227" y="124"/>
                  </a:cubicBezTo>
                  <a:lnTo>
                    <a:pt x="227" y="87"/>
                  </a:lnTo>
                  <a:cubicBezTo>
                    <a:pt x="207" y="54"/>
                    <a:pt x="190" y="38"/>
                    <a:pt x="157" y="21"/>
                  </a:cubicBezTo>
                  <a:cubicBezTo>
                    <a:pt x="141" y="1"/>
                    <a:pt x="124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1" name="Google Shape;12931;p33"/>
            <p:cNvSpPr/>
            <p:nvPr/>
          </p:nvSpPr>
          <p:spPr>
            <a:xfrm>
              <a:off x="5132425" y="25778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50" y="17"/>
                    <a:pt x="1" y="87"/>
                    <a:pt x="17" y="157"/>
                  </a:cubicBezTo>
                  <a:cubicBezTo>
                    <a:pt x="17" y="190"/>
                    <a:pt x="34" y="207"/>
                    <a:pt x="50" y="240"/>
                  </a:cubicBezTo>
                  <a:cubicBezTo>
                    <a:pt x="87" y="261"/>
                    <a:pt x="120" y="261"/>
                    <a:pt x="137" y="261"/>
                  </a:cubicBezTo>
                  <a:cubicBezTo>
                    <a:pt x="207" y="240"/>
                    <a:pt x="240" y="174"/>
                    <a:pt x="240" y="104"/>
                  </a:cubicBezTo>
                  <a:cubicBezTo>
                    <a:pt x="223" y="71"/>
                    <a:pt x="207" y="54"/>
                    <a:pt x="190" y="17"/>
                  </a:cubicBezTo>
                  <a:cubicBezTo>
                    <a:pt x="190" y="17"/>
                    <a:pt x="170" y="17"/>
                    <a:pt x="1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2" name="Google Shape;12932;p33"/>
            <p:cNvSpPr/>
            <p:nvPr/>
          </p:nvSpPr>
          <p:spPr>
            <a:xfrm>
              <a:off x="5130275" y="2470125"/>
              <a:ext cx="6000" cy="6825"/>
            </a:xfrm>
            <a:custGeom>
              <a:avLst/>
              <a:gdLst/>
              <a:ahLst/>
              <a:cxnLst/>
              <a:rect l="l" t="t" r="r" b="b"/>
              <a:pathLst>
                <a:path w="240" h="273" extrusionOk="0">
                  <a:moveTo>
                    <a:pt x="126" y="0"/>
                  </a:moveTo>
                  <a:cubicBezTo>
                    <a:pt x="120" y="0"/>
                    <a:pt x="111" y="4"/>
                    <a:pt x="103" y="13"/>
                  </a:cubicBezTo>
                  <a:cubicBezTo>
                    <a:pt x="50" y="13"/>
                    <a:pt x="0" y="83"/>
                    <a:pt x="17" y="153"/>
                  </a:cubicBezTo>
                  <a:cubicBezTo>
                    <a:pt x="17" y="186"/>
                    <a:pt x="33" y="219"/>
                    <a:pt x="70" y="239"/>
                  </a:cubicBezTo>
                  <a:cubicBezTo>
                    <a:pt x="87" y="256"/>
                    <a:pt x="103" y="272"/>
                    <a:pt x="136" y="272"/>
                  </a:cubicBezTo>
                  <a:cubicBezTo>
                    <a:pt x="173" y="256"/>
                    <a:pt x="190" y="239"/>
                    <a:pt x="206" y="202"/>
                  </a:cubicBezTo>
                  <a:cubicBezTo>
                    <a:pt x="223" y="186"/>
                    <a:pt x="239" y="153"/>
                    <a:pt x="223" y="116"/>
                  </a:cubicBezTo>
                  <a:cubicBezTo>
                    <a:pt x="223" y="83"/>
                    <a:pt x="206" y="50"/>
                    <a:pt x="190" y="33"/>
                  </a:cubicBezTo>
                  <a:cubicBezTo>
                    <a:pt x="173" y="13"/>
                    <a:pt x="173" y="13"/>
                    <a:pt x="153" y="13"/>
                  </a:cubicBezTo>
                  <a:lnTo>
                    <a:pt x="136" y="13"/>
                  </a:lnTo>
                  <a:cubicBezTo>
                    <a:pt x="136" y="4"/>
                    <a:pt x="132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3" name="Google Shape;12933;p33"/>
            <p:cNvSpPr/>
            <p:nvPr/>
          </p:nvSpPr>
          <p:spPr>
            <a:xfrm>
              <a:off x="5116975" y="2504300"/>
              <a:ext cx="6400" cy="6550"/>
            </a:xfrm>
            <a:custGeom>
              <a:avLst/>
              <a:gdLst/>
              <a:ahLst/>
              <a:cxnLst/>
              <a:rect l="l" t="t" r="r" b="b"/>
              <a:pathLst>
                <a:path w="256" h="262" extrusionOk="0">
                  <a:moveTo>
                    <a:pt x="140" y="1"/>
                  </a:moveTo>
                  <a:cubicBezTo>
                    <a:pt x="95" y="1"/>
                    <a:pt x="47" y="35"/>
                    <a:pt x="33" y="89"/>
                  </a:cubicBezTo>
                  <a:cubicBezTo>
                    <a:pt x="0" y="159"/>
                    <a:pt x="33" y="229"/>
                    <a:pt x="87" y="262"/>
                  </a:cubicBezTo>
                  <a:lnTo>
                    <a:pt x="136" y="262"/>
                  </a:lnTo>
                  <a:cubicBezTo>
                    <a:pt x="190" y="262"/>
                    <a:pt x="223" y="229"/>
                    <a:pt x="239" y="175"/>
                  </a:cubicBezTo>
                  <a:cubicBezTo>
                    <a:pt x="256" y="126"/>
                    <a:pt x="239" y="72"/>
                    <a:pt x="206" y="39"/>
                  </a:cubicBezTo>
                  <a:cubicBezTo>
                    <a:pt x="206" y="39"/>
                    <a:pt x="190" y="23"/>
                    <a:pt x="169" y="6"/>
                  </a:cubicBezTo>
                  <a:cubicBezTo>
                    <a:pt x="160" y="2"/>
                    <a:pt x="150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4" name="Google Shape;12934;p33"/>
            <p:cNvSpPr/>
            <p:nvPr/>
          </p:nvSpPr>
          <p:spPr>
            <a:xfrm>
              <a:off x="5106650" y="2535675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42" y="0"/>
                  </a:moveTo>
                  <a:cubicBezTo>
                    <a:pt x="97" y="0"/>
                    <a:pt x="47" y="30"/>
                    <a:pt x="34" y="71"/>
                  </a:cubicBezTo>
                  <a:cubicBezTo>
                    <a:pt x="1" y="141"/>
                    <a:pt x="34" y="227"/>
                    <a:pt x="88" y="244"/>
                  </a:cubicBezTo>
                  <a:cubicBezTo>
                    <a:pt x="104" y="260"/>
                    <a:pt x="120" y="260"/>
                    <a:pt x="137" y="260"/>
                  </a:cubicBezTo>
                  <a:cubicBezTo>
                    <a:pt x="191" y="244"/>
                    <a:pt x="224" y="227"/>
                    <a:pt x="240" y="174"/>
                  </a:cubicBezTo>
                  <a:cubicBezTo>
                    <a:pt x="257" y="124"/>
                    <a:pt x="240" y="71"/>
                    <a:pt x="207" y="38"/>
                  </a:cubicBezTo>
                  <a:cubicBezTo>
                    <a:pt x="207" y="21"/>
                    <a:pt x="191" y="21"/>
                    <a:pt x="170" y="5"/>
                  </a:cubicBezTo>
                  <a:cubicBezTo>
                    <a:pt x="161" y="2"/>
                    <a:pt x="152" y="0"/>
                    <a:pt x="1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5" name="Google Shape;12935;p33"/>
            <p:cNvSpPr/>
            <p:nvPr/>
          </p:nvSpPr>
          <p:spPr>
            <a:xfrm>
              <a:off x="5110875" y="2490625"/>
              <a:ext cx="5700" cy="6700"/>
            </a:xfrm>
            <a:custGeom>
              <a:avLst/>
              <a:gdLst/>
              <a:ahLst/>
              <a:cxnLst/>
              <a:rect l="l" t="t" r="r" b="b"/>
              <a:pathLst>
                <a:path w="228" h="268" extrusionOk="0">
                  <a:moveTo>
                    <a:pt x="104" y="1"/>
                  </a:moveTo>
                  <a:cubicBezTo>
                    <a:pt x="38" y="17"/>
                    <a:pt x="1" y="87"/>
                    <a:pt x="1" y="157"/>
                  </a:cubicBezTo>
                  <a:cubicBezTo>
                    <a:pt x="22" y="190"/>
                    <a:pt x="38" y="223"/>
                    <a:pt x="55" y="244"/>
                  </a:cubicBezTo>
                  <a:cubicBezTo>
                    <a:pt x="66" y="256"/>
                    <a:pt x="86" y="267"/>
                    <a:pt x="110" y="267"/>
                  </a:cubicBezTo>
                  <a:cubicBezTo>
                    <a:pt x="120" y="267"/>
                    <a:pt x="130" y="265"/>
                    <a:pt x="141" y="261"/>
                  </a:cubicBezTo>
                  <a:cubicBezTo>
                    <a:pt x="174" y="261"/>
                    <a:pt x="191" y="244"/>
                    <a:pt x="207" y="207"/>
                  </a:cubicBezTo>
                  <a:cubicBezTo>
                    <a:pt x="228" y="190"/>
                    <a:pt x="228" y="157"/>
                    <a:pt x="228" y="120"/>
                  </a:cubicBezTo>
                  <a:cubicBezTo>
                    <a:pt x="228" y="87"/>
                    <a:pt x="207" y="54"/>
                    <a:pt x="191" y="38"/>
                  </a:cubicBezTo>
                  <a:cubicBezTo>
                    <a:pt x="174" y="17"/>
                    <a:pt x="174" y="17"/>
                    <a:pt x="158" y="17"/>
                  </a:cubicBezTo>
                  <a:cubicBezTo>
                    <a:pt x="141" y="1"/>
                    <a:pt x="125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6" name="Google Shape;12936;p33"/>
            <p:cNvSpPr/>
            <p:nvPr/>
          </p:nvSpPr>
          <p:spPr>
            <a:xfrm>
              <a:off x="5099750" y="267710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4" y="0"/>
                  </a:moveTo>
                  <a:cubicBezTo>
                    <a:pt x="54" y="17"/>
                    <a:pt x="1" y="83"/>
                    <a:pt x="17" y="153"/>
                  </a:cubicBezTo>
                  <a:cubicBezTo>
                    <a:pt x="17" y="186"/>
                    <a:pt x="34" y="223"/>
                    <a:pt x="54" y="239"/>
                  </a:cubicBezTo>
                  <a:cubicBezTo>
                    <a:pt x="87" y="256"/>
                    <a:pt x="104" y="256"/>
                    <a:pt x="137" y="256"/>
                  </a:cubicBezTo>
                  <a:cubicBezTo>
                    <a:pt x="207" y="239"/>
                    <a:pt x="240" y="186"/>
                    <a:pt x="223" y="103"/>
                  </a:cubicBezTo>
                  <a:cubicBezTo>
                    <a:pt x="223" y="66"/>
                    <a:pt x="207" y="50"/>
                    <a:pt x="190" y="17"/>
                  </a:cubicBezTo>
                  <a:lnTo>
                    <a:pt x="157" y="17"/>
                  </a:ln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7" name="Google Shape;12937;p33"/>
            <p:cNvSpPr/>
            <p:nvPr/>
          </p:nvSpPr>
          <p:spPr>
            <a:xfrm>
              <a:off x="5122950" y="2486900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12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0" y="150"/>
                    <a:pt x="17" y="220"/>
                    <a:pt x="87" y="253"/>
                  </a:cubicBezTo>
                  <a:lnTo>
                    <a:pt x="136" y="253"/>
                  </a:lnTo>
                  <a:cubicBezTo>
                    <a:pt x="174" y="253"/>
                    <a:pt x="206" y="220"/>
                    <a:pt x="223" y="187"/>
                  </a:cubicBezTo>
                  <a:cubicBezTo>
                    <a:pt x="239" y="133"/>
                    <a:pt x="223" y="84"/>
                    <a:pt x="206" y="47"/>
                  </a:cubicBezTo>
                  <a:cubicBezTo>
                    <a:pt x="190" y="30"/>
                    <a:pt x="174" y="14"/>
                    <a:pt x="157" y="14"/>
                  </a:cubicBezTo>
                  <a:cubicBezTo>
                    <a:pt x="143" y="5"/>
                    <a:pt x="127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8" name="Google Shape;12938;p33"/>
            <p:cNvSpPr/>
            <p:nvPr/>
          </p:nvSpPr>
          <p:spPr>
            <a:xfrm>
              <a:off x="5099350" y="2693200"/>
              <a:ext cx="6400" cy="6600"/>
            </a:xfrm>
            <a:custGeom>
              <a:avLst/>
              <a:gdLst/>
              <a:ahLst/>
              <a:cxnLst/>
              <a:rect l="l" t="t" r="r" b="b"/>
              <a:pathLst>
                <a:path w="256" h="264" extrusionOk="0">
                  <a:moveTo>
                    <a:pt x="111" y="1"/>
                  </a:moveTo>
                  <a:cubicBezTo>
                    <a:pt x="92" y="1"/>
                    <a:pt x="76" y="12"/>
                    <a:pt x="50" y="24"/>
                  </a:cubicBezTo>
                  <a:cubicBezTo>
                    <a:pt x="17" y="78"/>
                    <a:pt x="0" y="160"/>
                    <a:pt x="33" y="214"/>
                  </a:cubicBezTo>
                  <a:cubicBezTo>
                    <a:pt x="50" y="247"/>
                    <a:pt x="87" y="263"/>
                    <a:pt x="120" y="263"/>
                  </a:cubicBezTo>
                  <a:cubicBezTo>
                    <a:pt x="136" y="263"/>
                    <a:pt x="173" y="247"/>
                    <a:pt x="190" y="230"/>
                  </a:cubicBezTo>
                  <a:cubicBezTo>
                    <a:pt x="239" y="181"/>
                    <a:pt x="256" y="111"/>
                    <a:pt x="206" y="41"/>
                  </a:cubicBezTo>
                  <a:cubicBezTo>
                    <a:pt x="206" y="24"/>
                    <a:pt x="190" y="24"/>
                    <a:pt x="173" y="8"/>
                  </a:cubicBezTo>
                  <a:lnTo>
                    <a:pt x="136" y="8"/>
                  </a:lnTo>
                  <a:cubicBezTo>
                    <a:pt x="127" y="3"/>
                    <a:pt x="118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9" name="Google Shape;12939;p33"/>
            <p:cNvSpPr/>
            <p:nvPr/>
          </p:nvSpPr>
          <p:spPr>
            <a:xfrm>
              <a:off x="5124700" y="2562875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27" y="0"/>
                  </a:moveTo>
                  <a:cubicBezTo>
                    <a:pt x="87" y="0"/>
                    <a:pt x="46" y="32"/>
                    <a:pt x="33" y="83"/>
                  </a:cubicBezTo>
                  <a:cubicBezTo>
                    <a:pt x="0" y="154"/>
                    <a:pt x="33" y="219"/>
                    <a:pt x="87" y="257"/>
                  </a:cubicBezTo>
                  <a:cubicBezTo>
                    <a:pt x="99" y="259"/>
                    <a:pt x="110" y="261"/>
                    <a:pt x="121" y="261"/>
                  </a:cubicBezTo>
                  <a:cubicBezTo>
                    <a:pt x="171" y="261"/>
                    <a:pt x="212" y="231"/>
                    <a:pt x="240" y="186"/>
                  </a:cubicBezTo>
                  <a:cubicBezTo>
                    <a:pt x="256" y="116"/>
                    <a:pt x="223" y="34"/>
                    <a:pt x="169" y="13"/>
                  </a:cubicBezTo>
                  <a:cubicBezTo>
                    <a:pt x="156" y="5"/>
                    <a:pt x="142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0" name="Google Shape;12940;p33"/>
            <p:cNvSpPr/>
            <p:nvPr/>
          </p:nvSpPr>
          <p:spPr>
            <a:xfrm>
              <a:off x="5121700" y="25332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7" y="1"/>
                  </a:moveTo>
                  <a:cubicBezTo>
                    <a:pt x="104" y="1"/>
                    <a:pt x="67" y="17"/>
                    <a:pt x="50" y="34"/>
                  </a:cubicBezTo>
                  <a:cubicBezTo>
                    <a:pt x="1" y="87"/>
                    <a:pt x="1" y="153"/>
                    <a:pt x="34" y="223"/>
                  </a:cubicBezTo>
                  <a:cubicBezTo>
                    <a:pt x="50" y="240"/>
                    <a:pt x="83" y="256"/>
                    <a:pt x="104" y="256"/>
                  </a:cubicBezTo>
                  <a:cubicBezTo>
                    <a:pt x="114" y="261"/>
                    <a:pt x="123" y="263"/>
                    <a:pt x="133" y="263"/>
                  </a:cubicBezTo>
                  <a:cubicBezTo>
                    <a:pt x="155" y="263"/>
                    <a:pt x="175" y="251"/>
                    <a:pt x="186" y="240"/>
                  </a:cubicBezTo>
                  <a:cubicBezTo>
                    <a:pt x="207" y="223"/>
                    <a:pt x="224" y="190"/>
                    <a:pt x="224" y="153"/>
                  </a:cubicBezTo>
                  <a:cubicBezTo>
                    <a:pt x="240" y="120"/>
                    <a:pt x="224" y="87"/>
                    <a:pt x="207" y="50"/>
                  </a:cubicBezTo>
                  <a:cubicBezTo>
                    <a:pt x="186" y="34"/>
                    <a:pt x="170" y="17"/>
                    <a:pt x="153" y="17"/>
                  </a:cubicBezTo>
                  <a:lnTo>
                    <a:pt x="1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1" name="Google Shape;12941;p33"/>
            <p:cNvSpPr/>
            <p:nvPr/>
          </p:nvSpPr>
          <p:spPr>
            <a:xfrm>
              <a:off x="5128500" y="2516825"/>
              <a:ext cx="6125" cy="6500"/>
            </a:xfrm>
            <a:custGeom>
              <a:avLst/>
              <a:gdLst/>
              <a:ahLst/>
              <a:cxnLst/>
              <a:rect l="l" t="t" r="r" b="b"/>
              <a:pathLst>
                <a:path w="245" h="260" extrusionOk="0">
                  <a:moveTo>
                    <a:pt x="104" y="0"/>
                  </a:moveTo>
                  <a:cubicBezTo>
                    <a:pt x="71" y="0"/>
                    <a:pt x="55" y="21"/>
                    <a:pt x="38" y="54"/>
                  </a:cubicBezTo>
                  <a:cubicBezTo>
                    <a:pt x="17" y="87"/>
                    <a:pt x="1" y="124"/>
                    <a:pt x="1" y="157"/>
                  </a:cubicBezTo>
                  <a:cubicBezTo>
                    <a:pt x="17" y="190"/>
                    <a:pt x="38" y="227"/>
                    <a:pt x="55" y="243"/>
                  </a:cubicBezTo>
                  <a:cubicBezTo>
                    <a:pt x="71" y="260"/>
                    <a:pt x="104" y="260"/>
                    <a:pt x="141" y="260"/>
                  </a:cubicBezTo>
                  <a:cubicBezTo>
                    <a:pt x="191" y="243"/>
                    <a:pt x="244" y="190"/>
                    <a:pt x="224" y="103"/>
                  </a:cubicBezTo>
                  <a:cubicBezTo>
                    <a:pt x="224" y="70"/>
                    <a:pt x="207" y="54"/>
                    <a:pt x="191" y="21"/>
                  </a:cubicBezTo>
                  <a:lnTo>
                    <a:pt x="158" y="21"/>
                  </a:lnTo>
                  <a:cubicBezTo>
                    <a:pt x="141" y="0"/>
                    <a:pt x="121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2" name="Google Shape;12942;p33"/>
            <p:cNvSpPr/>
            <p:nvPr/>
          </p:nvSpPr>
          <p:spPr>
            <a:xfrm>
              <a:off x="5143150" y="25142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104" y="1"/>
                    <a:pt x="87" y="1"/>
                    <a:pt x="50" y="22"/>
                  </a:cubicBezTo>
                  <a:cubicBezTo>
                    <a:pt x="17" y="71"/>
                    <a:pt x="0" y="158"/>
                    <a:pt x="33" y="207"/>
                  </a:cubicBezTo>
                  <a:cubicBezTo>
                    <a:pt x="50" y="244"/>
                    <a:pt x="87" y="261"/>
                    <a:pt x="120" y="261"/>
                  </a:cubicBezTo>
                  <a:cubicBezTo>
                    <a:pt x="136" y="261"/>
                    <a:pt x="174" y="244"/>
                    <a:pt x="190" y="228"/>
                  </a:cubicBezTo>
                  <a:cubicBezTo>
                    <a:pt x="223" y="207"/>
                    <a:pt x="240" y="174"/>
                    <a:pt x="240" y="141"/>
                  </a:cubicBezTo>
                  <a:cubicBezTo>
                    <a:pt x="240" y="104"/>
                    <a:pt x="240" y="71"/>
                    <a:pt x="207" y="55"/>
                  </a:cubicBezTo>
                  <a:cubicBezTo>
                    <a:pt x="207" y="22"/>
                    <a:pt x="190" y="22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3" name="Google Shape;12943;p33"/>
            <p:cNvSpPr/>
            <p:nvPr/>
          </p:nvSpPr>
          <p:spPr>
            <a:xfrm>
              <a:off x="5139750" y="25611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50" y="17"/>
                    <a:pt x="0" y="83"/>
                    <a:pt x="17" y="153"/>
                  </a:cubicBezTo>
                  <a:cubicBezTo>
                    <a:pt x="17" y="186"/>
                    <a:pt x="33" y="207"/>
                    <a:pt x="66" y="240"/>
                  </a:cubicBezTo>
                  <a:cubicBezTo>
                    <a:pt x="83" y="256"/>
                    <a:pt x="120" y="256"/>
                    <a:pt x="136" y="256"/>
                  </a:cubicBezTo>
                  <a:cubicBezTo>
                    <a:pt x="207" y="240"/>
                    <a:pt x="240" y="170"/>
                    <a:pt x="240" y="104"/>
                  </a:cubicBezTo>
                  <a:cubicBezTo>
                    <a:pt x="223" y="67"/>
                    <a:pt x="207" y="50"/>
                    <a:pt x="186" y="17"/>
                  </a:cubicBezTo>
                  <a:cubicBezTo>
                    <a:pt x="186" y="17"/>
                    <a:pt x="169" y="17"/>
                    <a:pt x="1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4" name="Google Shape;12944;p33"/>
            <p:cNvSpPr/>
            <p:nvPr/>
          </p:nvSpPr>
          <p:spPr>
            <a:xfrm>
              <a:off x="5081300" y="261745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10" y="1"/>
                  </a:moveTo>
                  <a:cubicBezTo>
                    <a:pt x="70" y="1"/>
                    <a:pt x="29" y="33"/>
                    <a:pt x="17" y="81"/>
                  </a:cubicBezTo>
                  <a:cubicBezTo>
                    <a:pt x="1" y="98"/>
                    <a:pt x="1" y="119"/>
                    <a:pt x="1" y="152"/>
                  </a:cubicBezTo>
                  <a:cubicBezTo>
                    <a:pt x="17" y="185"/>
                    <a:pt x="34" y="238"/>
                    <a:pt x="87" y="255"/>
                  </a:cubicBezTo>
                  <a:cubicBezTo>
                    <a:pt x="96" y="259"/>
                    <a:pt x="105" y="261"/>
                    <a:pt x="114" y="261"/>
                  </a:cubicBezTo>
                  <a:cubicBezTo>
                    <a:pt x="138" y="261"/>
                    <a:pt x="163" y="246"/>
                    <a:pt x="190" y="222"/>
                  </a:cubicBezTo>
                  <a:cubicBezTo>
                    <a:pt x="207" y="222"/>
                    <a:pt x="207" y="201"/>
                    <a:pt x="223" y="185"/>
                  </a:cubicBezTo>
                  <a:cubicBezTo>
                    <a:pt x="240" y="119"/>
                    <a:pt x="207" y="32"/>
                    <a:pt x="153" y="15"/>
                  </a:cubicBezTo>
                  <a:cubicBezTo>
                    <a:pt x="140" y="5"/>
                    <a:pt x="125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5" name="Google Shape;12945;p33"/>
            <p:cNvSpPr/>
            <p:nvPr/>
          </p:nvSpPr>
          <p:spPr>
            <a:xfrm>
              <a:off x="5166350" y="2483825"/>
              <a:ext cx="2175" cy="1275"/>
            </a:xfrm>
            <a:custGeom>
              <a:avLst/>
              <a:gdLst/>
              <a:ahLst/>
              <a:cxnLst/>
              <a:rect l="l" t="t" r="r" b="b"/>
              <a:pathLst>
                <a:path w="87" h="51" extrusionOk="0">
                  <a:moveTo>
                    <a:pt x="0" y="1"/>
                  </a:moveTo>
                  <a:cubicBezTo>
                    <a:pt x="0" y="17"/>
                    <a:pt x="0" y="17"/>
                    <a:pt x="17" y="17"/>
                  </a:cubicBezTo>
                  <a:cubicBezTo>
                    <a:pt x="33" y="34"/>
                    <a:pt x="50" y="50"/>
                    <a:pt x="87" y="50"/>
                  </a:cubicBezTo>
                  <a:cubicBezTo>
                    <a:pt x="50" y="34"/>
                    <a:pt x="17" y="1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6" name="Google Shape;12946;p33"/>
            <p:cNvSpPr/>
            <p:nvPr/>
          </p:nvSpPr>
          <p:spPr>
            <a:xfrm>
              <a:off x="5118625" y="2627900"/>
              <a:ext cx="6100" cy="6650"/>
            </a:xfrm>
            <a:custGeom>
              <a:avLst/>
              <a:gdLst/>
              <a:ahLst/>
              <a:cxnLst/>
              <a:rect l="l" t="t" r="r" b="b"/>
              <a:pathLst>
                <a:path w="244" h="266" extrusionOk="0">
                  <a:moveTo>
                    <a:pt x="123" y="1"/>
                  </a:moveTo>
                  <a:cubicBezTo>
                    <a:pt x="117" y="1"/>
                    <a:pt x="110" y="3"/>
                    <a:pt x="103" y="10"/>
                  </a:cubicBezTo>
                  <a:cubicBezTo>
                    <a:pt x="37" y="10"/>
                    <a:pt x="0" y="76"/>
                    <a:pt x="0" y="146"/>
                  </a:cubicBezTo>
                  <a:cubicBezTo>
                    <a:pt x="21" y="179"/>
                    <a:pt x="37" y="216"/>
                    <a:pt x="54" y="232"/>
                  </a:cubicBezTo>
                  <a:cubicBezTo>
                    <a:pt x="70" y="249"/>
                    <a:pt x="103" y="265"/>
                    <a:pt x="140" y="265"/>
                  </a:cubicBezTo>
                  <a:cubicBezTo>
                    <a:pt x="190" y="249"/>
                    <a:pt x="243" y="179"/>
                    <a:pt x="227" y="113"/>
                  </a:cubicBezTo>
                  <a:cubicBezTo>
                    <a:pt x="227" y="76"/>
                    <a:pt x="206" y="43"/>
                    <a:pt x="190" y="26"/>
                  </a:cubicBezTo>
                  <a:cubicBezTo>
                    <a:pt x="173" y="26"/>
                    <a:pt x="173" y="10"/>
                    <a:pt x="157" y="10"/>
                  </a:cubicBezTo>
                  <a:cubicBezTo>
                    <a:pt x="146" y="10"/>
                    <a:pt x="135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7" name="Google Shape;12947;p33"/>
            <p:cNvSpPr/>
            <p:nvPr/>
          </p:nvSpPr>
          <p:spPr>
            <a:xfrm>
              <a:off x="5223025" y="25322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4" y="0"/>
                  </a:moveTo>
                  <a:cubicBezTo>
                    <a:pt x="50" y="21"/>
                    <a:pt x="1" y="87"/>
                    <a:pt x="17" y="157"/>
                  </a:cubicBezTo>
                  <a:cubicBezTo>
                    <a:pt x="17" y="190"/>
                    <a:pt x="34" y="227"/>
                    <a:pt x="50" y="244"/>
                  </a:cubicBezTo>
                  <a:cubicBezTo>
                    <a:pt x="76" y="255"/>
                    <a:pt x="92" y="267"/>
                    <a:pt x="111" y="267"/>
                  </a:cubicBezTo>
                  <a:cubicBezTo>
                    <a:pt x="119" y="267"/>
                    <a:pt x="127" y="265"/>
                    <a:pt x="137" y="260"/>
                  </a:cubicBezTo>
                  <a:cubicBezTo>
                    <a:pt x="174" y="260"/>
                    <a:pt x="190" y="244"/>
                    <a:pt x="207" y="207"/>
                  </a:cubicBezTo>
                  <a:cubicBezTo>
                    <a:pt x="223" y="190"/>
                    <a:pt x="240" y="157"/>
                    <a:pt x="223" y="124"/>
                  </a:cubicBezTo>
                  <a:cubicBezTo>
                    <a:pt x="223" y="87"/>
                    <a:pt x="207" y="54"/>
                    <a:pt x="190" y="38"/>
                  </a:cubicBezTo>
                  <a:cubicBezTo>
                    <a:pt x="174" y="21"/>
                    <a:pt x="174" y="21"/>
                    <a:pt x="153" y="21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8" name="Google Shape;12948;p33"/>
            <p:cNvSpPr/>
            <p:nvPr/>
          </p:nvSpPr>
          <p:spPr>
            <a:xfrm>
              <a:off x="5122950" y="270367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3" y="1"/>
                  </a:moveTo>
                  <a:cubicBezTo>
                    <a:pt x="70" y="17"/>
                    <a:pt x="33" y="34"/>
                    <a:pt x="1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17" y="190"/>
                    <a:pt x="17" y="223"/>
                    <a:pt x="54" y="240"/>
                  </a:cubicBezTo>
                  <a:cubicBezTo>
                    <a:pt x="66" y="252"/>
                    <a:pt x="85" y="265"/>
                    <a:pt x="107" y="265"/>
                  </a:cubicBezTo>
                  <a:cubicBezTo>
                    <a:pt x="117" y="265"/>
                    <a:pt x="127" y="263"/>
                    <a:pt x="136" y="256"/>
                  </a:cubicBezTo>
                  <a:cubicBezTo>
                    <a:pt x="190" y="256"/>
                    <a:pt x="239" y="190"/>
                    <a:pt x="223" y="120"/>
                  </a:cubicBezTo>
                  <a:cubicBezTo>
                    <a:pt x="223" y="87"/>
                    <a:pt x="206" y="50"/>
                    <a:pt x="174" y="34"/>
                  </a:cubicBezTo>
                  <a:cubicBezTo>
                    <a:pt x="174" y="17"/>
                    <a:pt x="157" y="17"/>
                    <a:pt x="157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9" name="Google Shape;12949;p33"/>
            <p:cNvSpPr/>
            <p:nvPr/>
          </p:nvSpPr>
          <p:spPr>
            <a:xfrm>
              <a:off x="5231575" y="254475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4" y="0"/>
                  </a:moveTo>
                  <a:cubicBezTo>
                    <a:pt x="38" y="17"/>
                    <a:pt x="1" y="87"/>
                    <a:pt x="1" y="157"/>
                  </a:cubicBezTo>
                  <a:cubicBezTo>
                    <a:pt x="17" y="190"/>
                    <a:pt x="38" y="206"/>
                    <a:pt x="54" y="244"/>
                  </a:cubicBezTo>
                  <a:cubicBezTo>
                    <a:pt x="71" y="260"/>
                    <a:pt x="104" y="260"/>
                    <a:pt x="141" y="260"/>
                  </a:cubicBezTo>
                  <a:cubicBezTo>
                    <a:pt x="174" y="260"/>
                    <a:pt x="191" y="244"/>
                    <a:pt x="207" y="206"/>
                  </a:cubicBezTo>
                  <a:cubicBezTo>
                    <a:pt x="224" y="174"/>
                    <a:pt x="224" y="141"/>
                    <a:pt x="224" y="103"/>
                  </a:cubicBezTo>
                  <a:cubicBezTo>
                    <a:pt x="224" y="70"/>
                    <a:pt x="207" y="54"/>
                    <a:pt x="191" y="17"/>
                  </a:cubicBezTo>
                  <a:cubicBezTo>
                    <a:pt x="174" y="17"/>
                    <a:pt x="174" y="17"/>
                    <a:pt x="1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0" name="Google Shape;12950;p33"/>
            <p:cNvSpPr/>
            <p:nvPr/>
          </p:nvSpPr>
          <p:spPr>
            <a:xfrm>
              <a:off x="5224275" y="256195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3" y="1"/>
                  </a:moveTo>
                  <a:cubicBezTo>
                    <a:pt x="54" y="17"/>
                    <a:pt x="0" y="87"/>
                    <a:pt x="21" y="153"/>
                  </a:cubicBezTo>
                  <a:cubicBezTo>
                    <a:pt x="21" y="191"/>
                    <a:pt x="37" y="223"/>
                    <a:pt x="54" y="240"/>
                  </a:cubicBezTo>
                  <a:cubicBezTo>
                    <a:pt x="87" y="256"/>
                    <a:pt x="124" y="256"/>
                    <a:pt x="140" y="256"/>
                  </a:cubicBezTo>
                  <a:cubicBezTo>
                    <a:pt x="206" y="256"/>
                    <a:pt x="243" y="191"/>
                    <a:pt x="243" y="104"/>
                  </a:cubicBezTo>
                  <a:cubicBezTo>
                    <a:pt x="227" y="87"/>
                    <a:pt x="206" y="50"/>
                    <a:pt x="190" y="34"/>
                  </a:cubicBezTo>
                  <a:cubicBezTo>
                    <a:pt x="190" y="17"/>
                    <a:pt x="173" y="17"/>
                    <a:pt x="173" y="17"/>
                  </a:cubicBezTo>
                  <a:cubicBezTo>
                    <a:pt x="157" y="1"/>
                    <a:pt x="12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1" name="Google Shape;12951;p33"/>
            <p:cNvSpPr/>
            <p:nvPr/>
          </p:nvSpPr>
          <p:spPr>
            <a:xfrm>
              <a:off x="5110475" y="2613500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41" y="0"/>
                  </a:moveTo>
                  <a:cubicBezTo>
                    <a:pt x="104" y="0"/>
                    <a:pt x="87" y="0"/>
                    <a:pt x="54" y="33"/>
                  </a:cubicBezTo>
                  <a:cubicBezTo>
                    <a:pt x="0" y="70"/>
                    <a:pt x="0" y="153"/>
                    <a:pt x="38" y="206"/>
                  </a:cubicBezTo>
                  <a:cubicBezTo>
                    <a:pt x="54" y="239"/>
                    <a:pt x="87" y="256"/>
                    <a:pt x="120" y="256"/>
                  </a:cubicBezTo>
                  <a:cubicBezTo>
                    <a:pt x="141" y="256"/>
                    <a:pt x="174" y="256"/>
                    <a:pt x="190" y="223"/>
                  </a:cubicBezTo>
                  <a:cubicBezTo>
                    <a:pt x="223" y="206"/>
                    <a:pt x="223" y="173"/>
                    <a:pt x="244" y="136"/>
                  </a:cubicBezTo>
                  <a:cubicBezTo>
                    <a:pt x="244" y="103"/>
                    <a:pt x="223" y="70"/>
                    <a:pt x="207" y="50"/>
                  </a:cubicBezTo>
                  <a:cubicBezTo>
                    <a:pt x="207" y="33"/>
                    <a:pt x="190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2" name="Google Shape;12952;p33"/>
            <p:cNvSpPr/>
            <p:nvPr/>
          </p:nvSpPr>
          <p:spPr>
            <a:xfrm>
              <a:off x="5112225" y="25683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0"/>
                  </a:moveTo>
                  <a:cubicBezTo>
                    <a:pt x="50" y="21"/>
                    <a:pt x="1" y="71"/>
                    <a:pt x="17" y="157"/>
                  </a:cubicBezTo>
                  <a:cubicBezTo>
                    <a:pt x="17" y="190"/>
                    <a:pt x="34" y="207"/>
                    <a:pt x="50" y="244"/>
                  </a:cubicBezTo>
                  <a:cubicBezTo>
                    <a:pt x="87" y="260"/>
                    <a:pt x="104" y="260"/>
                    <a:pt x="137" y="260"/>
                  </a:cubicBezTo>
                  <a:cubicBezTo>
                    <a:pt x="207" y="244"/>
                    <a:pt x="240" y="174"/>
                    <a:pt x="223" y="104"/>
                  </a:cubicBezTo>
                  <a:cubicBezTo>
                    <a:pt x="223" y="71"/>
                    <a:pt x="207" y="54"/>
                    <a:pt x="190" y="21"/>
                  </a:cubicBezTo>
                  <a:cubicBezTo>
                    <a:pt x="174" y="21"/>
                    <a:pt x="174" y="21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3" name="Google Shape;12953;p33"/>
            <p:cNvSpPr/>
            <p:nvPr/>
          </p:nvSpPr>
          <p:spPr>
            <a:xfrm>
              <a:off x="5113475" y="264360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40" y="0"/>
                  </a:moveTo>
                  <a:cubicBezTo>
                    <a:pt x="103" y="0"/>
                    <a:pt x="70" y="17"/>
                    <a:pt x="54" y="33"/>
                  </a:cubicBezTo>
                  <a:cubicBezTo>
                    <a:pt x="0" y="83"/>
                    <a:pt x="0" y="153"/>
                    <a:pt x="37" y="223"/>
                  </a:cubicBezTo>
                  <a:cubicBezTo>
                    <a:pt x="54" y="239"/>
                    <a:pt x="87" y="256"/>
                    <a:pt x="103" y="256"/>
                  </a:cubicBezTo>
                  <a:cubicBezTo>
                    <a:pt x="114" y="261"/>
                    <a:pt x="124" y="263"/>
                    <a:pt x="134" y="263"/>
                  </a:cubicBezTo>
                  <a:cubicBezTo>
                    <a:pt x="158" y="263"/>
                    <a:pt x="178" y="251"/>
                    <a:pt x="190" y="239"/>
                  </a:cubicBezTo>
                  <a:cubicBezTo>
                    <a:pt x="243" y="186"/>
                    <a:pt x="243" y="103"/>
                    <a:pt x="206" y="50"/>
                  </a:cubicBezTo>
                  <a:cubicBezTo>
                    <a:pt x="190" y="33"/>
                    <a:pt x="173" y="17"/>
                    <a:pt x="157" y="17"/>
                  </a:cubicBezTo>
                  <a:lnTo>
                    <a:pt x="1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4" name="Google Shape;12954;p33"/>
            <p:cNvSpPr/>
            <p:nvPr/>
          </p:nvSpPr>
          <p:spPr>
            <a:xfrm>
              <a:off x="5122525" y="266102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8" y="0"/>
                  </a:moveTo>
                  <a:cubicBezTo>
                    <a:pt x="83" y="0"/>
                    <a:pt x="31" y="35"/>
                    <a:pt x="17" y="91"/>
                  </a:cubicBezTo>
                  <a:cubicBezTo>
                    <a:pt x="1" y="161"/>
                    <a:pt x="17" y="231"/>
                    <a:pt x="71" y="264"/>
                  </a:cubicBezTo>
                  <a:cubicBezTo>
                    <a:pt x="82" y="267"/>
                    <a:pt x="94" y="268"/>
                    <a:pt x="105" y="268"/>
                  </a:cubicBezTo>
                  <a:cubicBezTo>
                    <a:pt x="159" y="268"/>
                    <a:pt x="210" y="235"/>
                    <a:pt x="223" y="177"/>
                  </a:cubicBezTo>
                  <a:cubicBezTo>
                    <a:pt x="240" y="107"/>
                    <a:pt x="207" y="41"/>
                    <a:pt x="153" y="4"/>
                  </a:cubicBezTo>
                  <a:cubicBezTo>
                    <a:pt x="146" y="1"/>
                    <a:pt x="137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5" name="Google Shape;12955;p33"/>
            <p:cNvSpPr/>
            <p:nvPr/>
          </p:nvSpPr>
          <p:spPr>
            <a:xfrm>
              <a:off x="5114400" y="25182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94" y="0"/>
                  </a:moveTo>
                  <a:cubicBezTo>
                    <a:pt x="53" y="0"/>
                    <a:pt x="12" y="32"/>
                    <a:pt x="0" y="83"/>
                  </a:cubicBezTo>
                  <a:lnTo>
                    <a:pt x="0" y="133"/>
                  </a:lnTo>
                  <a:cubicBezTo>
                    <a:pt x="0" y="186"/>
                    <a:pt x="17" y="236"/>
                    <a:pt x="66" y="252"/>
                  </a:cubicBezTo>
                  <a:cubicBezTo>
                    <a:pt x="76" y="258"/>
                    <a:pt x="88" y="261"/>
                    <a:pt x="99" y="261"/>
                  </a:cubicBezTo>
                  <a:cubicBezTo>
                    <a:pt x="128" y="261"/>
                    <a:pt x="157" y="243"/>
                    <a:pt x="169" y="219"/>
                  </a:cubicBezTo>
                  <a:cubicBezTo>
                    <a:pt x="190" y="219"/>
                    <a:pt x="206" y="203"/>
                    <a:pt x="206" y="170"/>
                  </a:cubicBezTo>
                  <a:cubicBezTo>
                    <a:pt x="223" y="116"/>
                    <a:pt x="206" y="30"/>
                    <a:pt x="136" y="13"/>
                  </a:cubicBezTo>
                  <a:cubicBezTo>
                    <a:pt x="123" y="4"/>
                    <a:pt x="108" y="0"/>
                    <a:pt x="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6" name="Google Shape;12956;p33"/>
            <p:cNvSpPr/>
            <p:nvPr/>
          </p:nvSpPr>
          <p:spPr>
            <a:xfrm>
              <a:off x="5116975" y="2548100"/>
              <a:ext cx="6400" cy="6675"/>
            </a:xfrm>
            <a:custGeom>
              <a:avLst/>
              <a:gdLst/>
              <a:ahLst/>
              <a:cxnLst/>
              <a:rect l="l" t="t" r="r" b="b"/>
              <a:pathLst>
                <a:path w="256" h="267" extrusionOk="0">
                  <a:moveTo>
                    <a:pt x="134" y="1"/>
                  </a:moveTo>
                  <a:cubicBezTo>
                    <a:pt x="84" y="1"/>
                    <a:pt x="44" y="35"/>
                    <a:pt x="17" y="89"/>
                  </a:cubicBezTo>
                  <a:cubicBezTo>
                    <a:pt x="0" y="159"/>
                    <a:pt x="33" y="229"/>
                    <a:pt x="87" y="262"/>
                  </a:cubicBezTo>
                  <a:cubicBezTo>
                    <a:pt x="95" y="265"/>
                    <a:pt x="104" y="266"/>
                    <a:pt x="114" y="266"/>
                  </a:cubicBezTo>
                  <a:cubicBezTo>
                    <a:pt x="159" y="266"/>
                    <a:pt x="209" y="234"/>
                    <a:pt x="223" y="176"/>
                  </a:cubicBezTo>
                  <a:cubicBezTo>
                    <a:pt x="256" y="110"/>
                    <a:pt x="223" y="40"/>
                    <a:pt x="169" y="7"/>
                  </a:cubicBezTo>
                  <a:cubicBezTo>
                    <a:pt x="157" y="3"/>
                    <a:pt x="145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7" name="Google Shape;12957;p33"/>
            <p:cNvSpPr/>
            <p:nvPr/>
          </p:nvSpPr>
          <p:spPr>
            <a:xfrm>
              <a:off x="5118625" y="25829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54" y="1"/>
                    <a:pt x="0" y="71"/>
                    <a:pt x="21" y="137"/>
                  </a:cubicBezTo>
                  <a:cubicBezTo>
                    <a:pt x="21" y="224"/>
                    <a:pt x="87" y="261"/>
                    <a:pt x="140" y="261"/>
                  </a:cubicBezTo>
                  <a:cubicBezTo>
                    <a:pt x="173" y="240"/>
                    <a:pt x="190" y="224"/>
                    <a:pt x="206" y="207"/>
                  </a:cubicBezTo>
                  <a:cubicBezTo>
                    <a:pt x="227" y="174"/>
                    <a:pt x="243" y="137"/>
                    <a:pt x="243" y="104"/>
                  </a:cubicBezTo>
                  <a:cubicBezTo>
                    <a:pt x="227" y="71"/>
                    <a:pt x="206" y="34"/>
                    <a:pt x="190" y="17"/>
                  </a:cubicBezTo>
                  <a:cubicBezTo>
                    <a:pt x="190" y="17"/>
                    <a:pt x="173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8" name="Google Shape;12958;p33"/>
            <p:cNvSpPr/>
            <p:nvPr/>
          </p:nvSpPr>
          <p:spPr>
            <a:xfrm>
              <a:off x="5117375" y="259845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4" y="0"/>
                  </a:moveTo>
                  <a:cubicBezTo>
                    <a:pt x="34" y="0"/>
                    <a:pt x="1" y="70"/>
                    <a:pt x="1" y="136"/>
                  </a:cubicBezTo>
                  <a:cubicBezTo>
                    <a:pt x="17" y="174"/>
                    <a:pt x="17" y="207"/>
                    <a:pt x="50" y="223"/>
                  </a:cubicBezTo>
                  <a:cubicBezTo>
                    <a:pt x="71" y="260"/>
                    <a:pt x="104" y="260"/>
                    <a:pt x="137" y="260"/>
                  </a:cubicBezTo>
                  <a:cubicBezTo>
                    <a:pt x="153" y="239"/>
                    <a:pt x="190" y="223"/>
                    <a:pt x="207" y="207"/>
                  </a:cubicBezTo>
                  <a:cubicBezTo>
                    <a:pt x="223" y="174"/>
                    <a:pt x="223" y="136"/>
                    <a:pt x="223" y="103"/>
                  </a:cubicBezTo>
                  <a:cubicBezTo>
                    <a:pt x="223" y="70"/>
                    <a:pt x="207" y="33"/>
                    <a:pt x="174" y="17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9" name="Google Shape;12959;p33"/>
            <p:cNvSpPr/>
            <p:nvPr/>
          </p:nvSpPr>
          <p:spPr>
            <a:xfrm>
              <a:off x="5093375" y="24932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3" y="1"/>
                  </a:moveTo>
                  <a:cubicBezTo>
                    <a:pt x="66" y="17"/>
                    <a:pt x="50" y="38"/>
                    <a:pt x="33" y="54"/>
                  </a:cubicBezTo>
                  <a:cubicBezTo>
                    <a:pt x="17" y="87"/>
                    <a:pt x="0" y="120"/>
                    <a:pt x="0" y="158"/>
                  </a:cubicBezTo>
                  <a:cubicBezTo>
                    <a:pt x="17" y="191"/>
                    <a:pt x="33" y="224"/>
                    <a:pt x="50" y="244"/>
                  </a:cubicBezTo>
                  <a:cubicBezTo>
                    <a:pt x="61" y="256"/>
                    <a:pt x="83" y="267"/>
                    <a:pt x="107" y="267"/>
                  </a:cubicBezTo>
                  <a:cubicBezTo>
                    <a:pt x="116" y="267"/>
                    <a:pt x="126" y="265"/>
                    <a:pt x="136" y="261"/>
                  </a:cubicBezTo>
                  <a:cubicBezTo>
                    <a:pt x="186" y="261"/>
                    <a:pt x="239" y="191"/>
                    <a:pt x="223" y="120"/>
                  </a:cubicBezTo>
                  <a:cubicBezTo>
                    <a:pt x="223" y="87"/>
                    <a:pt x="206" y="54"/>
                    <a:pt x="186" y="38"/>
                  </a:cubicBezTo>
                  <a:cubicBezTo>
                    <a:pt x="169" y="17"/>
                    <a:pt x="169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0" name="Google Shape;12960;p33"/>
            <p:cNvSpPr/>
            <p:nvPr/>
          </p:nvSpPr>
          <p:spPr>
            <a:xfrm>
              <a:off x="5078325" y="24953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33" y="17"/>
                    <a:pt x="0" y="71"/>
                    <a:pt x="17" y="157"/>
                  </a:cubicBezTo>
                  <a:cubicBezTo>
                    <a:pt x="17" y="190"/>
                    <a:pt x="33" y="207"/>
                    <a:pt x="50" y="240"/>
                  </a:cubicBezTo>
                  <a:cubicBezTo>
                    <a:pt x="66" y="260"/>
                    <a:pt x="103" y="260"/>
                    <a:pt x="136" y="260"/>
                  </a:cubicBezTo>
                  <a:cubicBezTo>
                    <a:pt x="190" y="240"/>
                    <a:pt x="239" y="174"/>
                    <a:pt x="223" y="104"/>
                  </a:cubicBezTo>
                  <a:cubicBezTo>
                    <a:pt x="223" y="71"/>
                    <a:pt x="206" y="33"/>
                    <a:pt x="190" y="17"/>
                  </a:cubicBezTo>
                  <a:cubicBezTo>
                    <a:pt x="169" y="17"/>
                    <a:pt x="169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1" name="Google Shape;12961;p33"/>
            <p:cNvSpPr/>
            <p:nvPr/>
          </p:nvSpPr>
          <p:spPr>
            <a:xfrm>
              <a:off x="5085625" y="247815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4" y="1"/>
                  </a:moveTo>
                  <a:cubicBezTo>
                    <a:pt x="34" y="1"/>
                    <a:pt x="1" y="71"/>
                    <a:pt x="1" y="141"/>
                  </a:cubicBezTo>
                  <a:cubicBezTo>
                    <a:pt x="1" y="174"/>
                    <a:pt x="17" y="207"/>
                    <a:pt x="50" y="228"/>
                  </a:cubicBezTo>
                  <a:cubicBezTo>
                    <a:pt x="67" y="261"/>
                    <a:pt x="104" y="261"/>
                    <a:pt x="120" y="261"/>
                  </a:cubicBezTo>
                  <a:cubicBezTo>
                    <a:pt x="153" y="244"/>
                    <a:pt x="186" y="228"/>
                    <a:pt x="207" y="207"/>
                  </a:cubicBezTo>
                  <a:cubicBezTo>
                    <a:pt x="223" y="174"/>
                    <a:pt x="223" y="141"/>
                    <a:pt x="223" y="104"/>
                  </a:cubicBezTo>
                  <a:cubicBezTo>
                    <a:pt x="223" y="71"/>
                    <a:pt x="207" y="38"/>
                    <a:pt x="170" y="22"/>
                  </a:cubicBezTo>
                  <a:lnTo>
                    <a:pt x="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2" name="Google Shape;12962;p33"/>
            <p:cNvSpPr/>
            <p:nvPr/>
          </p:nvSpPr>
          <p:spPr>
            <a:xfrm>
              <a:off x="5088625" y="25106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1"/>
                  </a:moveTo>
                  <a:cubicBezTo>
                    <a:pt x="114" y="1"/>
                    <a:pt x="109" y="2"/>
                    <a:pt x="103" y="8"/>
                  </a:cubicBezTo>
                  <a:lnTo>
                    <a:pt x="66" y="8"/>
                  </a:lnTo>
                  <a:cubicBezTo>
                    <a:pt x="33" y="41"/>
                    <a:pt x="0" y="94"/>
                    <a:pt x="17" y="144"/>
                  </a:cubicBezTo>
                  <a:cubicBezTo>
                    <a:pt x="17" y="181"/>
                    <a:pt x="33" y="214"/>
                    <a:pt x="50" y="231"/>
                  </a:cubicBezTo>
                  <a:cubicBezTo>
                    <a:pt x="66" y="268"/>
                    <a:pt x="103" y="268"/>
                    <a:pt x="136" y="268"/>
                  </a:cubicBezTo>
                  <a:cubicBezTo>
                    <a:pt x="190" y="247"/>
                    <a:pt x="240" y="181"/>
                    <a:pt x="223" y="111"/>
                  </a:cubicBezTo>
                  <a:lnTo>
                    <a:pt x="223" y="78"/>
                  </a:lnTo>
                  <a:cubicBezTo>
                    <a:pt x="207" y="41"/>
                    <a:pt x="190" y="24"/>
                    <a:pt x="153" y="8"/>
                  </a:cubicBezTo>
                  <a:cubicBezTo>
                    <a:pt x="142" y="8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3" name="Google Shape;12963;p33"/>
            <p:cNvSpPr/>
            <p:nvPr/>
          </p:nvSpPr>
          <p:spPr>
            <a:xfrm>
              <a:off x="5064100" y="2452900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20" y="1"/>
                  </a:moveTo>
                  <a:cubicBezTo>
                    <a:pt x="103" y="1"/>
                    <a:pt x="70" y="17"/>
                    <a:pt x="54" y="34"/>
                  </a:cubicBezTo>
                  <a:cubicBezTo>
                    <a:pt x="17" y="50"/>
                    <a:pt x="0" y="83"/>
                    <a:pt x="0" y="120"/>
                  </a:cubicBezTo>
                  <a:cubicBezTo>
                    <a:pt x="0" y="153"/>
                    <a:pt x="17" y="186"/>
                    <a:pt x="37" y="223"/>
                  </a:cubicBezTo>
                  <a:cubicBezTo>
                    <a:pt x="54" y="240"/>
                    <a:pt x="70" y="256"/>
                    <a:pt x="103" y="256"/>
                  </a:cubicBezTo>
                  <a:cubicBezTo>
                    <a:pt x="114" y="261"/>
                    <a:pt x="123" y="263"/>
                    <a:pt x="131" y="263"/>
                  </a:cubicBezTo>
                  <a:cubicBezTo>
                    <a:pt x="151" y="263"/>
                    <a:pt x="167" y="252"/>
                    <a:pt x="190" y="240"/>
                  </a:cubicBezTo>
                  <a:cubicBezTo>
                    <a:pt x="223" y="186"/>
                    <a:pt x="243" y="104"/>
                    <a:pt x="206" y="50"/>
                  </a:cubicBezTo>
                  <a:cubicBezTo>
                    <a:pt x="190" y="34"/>
                    <a:pt x="173" y="17"/>
                    <a:pt x="157" y="17"/>
                  </a:cubicBezTo>
                  <a:cubicBezTo>
                    <a:pt x="157" y="1"/>
                    <a:pt x="140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4" name="Google Shape;12964;p33"/>
            <p:cNvSpPr/>
            <p:nvPr/>
          </p:nvSpPr>
          <p:spPr>
            <a:xfrm>
              <a:off x="5082125" y="2528550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13" y="1"/>
                  </a:moveTo>
                  <a:cubicBezTo>
                    <a:pt x="72" y="1"/>
                    <a:pt x="32" y="32"/>
                    <a:pt x="17" y="84"/>
                  </a:cubicBezTo>
                  <a:cubicBezTo>
                    <a:pt x="1" y="149"/>
                    <a:pt x="17" y="220"/>
                    <a:pt x="87" y="253"/>
                  </a:cubicBezTo>
                  <a:cubicBezTo>
                    <a:pt x="97" y="256"/>
                    <a:pt x="108" y="258"/>
                    <a:pt x="118" y="258"/>
                  </a:cubicBezTo>
                  <a:cubicBezTo>
                    <a:pt x="164" y="258"/>
                    <a:pt x="210" y="224"/>
                    <a:pt x="223" y="170"/>
                  </a:cubicBezTo>
                  <a:cubicBezTo>
                    <a:pt x="244" y="116"/>
                    <a:pt x="207" y="30"/>
                    <a:pt x="157" y="13"/>
                  </a:cubicBezTo>
                  <a:cubicBezTo>
                    <a:pt x="143" y="5"/>
                    <a:pt x="128" y="1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5" name="Google Shape;12965;p33"/>
            <p:cNvSpPr/>
            <p:nvPr/>
          </p:nvSpPr>
          <p:spPr>
            <a:xfrm>
              <a:off x="5097600" y="2569700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103" y="0"/>
                  </a:moveTo>
                  <a:cubicBezTo>
                    <a:pt x="37" y="0"/>
                    <a:pt x="0" y="70"/>
                    <a:pt x="0" y="136"/>
                  </a:cubicBezTo>
                  <a:cubicBezTo>
                    <a:pt x="17" y="190"/>
                    <a:pt x="37" y="223"/>
                    <a:pt x="70" y="239"/>
                  </a:cubicBezTo>
                  <a:cubicBezTo>
                    <a:pt x="87" y="239"/>
                    <a:pt x="103" y="256"/>
                    <a:pt x="140" y="256"/>
                  </a:cubicBezTo>
                  <a:cubicBezTo>
                    <a:pt x="157" y="239"/>
                    <a:pt x="190" y="223"/>
                    <a:pt x="206" y="206"/>
                  </a:cubicBezTo>
                  <a:cubicBezTo>
                    <a:pt x="223" y="173"/>
                    <a:pt x="223" y="136"/>
                    <a:pt x="223" y="103"/>
                  </a:cubicBezTo>
                  <a:cubicBezTo>
                    <a:pt x="223" y="70"/>
                    <a:pt x="206" y="33"/>
                    <a:pt x="190" y="17"/>
                  </a:cubicBezTo>
                  <a:cubicBezTo>
                    <a:pt x="173" y="17"/>
                    <a:pt x="173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6" name="Google Shape;12966;p33"/>
            <p:cNvSpPr/>
            <p:nvPr/>
          </p:nvSpPr>
          <p:spPr>
            <a:xfrm>
              <a:off x="5219125" y="2577825"/>
              <a:ext cx="6500" cy="6525"/>
            </a:xfrm>
            <a:custGeom>
              <a:avLst/>
              <a:gdLst/>
              <a:ahLst/>
              <a:cxnLst/>
              <a:rect l="l" t="t" r="r" b="b"/>
              <a:pathLst>
                <a:path w="260" h="261" extrusionOk="0">
                  <a:moveTo>
                    <a:pt x="140" y="1"/>
                  </a:moveTo>
                  <a:cubicBezTo>
                    <a:pt x="103" y="1"/>
                    <a:pt x="87" y="1"/>
                    <a:pt x="54" y="17"/>
                  </a:cubicBezTo>
                  <a:cubicBezTo>
                    <a:pt x="21" y="71"/>
                    <a:pt x="0" y="157"/>
                    <a:pt x="37" y="207"/>
                  </a:cubicBezTo>
                  <a:cubicBezTo>
                    <a:pt x="54" y="240"/>
                    <a:pt x="87" y="261"/>
                    <a:pt x="124" y="261"/>
                  </a:cubicBezTo>
                  <a:cubicBezTo>
                    <a:pt x="140" y="261"/>
                    <a:pt x="173" y="261"/>
                    <a:pt x="190" y="223"/>
                  </a:cubicBezTo>
                  <a:cubicBezTo>
                    <a:pt x="243" y="190"/>
                    <a:pt x="260" y="104"/>
                    <a:pt x="206" y="54"/>
                  </a:cubicBezTo>
                  <a:cubicBezTo>
                    <a:pt x="206" y="34"/>
                    <a:pt x="190" y="17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7" name="Google Shape;12967;p33"/>
            <p:cNvSpPr/>
            <p:nvPr/>
          </p:nvSpPr>
          <p:spPr>
            <a:xfrm>
              <a:off x="5091600" y="2461475"/>
              <a:ext cx="6425" cy="6400"/>
            </a:xfrm>
            <a:custGeom>
              <a:avLst/>
              <a:gdLst/>
              <a:ahLst/>
              <a:cxnLst/>
              <a:rect l="l" t="t" r="r" b="b"/>
              <a:pathLst>
                <a:path w="257" h="256" extrusionOk="0">
                  <a:moveTo>
                    <a:pt x="137" y="0"/>
                  </a:moveTo>
                  <a:cubicBezTo>
                    <a:pt x="121" y="0"/>
                    <a:pt x="88" y="0"/>
                    <a:pt x="71" y="17"/>
                  </a:cubicBezTo>
                  <a:cubicBezTo>
                    <a:pt x="17" y="70"/>
                    <a:pt x="1" y="153"/>
                    <a:pt x="50" y="206"/>
                  </a:cubicBezTo>
                  <a:cubicBezTo>
                    <a:pt x="71" y="239"/>
                    <a:pt x="88" y="256"/>
                    <a:pt x="121" y="256"/>
                  </a:cubicBezTo>
                  <a:cubicBezTo>
                    <a:pt x="154" y="256"/>
                    <a:pt x="174" y="239"/>
                    <a:pt x="207" y="223"/>
                  </a:cubicBezTo>
                  <a:cubicBezTo>
                    <a:pt x="240" y="190"/>
                    <a:pt x="257" y="103"/>
                    <a:pt x="224" y="50"/>
                  </a:cubicBezTo>
                  <a:cubicBezTo>
                    <a:pt x="207" y="33"/>
                    <a:pt x="191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8" name="Google Shape;12968;p33"/>
            <p:cNvSpPr/>
            <p:nvPr/>
          </p:nvSpPr>
          <p:spPr>
            <a:xfrm>
              <a:off x="5094200" y="25400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3" y="1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17" y="190"/>
                    <a:pt x="33" y="227"/>
                    <a:pt x="50" y="244"/>
                  </a:cubicBezTo>
                  <a:cubicBezTo>
                    <a:pt x="64" y="256"/>
                    <a:pt x="85" y="267"/>
                    <a:pt x="107" y="267"/>
                  </a:cubicBezTo>
                  <a:cubicBezTo>
                    <a:pt x="117" y="267"/>
                    <a:pt x="126" y="265"/>
                    <a:pt x="136" y="260"/>
                  </a:cubicBezTo>
                  <a:cubicBezTo>
                    <a:pt x="190" y="260"/>
                    <a:pt x="239" y="190"/>
                    <a:pt x="223" y="124"/>
                  </a:cubicBezTo>
                  <a:cubicBezTo>
                    <a:pt x="223" y="87"/>
                    <a:pt x="206" y="54"/>
                    <a:pt x="190" y="38"/>
                  </a:cubicBezTo>
                  <a:cubicBezTo>
                    <a:pt x="173" y="21"/>
                    <a:pt x="173" y="21"/>
                    <a:pt x="153" y="21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9" name="Google Shape;12969;p33"/>
            <p:cNvSpPr/>
            <p:nvPr/>
          </p:nvSpPr>
          <p:spPr>
            <a:xfrm>
              <a:off x="5082550" y="257092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03" y="1"/>
                  </a:moveTo>
                  <a:cubicBezTo>
                    <a:pt x="70" y="21"/>
                    <a:pt x="37" y="38"/>
                    <a:pt x="21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21" y="190"/>
                    <a:pt x="21" y="227"/>
                    <a:pt x="54" y="244"/>
                  </a:cubicBezTo>
                  <a:cubicBezTo>
                    <a:pt x="65" y="255"/>
                    <a:pt x="85" y="267"/>
                    <a:pt x="109" y="267"/>
                  </a:cubicBezTo>
                  <a:cubicBezTo>
                    <a:pt x="119" y="267"/>
                    <a:pt x="129" y="265"/>
                    <a:pt x="140" y="260"/>
                  </a:cubicBezTo>
                  <a:cubicBezTo>
                    <a:pt x="190" y="260"/>
                    <a:pt x="243" y="190"/>
                    <a:pt x="227" y="124"/>
                  </a:cubicBezTo>
                  <a:cubicBezTo>
                    <a:pt x="227" y="87"/>
                    <a:pt x="206" y="54"/>
                    <a:pt x="173" y="38"/>
                  </a:cubicBezTo>
                  <a:cubicBezTo>
                    <a:pt x="173" y="21"/>
                    <a:pt x="173" y="21"/>
                    <a:pt x="157" y="21"/>
                  </a:cubicBezTo>
                  <a:cubicBezTo>
                    <a:pt x="140" y="1"/>
                    <a:pt x="12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0" name="Google Shape;12970;p33"/>
            <p:cNvSpPr/>
            <p:nvPr/>
          </p:nvSpPr>
          <p:spPr>
            <a:xfrm>
              <a:off x="5072225" y="2557625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04" y="1"/>
                  </a:moveTo>
                  <a:cubicBezTo>
                    <a:pt x="38" y="17"/>
                    <a:pt x="1" y="87"/>
                    <a:pt x="1" y="157"/>
                  </a:cubicBezTo>
                  <a:cubicBezTo>
                    <a:pt x="21" y="190"/>
                    <a:pt x="38" y="223"/>
                    <a:pt x="54" y="244"/>
                  </a:cubicBezTo>
                  <a:cubicBezTo>
                    <a:pt x="71" y="260"/>
                    <a:pt x="104" y="260"/>
                    <a:pt x="141" y="260"/>
                  </a:cubicBezTo>
                  <a:cubicBezTo>
                    <a:pt x="191" y="244"/>
                    <a:pt x="244" y="190"/>
                    <a:pt x="228" y="104"/>
                  </a:cubicBezTo>
                  <a:cubicBezTo>
                    <a:pt x="228" y="71"/>
                    <a:pt x="207" y="54"/>
                    <a:pt x="191" y="17"/>
                  </a:cubicBezTo>
                  <a:lnTo>
                    <a:pt x="158" y="17"/>
                  </a:lnTo>
                  <a:cubicBezTo>
                    <a:pt x="141" y="1"/>
                    <a:pt x="125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1" name="Google Shape;12971;p33"/>
            <p:cNvSpPr/>
            <p:nvPr/>
          </p:nvSpPr>
          <p:spPr>
            <a:xfrm>
              <a:off x="5073575" y="2541650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45" y="1"/>
                  </a:moveTo>
                  <a:cubicBezTo>
                    <a:pt x="98" y="1"/>
                    <a:pt x="47" y="33"/>
                    <a:pt x="33" y="91"/>
                  </a:cubicBezTo>
                  <a:cubicBezTo>
                    <a:pt x="0" y="161"/>
                    <a:pt x="33" y="227"/>
                    <a:pt x="87" y="244"/>
                  </a:cubicBezTo>
                  <a:cubicBezTo>
                    <a:pt x="105" y="254"/>
                    <a:pt x="122" y="259"/>
                    <a:pt x="138" y="259"/>
                  </a:cubicBezTo>
                  <a:cubicBezTo>
                    <a:pt x="181" y="259"/>
                    <a:pt x="216" y="226"/>
                    <a:pt x="240" y="178"/>
                  </a:cubicBezTo>
                  <a:cubicBezTo>
                    <a:pt x="256" y="108"/>
                    <a:pt x="223" y="38"/>
                    <a:pt x="174" y="5"/>
                  </a:cubicBezTo>
                  <a:cubicBezTo>
                    <a:pt x="165" y="2"/>
                    <a:pt x="155" y="1"/>
                    <a:pt x="1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2" name="Google Shape;12972;p33"/>
            <p:cNvSpPr/>
            <p:nvPr/>
          </p:nvSpPr>
          <p:spPr>
            <a:xfrm>
              <a:off x="5071400" y="2604950"/>
              <a:ext cx="5600" cy="6575"/>
            </a:xfrm>
            <a:custGeom>
              <a:avLst/>
              <a:gdLst/>
              <a:ahLst/>
              <a:cxnLst/>
              <a:rect l="l" t="t" r="r" b="b"/>
              <a:pathLst>
                <a:path w="224" h="263" extrusionOk="0">
                  <a:moveTo>
                    <a:pt x="120" y="0"/>
                  </a:moveTo>
                  <a:cubicBezTo>
                    <a:pt x="104" y="0"/>
                    <a:pt x="71" y="17"/>
                    <a:pt x="54" y="33"/>
                  </a:cubicBezTo>
                  <a:cubicBezTo>
                    <a:pt x="1" y="83"/>
                    <a:pt x="1" y="153"/>
                    <a:pt x="34" y="223"/>
                  </a:cubicBezTo>
                  <a:cubicBezTo>
                    <a:pt x="54" y="239"/>
                    <a:pt x="71" y="256"/>
                    <a:pt x="104" y="256"/>
                  </a:cubicBezTo>
                  <a:cubicBezTo>
                    <a:pt x="114" y="261"/>
                    <a:pt x="122" y="263"/>
                    <a:pt x="130" y="263"/>
                  </a:cubicBezTo>
                  <a:cubicBezTo>
                    <a:pt x="150" y="263"/>
                    <a:pt x="167" y="251"/>
                    <a:pt x="191" y="239"/>
                  </a:cubicBezTo>
                  <a:cubicBezTo>
                    <a:pt x="207" y="206"/>
                    <a:pt x="224" y="186"/>
                    <a:pt x="224" y="153"/>
                  </a:cubicBezTo>
                  <a:cubicBezTo>
                    <a:pt x="224" y="120"/>
                    <a:pt x="224" y="83"/>
                    <a:pt x="207" y="50"/>
                  </a:cubicBezTo>
                  <a:cubicBezTo>
                    <a:pt x="191" y="33"/>
                    <a:pt x="174" y="17"/>
                    <a:pt x="158" y="17"/>
                  </a:cubicBezTo>
                  <a:cubicBezTo>
                    <a:pt x="158" y="17"/>
                    <a:pt x="13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3" name="Google Shape;12973;p33"/>
            <p:cNvSpPr/>
            <p:nvPr/>
          </p:nvSpPr>
          <p:spPr>
            <a:xfrm>
              <a:off x="5078325" y="2589900"/>
              <a:ext cx="5575" cy="6575"/>
            </a:xfrm>
            <a:custGeom>
              <a:avLst/>
              <a:gdLst/>
              <a:ahLst/>
              <a:cxnLst/>
              <a:rect l="l" t="t" r="r" b="b"/>
              <a:pathLst>
                <a:path w="223" h="263" extrusionOk="0">
                  <a:moveTo>
                    <a:pt x="103" y="0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17" y="190"/>
                    <a:pt x="17" y="223"/>
                    <a:pt x="50" y="239"/>
                  </a:cubicBezTo>
                  <a:cubicBezTo>
                    <a:pt x="61" y="251"/>
                    <a:pt x="83" y="263"/>
                    <a:pt x="107" y="263"/>
                  </a:cubicBezTo>
                  <a:cubicBezTo>
                    <a:pt x="117" y="263"/>
                    <a:pt x="127" y="261"/>
                    <a:pt x="136" y="256"/>
                  </a:cubicBezTo>
                  <a:cubicBezTo>
                    <a:pt x="153" y="256"/>
                    <a:pt x="190" y="239"/>
                    <a:pt x="206" y="206"/>
                  </a:cubicBezTo>
                  <a:cubicBezTo>
                    <a:pt x="223" y="190"/>
                    <a:pt x="223" y="153"/>
                    <a:pt x="223" y="120"/>
                  </a:cubicBezTo>
                  <a:cubicBezTo>
                    <a:pt x="223" y="87"/>
                    <a:pt x="206" y="50"/>
                    <a:pt x="169" y="33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4" name="Google Shape;12974;p33"/>
            <p:cNvSpPr/>
            <p:nvPr/>
          </p:nvSpPr>
          <p:spPr>
            <a:xfrm>
              <a:off x="5070175" y="2577425"/>
              <a:ext cx="5600" cy="6650"/>
            </a:xfrm>
            <a:custGeom>
              <a:avLst/>
              <a:gdLst/>
              <a:ahLst/>
              <a:cxnLst/>
              <a:rect l="l" t="t" r="r" b="b"/>
              <a:pathLst>
                <a:path w="224" h="266" extrusionOk="0">
                  <a:moveTo>
                    <a:pt x="120" y="0"/>
                  </a:moveTo>
                  <a:cubicBezTo>
                    <a:pt x="83" y="0"/>
                    <a:pt x="50" y="17"/>
                    <a:pt x="33" y="33"/>
                  </a:cubicBezTo>
                  <a:cubicBezTo>
                    <a:pt x="17" y="50"/>
                    <a:pt x="0" y="87"/>
                    <a:pt x="0" y="120"/>
                  </a:cubicBezTo>
                  <a:cubicBezTo>
                    <a:pt x="0" y="153"/>
                    <a:pt x="0" y="190"/>
                    <a:pt x="17" y="223"/>
                  </a:cubicBezTo>
                  <a:cubicBezTo>
                    <a:pt x="35" y="252"/>
                    <a:pt x="64" y="265"/>
                    <a:pt x="95" y="265"/>
                  </a:cubicBezTo>
                  <a:cubicBezTo>
                    <a:pt x="120" y="265"/>
                    <a:pt x="147" y="256"/>
                    <a:pt x="169" y="239"/>
                  </a:cubicBezTo>
                  <a:cubicBezTo>
                    <a:pt x="223" y="190"/>
                    <a:pt x="223" y="103"/>
                    <a:pt x="186" y="50"/>
                  </a:cubicBezTo>
                  <a:cubicBezTo>
                    <a:pt x="169" y="33"/>
                    <a:pt x="153" y="17"/>
                    <a:pt x="136" y="17"/>
                  </a:cubicBezTo>
                  <a:cubicBezTo>
                    <a:pt x="136" y="0"/>
                    <a:pt x="120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5" name="Google Shape;12975;p33"/>
            <p:cNvSpPr/>
            <p:nvPr/>
          </p:nvSpPr>
          <p:spPr>
            <a:xfrm>
              <a:off x="5073150" y="2511075"/>
              <a:ext cx="6025" cy="6700"/>
            </a:xfrm>
            <a:custGeom>
              <a:avLst/>
              <a:gdLst/>
              <a:ahLst/>
              <a:cxnLst/>
              <a:rect l="l" t="t" r="r" b="b"/>
              <a:pathLst>
                <a:path w="241" h="268" extrusionOk="0">
                  <a:moveTo>
                    <a:pt x="108" y="1"/>
                  </a:moveTo>
                  <a:cubicBezTo>
                    <a:pt x="84" y="1"/>
                    <a:pt x="62" y="12"/>
                    <a:pt x="50" y="24"/>
                  </a:cubicBezTo>
                  <a:cubicBezTo>
                    <a:pt x="1" y="77"/>
                    <a:pt x="1" y="164"/>
                    <a:pt x="34" y="214"/>
                  </a:cubicBezTo>
                  <a:cubicBezTo>
                    <a:pt x="50" y="230"/>
                    <a:pt x="88" y="251"/>
                    <a:pt x="104" y="267"/>
                  </a:cubicBezTo>
                  <a:cubicBezTo>
                    <a:pt x="137" y="267"/>
                    <a:pt x="170" y="251"/>
                    <a:pt x="191" y="230"/>
                  </a:cubicBezTo>
                  <a:cubicBezTo>
                    <a:pt x="240" y="181"/>
                    <a:pt x="240" y="110"/>
                    <a:pt x="207" y="45"/>
                  </a:cubicBezTo>
                  <a:cubicBezTo>
                    <a:pt x="191" y="24"/>
                    <a:pt x="170" y="7"/>
                    <a:pt x="154" y="7"/>
                  </a:cubicBezTo>
                  <a:lnTo>
                    <a:pt x="137" y="7"/>
                  </a:lnTo>
                  <a:cubicBezTo>
                    <a:pt x="127" y="3"/>
                    <a:pt x="117" y="1"/>
                    <a:pt x="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6" name="Google Shape;12976;p33"/>
            <p:cNvSpPr/>
            <p:nvPr/>
          </p:nvSpPr>
          <p:spPr>
            <a:xfrm>
              <a:off x="5076975" y="2465800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104" y="0"/>
                  </a:moveTo>
                  <a:cubicBezTo>
                    <a:pt x="38" y="17"/>
                    <a:pt x="1" y="66"/>
                    <a:pt x="1" y="153"/>
                  </a:cubicBezTo>
                  <a:cubicBezTo>
                    <a:pt x="17" y="186"/>
                    <a:pt x="17" y="206"/>
                    <a:pt x="54" y="239"/>
                  </a:cubicBezTo>
                  <a:cubicBezTo>
                    <a:pt x="71" y="256"/>
                    <a:pt x="104" y="256"/>
                    <a:pt x="141" y="256"/>
                  </a:cubicBezTo>
                  <a:cubicBezTo>
                    <a:pt x="157" y="256"/>
                    <a:pt x="190" y="239"/>
                    <a:pt x="207" y="206"/>
                  </a:cubicBezTo>
                  <a:cubicBezTo>
                    <a:pt x="223" y="169"/>
                    <a:pt x="223" y="136"/>
                    <a:pt x="223" y="103"/>
                  </a:cubicBezTo>
                  <a:cubicBezTo>
                    <a:pt x="223" y="66"/>
                    <a:pt x="207" y="50"/>
                    <a:pt x="174" y="17"/>
                  </a:cubicBez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7" name="Google Shape;12977;p33"/>
            <p:cNvSpPr/>
            <p:nvPr/>
          </p:nvSpPr>
          <p:spPr>
            <a:xfrm>
              <a:off x="5070175" y="248075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36" y="0"/>
                  </a:moveTo>
                  <a:cubicBezTo>
                    <a:pt x="103" y="0"/>
                    <a:pt x="83" y="0"/>
                    <a:pt x="50" y="37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0" y="243"/>
                    <a:pt x="83" y="260"/>
                    <a:pt x="120" y="260"/>
                  </a:cubicBezTo>
                  <a:cubicBezTo>
                    <a:pt x="136" y="260"/>
                    <a:pt x="169" y="260"/>
                    <a:pt x="186" y="243"/>
                  </a:cubicBezTo>
                  <a:cubicBezTo>
                    <a:pt x="223" y="206"/>
                    <a:pt x="223" y="173"/>
                    <a:pt x="240" y="140"/>
                  </a:cubicBezTo>
                  <a:cubicBezTo>
                    <a:pt x="240" y="103"/>
                    <a:pt x="223" y="70"/>
                    <a:pt x="207" y="54"/>
                  </a:cubicBezTo>
                  <a:cubicBezTo>
                    <a:pt x="207" y="37"/>
                    <a:pt x="186" y="21"/>
                    <a:pt x="169" y="21"/>
                  </a:cubicBezTo>
                  <a:cubicBezTo>
                    <a:pt x="153" y="0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8" name="Google Shape;12978;p33"/>
            <p:cNvSpPr/>
            <p:nvPr/>
          </p:nvSpPr>
          <p:spPr>
            <a:xfrm>
              <a:off x="5060700" y="2592700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120" y="0"/>
                  </a:moveTo>
                  <a:cubicBezTo>
                    <a:pt x="114" y="0"/>
                    <a:pt x="109" y="2"/>
                    <a:pt x="103" y="8"/>
                  </a:cubicBezTo>
                  <a:cubicBezTo>
                    <a:pt x="70" y="8"/>
                    <a:pt x="33" y="24"/>
                    <a:pt x="17" y="57"/>
                  </a:cubicBezTo>
                  <a:cubicBezTo>
                    <a:pt x="0" y="78"/>
                    <a:pt x="0" y="111"/>
                    <a:pt x="0" y="144"/>
                  </a:cubicBezTo>
                  <a:cubicBezTo>
                    <a:pt x="0" y="181"/>
                    <a:pt x="17" y="214"/>
                    <a:pt x="50" y="230"/>
                  </a:cubicBezTo>
                  <a:cubicBezTo>
                    <a:pt x="70" y="247"/>
                    <a:pt x="103" y="263"/>
                    <a:pt x="136" y="263"/>
                  </a:cubicBezTo>
                  <a:cubicBezTo>
                    <a:pt x="190" y="247"/>
                    <a:pt x="223" y="181"/>
                    <a:pt x="223" y="111"/>
                  </a:cubicBezTo>
                  <a:cubicBezTo>
                    <a:pt x="223" y="78"/>
                    <a:pt x="206" y="41"/>
                    <a:pt x="173" y="24"/>
                  </a:cubicBezTo>
                  <a:lnTo>
                    <a:pt x="153" y="8"/>
                  </a:lnTo>
                  <a:cubicBezTo>
                    <a:pt x="142" y="8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9" name="Google Shape;12979;p33"/>
            <p:cNvSpPr/>
            <p:nvPr/>
          </p:nvSpPr>
          <p:spPr>
            <a:xfrm>
              <a:off x="5058950" y="2560625"/>
              <a:ext cx="6500" cy="6500"/>
            </a:xfrm>
            <a:custGeom>
              <a:avLst/>
              <a:gdLst/>
              <a:ahLst/>
              <a:cxnLst/>
              <a:rect l="l" t="t" r="r" b="b"/>
              <a:pathLst>
                <a:path w="260" h="260" extrusionOk="0">
                  <a:moveTo>
                    <a:pt x="140" y="0"/>
                  </a:moveTo>
                  <a:cubicBezTo>
                    <a:pt x="103" y="0"/>
                    <a:pt x="87" y="0"/>
                    <a:pt x="54" y="37"/>
                  </a:cubicBezTo>
                  <a:cubicBezTo>
                    <a:pt x="17" y="70"/>
                    <a:pt x="0" y="157"/>
                    <a:pt x="37" y="206"/>
                  </a:cubicBezTo>
                  <a:cubicBezTo>
                    <a:pt x="54" y="244"/>
                    <a:pt x="87" y="260"/>
                    <a:pt x="120" y="260"/>
                  </a:cubicBezTo>
                  <a:cubicBezTo>
                    <a:pt x="140" y="260"/>
                    <a:pt x="173" y="260"/>
                    <a:pt x="190" y="227"/>
                  </a:cubicBezTo>
                  <a:cubicBezTo>
                    <a:pt x="243" y="190"/>
                    <a:pt x="260" y="103"/>
                    <a:pt x="206" y="54"/>
                  </a:cubicBezTo>
                  <a:cubicBezTo>
                    <a:pt x="206" y="37"/>
                    <a:pt x="190" y="21"/>
                    <a:pt x="1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0" name="Google Shape;12980;p33"/>
            <p:cNvSpPr/>
            <p:nvPr/>
          </p:nvSpPr>
          <p:spPr>
            <a:xfrm>
              <a:off x="5060700" y="24678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3" y="1"/>
                  </a:moveTo>
                  <a:cubicBezTo>
                    <a:pt x="50" y="21"/>
                    <a:pt x="0" y="87"/>
                    <a:pt x="17" y="157"/>
                  </a:cubicBezTo>
                  <a:cubicBezTo>
                    <a:pt x="17" y="190"/>
                    <a:pt x="33" y="227"/>
                    <a:pt x="50" y="244"/>
                  </a:cubicBezTo>
                  <a:cubicBezTo>
                    <a:pt x="76" y="256"/>
                    <a:pt x="92" y="267"/>
                    <a:pt x="111" y="267"/>
                  </a:cubicBezTo>
                  <a:cubicBezTo>
                    <a:pt x="118" y="267"/>
                    <a:pt x="127" y="265"/>
                    <a:pt x="136" y="260"/>
                  </a:cubicBezTo>
                  <a:cubicBezTo>
                    <a:pt x="206" y="260"/>
                    <a:pt x="239" y="190"/>
                    <a:pt x="223" y="124"/>
                  </a:cubicBezTo>
                  <a:cubicBezTo>
                    <a:pt x="223" y="71"/>
                    <a:pt x="190" y="38"/>
                    <a:pt x="153" y="21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1" name="Google Shape;12981;p33"/>
            <p:cNvSpPr/>
            <p:nvPr/>
          </p:nvSpPr>
          <p:spPr>
            <a:xfrm>
              <a:off x="5055525" y="2483325"/>
              <a:ext cx="5600" cy="6675"/>
            </a:xfrm>
            <a:custGeom>
              <a:avLst/>
              <a:gdLst/>
              <a:ahLst/>
              <a:cxnLst/>
              <a:rect l="l" t="t" r="r" b="b"/>
              <a:pathLst>
                <a:path w="224" h="267" extrusionOk="0">
                  <a:moveTo>
                    <a:pt x="104" y="0"/>
                  </a:moveTo>
                  <a:cubicBezTo>
                    <a:pt x="71" y="21"/>
                    <a:pt x="34" y="37"/>
                    <a:pt x="17" y="54"/>
                  </a:cubicBezTo>
                  <a:cubicBezTo>
                    <a:pt x="1" y="87"/>
                    <a:pt x="1" y="124"/>
                    <a:pt x="1" y="157"/>
                  </a:cubicBezTo>
                  <a:cubicBezTo>
                    <a:pt x="1" y="190"/>
                    <a:pt x="17" y="227"/>
                    <a:pt x="50" y="243"/>
                  </a:cubicBezTo>
                  <a:cubicBezTo>
                    <a:pt x="65" y="255"/>
                    <a:pt x="86" y="267"/>
                    <a:pt x="108" y="267"/>
                  </a:cubicBezTo>
                  <a:cubicBezTo>
                    <a:pt x="118" y="267"/>
                    <a:pt x="127" y="265"/>
                    <a:pt x="137" y="260"/>
                  </a:cubicBezTo>
                  <a:cubicBezTo>
                    <a:pt x="191" y="260"/>
                    <a:pt x="224" y="190"/>
                    <a:pt x="224" y="124"/>
                  </a:cubicBezTo>
                  <a:cubicBezTo>
                    <a:pt x="224" y="87"/>
                    <a:pt x="207" y="54"/>
                    <a:pt x="174" y="37"/>
                  </a:cubicBezTo>
                  <a:cubicBezTo>
                    <a:pt x="174" y="21"/>
                    <a:pt x="154" y="21"/>
                    <a:pt x="154" y="21"/>
                  </a:cubicBezTo>
                  <a:cubicBezTo>
                    <a:pt x="137" y="0"/>
                    <a:pt x="121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2" name="Google Shape;12982;p33"/>
            <p:cNvSpPr/>
            <p:nvPr/>
          </p:nvSpPr>
          <p:spPr>
            <a:xfrm>
              <a:off x="5059350" y="254432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04" y="1"/>
                  </a:moveTo>
                  <a:cubicBezTo>
                    <a:pt x="54" y="17"/>
                    <a:pt x="1" y="87"/>
                    <a:pt x="21" y="158"/>
                  </a:cubicBezTo>
                  <a:cubicBezTo>
                    <a:pt x="21" y="191"/>
                    <a:pt x="38" y="223"/>
                    <a:pt x="54" y="240"/>
                  </a:cubicBezTo>
                  <a:cubicBezTo>
                    <a:pt x="78" y="255"/>
                    <a:pt x="93" y="267"/>
                    <a:pt x="113" y="267"/>
                  </a:cubicBezTo>
                  <a:cubicBezTo>
                    <a:pt x="121" y="267"/>
                    <a:pt x="130" y="265"/>
                    <a:pt x="141" y="261"/>
                  </a:cubicBezTo>
                  <a:cubicBezTo>
                    <a:pt x="207" y="261"/>
                    <a:pt x="244" y="191"/>
                    <a:pt x="227" y="120"/>
                  </a:cubicBezTo>
                  <a:cubicBezTo>
                    <a:pt x="227" y="87"/>
                    <a:pt x="207" y="54"/>
                    <a:pt x="190" y="34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1"/>
                    <a:pt x="124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3" name="Google Shape;12983;p33"/>
            <p:cNvSpPr/>
            <p:nvPr/>
          </p:nvSpPr>
          <p:spPr>
            <a:xfrm>
              <a:off x="5052950" y="2670600"/>
              <a:ext cx="2600" cy="6525"/>
            </a:xfrm>
            <a:custGeom>
              <a:avLst/>
              <a:gdLst/>
              <a:ahLst/>
              <a:cxnLst/>
              <a:rect l="l" t="t" r="r" b="b"/>
              <a:pathLst>
                <a:path w="104" h="261" extrusionOk="0">
                  <a:moveTo>
                    <a:pt x="1" y="0"/>
                  </a:moveTo>
                  <a:lnTo>
                    <a:pt x="1" y="260"/>
                  </a:lnTo>
                  <a:cubicBezTo>
                    <a:pt x="71" y="240"/>
                    <a:pt x="104" y="174"/>
                    <a:pt x="104" y="103"/>
                  </a:cubicBezTo>
                  <a:cubicBezTo>
                    <a:pt x="104" y="70"/>
                    <a:pt x="87" y="33"/>
                    <a:pt x="50" y="17"/>
                  </a:cubicBezTo>
                  <a:lnTo>
                    <a:pt x="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4" name="Google Shape;12984;p33"/>
            <p:cNvSpPr/>
            <p:nvPr/>
          </p:nvSpPr>
          <p:spPr>
            <a:xfrm>
              <a:off x="5095950" y="2616075"/>
              <a:ext cx="5575" cy="6625"/>
            </a:xfrm>
            <a:custGeom>
              <a:avLst/>
              <a:gdLst/>
              <a:ahLst/>
              <a:cxnLst/>
              <a:rect l="l" t="t" r="r" b="b"/>
              <a:pathLst>
                <a:path w="223" h="265" extrusionOk="0">
                  <a:moveTo>
                    <a:pt x="103" y="0"/>
                  </a:moveTo>
                  <a:cubicBezTo>
                    <a:pt x="66" y="17"/>
                    <a:pt x="33" y="33"/>
                    <a:pt x="1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0" y="190"/>
                    <a:pt x="17" y="223"/>
                    <a:pt x="50" y="240"/>
                  </a:cubicBezTo>
                  <a:cubicBezTo>
                    <a:pt x="61" y="251"/>
                    <a:pt x="83" y="265"/>
                    <a:pt x="100" y="265"/>
                  </a:cubicBezTo>
                  <a:cubicBezTo>
                    <a:pt x="108" y="265"/>
                    <a:pt x="115" y="262"/>
                    <a:pt x="120" y="256"/>
                  </a:cubicBezTo>
                  <a:cubicBezTo>
                    <a:pt x="186" y="256"/>
                    <a:pt x="223" y="190"/>
                    <a:pt x="223" y="120"/>
                  </a:cubicBezTo>
                  <a:cubicBezTo>
                    <a:pt x="223" y="87"/>
                    <a:pt x="206" y="50"/>
                    <a:pt x="169" y="33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5" name="Google Shape;12985;p33"/>
            <p:cNvSpPr/>
            <p:nvPr/>
          </p:nvSpPr>
          <p:spPr>
            <a:xfrm>
              <a:off x="5079550" y="266760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4" y="1"/>
                  </a:moveTo>
                  <a:cubicBezTo>
                    <a:pt x="38" y="17"/>
                    <a:pt x="1" y="87"/>
                    <a:pt x="17" y="153"/>
                  </a:cubicBezTo>
                  <a:cubicBezTo>
                    <a:pt x="17" y="190"/>
                    <a:pt x="38" y="223"/>
                    <a:pt x="54" y="240"/>
                  </a:cubicBezTo>
                  <a:cubicBezTo>
                    <a:pt x="71" y="256"/>
                    <a:pt x="104" y="256"/>
                    <a:pt x="141" y="256"/>
                  </a:cubicBezTo>
                  <a:cubicBezTo>
                    <a:pt x="190" y="240"/>
                    <a:pt x="244" y="190"/>
                    <a:pt x="223" y="104"/>
                  </a:cubicBezTo>
                  <a:cubicBezTo>
                    <a:pt x="223" y="71"/>
                    <a:pt x="207" y="50"/>
                    <a:pt x="190" y="17"/>
                  </a:cubicBezTo>
                  <a:lnTo>
                    <a:pt x="157" y="17"/>
                  </a:lnTo>
                  <a:cubicBezTo>
                    <a:pt x="141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6" name="Google Shape;12986;p33"/>
            <p:cNvSpPr/>
            <p:nvPr/>
          </p:nvSpPr>
          <p:spPr>
            <a:xfrm>
              <a:off x="5066675" y="2527625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03" y="1"/>
                  </a:moveTo>
                  <a:cubicBezTo>
                    <a:pt x="54" y="17"/>
                    <a:pt x="0" y="83"/>
                    <a:pt x="17" y="153"/>
                  </a:cubicBezTo>
                  <a:cubicBezTo>
                    <a:pt x="17" y="186"/>
                    <a:pt x="37" y="224"/>
                    <a:pt x="54" y="240"/>
                  </a:cubicBezTo>
                  <a:cubicBezTo>
                    <a:pt x="77" y="252"/>
                    <a:pt x="92" y="263"/>
                    <a:pt x="112" y="263"/>
                  </a:cubicBezTo>
                  <a:cubicBezTo>
                    <a:pt x="120" y="263"/>
                    <a:pt x="130" y="261"/>
                    <a:pt x="140" y="257"/>
                  </a:cubicBezTo>
                  <a:cubicBezTo>
                    <a:pt x="206" y="257"/>
                    <a:pt x="243" y="186"/>
                    <a:pt x="243" y="121"/>
                  </a:cubicBezTo>
                  <a:cubicBezTo>
                    <a:pt x="223" y="83"/>
                    <a:pt x="206" y="50"/>
                    <a:pt x="190" y="34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40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7" name="Google Shape;12987;p33"/>
            <p:cNvSpPr/>
            <p:nvPr/>
          </p:nvSpPr>
          <p:spPr>
            <a:xfrm>
              <a:off x="5059350" y="25139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13" y="0"/>
                  </a:moveTo>
                  <a:cubicBezTo>
                    <a:pt x="72" y="0"/>
                    <a:pt x="33" y="32"/>
                    <a:pt x="21" y="83"/>
                  </a:cubicBezTo>
                  <a:cubicBezTo>
                    <a:pt x="1" y="153"/>
                    <a:pt x="21" y="219"/>
                    <a:pt x="87" y="256"/>
                  </a:cubicBezTo>
                  <a:cubicBezTo>
                    <a:pt x="96" y="259"/>
                    <a:pt x="106" y="260"/>
                    <a:pt x="115" y="260"/>
                  </a:cubicBezTo>
                  <a:cubicBezTo>
                    <a:pt x="162" y="260"/>
                    <a:pt x="210" y="228"/>
                    <a:pt x="227" y="170"/>
                  </a:cubicBezTo>
                  <a:cubicBezTo>
                    <a:pt x="244" y="116"/>
                    <a:pt x="207" y="34"/>
                    <a:pt x="157" y="13"/>
                  </a:cubicBezTo>
                  <a:cubicBezTo>
                    <a:pt x="143" y="4"/>
                    <a:pt x="128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8" name="Google Shape;12988;p33"/>
            <p:cNvSpPr/>
            <p:nvPr/>
          </p:nvSpPr>
          <p:spPr>
            <a:xfrm>
              <a:off x="5052950" y="2628125"/>
              <a:ext cx="2600" cy="6000"/>
            </a:xfrm>
            <a:custGeom>
              <a:avLst/>
              <a:gdLst/>
              <a:ahLst/>
              <a:cxnLst/>
              <a:rect l="l" t="t" r="r" b="b"/>
              <a:pathLst>
                <a:path w="104" h="240" extrusionOk="0">
                  <a:moveTo>
                    <a:pt x="1" y="1"/>
                  </a:moveTo>
                  <a:lnTo>
                    <a:pt x="1" y="240"/>
                  </a:lnTo>
                  <a:cubicBezTo>
                    <a:pt x="34" y="240"/>
                    <a:pt x="71" y="207"/>
                    <a:pt x="87" y="170"/>
                  </a:cubicBezTo>
                  <a:cubicBezTo>
                    <a:pt x="104" y="104"/>
                    <a:pt x="71" y="17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9" name="Google Shape;12989;p33"/>
            <p:cNvSpPr/>
            <p:nvPr/>
          </p:nvSpPr>
          <p:spPr>
            <a:xfrm>
              <a:off x="5055950" y="261010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71" y="0"/>
                  </a:moveTo>
                  <a:cubicBezTo>
                    <a:pt x="33" y="33"/>
                    <a:pt x="0" y="83"/>
                    <a:pt x="0" y="136"/>
                  </a:cubicBezTo>
                  <a:cubicBezTo>
                    <a:pt x="17" y="169"/>
                    <a:pt x="17" y="206"/>
                    <a:pt x="54" y="223"/>
                  </a:cubicBezTo>
                  <a:cubicBezTo>
                    <a:pt x="71" y="256"/>
                    <a:pt x="104" y="256"/>
                    <a:pt x="137" y="256"/>
                  </a:cubicBezTo>
                  <a:cubicBezTo>
                    <a:pt x="190" y="239"/>
                    <a:pt x="240" y="169"/>
                    <a:pt x="223" y="103"/>
                  </a:cubicBezTo>
                  <a:lnTo>
                    <a:pt x="223" y="66"/>
                  </a:lnTo>
                  <a:cubicBezTo>
                    <a:pt x="207" y="33"/>
                    <a:pt x="190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0" name="Google Shape;12990;p33"/>
            <p:cNvSpPr/>
            <p:nvPr/>
          </p:nvSpPr>
          <p:spPr>
            <a:xfrm>
              <a:off x="5052950" y="2577425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87" y="0"/>
                  </a:moveTo>
                  <a:cubicBezTo>
                    <a:pt x="50" y="0"/>
                    <a:pt x="17" y="33"/>
                    <a:pt x="1" y="87"/>
                  </a:cubicBezTo>
                  <a:lnTo>
                    <a:pt x="1" y="173"/>
                  </a:lnTo>
                  <a:cubicBezTo>
                    <a:pt x="17" y="190"/>
                    <a:pt x="17" y="223"/>
                    <a:pt x="34" y="223"/>
                  </a:cubicBezTo>
                  <a:cubicBezTo>
                    <a:pt x="71" y="256"/>
                    <a:pt x="104" y="256"/>
                    <a:pt x="120" y="256"/>
                  </a:cubicBezTo>
                  <a:cubicBezTo>
                    <a:pt x="153" y="256"/>
                    <a:pt x="174" y="223"/>
                    <a:pt x="191" y="206"/>
                  </a:cubicBezTo>
                  <a:cubicBezTo>
                    <a:pt x="224" y="173"/>
                    <a:pt x="224" y="136"/>
                    <a:pt x="224" y="103"/>
                  </a:cubicBezTo>
                  <a:cubicBezTo>
                    <a:pt x="207" y="70"/>
                    <a:pt x="191" y="33"/>
                    <a:pt x="174" y="17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1" name="Google Shape;12991;p33"/>
            <p:cNvSpPr/>
            <p:nvPr/>
          </p:nvSpPr>
          <p:spPr>
            <a:xfrm>
              <a:off x="5099750" y="26464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29" y="1"/>
                  </a:moveTo>
                  <a:cubicBezTo>
                    <a:pt x="81" y="1"/>
                    <a:pt x="31" y="33"/>
                    <a:pt x="17" y="91"/>
                  </a:cubicBezTo>
                  <a:cubicBezTo>
                    <a:pt x="1" y="157"/>
                    <a:pt x="17" y="227"/>
                    <a:pt x="71" y="260"/>
                  </a:cubicBezTo>
                  <a:cubicBezTo>
                    <a:pt x="82" y="263"/>
                    <a:pt x="93" y="265"/>
                    <a:pt x="105" y="265"/>
                  </a:cubicBezTo>
                  <a:cubicBezTo>
                    <a:pt x="159" y="265"/>
                    <a:pt x="210" y="232"/>
                    <a:pt x="223" y="174"/>
                  </a:cubicBezTo>
                  <a:cubicBezTo>
                    <a:pt x="240" y="108"/>
                    <a:pt x="207" y="38"/>
                    <a:pt x="157" y="5"/>
                  </a:cubicBezTo>
                  <a:cubicBezTo>
                    <a:pt x="148" y="2"/>
                    <a:pt x="139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2" name="Google Shape;12992;p33"/>
            <p:cNvSpPr/>
            <p:nvPr/>
          </p:nvSpPr>
          <p:spPr>
            <a:xfrm>
              <a:off x="5052950" y="2500525"/>
              <a:ext cx="1275" cy="5600"/>
            </a:xfrm>
            <a:custGeom>
              <a:avLst/>
              <a:gdLst/>
              <a:ahLst/>
              <a:cxnLst/>
              <a:rect l="l" t="t" r="r" b="b"/>
              <a:pathLst>
                <a:path w="51" h="224" extrusionOk="0">
                  <a:moveTo>
                    <a:pt x="1" y="1"/>
                  </a:moveTo>
                  <a:lnTo>
                    <a:pt x="1" y="223"/>
                  </a:lnTo>
                  <a:lnTo>
                    <a:pt x="17" y="207"/>
                  </a:lnTo>
                  <a:cubicBezTo>
                    <a:pt x="34" y="190"/>
                    <a:pt x="50" y="157"/>
                    <a:pt x="50" y="120"/>
                  </a:cubicBezTo>
                  <a:cubicBezTo>
                    <a:pt x="50" y="87"/>
                    <a:pt x="50" y="54"/>
                    <a:pt x="34" y="34"/>
                  </a:cubicBezTo>
                  <a:cubicBezTo>
                    <a:pt x="17" y="17"/>
                    <a:pt x="17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3" name="Google Shape;12993;p33"/>
            <p:cNvSpPr/>
            <p:nvPr/>
          </p:nvSpPr>
          <p:spPr>
            <a:xfrm>
              <a:off x="5052950" y="2717400"/>
              <a:ext cx="1775" cy="5175"/>
            </a:xfrm>
            <a:custGeom>
              <a:avLst/>
              <a:gdLst/>
              <a:ahLst/>
              <a:cxnLst/>
              <a:rect l="l" t="t" r="r" b="b"/>
              <a:pathLst>
                <a:path w="71" h="207" extrusionOk="0">
                  <a:moveTo>
                    <a:pt x="1" y="0"/>
                  </a:moveTo>
                  <a:lnTo>
                    <a:pt x="1" y="206"/>
                  </a:lnTo>
                  <a:lnTo>
                    <a:pt x="17" y="206"/>
                  </a:lnTo>
                  <a:cubicBezTo>
                    <a:pt x="34" y="190"/>
                    <a:pt x="34" y="173"/>
                    <a:pt x="50" y="157"/>
                  </a:cubicBezTo>
                  <a:cubicBezTo>
                    <a:pt x="71" y="87"/>
                    <a:pt x="50" y="37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4" name="Google Shape;12994;p33"/>
            <p:cNvSpPr/>
            <p:nvPr/>
          </p:nvSpPr>
          <p:spPr>
            <a:xfrm>
              <a:off x="5052950" y="2529550"/>
              <a:ext cx="5200" cy="6575"/>
            </a:xfrm>
            <a:custGeom>
              <a:avLst/>
              <a:gdLst/>
              <a:ahLst/>
              <a:cxnLst/>
              <a:rect l="l" t="t" r="r" b="b"/>
              <a:pathLst>
                <a:path w="208" h="263" extrusionOk="0">
                  <a:moveTo>
                    <a:pt x="91" y="0"/>
                  </a:moveTo>
                  <a:cubicBezTo>
                    <a:pt x="61" y="0"/>
                    <a:pt x="25" y="16"/>
                    <a:pt x="1" y="44"/>
                  </a:cubicBezTo>
                  <a:lnTo>
                    <a:pt x="1" y="233"/>
                  </a:lnTo>
                  <a:cubicBezTo>
                    <a:pt x="17" y="233"/>
                    <a:pt x="17" y="250"/>
                    <a:pt x="34" y="250"/>
                  </a:cubicBezTo>
                  <a:cubicBezTo>
                    <a:pt x="52" y="258"/>
                    <a:pt x="70" y="263"/>
                    <a:pt x="85" y="263"/>
                  </a:cubicBezTo>
                  <a:cubicBezTo>
                    <a:pt x="129" y="263"/>
                    <a:pt x="163" y="231"/>
                    <a:pt x="191" y="180"/>
                  </a:cubicBezTo>
                  <a:cubicBezTo>
                    <a:pt x="207" y="109"/>
                    <a:pt x="174" y="44"/>
                    <a:pt x="120" y="6"/>
                  </a:cubicBezTo>
                  <a:cubicBezTo>
                    <a:pt x="112" y="2"/>
                    <a:pt x="102" y="0"/>
                    <a:pt x="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5" name="Google Shape;12995;p33"/>
            <p:cNvSpPr/>
            <p:nvPr/>
          </p:nvSpPr>
          <p:spPr>
            <a:xfrm>
              <a:off x="5061100" y="24971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87" y="1"/>
                    <a:pt x="54" y="17"/>
                    <a:pt x="54" y="34"/>
                  </a:cubicBezTo>
                  <a:cubicBezTo>
                    <a:pt x="17" y="67"/>
                    <a:pt x="1" y="104"/>
                    <a:pt x="17" y="153"/>
                  </a:cubicBezTo>
                  <a:cubicBezTo>
                    <a:pt x="17" y="190"/>
                    <a:pt x="34" y="223"/>
                    <a:pt x="54" y="240"/>
                  </a:cubicBezTo>
                  <a:cubicBezTo>
                    <a:pt x="87" y="256"/>
                    <a:pt x="104" y="256"/>
                    <a:pt x="137" y="256"/>
                  </a:cubicBezTo>
                  <a:cubicBezTo>
                    <a:pt x="190" y="240"/>
                    <a:pt x="240" y="190"/>
                    <a:pt x="223" y="120"/>
                  </a:cubicBezTo>
                  <a:lnTo>
                    <a:pt x="223" y="104"/>
                  </a:lnTo>
                  <a:cubicBezTo>
                    <a:pt x="223" y="67"/>
                    <a:pt x="190" y="17"/>
                    <a:pt x="157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6" name="Google Shape;12996;p33"/>
            <p:cNvSpPr/>
            <p:nvPr/>
          </p:nvSpPr>
          <p:spPr>
            <a:xfrm>
              <a:off x="5137175" y="24864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6" y="1"/>
                  </a:moveTo>
                  <a:cubicBezTo>
                    <a:pt x="103" y="1"/>
                    <a:pt x="66" y="1"/>
                    <a:pt x="50" y="34"/>
                  </a:cubicBezTo>
                  <a:cubicBezTo>
                    <a:pt x="17" y="50"/>
                    <a:pt x="17" y="83"/>
                    <a:pt x="0" y="120"/>
                  </a:cubicBezTo>
                  <a:cubicBezTo>
                    <a:pt x="0" y="153"/>
                    <a:pt x="17" y="186"/>
                    <a:pt x="33" y="207"/>
                  </a:cubicBezTo>
                  <a:cubicBezTo>
                    <a:pt x="50" y="240"/>
                    <a:pt x="66" y="256"/>
                    <a:pt x="103" y="256"/>
                  </a:cubicBezTo>
                  <a:cubicBezTo>
                    <a:pt x="136" y="256"/>
                    <a:pt x="169" y="256"/>
                    <a:pt x="186" y="223"/>
                  </a:cubicBezTo>
                  <a:cubicBezTo>
                    <a:pt x="239" y="186"/>
                    <a:pt x="239" y="104"/>
                    <a:pt x="206" y="50"/>
                  </a:cubicBezTo>
                  <a:lnTo>
                    <a:pt x="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7" name="Google Shape;12997;p33"/>
            <p:cNvSpPr/>
            <p:nvPr/>
          </p:nvSpPr>
          <p:spPr>
            <a:xfrm>
              <a:off x="5185200" y="260167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25" y="0"/>
                  </a:moveTo>
                  <a:cubicBezTo>
                    <a:pt x="117" y="0"/>
                    <a:pt x="109" y="2"/>
                    <a:pt x="104" y="7"/>
                  </a:cubicBezTo>
                  <a:cubicBezTo>
                    <a:pt x="54" y="7"/>
                    <a:pt x="1" y="78"/>
                    <a:pt x="17" y="148"/>
                  </a:cubicBezTo>
                  <a:cubicBezTo>
                    <a:pt x="17" y="181"/>
                    <a:pt x="38" y="214"/>
                    <a:pt x="54" y="234"/>
                  </a:cubicBezTo>
                  <a:cubicBezTo>
                    <a:pt x="87" y="251"/>
                    <a:pt x="120" y="267"/>
                    <a:pt x="141" y="267"/>
                  </a:cubicBezTo>
                  <a:cubicBezTo>
                    <a:pt x="207" y="251"/>
                    <a:pt x="244" y="181"/>
                    <a:pt x="244" y="110"/>
                  </a:cubicBezTo>
                  <a:cubicBezTo>
                    <a:pt x="223" y="78"/>
                    <a:pt x="207" y="45"/>
                    <a:pt x="190" y="28"/>
                  </a:cubicBezTo>
                  <a:lnTo>
                    <a:pt x="174" y="7"/>
                  </a:lnTo>
                  <a:cubicBezTo>
                    <a:pt x="163" y="7"/>
                    <a:pt x="143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8" name="Google Shape;12998;p33"/>
            <p:cNvSpPr/>
            <p:nvPr/>
          </p:nvSpPr>
          <p:spPr>
            <a:xfrm>
              <a:off x="5228175" y="259512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11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1" y="150"/>
                    <a:pt x="34" y="236"/>
                    <a:pt x="87" y="253"/>
                  </a:cubicBezTo>
                  <a:cubicBezTo>
                    <a:pt x="101" y="263"/>
                    <a:pt x="116" y="268"/>
                    <a:pt x="131" y="268"/>
                  </a:cubicBezTo>
                  <a:cubicBezTo>
                    <a:pt x="171" y="268"/>
                    <a:pt x="211" y="235"/>
                    <a:pt x="223" y="187"/>
                  </a:cubicBezTo>
                  <a:cubicBezTo>
                    <a:pt x="240" y="117"/>
                    <a:pt x="223" y="30"/>
                    <a:pt x="153" y="14"/>
                  </a:cubicBezTo>
                  <a:cubicBezTo>
                    <a:pt x="140" y="5"/>
                    <a:pt x="126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9" name="Google Shape;12999;p33"/>
            <p:cNvSpPr/>
            <p:nvPr/>
          </p:nvSpPr>
          <p:spPr>
            <a:xfrm>
              <a:off x="5177875" y="2491975"/>
              <a:ext cx="6125" cy="6425"/>
            </a:xfrm>
            <a:custGeom>
              <a:avLst/>
              <a:gdLst/>
              <a:ahLst/>
              <a:cxnLst/>
              <a:rect l="l" t="t" r="r" b="b"/>
              <a:pathLst>
                <a:path w="245" h="257" extrusionOk="0">
                  <a:moveTo>
                    <a:pt x="104" y="0"/>
                  </a:moveTo>
                  <a:cubicBezTo>
                    <a:pt x="38" y="17"/>
                    <a:pt x="1" y="66"/>
                    <a:pt x="21" y="136"/>
                  </a:cubicBezTo>
                  <a:cubicBezTo>
                    <a:pt x="21" y="169"/>
                    <a:pt x="38" y="207"/>
                    <a:pt x="54" y="223"/>
                  </a:cubicBezTo>
                  <a:cubicBezTo>
                    <a:pt x="87" y="240"/>
                    <a:pt x="104" y="256"/>
                    <a:pt x="141" y="256"/>
                  </a:cubicBezTo>
                  <a:cubicBezTo>
                    <a:pt x="207" y="240"/>
                    <a:pt x="244" y="169"/>
                    <a:pt x="228" y="103"/>
                  </a:cubicBezTo>
                  <a:lnTo>
                    <a:pt x="228" y="66"/>
                  </a:lnTo>
                  <a:cubicBezTo>
                    <a:pt x="191" y="50"/>
                    <a:pt x="141" y="17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0" name="Google Shape;13000;p33"/>
            <p:cNvSpPr/>
            <p:nvPr/>
          </p:nvSpPr>
          <p:spPr>
            <a:xfrm>
              <a:off x="5228600" y="26379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70" y="0"/>
                    <a:pt x="54" y="21"/>
                    <a:pt x="33" y="54"/>
                  </a:cubicBezTo>
                  <a:cubicBezTo>
                    <a:pt x="17" y="71"/>
                    <a:pt x="0" y="104"/>
                    <a:pt x="17" y="141"/>
                  </a:cubicBezTo>
                  <a:cubicBezTo>
                    <a:pt x="17" y="174"/>
                    <a:pt x="33" y="207"/>
                    <a:pt x="54" y="227"/>
                  </a:cubicBezTo>
                  <a:cubicBezTo>
                    <a:pt x="87" y="260"/>
                    <a:pt x="103" y="260"/>
                    <a:pt x="136" y="260"/>
                  </a:cubicBezTo>
                  <a:cubicBezTo>
                    <a:pt x="190" y="244"/>
                    <a:pt x="239" y="174"/>
                    <a:pt x="223" y="104"/>
                  </a:cubicBezTo>
                  <a:cubicBezTo>
                    <a:pt x="223" y="71"/>
                    <a:pt x="206" y="38"/>
                    <a:pt x="190" y="21"/>
                  </a:cubicBezTo>
                  <a:cubicBezTo>
                    <a:pt x="173" y="21"/>
                    <a:pt x="173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1" name="Google Shape;13001;p33"/>
            <p:cNvSpPr/>
            <p:nvPr/>
          </p:nvSpPr>
          <p:spPr>
            <a:xfrm>
              <a:off x="5152625" y="27011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50" y="1"/>
                    <a:pt x="1" y="71"/>
                    <a:pt x="17" y="137"/>
                  </a:cubicBezTo>
                  <a:cubicBezTo>
                    <a:pt x="17" y="174"/>
                    <a:pt x="34" y="207"/>
                    <a:pt x="50" y="223"/>
                  </a:cubicBezTo>
                  <a:cubicBezTo>
                    <a:pt x="83" y="256"/>
                    <a:pt x="104" y="256"/>
                    <a:pt x="137" y="256"/>
                  </a:cubicBezTo>
                  <a:cubicBezTo>
                    <a:pt x="207" y="240"/>
                    <a:pt x="240" y="174"/>
                    <a:pt x="223" y="104"/>
                  </a:cubicBezTo>
                  <a:cubicBezTo>
                    <a:pt x="223" y="71"/>
                    <a:pt x="207" y="34"/>
                    <a:pt x="186" y="17"/>
                  </a:cubicBezTo>
                  <a:cubicBezTo>
                    <a:pt x="170" y="17"/>
                    <a:pt x="170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2" name="Google Shape;13002;p33"/>
            <p:cNvSpPr/>
            <p:nvPr/>
          </p:nvSpPr>
          <p:spPr>
            <a:xfrm>
              <a:off x="5138000" y="2701925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103" y="1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7" y="190"/>
                    <a:pt x="33" y="223"/>
                    <a:pt x="50" y="244"/>
                  </a:cubicBezTo>
                  <a:cubicBezTo>
                    <a:pt x="76" y="256"/>
                    <a:pt x="92" y="267"/>
                    <a:pt x="111" y="267"/>
                  </a:cubicBezTo>
                  <a:cubicBezTo>
                    <a:pt x="118" y="267"/>
                    <a:pt x="127" y="265"/>
                    <a:pt x="136" y="260"/>
                  </a:cubicBezTo>
                  <a:cubicBezTo>
                    <a:pt x="153" y="260"/>
                    <a:pt x="190" y="244"/>
                    <a:pt x="206" y="207"/>
                  </a:cubicBezTo>
                  <a:cubicBezTo>
                    <a:pt x="223" y="190"/>
                    <a:pt x="223" y="157"/>
                    <a:pt x="223" y="120"/>
                  </a:cubicBezTo>
                  <a:cubicBezTo>
                    <a:pt x="223" y="87"/>
                    <a:pt x="206" y="54"/>
                    <a:pt x="190" y="38"/>
                  </a:cubicBezTo>
                  <a:cubicBezTo>
                    <a:pt x="173" y="17"/>
                    <a:pt x="173" y="17"/>
                    <a:pt x="153" y="17"/>
                  </a:cubicBezTo>
                  <a:lnTo>
                    <a:pt x="136" y="17"/>
                  </a:lnTo>
                  <a:cubicBezTo>
                    <a:pt x="120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3" name="Google Shape;13003;p33"/>
            <p:cNvSpPr/>
            <p:nvPr/>
          </p:nvSpPr>
          <p:spPr>
            <a:xfrm>
              <a:off x="5107075" y="26603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3" y="0"/>
                  </a:moveTo>
                  <a:cubicBezTo>
                    <a:pt x="50" y="17"/>
                    <a:pt x="0" y="87"/>
                    <a:pt x="17" y="157"/>
                  </a:cubicBezTo>
                  <a:cubicBezTo>
                    <a:pt x="17" y="190"/>
                    <a:pt x="33" y="223"/>
                    <a:pt x="50" y="239"/>
                  </a:cubicBezTo>
                  <a:cubicBezTo>
                    <a:pt x="87" y="260"/>
                    <a:pt x="103" y="260"/>
                    <a:pt x="136" y="260"/>
                  </a:cubicBezTo>
                  <a:cubicBezTo>
                    <a:pt x="207" y="239"/>
                    <a:pt x="240" y="190"/>
                    <a:pt x="223" y="103"/>
                  </a:cubicBezTo>
                  <a:cubicBezTo>
                    <a:pt x="223" y="70"/>
                    <a:pt x="207" y="54"/>
                    <a:pt x="190" y="17"/>
                  </a:cubicBezTo>
                  <a:lnTo>
                    <a:pt x="153" y="17"/>
                  </a:ln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4" name="Google Shape;13004;p33"/>
            <p:cNvSpPr/>
            <p:nvPr/>
          </p:nvSpPr>
          <p:spPr>
            <a:xfrm>
              <a:off x="5170675" y="260277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3" y="1"/>
                  </a:moveTo>
                  <a:cubicBezTo>
                    <a:pt x="33" y="17"/>
                    <a:pt x="0" y="87"/>
                    <a:pt x="17" y="153"/>
                  </a:cubicBezTo>
                  <a:cubicBezTo>
                    <a:pt x="17" y="190"/>
                    <a:pt x="33" y="223"/>
                    <a:pt x="66" y="240"/>
                  </a:cubicBezTo>
                  <a:cubicBezTo>
                    <a:pt x="78" y="251"/>
                    <a:pt x="92" y="263"/>
                    <a:pt x="110" y="263"/>
                  </a:cubicBezTo>
                  <a:cubicBezTo>
                    <a:pt x="118" y="263"/>
                    <a:pt x="127" y="261"/>
                    <a:pt x="136" y="256"/>
                  </a:cubicBezTo>
                  <a:cubicBezTo>
                    <a:pt x="169" y="256"/>
                    <a:pt x="186" y="240"/>
                    <a:pt x="206" y="207"/>
                  </a:cubicBezTo>
                  <a:cubicBezTo>
                    <a:pt x="223" y="190"/>
                    <a:pt x="239" y="153"/>
                    <a:pt x="223" y="120"/>
                  </a:cubicBezTo>
                  <a:cubicBezTo>
                    <a:pt x="223" y="87"/>
                    <a:pt x="206" y="50"/>
                    <a:pt x="186" y="34"/>
                  </a:cubicBezTo>
                  <a:cubicBezTo>
                    <a:pt x="169" y="17"/>
                    <a:pt x="169" y="17"/>
                    <a:pt x="153" y="17"/>
                  </a:cubicBezTo>
                  <a:lnTo>
                    <a:pt x="13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5" name="Google Shape;13005;p33"/>
            <p:cNvSpPr/>
            <p:nvPr/>
          </p:nvSpPr>
          <p:spPr>
            <a:xfrm>
              <a:off x="5115225" y="24717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3" y="0"/>
                  </a:moveTo>
                  <a:cubicBezTo>
                    <a:pt x="70" y="17"/>
                    <a:pt x="54" y="33"/>
                    <a:pt x="33" y="50"/>
                  </a:cubicBezTo>
                  <a:cubicBezTo>
                    <a:pt x="17" y="87"/>
                    <a:pt x="0" y="120"/>
                    <a:pt x="17" y="153"/>
                  </a:cubicBezTo>
                  <a:cubicBezTo>
                    <a:pt x="17" y="190"/>
                    <a:pt x="33" y="223"/>
                    <a:pt x="54" y="239"/>
                  </a:cubicBezTo>
                  <a:cubicBezTo>
                    <a:pt x="65" y="251"/>
                    <a:pt x="85" y="265"/>
                    <a:pt x="107" y="265"/>
                  </a:cubicBezTo>
                  <a:cubicBezTo>
                    <a:pt x="116" y="265"/>
                    <a:pt x="126" y="262"/>
                    <a:pt x="136" y="256"/>
                  </a:cubicBezTo>
                  <a:cubicBezTo>
                    <a:pt x="190" y="256"/>
                    <a:pt x="239" y="190"/>
                    <a:pt x="223" y="120"/>
                  </a:cubicBezTo>
                  <a:cubicBezTo>
                    <a:pt x="223" y="87"/>
                    <a:pt x="206" y="50"/>
                    <a:pt x="190" y="33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6" name="Google Shape;13006;p33"/>
            <p:cNvSpPr/>
            <p:nvPr/>
          </p:nvSpPr>
          <p:spPr>
            <a:xfrm>
              <a:off x="5065025" y="26688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03" y="0"/>
                  </a:moveTo>
                  <a:cubicBezTo>
                    <a:pt x="33" y="0"/>
                    <a:pt x="0" y="70"/>
                    <a:pt x="0" y="140"/>
                  </a:cubicBezTo>
                  <a:cubicBezTo>
                    <a:pt x="17" y="190"/>
                    <a:pt x="33" y="227"/>
                    <a:pt x="50" y="244"/>
                  </a:cubicBezTo>
                  <a:cubicBezTo>
                    <a:pt x="83" y="260"/>
                    <a:pt x="103" y="260"/>
                    <a:pt x="136" y="260"/>
                  </a:cubicBezTo>
                  <a:cubicBezTo>
                    <a:pt x="153" y="244"/>
                    <a:pt x="186" y="227"/>
                    <a:pt x="206" y="206"/>
                  </a:cubicBezTo>
                  <a:cubicBezTo>
                    <a:pt x="223" y="173"/>
                    <a:pt x="223" y="140"/>
                    <a:pt x="223" y="103"/>
                  </a:cubicBezTo>
                  <a:cubicBezTo>
                    <a:pt x="223" y="70"/>
                    <a:pt x="206" y="37"/>
                    <a:pt x="169" y="21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7" name="Google Shape;13007;p33"/>
            <p:cNvSpPr/>
            <p:nvPr/>
          </p:nvSpPr>
          <p:spPr>
            <a:xfrm>
              <a:off x="5165000" y="249455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24" y="0"/>
                  </a:moveTo>
                  <a:cubicBezTo>
                    <a:pt x="104" y="0"/>
                    <a:pt x="71" y="17"/>
                    <a:pt x="54" y="33"/>
                  </a:cubicBezTo>
                  <a:cubicBezTo>
                    <a:pt x="0" y="87"/>
                    <a:pt x="0" y="153"/>
                    <a:pt x="38" y="223"/>
                  </a:cubicBezTo>
                  <a:cubicBezTo>
                    <a:pt x="54" y="240"/>
                    <a:pt x="71" y="256"/>
                    <a:pt x="104" y="256"/>
                  </a:cubicBezTo>
                  <a:cubicBezTo>
                    <a:pt x="114" y="261"/>
                    <a:pt x="124" y="263"/>
                    <a:pt x="132" y="263"/>
                  </a:cubicBezTo>
                  <a:cubicBezTo>
                    <a:pt x="152" y="263"/>
                    <a:pt x="167" y="251"/>
                    <a:pt x="190" y="240"/>
                  </a:cubicBezTo>
                  <a:cubicBezTo>
                    <a:pt x="244" y="190"/>
                    <a:pt x="244" y="104"/>
                    <a:pt x="207" y="50"/>
                  </a:cubicBezTo>
                  <a:cubicBezTo>
                    <a:pt x="190" y="33"/>
                    <a:pt x="174" y="17"/>
                    <a:pt x="157" y="17"/>
                  </a:cubicBezTo>
                  <a:cubicBezTo>
                    <a:pt x="157" y="17"/>
                    <a:pt x="141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8" name="Google Shape;13008;p33"/>
            <p:cNvSpPr/>
            <p:nvPr/>
          </p:nvSpPr>
          <p:spPr>
            <a:xfrm>
              <a:off x="5166350" y="25267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70" y="1"/>
                    <a:pt x="50" y="38"/>
                    <a:pt x="33" y="54"/>
                  </a:cubicBezTo>
                  <a:cubicBezTo>
                    <a:pt x="17" y="87"/>
                    <a:pt x="0" y="120"/>
                    <a:pt x="17" y="158"/>
                  </a:cubicBezTo>
                  <a:cubicBezTo>
                    <a:pt x="17" y="190"/>
                    <a:pt x="33" y="223"/>
                    <a:pt x="50" y="244"/>
                  </a:cubicBezTo>
                  <a:cubicBezTo>
                    <a:pt x="70" y="261"/>
                    <a:pt x="103" y="261"/>
                    <a:pt x="136" y="261"/>
                  </a:cubicBezTo>
                  <a:cubicBezTo>
                    <a:pt x="190" y="244"/>
                    <a:pt x="239" y="190"/>
                    <a:pt x="223" y="104"/>
                  </a:cubicBezTo>
                  <a:cubicBezTo>
                    <a:pt x="223" y="71"/>
                    <a:pt x="206" y="54"/>
                    <a:pt x="190" y="17"/>
                  </a:cubicBezTo>
                  <a:lnTo>
                    <a:pt x="153" y="17"/>
                  </a:ln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9" name="Google Shape;13009;p33"/>
            <p:cNvSpPr/>
            <p:nvPr/>
          </p:nvSpPr>
          <p:spPr>
            <a:xfrm>
              <a:off x="5161600" y="254392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4" y="0"/>
                  </a:moveTo>
                  <a:lnTo>
                    <a:pt x="87" y="17"/>
                  </a:lnTo>
                  <a:cubicBezTo>
                    <a:pt x="33" y="33"/>
                    <a:pt x="0" y="103"/>
                    <a:pt x="17" y="153"/>
                  </a:cubicBezTo>
                  <a:cubicBezTo>
                    <a:pt x="17" y="190"/>
                    <a:pt x="33" y="223"/>
                    <a:pt x="54" y="239"/>
                  </a:cubicBezTo>
                  <a:cubicBezTo>
                    <a:pt x="77" y="251"/>
                    <a:pt x="92" y="265"/>
                    <a:pt x="110" y="265"/>
                  </a:cubicBezTo>
                  <a:cubicBezTo>
                    <a:pt x="118" y="265"/>
                    <a:pt x="127" y="262"/>
                    <a:pt x="136" y="256"/>
                  </a:cubicBezTo>
                  <a:cubicBezTo>
                    <a:pt x="207" y="256"/>
                    <a:pt x="240" y="190"/>
                    <a:pt x="223" y="120"/>
                  </a:cubicBezTo>
                  <a:lnTo>
                    <a:pt x="223" y="87"/>
                  </a:lnTo>
                  <a:cubicBezTo>
                    <a:pt x="207" y="50"/>
                    <a:pt x="190" y="17"/>
                    <a:pt x="157" y="17"/>
                  </a:cubicBezTo>
                  <a:cubicBezTo>
                    <a:pt x="136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0" name="Google Shape;13010;p33"/>
            <p:cNvSpPr/>
            <p:nvPr/>
          </p:nvSpPr>
          <p:spPr>
            <a:xfrm>
              <a:off x="5158600" y="2511250"/>
              <a:ext cx="5600" cy="6675"/>
            </a:xfrm>
            <a:custGeom>
              <a:avLst/>
              <a:gdLst/>
              <a:ahLst/>
              <a:cxnLst/>
              <a:rect l="l" t="t" r="r" b="b"/>
              <a:pathLst>
                <a:path w="224" h="267" extrusionOk="0">
                  <a:moveTo>
                    <a:pt x="104" y="0"/>
                  </a:moveTo>
                  <a:cubicBezTo>
                    <a:pt x="34" y="17"/>
                    <a:pt x="1" y="87"/>
                    <a:pt x="1" y="157"/>
                  </a:cubicBezTo>
                  <a:cubicBezTo>
                    <a:pt x="17" y="190"/>
                    <a:pt x="17" y="223"/>
                    <a:pt x="50" y="244"/>
                  </a:cubicBezTo>
                  <a:cubicBezTo>
                    <a:pt x="65" y="255"/>
                    <a:pt x="86" y="267"/>
                    <a:pt x="108" y="267"/>
                  </a:cubicBezTo>
                  <a:cubicBezTo>
                    <a:pt x="118" y="267"/>
                    <a:pt x="127" y="265"/>
                    <a:pt x="137" y="260"/>
                  </a:cubicBezTo>
                  <a:cubicBezTo>
                    <a:pt x="153" y="260"/>
                    <a:pt x="191" y="244"/>
                    <a:pt x="207" y="207"/>
                  </a:cubicBezTo>
                  <a:cubicBezTo>
                    <a:pt x="224" y="190"/>
                    <a:pt x="224" y="157"/>
                    <a:pt x="224" y="120"/>
                  </a:cubicBezTo>
                  <a:cubicBezTo>
                    <a:pt x="224" y="87"/>
                    <a:pt x="207" y="54"/>
                    <a:pt x="174" y="38"/>
                  </a:cubicBezTo>
                  <a:cubicBezTo>
                    <a:pt x="174" y="17"/>
                    <a:pt x="174" y="17"/>
                    <a:pt x="153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1" name="Google Shape;13011;p33"/>
            <p:cNvSpPr/>
            <p:nvPr/>
          </p:nvSpPr>
          <p:spPr>
            <a:xfrm>
              <a:off x="5145325" y="25911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1"/>
                    <a:pt x="0" y="71"/>
                    <a:pt x="17" y="141"/>
                  </a:cubicBezTo>
                  <a:cubicBezTo>
                    <a:pt x="17" y="174"/>
                    <a:pt x="33" y="207"/>
                    <a:pt x="49" y="223"/>
                  </a:cubicBezTo>
                  <a:cubicBezTo>
                    <a:pt x="66" y="260"/>
                    <a:pt x="103" y="260"/>
                    <a:pt x="136" y="260"/>
                  </a:cubicBezTo>
                  <a:cubicBezTo>
                    <a:pt x="190" y="244"/>
                    <a:pt x="239" y="174"/>
                    <a:pt x="223" y="104"/>
                  </a:cubicBezTo>
                  <a:cubicBezTo>
                    <a:pt x="223" y="71"/>
                    <a:pt x="206" y="38"/>
                    <a:pt x="190" y="17"/>
                  </a:cubicBezTo>
                  <a:cubicBezTo>
                    <a:pt x="169" y="17"/>
                    <a:pt x="16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2" name="Google Shape;13012;p33"/>
            <p:cNvSpPr/>
            <p:nvPr/>
          </p:nvSpPr>
          <p:spPr>
            <a:xfrm>
              <a:off x="5144375" y="2638450"/>
              <a:ext cx="6125" cy="6400"/>
            </a:xfrm>
            <a:custGeom>
              <a:avLst/>
              <a:gdLst/>
              <a:ahLst/>
              <a:cxnLst/>
              <a:rect l="l" t="t" r="r" b="b"/>
              <a:pathLst>
                <a:path w="245" h="256" extrusionOk="0">
                  <a:moveTo>
                    <a:pt x="141" y="0"/>
                  </a:moveTo>
                  <a:cubicBezTo>
                    <a:pt x="104" y="0"/>
                    <a:pt x="71" y="0"/>
                    <a:pt x="55" y="33"/>
                  </a:cubicBezTo>
                  <a:cubicBezTo>
                    <a:pt x="1" y="66"/>
                    <a:pt x="1" y="153"/>
                    <a:pt x="38" y="206"/>
                  </a:cubicBezTo>
                  <a:cubicBezTo>
                    <a:pt x="55" y="239"/>
                    <a:pt x="87" y="256"/>
                    <a:pt x="104" y="256"/>
                  </a:cubicBezTo>
                  <a:cubicBezTo>
                    <a:pt x="141" y="256"/>
                    <a:pt x="174" y="256"/>
                    <a:pt x="191" y="223"/>
                  </a:cubicBezTo>
                  <a:cubicBezTo>
                    <a:pt x="207" y="206"/>
                    <a:pt x="228" y="169"/>
                    <a:pt x="228" y="136"/>
                  </a:cubicBezTo>
                  <a:cubicBezTo>
                    <a:pt x="244" y="103"/>
                    <a:pt x="228" y="66"/>
                    <a:pt x="207" y="50"/>
                  </a:cubicBezTo>
                  <a:cubicBezTo>
                    <a:pt x="191" y="33"/>
                    <a:pt x="174" y="17"/>
                    <a:pt x="1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3" name="Google Shape;13013;p33"/>
            <p:cNvSpPr/>
            <p:nvPr/>
          </p:nvSpPr>
          <p:spPr>
            <a:xfrm>
              <a:off x="5143150" y="2610925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20" y="0"/>
                  </a:moveTo>
                  <a:cubicBezTo>
                    <a:pt x="87" y="0"/>
                    <a:pt x="71" y="0"/>
                    <a:pt x="33" y="33"/>
                  </a:cubicBezTo>
                  <a:cubicBezTo>
                    <a:pt x="17" y="50"/>
                    <a:pt x="0" y="87"/>
                    <a:pt x="0" y="120"/>
                  </a:cubicBezTo>
                  <a:cubicBezTo>
                    <a:pt x="0" y="153"/>
                    <a:pt x="0" y="190"/>
                    <a:pt x="17" y="206"/>
                  </a:cubicBezTo>
                  <a:cubicBezTo>
                    <a:pt x="36" y="235"/>
                    <a:pt x="74" y="255"/>
                    <a:pt x="110" y="255"/>
                  </a:cubicBezTo>
                  <a:cubicBezTo>
                    <a:pt x="134" y="255"/>
                    <a:pt x="158" y="245"/>
                    <a:pt x="174" y="223"/>
                  </a:cubicBezTo>
                  <a:cubicBezTo>
                    <a:pt x="223" y="190"/>
                    <a:pt x="240" y="103"/>
                    <a:pt x="190" y="50"/>
                  </a:cubicBezTo>
                  <a:cubicBezTo>
                    <a:pt x="190" y="33"/>
                    <a:pt x="174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4" name="Google Shape;13014;p33"/>
            <p:cNvSpPr/>
            <p:nvPr/>
          </p:nvSpPr>
          <p:spPr>
            <a:xfrm>
              <a:off x="5167175" y="25735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37" y="21"/>
                    <a:pt x="0" y="87"/>
                    <a:pt x="17" y="157"/>
                  </a:cubicBezTo>
                  <a:cubicBezTo>
                    <a:pt x="17" y="190"/>
                    <a:pt x="37" y="207"/>
                    <a:pt x="54" y="244"/>
                  </a:cubicBezTo>
                  <a:cubicBezTo>
                    <a:pt x="87" y="260"/>
                    <a:pt x="103" y="260"/>
                    <a:pt x="140" y="260"/>
                  </a:cubicBezTo>
                  <a:cubicBezTo>
                    <a:pt x="190" y="244"/>
                    <a:pt x="243" y="174"/>
                    <a:pt x="223" y="104"/>
                  </a:cubicBezTo>
                  <a:cubicBezTo>
                    <a:pt x="223" y="71"/>
                    <a:pt x="206" y="54"/>
                    <a:pt x="190" y="21"/>
                  </a:cubicBezTo>
                  <a:cubicBezTo>
                    <a:pt x="173" y="21"/>
                    <a:pt x="173" y="2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5" name="Google Shape;13015;p33"/>
            <p:cNvSpPr/>
            <p:nvPr/>
          </p:nvSpPr>
          <p:spPr>
            <a:xfrm>
              <a:off x="5247975" y="2696375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83" y="0"/>
                  </a:moveTo>
                  <a:cubicBezTo>
                    <a:pt x="66" y="0"/>
                    <a:pt x="50" y="17"/>
                    <a:pt x="33" y="33"/>
                  </a:cubicBezTo>
                  <a:cubicBezTo>
                    <a:pt x="0" y="70"/>
                    <a:pt x="0" y="103"/>
                    <a:pt x="0" y="157"/>
                  </a:cubicBezTo>
                  <a:cubicBezTo>
                    <a:pt x="0" y="190"/>
                    <a:pt x="17" y="223"/>
                    <a:pt x="33" y="239"/>
                  </a:cubicBezTo>
                  <a:cubicBezTo>
                    <a:pt x="66" y="260"/>
                    <a:pt x="104" y="260"/>
                    <a:pt x="120" y="260"/>
                  </a:cubicBezTo>
                  <a:cubicBezTo>
                    <a:pt x="186" y="260"/>
                    <a:pt x="223" y="190"/>
                    <a:pt x="223" y="120"/>
                  </a:cubicBezTo>
                  <a:lnTo>
                    <a:pt x="223" y="103"/>
                  </a:lnTo>
                  <a:cubicBezTo>
                    <a:pt x="207" y="70"/>
                    <a:pt x="186" y="33"/>
                    <a:pt x="153" y="17"/>
                  </a:cubicBezTo>
                  <a:cubicBezTo>
                    <a:pt x="136" y="0"/>
                    <a:pt x="104" y="0"/>
                    <a:pt x="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6" name="Google Shape;13016;p33"/>
            <p:cNvSpPr/>
            <p:nvPr/>
          </p:nvSpPr>
          <p:spPr>
            <a:xfrm>
              <a:off x="5180050" y="2693800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4" y="0"/>
                  </a:moveTo>
                  <a:cubicBezTo>
                    <a:pt x="54" y="0"/>
                    <a:pt x="0" y="70"/>
                    <a:pt x="17" y="136"/>
                  </a:cubicBezTo>
                  <a:cubicBezTo>
                    <a:pt x="17" y="173"/>
                    <a:pt x="38" y="206"/>
                    <a:pt x="54" y="223"/>
                  </a:cubicBezTo>
                  <a:cubicBezTo>
                    <a:pt x="87" y="260"/>
                    <a:pt x="120" y="260"/>
                    <a:pt x="141" y="260"/>
                  </a:cubicBezTo>
                  <a:cubicBezTo>
                    <a:pt x="207" y="239"/>
                    <a:pt x="244" y="173"/>
                    <a:pt x="244" y="103"/>
                  </a:cubicBezTo>
                  <a:cubicBezTo>
                    <a:pt x="223" y="70"/>
                    <a:pt x="207" y="33"/>
                    <a:pt x="190" y="17"/>
                  </a:cubicBezTo>
                  <a:lnTo>
                    <a:pt x="1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7" name="Google Shape;13017;p33"/>
            <p:cNvSpPr/>
            <p:nvPr/>
          </p:nvSpPr>
          <p:spPr>
            <a:xfrm>
              <a:off x="5225600" y="273420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4" y="0"/>
                  </a:moveTo>
                  <a:cubicBezTo>
                    <a:pt x="50" y="17"/>
                    <a:pt x="1" y="87"/>
                    <a:pt x="17" y="153"/>
                  </a:cubicBezTo>
                  <a:cubicBezTo>
                    <a:pt x="17" y="190"/>
                    <a:pt x="34" y="223"/>
                    <a:pt x="50" y="239"/>
                  </a:cubicBezTo>
                  <a:cubicBezTo>
                    <a:pt x="76" y="251"/>
                    <a:pt x="101" y="263"/>
                    <a:pt x="118" y="263"/>
                  </a:cubicBezTo>
                  <a:cubicBezTo>
                    <a:pt x="126" y="263"/>
                    <a:pt x="132" y="261"/>
                    <a:pt x="137" y="256"/>
                  </a:cubicBezTo>
                  <a:cubicBezTo>
                    <a:pt x="207" y="256"/>
                    <a:pt x="240" y="190"/>
                    <a:pt x="240" y="120"/>
                  </a:cubicBezTo>
                  <a:cubicBezTo>
                    <a:pt x="223" y="87"/>
                    <a:pt x="207" y="50"/>
                    <a:pt x="190" y="33"/>
                  </a:cubicBezTo>
                  <a:cubicBezTo>
                    <a:pt x="190" y="17"/>
                    <a:pt x="174" y="17"/>
                    <a:pt x="174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8" name="Google Shape;13018;p33"/>
            <p:cNvSpPr/>
            <p:nvPr/>
          </p:nvSpPr>
          <p:spPr>
            <a:xfrm>
              <a:off x="5147475" y="27930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4" y="0"/>
                  </a:moveTo>
                  <a:cubicBezTo>
                    <a:pt x="50" y="17"/>
                    <a:pt x="1" y="66"/>
                    <a:pt x="17" y="153"/>
                  </a:cubicBezTo>
                  <a:cubicBezTo>
                    <a:pt x="17" y="186"/>
                    <a:pt x="34" y="207"/>
                    <a:pt x="50" y="223"/>
                  </a:cubicBezTo>
                  <a:cubicBezTo>
                    <a:pt x="83" y="256"/>
                    <a:pt x="104" y="256"/>
                    <a:pt x="137" y="256"/>
                  </a:cubicBezTo>
                  <a:cubicBezTo>
                    <a:pt x="207" y="240"/>
                    <a:pt x="240" y="169"/>
                    <a:pt x="223" y="103"/>
                  </a:cubicBezTo>
                  <a:cubicBezTo>
                    <a:pt x="223" y="66"/>
                    <a:pt x="207" y="33"/>
                    <a:pt x="186" y="17"/>
                  </a:cubicBezTo>
                  <a:cubicBezTo>
                    <a:pt x="170" y="17"/>
                    <a:pt x="17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9" name="Google Shape;13019;p33"/>
            <p:cNvSpPr/>
            <p:nvPr/>
          </p:nvSpPr>
          <p:spPr>
            <a:xfrm>
              <a:off x="5119950" y="28002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34" y="22"/>
                    <a:pt x="1" y="71"/>
                    <a:pt x="1" y="158"/>
                  </a:cubicBezTo>
                  <a:cubicBezTo>
                    <a:pt x="17" y="191"/>
                    <a:pt x="34" y="207"/>
                    <a:pt x="50" y="228"/>
                  </a:cubicBezTo>
                  <a:cubicBezTo>
                    <a:pt x="71" y="261"/>
                    <a:pt x="104" y="261"/>
                    <a:pt x="137" y="261"/>
                  </a:cubicBezTo>
                  <a:cubicBezTo>
                    <a:pt x="190" y="244"/>
                    <a:pt x="240" y="174"/>
                    <a:pt x="223" y="104"/>
                  </a:cubicBezTo>
                  <a:cubicBezTo>
                    <a:pt x="223" y="71"/>
                    <a:pt x="207" y="38"/>
                    <a:pt x="190" y="22"/>
                  </a:cubicBezTo>
                  <a:cubicBezTo>
                    <a:pt x="174" y="22"/>
                    <a:pt x="174" y="22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0" name="Google Shape;13020;p33"/>
            <p:cNvSpPr/>
            <p:nvPr/>
          </p:nvSpPr>
          <p:spPr>
            <a:xfrm>
              <a:off x="5105325" y="2801425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108" y="0"/>
                  </a:moveTo>
                  <a:cubicBezTo>
                    <a:pt x="105" y="0"/>
                    <a:pt x="103" y="2"/>
                    <a:pt x="103" y="8"/>
                  </a:cubicBezTo>
                  <a:cubicBezTo>
                    <a:pt x="37" y="8"/>
                    <a:pt x="0" y="78"/>
                    <a:pt x="0" y="144"/>
                  </a:cubicBezTo>
                  <a:cubicBezTo>
                    <a:pt x="0" y="197"/>
                    <a:pt x="37" y="214"/>
                    <a:pt x="54" y="247"/>
                  </a:cubicBezTo>
                  <a:cubicBezTo>
                    <a:pt x="87" y="247"/>
                    <a:pt x="103" y="263"/>
                    <a:pt x="141" y="263"/>
                  </a:cubicBezTo>
                  <a:cubicBezTo>
                    <a:pt x="157" y="247"/>
                    <a:pt x="190" y="230"/>
                    <a:pt x="206" y="214"/>
                  </a:cubicBezTo>
                  <a:cubicBezTo>
                    <a:pt x="223" y="181"/>
                    <a:pt x="223" y="144"/>
                    <a:pt x="223" y="111"/>
                  </a:cubicBezTo>
                  <a:cubicBezTo>
                    <a:pt x="223" y="78"/>
                    <a:pt x="206" y="41"/>
                    <a:pt x="173" y="24"/>
                  </a:cubicBezTo>
                  <a:lnTo>
                    <a:pt x="157" y="8"/>
                  </a:lnTo>
                  <a:lnTo>
                    <a:pt x="141" y="8"/>
                  </a:lnTo>
                  <a:cubicBezTo>
                    <a:pt x="127" y="8"/>
                    <a:pt x="115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1" name="Google Shape;13021;p33"/>
            <p:cNvSpPr/>
            <p:nvPr/>
          </p:nvSpPr>
          <p:spPr>
            <a:xfrm>
              <a:off x="5258700" y="2634925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87" y="1"/>
                  </a:moveTo>
                  <a:cubicBezTo>
                    <a:pt x="33" y="17"/>
                    <a:pt x="0" y="87"/>
                    <a:pt x="0" y="158"/>
                  </a:cubicBezTo>
                  <a:cubicBezTo>
                    <a:pt x="0" y="191"/>
                    <a:pt x="17" y="224"/>
                    <a:pt x="50" y="244"/>
                  </a:cubicBezTo>
                  <a:cubicBezTo>
                    <a:pt x="61" y="256"/>
                    <a:pt x="83" y="267"/>
                    <a:pt x="101" y="267"/>
                  </a:cubicBezTo>
                  <a:cubicBezTo>
                    <a:pt x="108" y="267"/>
                    <a:pt x="115" y="265"/>
                    <a:pt x="120" y="261"/>
                  </a:cubicBezTo>
                  <a:cubicBezTo>
                    <a:pt x="190" y="261"/>
                    <a:pt x="223" y="191"/>
                    <a:pt x="223" y="120"/>
                  </a:cubicBezTo>
                  <a:cubicBezTo>
                    <a:pt x="223" y="87"/>
                    <a:pt x="206" y="54"/>
                    <a:pt x="169" y="38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1"/>
                    <a:pt x="120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2" name="Google Shape;13022;p33"/>
            <p:cNvSpPr/>
            <p:nvPr/>
          </p:nvSpPr>
          <p:spPr>
            <a:xfrm>
              <a:off x="5155200" y="2561850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27" y="1"/>
                  </a:moveTo>
                  <a:cubicBezTo>
                    <a:pt x="82" y="1"/>
                    <a:pt x="31" y="33"/>
                    <a:pt x="17" y="91"/>
                  </a:cubicBezTo>
                  <a:cubicBezTo>
                    <a:pt x="1" y="157"/>
                    <a:pt x="17" y="227"/>
                    <a:pt x="83" y="244"/>
                  </a:cubicBezTo>
                  <a:cubicBezTo>
                    <a:pt x="98" y="254"/>
                    <a:pt x="114" y="259"/>
                    <a:pt x="129" y="259"/>
                  </a:cubicBezTo>
                  <a:cubicBezTo>
                    <a:pt x="171" y="259"/>
                    <a:pt x="211" y="226"/>
                    <a:pt x="223" y="178"/>
                  </a:cubicBezTo>
                  <a:cubicBezTo>
                    <a:pt x="240" y="108"/>
                    <a:pt x="223" y="38"/>
                    <a:pt x="153" y="5"/>
                  </a:cubicBezTo>
                  <a:cubicBezTo>
                    <a:pt x="145" y="2"/>
                    <a:pt x="136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3" name="Google Shape;13023;p33"/>
            <p:cNvSpPr/>
            <p:nvPr/>
          </p:nvSpPr>
          <p:spPr>
            <a:xfrm>
              <a:off x="5241900" y="2682750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30" y="1"/>
                  </a:moveTo>
                  <a:cubicBezTo>
                    <a:pt x="121" y="1"/>
                    <a:pt x="111" y="5"/>
                    <a:pt x="103" y="13"/>
                  </a:cubicBezTo>
                  <a:cubicBezTo>
                    <a:pt x="70" y="13"/>
                    <a:pt x="54" y="30"/>
                    <a:pt x="37" y="63"/>
                  </a:cubicBezTo>
                  <a:cubicBezTo>
                    <a:pt x="17" y="83"/>
                    <a:pt x="0" y="116"/>
                    <a:pt x="0" y="149"/>
                  </a:cubicBezTo>
                  <a:cubicBezTo>
                    <a:pt x="17" y="186"/>
                    <a:pt x="37" y="219"/>
                    <a:pt x="54" y="236"/>
                  </a:cubicBezTo>
                  <a:cubicBezTo>
                    <a:pt x="65" y="248"/>
                    <a:pt x="85" y="259"/>
                    <a:pt x="109" y="259"/>
                  </a:cubicBezTo>
                  <a:cubicBezTo>
                    <a:pt x="119" y="259"/>
                    <a:pt x="129" y="257"/>
                    <a:pt x="140" y="252"/>
                  </a:cubicBezTo>
                  <a:cubicBezTo>
                    <a:pt x="190" y="252"/>
                    <a:pt x="243" y="186"/>
                    <a:pt x="223" y="116"/>
                  </a:cubicBezTo>
                  <a:cubicBezTo>
                    <a:pt x="223" y="83"/>
                    <a:pt x="206" y="46"/>
                    <a:pt x="190" y="30"/>
                  </a:cubicBezTo>
                  <a:cubicBezTo>
                    <a:pt x="173" y="13"/>
                    <a:pt x="173" y="13"/>
                    <a:pt x="157" y="13"/>
                  </a:cubicBezTo>
                  <a:cubicBezTo>
                    <a:pt x="149" y="5"/>
                    <a:pt x="139" y="1"/>
                    <a:pt x="1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4" name="Google Shape;13024;p33"/>
            <p:cNvSpPr/>
            <p:nvPr/>
          </p:nvSpPr>
          <p:spPr>
            <a:xfrm>
              <a:off x="5074400" y="275955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04" y="0"/>
                  </a:moveTo>
                  <a:cubicBezTo>
                    <a:pt x="38" y="17"/>
                    <a:pt x="0" y="83"/>
                    <a:pt x="17" y="153"/>
                  </a:cubicBezTo>
                  <a:cubicBezTo>
                    <a:pt x="17" y="186"/>
                    <a:pt x="38" y="223"/>
                    <a:pt x="54" y="240"/>
                  </a:cubicBezTo>
                  <a:cubicBezTo>
                    <a:pt x="66" y="251"/>
                    <a:pt x="86" y="263"/>
                    <a:pt x="109" y="263"/>
                  </a:cubicBezTo>
                  <a:cubicBezTo>
                    <a:pt x="119" y="263"/>
                    <a:pt x="130" y="261"/>
                    <a:pt x="141" y="256"/>
                  </a:cubicBezTo>
                  <a:cubicBezTo>
                    <a:pt x="190" y="256"/>
                    <a:pt x="244" y="186"/>
                    <a:pt x="223" y="120"/>
                  </a:cubicBezTo>
                  <a:cubicBezTo>
                    <a:pt x="223" y="83"/>
                    <a:pt x="207" y="50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5" name="Google Shape;13025;p33"/>
            <p:cNvSpPr/>
            <p:nvPr/>
          </p:nvSpPr>
          <p:spPr>
            <a:xfrm>
              <a:off x="5172325" y="2726475"/>
              <a:ext cx="6500" cy="6575"/>
            </a:xfrm>
            <a:custGeom>
              <a:avLst/>
              <a:gdLst/>
              <a:ahLst/>
              <a:cxnLst/>
              <a:rect l="l" t="t" r="r" b="b"/>
              <a:pathLst>
                <a:path w="260" h="263" extrusionOk="0">
                  <a:moveTo>
                    <a:pt x="140" y="0"/>
                  </a:moveTo>
                  <a:cubicBezTo>
                    <a:pt x="120" y="0"/>
                    <a:pt x="87" y="16"/>
                    <a:pt x="54" y="33"/>
                  </a:cubicBezTo>
                  <a:cubicBezTo>
                    <a:pt x="17" y="87"/>
                    <a:pt x="0" y="153"/>
                    <a:pt x="54" y="223"/>
                  </a:cubicBezTo>
                  <a:cubicBezTo>
                    <a:pt x="70" y="239"/>
                    <a:pt x="87" y="256"/>
                    <a:pt x="120" y="256"/>
                  </a:cubicBezTo>
                  <a:cubicBezTo>
                    <a:pt x="131" y="260"/>
                    <a:pt x="140" y="262"/>
                    <a:pt x="148" y="262"/>
                  </a:cubicBezTo>
                  <a:cubicBezTo>
                    <a:pt x="168" y="262"/>
                    <a:pt x="183" y="251"/>
                    <a:pt x="206" y="239"/>
                  </a:cubicBezTo>
                  <a:cubicBezTo>
                    <a:pt x="243" y="190"/>
                    <a:pt x="260" y="103"/>
                    <a:pt x="223" y="49"/>
                  </a:cubicBezTo>
                  <a:cubicBezTo>
                    <a:pt x="206" y="33"/>
                    <a:pt x="190" y="16"/>
                    <a:pt x="173" y="16"/>
                  </a:cubicBezTo>
                  <a:cubicBezTo>
                    <a:pt x="157" y="16"/>
                    <a:pt x="157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6" name="Google Shape;13026;p33"/>
            <p:cNvSpPr/>
            <p:nvPr/>
          </p:nvSpPr>
          <p:spPr>
            <a:xfrm>
              <a:off x="5090275" y="2802850"/>
              <a:ext cx="5700" cy="6675"/>
            </a:xfrm>
            <a:custGeom>
              <a:avLst/>
              <a:gdLst/>
              <a:ahLst/>
              <a:cxnLst/>
              <a:rect l="l" t="t" r="r" b="b"/>
              <a:pathLst>
                <a:path w="228" h="267" extrusionOk="0">
                  <a:moveTo>
                    <a:pt x="87" y="0"/>
                  </a:moveTo>
                  <a:cubicBezTo>
                    <a:pt x="70" y="21"/>
                    <a:pt x="37" y="37"/>
                    <a:pt x="21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0" y="190"/>
                    <a:pt x="21" y="227"/>
                    <a:pt x="54" y="243"/>
                  </a:cubicBezTo>
                  <a:cubicBezTo>
                    <a:pt x="66" y="255"/>
                    <a:pt x="86" y="267"/>
                    <a:pt x="104" y="267"/>
                  </a:cubicBezTo>
                  <a:cubicBezTo>
                    <a:pt x="111" y="267"/>
                    <a:pt x="118" y="265"/>
                    <a:pt x="124" y="260"/>
                  </a:cubicBezTo>
                  <a:cubicBezTo>
                    <a:pt x="190" y="260"/>
                    <a:pt x="227" y="190"/>
                    <a:pt x="227" y="124"/>
                  </a:cubicBezTo>
                  <a:cubicBezTo>
                    <a:pt x="227" y="87"/>
                    <a:pt x="207" y="54"/>
                    <a:pt x="174" y="37"/>
                  </a:cubicBezTo>
                  <a:cubicBezTo>
                    <a:pt x="174" y="21"/>
                    <a:pt x="157" y="21"/>
                    <a:pt x="157" y="21"/>
                  </a:cubicBezTo>
                  <a:cubicBezTo>
                    <a:pt x="141" y="0"/>
                    <a:pt x="124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7" name="Google Shape;13027;p33"/>
            <p:cNvSpPr/>
            <p:nvPr/>
          </p:nvSpPr>
          <p:spPr>
            <a:xfrm>
              <a:off x="5172725" y="2679925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18" y="1"/>
                  </a:moveTo>
                  <a:cubicBezTo>
                    <a:pt x="75" y="1"/>
                    <a:pt x="34" y="22"/>
                    <a:pt x="21" y="73"/>
                  </a:cubicBezTo>
                  <a:cubicBezTo>
                    <a:pt x="1" y="143"/>
                    <a:pt x="21" y="229"/>
                    <a:pt x="87" y="246"/>
                  </a:cubicBezTo>
                  <a:cubicBezTo>
                    <a:pt x="102" y="255"/>
                    <a:pt x="117" y="259"/>
                    <a:pt x="132" y="259"/>
                  </a:cubicBezTo>
                  <a:cubicBezTo>
                    <a:pt x="173" y="259"/>
                    <a:pt x="212" y="227"/>
                    <a:pt x="227" y="176"/>
                  </a:cubicBezTo>
                  <a:cubicBezTo>
                    <a:pt x="244" y="110"/>
                    <a:pt x="227" y="40"/>
                    <a:pt x="157" y="7"/>
                  </a:cubicBezTo>
                  <a:cubicBezTo>
                    <a:pt x="145" y="3"/>
                    <a:pt x="131" y="1"/>
                    <a:pt x="1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8" name="Google Shape;13028;p33"/>
            <p:cNvSpPr/>
            <p:nvPr/>
          </p:nvSpPr>
          <p:spPr>
            <a:xfrm>
              <a:off x="5240250" y="260682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0"/>
                  </a:moveTo>
                  <a:cubicBezTo>
                    <a:pt x="114" y="0"/>
                    <a:pt x="109" y="2"/>
                    <a:pt x="103" y="8"/>
                  </a:cubicBezTo>
                  <a:cubicBezTo>
                    <a:pt x="50" y="8"/>
                    <a:pt x="0" y="78"/>
                    <a:pt x="17" y="148"/>
                  </a:cubicBezTo>
                  <a:cubicBezTo>
                    <a:pt x="17" y="181"/>
                    <a:pt x="33" y="214"/>
                    <a:pt x="50" y="234"/>
                  </a:cubicBezTo>
                  <a:cubicBezTo>
                    <a:pt x="83" y="251"/>
                    <a:pt x="103" y="267"/>
                    <a:pt x="136" y="267"/>
                  </a:cubicBezTo>
                  <a:cubicBezTo>
                    <a:pt x="206" y="251"/>
                    <a:pt x="239" y="181"/>
                    <a:pt x="239" y="111"/>
                  </a:cubicBezTo>
                  <a:cubicBezTo>
                    <a:pt x="223" y="78"/>
                    <a:pt x="206" y="45"/>
                    <a:pt x="186" y="28"/>
                  </a:cubicBezTo>
                  <a:cubicBezTo>
                    <a:pt x="169" y="28"/>
                    <a:pt x="169" y="8"/>
                    <a:pt x="153" y="8"/>
                  </a:cubicBezTo>
                  <a:cubicBezTo>
                    <a:pt x="142" y="8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9" name="Google Shape;13029;p33"/>
            <p:cNvSpPr/>
            <p:nvPr/>
          </p:nvSpPr>
          <p:spPr>
            <a:xfrm>
              <a:off x="5172725" y="2710600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04" y="0"/>
                  </a:moveTo>
                  <a:cubicBezTo>
                    <a:pt x="54" y="0"/>
                    <a:pt x="1" y="66"/>
                    <a:pt x="21" y="136"/>
                  </a:cubicBezTo>
                  <a:cubicBezTo>
                    <a:pt x="21" y="169"/>
                    <a:pt x="38" y="206"/>
                    <a:pt x="54" y="223"/>
                  </a:cubicBezTo>
                  <a:cubicBezTo>
                    <a:pt x="87" y="256"/>
                    <a:pt x="124" y="256"/>
                    <a:pt x="141" y="256"/>
                  </a:cubicBezTo>
                  <a:cubicBezTo>
                    <a:pt x="207" y="239"/>
                    <a:pt x="244" y="169"/>
                    <a:pt x="244" y="103"/>
                  </a:cubicBezTo>
                  <a:cubicBezTo>
                    <a:pt x="227" y="66"/>
                    <a:pt x="207" y="33"/>
                    <a:pt x="190" y="17"/>
                  </a:cubicBezTo>
                  <a:lnTo>
                    <a:pt x="1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0" name="Google Shape;13030;p33"/>
            <p:cNvSpPr/>
            <p:nvPr/>
          </p:nvSpPr>
          <p:spPr>
            <a:xfrm>
              <a:off x="5243650" y="26362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0"/>
                  </a:moveTo>
                  <a:cubicBezTo>
                    <a:pt x="50" y="17"/>
                    <a:pt x="0" y="66"/>
                    <a:pt x="17" y="153"/>
                  </a:cubicBezTo>
                  <a:cubicBezTo>
                    <a:pt x="17" y="190"/>
                    <a:pt x="33" y="223"/>
                    <a:pt x="70" y="240"/>
                  </a:cubicBezTo>
                  <a:cubicBezTo>
                    <a:pt x="87" y="256"/>
                    <a:pt x="120" y="256"/>
                    <a:pt x="136" y="256"/>
                  </a:cubicBezTo>
                  <a:cubicBezTo>
                    <a:pt x="173" y="256"/>
                    <a:pt x="190" y="240"/>
                    <a:pt x="206" y="207"/>
                  </a:cubicBezTo>
                  <a:cubicBezTo>
                    <a:pt x="223" y="170"/>
                    <a:pt x="239" y="137"/>
                    <a:pt x="223" y="104"/>
                  </a:cubicBezTo>
                  <a:cubicBezTo>
                    <a:pt x="223" y="66"/>
                    <a:pt x="206" y="50"/>
                    <a:pt x="190" y="17"/>
                  </a:cubicBezTo>
                  <a:cubicBezTo>
                    <a:pt x="173" y="17"/>
                    <a:pt x="173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1" name="Google Shape;13031;p33"/>
            <p:cNvSpPr/>
            <p:nvPr/>
          </p:nvSpPr>
          <p:spPr>
            <a:xfrm>
              <a:off x="5168925" y="264957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3" y="0"/>
                  </a:moveTo>
                  <a:cubicBezTo>
                    <a:pt x="70" y="0"/>
                    <a:pt x="33" y="17"/>
                    <a:pt x="1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17" y="190"/>
                    <a:pt x="17" y="206"/>
                    <a:pt x="50" y="223"/>
                  </a:cubicBezTo>
                  <a:cubicBezTo>
                    <a:pt x="70" y="256"/>
                    <a:pt x="103" y="256"/>
                    <a:pt x="136" y="256"/>
                  </a:cubicBezTo>
                  <a:cubicBezTo>
                    <a:pt x="190" y="239"/>
                    <a:pt x="239" y="173"/>
                    <a:pt x="223" y="103"/>
                  </a:cubicBezTo>
                  <a:cubicBezTo>
                    <a:pt x="223" y="70"/>
                    <a:pt x="206" y="33"/>
                    <a:pt x="173" y="17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2" name="Google Shape;13032;p33"/>
            <p:cNvSpPr/>
            <p:nvPr/>
          </p:nvSpPr>
          <p:spPr>
            <a:xfrm>
              <a:off x="5265075" y="2649575"/>
              <a:ext cx="1775" cy="6000"/>
            </a:xfrm>
            <a:custGeom>
              <a:avLst/>
              <a:gdLst/>
              <a:ahLst/>
              <a:cxnLst/>
              <a:rect l="l" t="t" r="r" b="b"/>
              <a:pathLst>
                <a:path w="71" h="240" extrusionOk="0">
                  <a:moveTo>
                    <a:pt x="71" y="0"/>
                  </a:moveTo>
                  <a:cubicBezTo>
                    <a:pt x="17" y="33"/>
                    <a:pt x="1" y="87"/>
                    <a:pt x="1" y="153"/>
                  </a:cubicBezTo>
                  <a:cubicBezTo>
                    <a:pt x="1" y="190"/>
                    <a:pt x="38" y="223"/>
                    <a:pt x="54" y="239"/>
                  </a:cubicBezTo>
                  <a:cubicBezTo>
                    <a:pt x="71" y="173"/>
                    <a:pt x="71" y="87"/>
                    <a:pt x="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3" name="Google Shape;13033;p33"/>
            <p:cNvSpPr/>
            <p:nvPr/>
          </p:nvSpPr>
          <p:spPr>
            <a:xfrm>
              <a:off x="5201600" y="25503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66" y="1"/>
                    <a:pt x="50" y="22"/>
                    <a:pt x="33" y="55"/>
                  </a:cubicBezTo>
                  <a:cubicBezTo>
                    <a:pt x="17" y="71"/>
                    <a:pt x="0" y="104"/>
                    <a:pt x="17" y="141"/>
                  </a:cubicBezTo>
                  <a:cubicBezTo>
                    <a:pt x="17" y="174"/>
                    <a:pt x="33" y="207"/>
                    <a:pt x="50" y="228"/>
                  </a:cubicBezTo>
                  <a:cubicBezTo>
                    <a:pt x="66" y="261"/>
                    <a:pt x="103" y="261"/>
                    <a:pt x="136" y="261"/>
                  </a:cubicBezTo>
                  <a:cubicBezTo>
                    <a:pt x="186" y="244"/>
                    <a:pt x="239" y="174"/>
                    <a:pt x="223" y="104"/>
                  </a:cubicBezTo>
                  <a:cubicBezTo>
                    <a:pt x="223" y="71"/>
                    <a:pt x="206" y="38"/>
                    <a:pt x="186" y="22"/>
                  </a:cubicBezTo>
                  <a:cubicBezTo>
                    <a:pt x="169" y="22"/>
                    <a:pt x="16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4" name="Google Shape;13034;p33"/>
            <p:cNvSpPr/>
            <p:nvPr/>
          </p:nvSpPr>
          <p:spPr>
            <a:xfrm>
              <a:off x="5187375" y="2551550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21" y="0"/>
                  </a:moveTo>
                  <a:cubicBezTo>
                    <a:pt x="64" y="0"/>
                    <a:pt x="14" y="33"/>
                    <a:pt x="0" y="91"/>
                  </a:cubicBezTo>
                  <a:lnTo>
                    <a:pt x="0" y="141"/>
                  </a:lnTo>
                  <a:cubicBezTo>
                    <a:pt x="0" y="194"/>
                    <a:pt x="33" y="227"/>
                    <a:pt x="70" y="244"/>
                  </a:cubicBezTo>
                  <a:cubicBezTo>
                    <a:pt x="84" y="251"/>
                    <a:pt x="101" y="255"/>
                    <a:pt x="118" y="255"/>
                  </a:cubicBezTo>
                  <a:cubicBezTo>
                    <a:pt x="141" y="255"/>
                    <a:pt x="164" y="247"/>
                    <a:pt x="173" y="227"/>
                  </a:cubicBezTo>
                  <a:cubicBezTo>
                    <a:pt x="190" y="211"/>
                    <a:pt x="206" y="194"/>
                    <a:pt x="206" y="178"/>
                  </a:cubicBezTo>
                  <a:cubicBezTo>
                    <a:pt x="239" y="108"/>
                    <a:pt x="206" y="38"/>
                    <a:pt x="157" y="5"/>
                  </a:cubicBezTo>
                  <a:cubicBezTo>
                    <a:pt x="145" y="2"/>
                    <a:pt x="133" y="0"/>
                    <a:pt x="1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5" name="Google Shape;13035;p33"/>
            <p:cNvSpPr/>
            <p:nvPr/>
          </p:nvSpPr>
          <p:spPr>
            <a:xfrm>
              <a:off x="5190350" y="2537750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16" y="1"/>
                  </a:moveTo>
                  <a:cubicBezTo>
                    <a:pt x="74" y="1"/>
                    <a:pt x="33" y="25"/>
                    <a:pt x="17" y="74"/>
                  </a:cubicBezTo>
                  <a:cubicBezTo>
                    <a:pt x="1" y="144"/>
                    <a:pt x="17" y="231"/>
                    <a:pt x="87" y="247"/>
                  </a:cubicBezTo>
                  <a:cubicBezTo>
                    <a:pt x="87" y="264"/>
                    <a:pt x="104" y="264"/>
                    <a:pt x="120" y="264"/>
                  </a:cubicBezTo>
                  <a:cubicBezTo>
                    <a:pt x="174" y="247"/>
                    <a:pt x="207" y="231"/>
                    <a:pt x="223" y="177"/>
                  </a:cubicBezTo>
                  <a:cubicBezTo>
                    <a:pt x="244" y="128"/>
                    <a:pt x="223" y="74"/>
                    <a:pt x="207" y="41"/>
                  </a:cubicBezTo>
                  <a:cubicBezTo>
                    <a:pt x="190" y="25"/>
                    <a:pt x="174" y="8"/>
                    <a:pt x="157" y="8"/>
                  </a:cubicBezTo>
                  <a:cubicBezTo>
                    <a:pt x="144" y="3"/>
                    <a:pt x="130" y="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6" name="Google Shape;13036;p33"/>
            <p:cNvSpPr/>
            <p:nvPr/>
          </p:nvSpPr>
          <p:spPr>
            <a:xfrm>
              <a:off x="5155625" y="26044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66" y="0"/>
                    <a:pt x="50" y="21"/>
                    <a:pt x="33" y="54"/>
                  </a:cubicBezTo>
                  <a:cubicBezTo>
                    <a:pt x="17" y="87"/>
                    <a:pt x="0" y="124"/>
                    <a:pt x="0" y="157"/>
                  </a:cubicBezTo>
                  <a:cubicBezTo>
                    <a:pt x="17" y="190"/>
                    <a:pt x="33" y="227"/>
                    <a:pt x="50" y="244"/>
                  </a:cubicBezTo>
                  <a:cubicBezTo>
                    <a:pt x="66" y="260"/>
                    <a:pt x="103" y="260"/>
                    <a:pt x="136" y="260"/>
                  </a:cubicBezTo>
                  <a:cubicBezTo>
                    <a:pt x="190" y="244"/>
                    <a:pt x="239" y="190"/>
                    <a:pt x="223" y="104"/>
                  </a:cubicBezTo>
                  <a:cubicBezTo>
                    <a:pt x="223" y="71"/>
                    <a:pt x="206" y="54"/>
                    <a:pt x="190" y="21"/>
                  </a:cubicBezTo>
                  <a:lnTo>
                    <a:pt x="153" y="21"/>
                  </a:ln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7" name="Google Shape;13037;p33"/>
            <p:cNvSpPr/>
            <p:nvPr/>
          </p:nvSpPr>
          <p:spPr>
            <a:xfrm>
              <a:off x="5190350" y="2631525"/>
              <a:ext cx="5600" cy="6650"/>
            </a:xfrm>
            <a:custGeom>
              <a:avLst/>
              <a:gdLst/>
              <a:ahLst/>
              <a:cxnLst/>
              <a:rect l="l" t="t" r="r" b="b"/>
              <a:pathLst>
                <a:path w="224" h="266" extrusionOk="0">
                  <a:moveTo>
                    <a:pt x="104" y="1"/>
                  </a:moveTo>
                  <a:cubicBezTo>
                    <a:pt x="38" y="17"/>
                    <a:pt x="1" y="87"/>
                    <a:pt x="1" y="153"/>
                  </a:cubicBezTo>
                  <a:cubicBezTo>
                    <a:pt x="17" y="190"/>
                    <a:pt x="38" y="223"/>
                    <a:pt x="54" y="240"/>
                  </a:cubicBezTo>
                  <a:cubicBezTo>
                    <a:pt x="66" y="252"/>
                    <a:pt x="86" y="265"/>
                    <a:pt x="109" y="265"/>
                  </a:cubicBezTo>
                  <a:cubicBezTo>
                    <a:pt x="119" y="265"/>
                    <a:pt x="130" y="263"/>
                    <a:pt x="141" y="256"/>
                  </a:cubicBezTo>
                  <a:cubicBezTo>
                    <a:pt x="157" y="256"/>
                    <a:pt x="190" y="240"/>
                    <a:pt x="207" y="207"/>
                  </a:cubicBezTo>
                  <a:cubicBezTo>
                    <a:pt x="223" y="190"/>
                    <a:pt x="223" y="153"/>
                    <a:pt x="223" y="120"/>
                  </a:cubicBezTo>
                  <a:cubicBezTo>
                    <a:pt x="223" y="87"/>
                    <a:pt x="207" y="50"/>
                    <a:pt x="190" y="34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8" name="Google Shape;13038;p33"/>
            <p:cNvSpPr/>
            <p:nvPr/>
          </p:nvSpPr>
          <p:spPr>
            <a:xfrm>
              <a:off x="5188200" y="2505275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03" y="0"/>
                  </a:moveTo>
                  <a:cubicBezTo>
                    <a:pt x="70" y="0"/>
                    <a:pt x="54" y="17"/>
                    <a:pt x="37" y="50"/>
                  </a:cubicBezTo>
                  <a:cubicBezTo>
                    <a:pt x="21" y="87"/>
                    <a:pt x="0" y="120"/>
                    <a:pt x="21" y="153"/>
                  </a:cubicBezTo>
                  <a:cubicBezTo>
                    <a:pt x="21" y="190"/>
                    <a:pt x="37" y="206"/>
                    <a:pt x="54" y="239"/>
                  </a:cubicBezTo>
                  <a:cubicBezTo>
                    <a:pt x="87" y="256"/>
                    <a:pt x="103" y="256"/>
                    <a:pt x="140" y="256"/>
                  </a:cubicBezTo>
                  <a:cubicBezTo>
                    <a:pt x="206" y="239"/>
                    <a:pt x="243" y="173"/>
                    <a:pt x="227" y="103"/>
                  </a:cubicBezTo>
                  <a:cubicBezTo>
                    <a:pt x="227" y="70"/>
                    <a:pt x="206" y="50"/>
                    <a:pt x="190" y="17"/>
                  </a:cubicBezTo>
                  <a:cubicBezTo>
                    <a:pt x="173" y="17"/>
                    <a:pt x="173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9" name="Google Shape;13039;p33"/>
            <p:cNvSpPr/>
            <p:nvPr/>
          </p:nvSpPr>
          <p:spPr>
            <a:xfrm>
              <a:off x="5195925" y="252022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29" y="0"/>
                  </a:moveTo>
                  <a:cubicBezTo>
                    <a:pt x="82" y="0"/>
                    <a:pt x="35" y="33"/>
                    <a:pt x="21" y="91"/>
                  </a:cubicBezTo>
                  <a:cubicBezTo>
                    <a:pt x="0" y="157"/>
                    <a:pt x="21" y="227"/>
                    <a:pt x="87" y="243"/>
                  </a:cubicBezTo>
                  <a:cubicBezTo>
                    <a:pt x="103" y="260"/>
                    <a:pt x="124" y="260"/>
                    <a:pt x="141" y="260"/>
                  </a:cubicBezTo>
                  <a:cubicBezTo>
                    <a:pt x="174" y="260"/>
                    <a:pt x="207" y="227"/>
                    <a:pt x="227" y="173"/>
                  </a:cubicBezTo>
                  <a:cubicBezTo>
                    <a:pt x="244" y="124"/>
                    <a:pt x="227" y="70"/>
                    <a:pt x="207" y="37"/>
                  </a:cubicBezTo>
                  <a:cubicBezTo>
                    <a:pt x="190" y="37"/>
                    <a:pt x="174" y="21"/>
                    <a:pt x="157" y="4"/>
                  </a:cubicBezTo>
                  <a:cubicBezTo>
                    <a:pt x="148" y="1"/>
                    <a:pt x="138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0" name="Google Shape;13040;p33"/>
            <p:cNvSpPr/>
            <p:nvPr/>
          </p:nvSpPr>
          <p:spPr>
            <a:xfrm>
              <a:off x="5205400" y="2580500"/>
              <a:ext cx="6000" cy="6750"/>
            </a:xfrm>
            <a:custGeom>
              <a:avLst/>
              <a:gdLst/>
              <a:ahLst/>
              <a:cxnLst/>
              <a:rect l="l" t="t" r="r" b="b"/>
              <a:pathLst>
                <a:path w="240" h="270" extrusionOk="0">
                  <a:moveTo>
                    <a:pt x="119" y="0"/>
                  </a:moveTo>
                  <a:cubicBezTo>
                    <a:pt x="70" y="0"/>
                    <a:pt x="29" y="32"/>
                    <a:pt x="17" y="83"/>
                  </a:cubicBezTo>
                  <a:cubicBezTo>
                    <a:pt x="1" y="154"/>
                    <a:pt x="34" y="236"/>
                    <a:pt x="87" y="257"/>
                  </a:cubicBezTo>
                  <a:cubicBezTo>
                    <a:pt x="100" y="265"/>
                    <a:pt x="115" y="269"/>
                    <a:pt x="130" y="269"/>
                  </a:cubicBezTo>
                  <a:cubicBezTo>
                    <a:pt x="170" y="269"/>
                    <a:pt x="211" y="238"/>
                    <a:pt x="223" y="187"/>
                  </a:cubicBezTo>
                  <a:cubicBezTo>
                    <a:pt x="240" y="116"/>
                    <a:pt x="223" y="30"/>
                    <a:pt x="174" y="13"/>
                  </a:cubicBezTo>
                  <a:cubicBezTo>
                    <a:pt x="155" y="5"/>
                    <a:pt x="137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1" name="Google Shape;13041;p33"/>
            <p:cNvSpPr/>
            <p:nvPr/>
          </p:nvSpPr>
          <p:spPr>
            <a:xfrm>
              <a:off x="5191700" y="26160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50" y="17"/>
                    <a:pt x="0" y="87"/>
                    <a:pt x="17" y="153"/>
                  </a:cubicBezTo>
                  <a:cubicBezTo>
                    <a:pt x="31" y="213"/>
                    <a:pt x="72" y="260"/>
                    <a:pt x="114" y="260"/>
                  </a:cubicBezTo>
                  <a:cubicBezTo>
                    <a:pt x="122" y="260"/>
                    <a:pt x="129" y="259"/>
                    <a:pt x="136" y="256"/>
                  </a:cubicBezTo>
                  <a:cubicBezTo>
                    <a:pt x="169" y="256"/>
                    <a:pt x="206" y="240"/>
                    <a:pt x="223" y="207"/>
                  </a:cubicBezTo>
                  <a:cubicBezTo>
                    <a:pt x="239" y="190"/>
                    <a:pt x="239" y="153"/>
                    <a:pt x="239" y="120"/>
                  </a:cubicBezTo>
                  <a:cubicBezTo>
                    <a:pt x="223" y="87"/>
                    <a:pt x="223" y="50"/>
                    <a:pt x="190" y="33"/>
                  </a:cubicBezTo>
                  <a:cubicBezTo>
                    <a:pt x="190" y="17"/>
                    <a:pt x="169" y="17"/>
                    <a:pt x="169" y="17"/>
                  </a:cubicBezTo>
                  <a:cubicBezTo>
                    <a:pt x="153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2" name="Google Shape;13042;p33"/>
            <p:cNvSpPr/>
            <p:nvPr/>
          </p:nvSpPr>
          <p:spPr>
            <a:xfrm>
              <a:off x="5189950" y="2581600"/>
              <a:ext cx="6500" cy="6475"/>
            </a:xfrm>
            <a:custGeom>
              <a:avLst/>
              <a:gdLst/>
              <a:ahLst/>
              <a:cxnLst/>
              <a:rect l="l" t="t" r="r" b="b"/>
              <a:pathLst>
                <a:path w="260" h="259" extrusionOk="0">
                  <a:moveTo>
                    <a:pt x="141" y="1"/>
                  </a:moveTo>
                  <a:cubicBezTo>
                    <a:pt x="96" y="1"/>
                    <a:pt x="50" y="33"/>
                    <a:pt x="33" y="72"/>
                  </a:cubicBezTo>
                  <a:cubicBezTo>
                    <a:pt x="0" y="143"/>
                    <a:pt x="33" y="229"/>
                    <a:pt x="87" y="246"/>
                  </a:cubicBezTo>
                  <a:cubicBezTo>
                    <a:pt x="105" y="254"/>
                    <a:pt x="123" y="258"/>
                    <a:pt x="138" y="258"/>
                  </a:cubicBezTo>
                  <a:cubicBezTo>
                    <a:pt x="182" y="258"/>
                    <a:pt x="215" y="227"/>
                    <a:pt x="239" y="175"/>
                  </a:cubicBezTo>
                  <a:cubicBezTo>
                    <a:pt x="260" y="110"/>
                    <a:pt x="223" y="39"/>
                    <a:pt x="173" y="6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3" name="Google Shape;13043;p33"/>
            <p:cNvSpPr/>
            <p:nvPr/>
          </p:nvSpPr>
          <p:spPr>
            <a:xfrm>
              <a:off x="5206750" y="265947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3" y="0"/>
                  </a:moveTo>
                  <a:cubicBezTo>
                    <a:pt x="66" y="0"/>
                    <a:pt x="50" y="17"/>
                    <a:pt x="33" y="50"/>
                  </a:cubicBezTo>
                  <a:cubicBezTo>
                    <a:pt x="17" y="87"/>
                    <a:pt x="0" y="120"/>
                    <a:pt x="0" y="153"/>
                  </a:cubicBezTo>
                  <a:cubicBezTo>
                    <a:pt x="17" y="190"/>
                    <a:pt x="33" y="206"/>
                    <a:pt x="50" y="239"/>
                  </a:cubicBezTo>
                  <a:cubicBezTo>
                    <a:pt x="66" y="256"/>
                    <a:pt x="103" y="256"/>
                    <a:pt x="136" y="256"/>
                  </a:cubicBezTo>
                  <a:cubicBezTo>
                    <a:pt x="186" y="239"/>
                    <a:pt x="239" y="169"/>
                    <a:pt x="223" y="103"/>
                  </a:cubicBezTo>
                  <a:cubicBezTo>
                    <a:pt x="223" y="66"/>
                    <a:pt x="206" y="33"/>
                    <a:pt x="186" y="17"/>
                  </a:cubicBezTo>
                  <a:cubicBezTo>
                    <a:pt x="169" y="17"/>
                    <a:pt x="169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4" name="Google Shape;13044;p33"/>
            <p:cNvSpPr/>
            <p:nvPr/>
          </p:nvSpPr>
          <p:spPr>
            <a:xfrm>
              <a:off x="5210150" y="251970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7" y="0"/>
                  </a:moveTo>
                  <a:cubicBezTo>
                    <a:pt x="85" y="0"/>
                    <a:pt x="64" y="14"/>
                    <a:pt x="50" y="25"/>
                  </a:cubicBezTo>
                  <a:cubicBezTo>
                    <a:pt x="33" y="42"/>
                    <a:pt x="17" y="75"/>
                    <a:pt x="17" y="112"/>
                  </a:cubicBezTo>
                  <a:cubicBezTo>
                    <a:pt x="0" y="145"/>
                    <a:pt x="17" y="178"/>
                    <a:pt x="33" y="215"/>
                  </a:cubicBezTo>
                  <a:cubicBezTo>
                    <a:pt x="50" y="231"/>
                    <a:pt x="87" y="248"/>
                    <a:pt x="103" y="264"/>
                  </a:cubicBezTo>
                  <a:cubicBezTo>
                    <a:pt x="136" y="264"/>
                    <a:pt x="173" y="248"/>
                    <a:pt x="190" y="231"/>
                  </a:cubicBezTo>
                  <a:cubicBezTo>
                    <a:pt x="239" y="178"/>
                    <a:pt x="239" y="112"/>
                    <a:pt x="206" y="42"/>
                  </a:cubicBezTo>
                  <a:cubicBezTo>
                    <a:pt x="190" y="25"/>
                    <a:pt x="173" y="9"/>
                    <a:pt x="153" y="9"/>
                  </a:cubicBezTo>
                  <a:lnTo>
                    <a:pt x="136" y="9"/>
                  </a:lnTo>
                  <a:cubicBezTo>
                    <a:pt x="127" y="3"/>
                    <a:pt x="117" y="0"/>
                    <a:pt x="1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5" name="Google Shape;13045;p33"/>
            <p:cNvSpPr/>
            <p:nvPr/>
          </p:nvSpPr>
          <p:spPr>
            <a:xfrm>
              <a:off x="5207575" y="2563700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87" y="1"/>
                  </a:moveTo>
                  <a:cubicBezTo>
                    <a:pt x="70" y="17"/>
                    <a:pt x="50" y="17"/>
                    <a:pt x="33" y="34"/>
                  </a:cubicBezTo>
                  <a:cubicBezTo>
                    <a:pt x="0" y="67"/>
                    <a:pt x="0" y="121"/>
                    <a:pt x="0" y="153"/>
                  </a:cubicBezTo>
                  <a:cubicBezTo>
                    <a:pt x="0" y="186"/>
                    <a:pt x="17" y="224"/>
                    <a:pt x="50" y="240"/>
                  </a:cubicBezTo>
                  <a:cubicBezTo>
                    <a:pt x="64" y="252"/>
                    <a:pt x="85" y="263"/>
                    <a:pt x="102" y="263"/>
                  </a:cubicBezTo>
                  <a:cubicBezTo>
                    <a:pt x="109" y="263"/>
                    <a:pt x="115" y="261"/>
                    <a:pt x="120" y="257"/>
                  </a:cubicBezTo>
                  <a:cubicBezTo>
                    <a:pt x="190" y="257"/>
                    <a:pt x="223" y="186"/>
                    <a:pt x="223" y="121"/>
                  </a:cubicBezTo>
                  <a:cubicBezTo>
                    <a:pt x="206" y="67"/>
                    <a:pt x="190" y="34"/>
                    <a:pt x="153" y="17"/>
                  </a:cubicBezTo>
                  <a:cubicBezTo>
                    <a:pt x="136" y="1"/>
                    <a:pt x="103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6" name="Google Shape;13046;p33"/>
            <p:cNvSpPr/>
            <p:nvPr/>
          </p:nvSpPr>
          <p:spPr>
            <a:xfrm>
              <a:off x="5203650" y="2507850"/>
              <a:ext cx="2600" cy="2175"/>
            </a:xfrm>
            <a:custGeom>
              <a:avLst/>
              <a:gdLst/>
              <a:ahLst/>
              <a:cxnLst/>
              <a:rect l="l" t="t" r="r" b="b"/>
              <a:pathLst>
                <a:path w="104" h="87" extrusionOk="0">
                  <a:moveTo>
                    <a:pt x="1" y="0"/>
                  </a:moveTo>
                  <a:lnTo>
                    <a:pt x="1" y="0"/>
                  </a:lnTo>
                  <a:cubicBezTo>
                    <a:pt x="21" y="33"/>
                    <a:pt x="38" y="50"/>
                    <a:pt x="54" y="70"/>
                  </a:cubicBezTo>
                  <a:cubicBezTo>
                    <a:pt x="71" y="87"/>
                    <a:pt x="87" y="87"/>
                    <a:pt x="104" y="87"/>
                  </a:cubicBezTo>
                  <a:cubicBezTo>
                    <a:pt x="71" y="70"/>
                    <a:pt x="38" y="33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7" name="Google Shape;13047;p33"/>
            <p:cNvSpPr/>
            <p:nvPr/>
          </p:nvSpPr>
          <p:spPr>
            <a:xfrm>
              <a:off x="5198075" y="2596175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29" y="1"/>
                  </a:moveTo>
                  <a:cubicBezTo>
                    <a:pt x="83" y="1"/>
                    <a:pt x="35" y="33"/>
                    <a:pt x="17" y="91"/>
                  </a:cubicBezTo>
                  <a:cubicBezTo>
                    <a:pt x="1" y="161"/>
                    <a:pt x="17" y="227"/>
                    <a:pt x="88" y="248"/>
                  </a:cubicBezTo>
                  <a:cubicBezTo>
                    <a:pt x="102" y="257"/>
                    <a:pt x="117" y="261"/>
                    <a:pt x="132" y="261"/>
                  </a:cubicBezTo>
                  <a:cubicBezTo>
                    <a:pt x="173" y="261"/>
                    <a:pt x="211" y="229"/>
                    <a:pt x="224" y="178"/>
                  </a:cubicBezTo>
                  <a:cubicBezTo>
                    <a:pt x="244" y="108"/>
                    <a:pt x="224" y="42"/>
                    <a:pt x="158" y="5"/>
                  </a:cubicBezTo>
                  <a:cubicBezTo>
                    <a:pt x="148" y="2"/>
                    <a:pt x="139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8" name="Google Shape;13048;p33"/>
            <p:cNvSpPr/>
            <p:nvPr/>
          </p:nvSpPr>
          <p:spPr>
            <a:xfrm>
              <a:off x="5194675" y="2566700"/>
              <a:ext cx="6025" cy="6425"/>
            </a:xfrm>
            <a:custGeom>
              <a:avLst/>
              <a:gdLst/>
              <a:ahLst/>
              <a:cxnLst/>
              <a:rect l="l" t="t" r="r" b="b"/>
              <a:pathLst>
                <a:path w="241" h="257" extrusionOk="0">
                  <a:moveTo>
                    <a:pt x="137" y="1"/>
                  </a:moveTo>
                  <a:cubicBezTo>
                    <a:pt x="104" y="1"/>
                    <a:pt x="71" y="1"/>
                    <a:pt x="50" y="33"/>
                  </a:cubicBezTo>
                  <a:cubicBezTo>
                    <a:pt x="1" y="66"/>
                    <a:pt x="1" y="153"/>
                    <a:pt x="34" y="207"/>
                  </a:cubicBezTo>
                  <a:cubicBezTo>
                    <a:pt x="50" y="240"/>
                    <a:pt x="87" y="256"/>
                    <a:pt x="104" y="256"/>
                  </a:cubicBezTo>
                  <a:cubicBezTo>
                    <a:pt x="137" y="256"/>
                    <a:pt x="174" y="256"/>
                    <a:pt x="191" y="223"/>
                  </a:cubicBezTo>
                  <a:cubicBezTo>
                    <a:pt x="207" y="207"/>
                    <a:pt x="224" y="170"/>
                    <a:pt x="224" y="137"/>
                  </a:cubicBezTo>
                  <a:cubicBezTo>
                    <a:pt x="240" y="104"/>
                    <a:pt x="224" y="66"/>
                    <a:pt x="207" y="50"/>
                  </a:cubicBezTo>
                  <a:cubicBezTo>
                    <a:pt x="191" y="33"/>
                    <a:pt x="174" y="17"/>
                    <a:pt x="153" y="17"/>
                  </a:cubicBezTo>
                  <a:cubicBezTo>
                    <a:pt x="153" y="1"/>
                    <a:pt x="137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9" name="Google Shape;13049;p33"/>
            <p:cNvSpPr/>
            <p:nvPr/>
          </p:nvSpPr>
          <p:spPr>
            <a:xfrm>
              <a:off x="5199025" y="2644000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103" y="1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17" y="190"/>
                    <a:pt x="17" y="223"/>
                    <a:pt x="50" y="240"/>
                  </a:cubicBezTo>
                  <a:cubicBezTo>
                    <a:pt x="66" y="256"/>
                    <a:pt x="103" y="256"/>
                    <a:pt x="136" y="256"/>
                  </a:cubicBezTo>
                  <a:cubicBezTo>
                    <a:pt x="153" y="256"/>
                    <a:pt x="186" y="240"/>
                    <a:pt x="206" y="207"/>
                  </a:cubicBezTo>
                  <a:cubicBezTo>
                    <a:pt x="223" y="170"/>
                    <a:pt x="223" y="137"/>
                    <a:pt x="223" y="104"/>
                  </a:cubicBezTo>
                  <a:cubicBezTo>
                    <a:pt x="223" y="67"/>
                    <a:pt x="206" y="50"/>
                    <a:pt x="169" y="17"/>
                  </a:cubicBezTo>
                  <a:lnTo>
                    <a:pt x="153" y="17"/>
                  </a:ln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0" name="Google Shape;13050;p33"/>
            <p:cNvSpPr/>
            <p:nvPr/>
          </p:nvSpPr>
          <p:spPr>
            <a:xfrm>
              <a:off x="5202000" y="26765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87" y="1"/>
                    <a:pt x="87" y="1"/>
                    <a:pt x="67" y="21"/>
                  </a:cubicBezTo>
                  <a:cubicBezTo>
                    <a:pt x="34" y="38"/>
                    <a:pt x="1" y="87"/>
                    <a:pt x="17" y="157"/>
                  </a:cubicBezTo>
                  <a:cubicBezTo>
                    <a:pt x="17" y="190"/>
                    <a:pt x="34" y="227"/>
                    <a:pt x="50" y="244"/>
                  </a:cubicBezTo>
                  <a:cubicBezTo>
                    <a:pt x="87" y="260"/>
                    <a:pt x="104" y="260"/>
                    <a:pt x="137" y="260"/>
                  </a:cubicBezTo>
                  <a:cubicBezTo>
                    <a:pt x="190" y="244"/>
                    <a:pt x="240" y="190"/>
                    <a:pt x="223" y="104"/>
                  </a:cubicBezTo>
                  <a:lnTo>
                    <a:pt x="223" y="71"/>
                  </a:lnTo>
                  <a:cubicBezTo>
                    <a:pt x="207" y="54"/>
                    <a:pt x="190" y="21"/>
                    <a:pt x="153" y="21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1" name="Google Shape;13051;p33"/>
            <p:cNvSpPr/>
            <p:nvPr/>
          </p:nvSpPr>
          <p:spPr>
            <a:xfrm>
              <a:off x="5183975" y="25241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50" y="17"/>
                    <a:pt x="0" y="71"/>
                    <a:pt x="17" y="157"/>
                  </a:cubicBezTo>
                  <a:cubicBezTo>
                    <a:pt x="17" y="190"/>
                    <a:pt x="33" y="207"/>
                    <a:pt x="50" y="223"/>
                  </a:cubicBezTo>
                  <a:cubicBezTo>
                    <a:pt x="87" y="261"/>
                    <a:pt x="103" y="261"/>
                    <a:pt x="136" y="261"/>
                  </a:cubicBezTo>
                  <a:cubicBezTo>
                    <a:pt x="169" y="261"/>
                    <a:pt x="190" y="223"/>
                    <a:pt x="206" y="207"/>
                  </a:cubicBezTo>
                  <a:cubicBezTo>
                    <a:pt x="223" y="174"/>
                    <a:pt x="239" y="141"/>
                    <a:pt x="223" y="104"/>
                  </a:cubicBezTo>
                  <a:cubicBezTo>
                    <a:pt x="223" y="71"/>
                    <a:pt x="206" y="38"/>
                    <a:pt x="190" y="17"/>
                  </a:cubicBezTo>
                  <a:cubicBezTo>
                    <a:pt x="169" y="17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2" name="Google Shape;13052;p33"/>
            <p:cNvSpPr/>
            <p:nvPr/>
          </p:nvSpPr>
          <p:spPr>
            <a:xfrm>
              <a:off x="5157275" y="2680800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39" y="1"/>
                  </a:moveTo>
                  <a:cubicBezTo>
                    <a:pt x="87" y="1"/>
                    <a:pt x="48" y="33"/>
                    <a:pt x="21" y="91"/>
                  </a:cubicBezTo>
                  <a:cubicBezTo>
                    <a:pt x="0" y="141"/>
                    <a:pt x="37" y="227"/>
                    <a:pt x="87" y="244"/>
                  </a:cubicBezTo>
                  <a:cubicBezTo>
                    <a:pt x="101" y="254"/>
                    <a:pt x="117" y="259"/>
                    <a:pt x="132" y="259"/>
                  </a:cubicBezTo>
                  <a:cubicBezTo>
                    <a:pt x="173" y="259"/>
                    <a:pt x="212" y="226"/>
                    <a:pt x="227" y="178"/>
                  </a:cubicBezTo>
                  <a:cubicBezTo>
                    <a:pt x="260" y="108"/>
                    <a:pt x="227" y="38"/>
                    <a:pt x="173" y="5"/>
                  </a:cubicBezTo>
                  <a:cubicBezTo>
                    <a:pt x="162" y="2"/>
                    <a:pt x="150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3" name="Google Shape;13053;p33"/>
            <p:cNvSpPr/>
            <p:nvPr/>
          </p:nvSpPr>
          <p:spPr>
            <a:xfrm>
              <a:off x="5146950" y="2574925"/>
              <a:ext cx="6125" cy="6700"/>
            </a:xfrm>
            <a:custGeom>
              <a:avLst/>
              <a:gdLst/>
              <a:ahLst/>
              <a:cxnLst/>
              <a:rect l="l" t="t" r="r" b="b"/>
              <a:pathLst>
                <a:path w="245" h="268" extrusionOk="0">
                  <a:moveTo>
                    <a:pt x="114" y="1"/>
                  </a:moveTo>
                  <a:cubicBezTo>
                    <a:pt x="73" y="1"/>
                    <a:pt x="34" y="32"/>
                    <a:pt x="22" y="84"/>
                  </a:cubicBezTo>
                  <a:cubicBezTo>
                    <a:pt x="1" y="150"/>
                    <a:pt x="22" y="236"/>
                    <a:pt x="88" y="253"/>
                  </a:cubicBezTo>
                  <a:cubicBezTo>
                    <a:pt x="102" y="263"/>
                    <a:pt x="118" y="268"/>
                    <a:pt x="133" y="268"/>
                  </a:cubicBezTo>
                  <a:cubicBezTo>
                    <a:pt x="174" y="268"/>
                    <a:pt x="213" y="235"/>
                    <a:pt x="228" y="187"/>
                  </a:cubicBezTo>
                  <a:cubicBezTo>
                    <a:pt x="244" y="117"/>
                    <a:pt x="207" y="30"/>
                    <a:pt x="158" y="14"/>
                  </a:cubicBezTo>
                  <a:cubicBezTo>
                    <a:pt x="143" y="5"/>
                    <a:pt x="128" y="1"/>
                    <a:pt x="1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4" name="Google Shape;13054;p33"/>
            <p:cNvSpPr/>
            <p:nvPr/>
          </p:nvSpPr>
          <p:spPr>
            <a:xfrm>
              <a:off x="5151300" y="2623400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103" y="0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17" y="190"/>
                    <a:pt x="33" y="206"/>
                    <a:pt x="54" y="239"/>
                  </a:cubicBezTo>
                  <a:cubicBezTo>
                    <a:pt x="70" y="256"/>
                    <a:pt x="103" y="256"/>
                    <a:pt x="136" y="256"/>
                  </a:cubicBezTo>
                  <a:cubicBezTo>
                    <a:pt x="157" y="256"/>
                    <a:pt x="190" y="239"/>
                    <a:pt x="206" y="206"/>
                  </a:cubicBezTo>
                  <a:cubicBezTo>
                    <a:pt x="223" y="169"/>
                    <a:pt x="223" y="136"/>
                    <a:pt x="223" y="103"/>
                  </a:cubicBezTo>
                  <a:cubicBezTo>
                    <a:pt x="223" y="66"/>
                    <a:pt x="206" y="50"/>
                    <a:pt x="190" y="17"/>
                  </a:cubicBezTo>
                  <a:cubicBezTo>
                    <a:pt x="173" y="17"/>
                    <a:pt x="173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5" name="Google Shape;13055;p33"/>
            <p:cNvSpPr/>
            <p:nvPr/>
          </p:nvSpPr>
          <p:spPr>
            <a:xfrm>
              <a:off x="5154700" y="2650700"/>
              <a:ext cx="5675" cy="6775"/>
            </a:xfrm>
            <a:custGeom>
              <a:avLst/>
              <a:gdLst/>
              <a:ahLst/>
              <a:cxnLst/>
              <a:rect l="l" t="t" r="r" b="b"/>
              <a:pathLst>
                <a:path w="227" h="271" extrusionOk="0">
                  <a:moveTo>
                    <a:pt x="114" y="1"/>
                  </a:moveTo>
                  <a:cubicBezTo>
                    <a:pt x="67" y="1"/>
                    <a:pt x="18" y="36"/>
                    <a:pt x="0" y="91"/>
                  </a:cubicBezTo>
                  <a:lnTo>
                    <a:pt x="0" y="145"/>
                  </a:lnTo>
                  <a:cubicBezTo>
                    <a:pt x="0" y="194"/>
                    <a:pt x="21" y="232"/>
                    <a:pt x="70" y="265"/>
                  </a:cubicBezTo>
                  <a:cubicBezTo>
                    <a:pt x="79" y="269"/>
                    <a:pt x="89" y="271"/>
                    <a:pt x="100" y="271"/>
                  </a:cubicBezTo>
                  <a:cubicBezTo>
                    <a:pt x="129" y="271"/>
                    <a:pt x="161" y="256"/>
                    <a:pt x="173" y="232"/>
                  </a:cubicBezTo>
                  <a:cubicBezTo>
                    <a:pt x="190" y="211"/>
                    <a:pt x="206" y="194"/>
                    <a:pt x="206" y="178"/>
                  </a:cubicBezTo>
                  <a:cubicBezTo>
                    <a:pt x="227" y="108"/>
                    <a:pt x="206" y="42"/>
                    <a:pt x="140" y="5"/>
                  </a:cubicBezTo>
                  <a:cubicBezTo>
                    <a:pt x="132" y="2"/>
                    <a:pt x="123" y="1"/>
                    <a:pt x="1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6" name="Google Shape;13056;p33"/>
            <p:cNvSpPr/>
            <p:nvPr/>
          </p:nvSpPr>
          <p:spPr>
            <a:xfrm>
              <a:off x="5146150" y="25443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103" y="1"/>
                    <a:pt x="70" y="17"/>
                    <a:pt x="54" y="34"/>
                  </a:cubicBezTo>
                  <a:cubicBezTo>
                    <a:pt x="0" y="71"/>
                    <a:pt x="0" y="158"/>
                    <a:pt x="33" y="207"/>
                  </a:cubicBezTo>
                  <a:cubicBezTo>
                    <a:pt x="54" y="240"/>
                    <a:pt x="87" y="261"/>
                    <a:pt x="103" y="261"/>
                  </a:cubicBezTo>
                  <a:cubicBezTo>
                    <a:pt x="136" y="261"/>
                    <a:pt x="173" y="261"/>
                    <a:pt x="190" y="240"/>
                  </a:cubicBezTo>
                  <a:cubicBezTo>
                    <a:pt x="239" y="191"/>
                    <a:pt x="239" y="104"/>
                    <a:pt x="206" y="54"/>
                  </a:cubicBezTo>
                  <a:cubicBezTo>
                    <a:pt x="190" y="34"/>
                    <a:pt x="190" y="17"/>
                    <a:pt x="173" y="17"/>
                  </a:cubicBezTo>
                  <a:cubicBezTo>
                    <a:pt x="157" y="1"/>
                    <a:pt x="136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7" name="Google Shape;13057;p33"/>
            <p:cNvSpPr/>
            <p:nvPr/>
          </p:nvSpPr>
          <p:spPr>
            <a:xfrm>
              <a:off x="5151300" y="2528575"/>
              <a:ext cx="6000" cy="6825"/>
            </a:xfrm>
            <a:custGeom>
              <a:avLst/>
              <a:gdLst/>
              <a:ahLst/>
              <a:cxnLst/>
              <a:rect l="l" t="t" r="r" b="b"/>
              <a:pathLst>
                <a:path w="240" h="273" extrusionOk="0">
                  <a:moveTo>
                    <a:pt x="128" y="0"/>
                  </a:moveTo>
                  <a:cubicBezTo>
                    <a:pt x="120" y="0"/>
                    <a:pt x="111" y="4"/>
                    <a:pt x="103" y="12"/>
                  </a:cubicBezTo>
                  <a:cubicBezTo>
                    <a:pt x="54" y="12"/>
                    <a:pt x="0" y="83"/>
                    <a:pt x="17" y="148"/>
                  </a:cubicBezTo>
                  <a:cubicBezTo>
                    <a:pt x="17" y="186"/>
                    <a:pt x="33" y="219"/>
                    <a:pt x="54" y="235"/>
                  </a:cubicBezTo>
                  <a:cubicBezTo>
                    <a:pt x="87" y="252"/>
                    <a:pt x="103" y="272"/>
                    <a:pt x="136" y="272"/>
                  </a:cubicBezTo>
                  <a:cubicBezTo>
                    <a:pt x="206" y="252"/>
                    <a:pt x="239" y="186"/>
                    <a:pt x="223" y="115"/>
                  </a:cubicBezTo>
                  <a:cubicBezTo>
                    <a:pt x="223" y="83"/>
                    <a:pt x="206" y="45"/>
                    <a:pt x="190" y="29"/>
                  </a:cubicBezTo>
                  <a:cubicBezTo>
                    <a:pt x="173" y="29"/>
                    <a:pt x="173" y="12"/>
                    <a:pt x="157" y="12"/>
                  </a:cubicBezTo>
                  <a:cubicBezTo>
                    <a:pt x="147" y="4"/>
                    <a:pt x="137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8" name="Google Shape;13058;p33"/>
            <p:cNvSpPr/>
            <p:nvPr/>
          </p:nvSpPr>
          <p:spPr>
            <a:xfrm>
              <a:off x="5151300" y="2483600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32" y="1"/>
                  </a:moveTo>
                  <a:cubicBezTo>
                    <a:pt x="124" y="1"/>
                    <a:pt x="114" y="3"/>
                    <a:pt x="103" y="10"/>
                  </a:cubicBezTo>
                  <a:cubicBezTo>
                    <a:pt x="54" y="10"/>
                    <a:pt x="0" y="76"/>
                    <a:pt x="17" y="146"/>
                  </a:cubicBezTo>
                  <a:cubicBezTo>
                    <a:pt x="33" y="216"/>
                    <a:pt x="87" y="265"/>
                    <a:pt x="136" y="265"/>
                  </a:cubicBezTo>
                  <a:cubicBezTo>
                    <a:pt x="173" y="249"/>
                    <a:pt x="206" y="232"/>
                    <a:pt x="223" y="216"/>
                  </a:cubicBezTo>
                  <a:cubicBezTo>
                    <a:pt x="239" y="179"/>
                    <a:pt x="239" y="146"/>
                    <a:pt x="239" y="113"/>
                  </a:cubicBezTo>
                  <a:cubicBezTo>
                    <a:pt x="223" y="76"/>
                    <a:pt x="223" y="43"/>
                    <a:pt x="190" y="26"/>
                  </a:cubicBezTo>
                  <a:lnTo>
                    <a:pt x="173" y="10"/>
                  </a:lnTo>
                  <a:cubicBezTo>
                    <a:pt x="162" y="10"/>
                    <a:pt x="149" y="1"/>
                    <a:pt x="1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9" name="Google Shape;13059;p33"/>
            <p:cNvSpPr/>
            <p:nvPr/>
          </p:nvSpPr>
          <p:spPr>
            <a:xfrm>
              <a:off x="5150050" y="2499050"/>
              <a:ext cx="5600" cy="6650"/>
            </a:xfrm>
            <a:custGeom>
              <a:avLst/>
              <a:gdLst/>
              <a:ahLst/>
              <a:cxnLst/>
              <a:rect l="l" t="t" r="r" b="b"/>
              <a:pathLst>
                <a:path w="224" h="266" extrusionOk="0">
                  <a:moveTo>
                    <a:pt x="120" y="1"/>
                  </a:moveTo>
                  <a:cubicBezTo>
                    <a:pt x="115" y="1"/>
                    <a:pt x="109" y="3"/>
                    <a:pt x="104" y="10"/>
                  </a:cubicBezTo>
                  <a:cubicBezTo>
                    <a:pt x="34" y="10"/>
                    <a:pt x="1" y="76"/>
                    <a:pt x="1" y="146"/>
                  </a:cubicBezTo>
                  <a:cubicBezTo>
                    <a:pt x="17" y="179"/>
                    <a:pt x="34" y="216"/>
                    <a:pt x="50" y="233"/>
                  </a:cubicBezTo>
                  <a:cubicBezTo>
                    <a:pt x="67" y="249"/>
                    <a:pt x="104" y="266"/>
                    <a:pt x="137" y="266"/>
                  </a:cubicBezTo>
                  <a:cubicBezTo>
                    <a:pt x="170" y="249"/>
                    <a:pt x="186" y="233"/>
                    <a:pt x="207" y="216"/>
                  </a:cubicBezTo>
                  <a:cubicBezTo>
                    <a:pt x="223" y="179"/>
                    <a:pt x="223" y="146"/>
                    <a:pt x="223" y="113"/>
                  </a:cubicBezTo>
                  <a:cubicBezTo>
                    <a:pt x="223" y="76"/>
                    <a:pt x="207" y="43"/>
                    <a:pt x="186" y="27"/>
                  </a:cubicBezTo>
                  <a:cubicBezTo>
                    <a:pt x="170" y="27"/>
                    <a:pt x="170" y="10"/>
                    <a:pt x="153" y="10"/>
                  </a:cubicBezTo>
                  <a:cubicBezTo>
                    <a:pt x="142" y="10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0" name="Google Shape;13060;p33"/>
            <p:cNvSpPr/>
            <p:nvPr/>
          </p:nvSpPr>
          <p:spPr>
            <a:xfrm>
              <a:off x="5206750" y="25346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31" y="0"/>
                  </a:moveTo>
                  <a:cubicBezTo>
                    <a:pt x="123" y="0"/>
                    <a:pt x="114" y="2"/>
                    <a:pt x="103" y="8"/>
                  </a:cubicBezTo>
                  <a:cubicBezTo>
                    <a:pt x="50" y="8"/>
                    <a:pt x="0" y="78"/>
                    <a:pt x="17" y="148"/>
                  </a:cubicBezTo>
                  <a:cubicBezTo>
                    <a:pt x="17" y="181"/>
                    <a:pt x="33" y="214"/>
                    <a:pt x="66" y="234"/>
                  </a:cubicBezTo>
                  <a:cubicBezTo>
                    <a:pt x="83" y="251"/>
                    <a:pt x="120" y="267"/>
                    <a:pt x="136" y="267"/>
                  </a:cubicBezTo>
                  <a:cubicBezTo>
                    <a:pt x="206" y="251"/>
                    <a:pt x="239" y="181"/>
                    <a:pt x="239" y="111"/>
                  </a:cubicBezTo>
                  <a:cubicBezTo>
                    <a:pt x="223" y="61"/>
                    <a:pt x="206" y="28"/>
                    <a:pt x="169" y="8"/>
                  </a:cubicBezTo>
                  <a:cubicBezTo>
                    <a:pt x="158" y="8"/>
                    <a:pt x="147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1" name="Google Shape;13061;p33"/>
            <p:cNvSpPr/>
            <p:nvPr/>
          </p:nvSpPr>
          <p:spPr>
            <a:xfrm>
              <a:off x="5177050" y="25391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1"/>
                  </a:moveTo>
                  <a:cubicBezTo>
                    <a:pt x="104" y="1"/>
                    <a:pt x="71" y="1"/>
                    <a:pt x="54" y="17"/>
                  </a:cubicBezTo>
                  <a:cubicBezTo>
                    <a:pt x="1" y="71"/>
                    <a:pt x="1" y="157"/>
                    <a:pt x="34" y="207"/>
                  </a:cubicBezTo>
                  <a:cubicBezTo>
                    <a:pt x="54" y="240"/>
                    <a:pt x="87" y="260"/>
                    <a:pt x="104" y="260"/>
                  </a:cubicBezTo>
                  <a:cubicBezTo>
                    <a:pt x="137" y="260"/>
                    <a:pt x="174" y="260"/>
                    <a:pt x="191" y="223"/>
                  </a:cubicBezTo>
                  <a:cubicBezTo>
                    <a:pt x="224" y="207"/>
                    <a:pt x="224" y="174"/>
                    <a:pt x="240" y="137"/>
                  </a:cubicBezTo>
                  <a:cubicBezTo>
                    <a:pt x="240" y="104"/>
                    <a:pt x="224" y="71"/>
                    <a:pt x="207" y="54"/>
                  </a:cubicBezTo>
                  <a:cubicBezTo>
                    <a:pt x="191" y="34"/>
                    <a:pt x="191" y="17"/>
                    <a:pt x="1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2" name="Google Shape;13062;p33"/>
            <p:cNvSpPr/>
            <p:nvPr/>
          </p:nvSpPr>
          <p:spPr>
            <a:xfrm>
              <a:off x="5216125" y="2547325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41" y="0"/>
                  </a:moveTo>
                  <a:cubicBezTo>
                    <a:pt x="120" y="0"/>
                    <a:pt x="87" y="17"/>
                    <a:pt x="71" y="38"/>
                  </a:cubicBezTo>
                  <a:cubicBezTo>
                    <a:pt x="17" y="87"/>
                    <a:pt x="0" y="157"/>
                    <a:pt x="54" y="223"/>
                  </a:cubicBezTo>
                  <a:cubicBezTo>
                    <a:pt x="71" y="244"/>
                    <a:pt x="87" y="260"/>
                    <a:pt x="120" y="260"/>
                  </a:cubicBezTo>
                  <a:cubicBezTo>
                    <a:pt x="131" y="265"/>
                    <a:pt x="140" y="267"/>
                    <a:pt x="148" y="267"/>
                  </a:cubicBezTo>
                  <a:cubicBezTo>
                    <a:pt x="168" y="267"/>
                    <a:pt x="183" y="255"/>
                    <a:pt x="207" y="244"/>
                  </a:cubicBezTo>
                  <a:cubicBezTo>
                    <a:pt x="223" y="223"/>
                    <a:pt x="244" y="190"/>
                    <a:pt x="244" y="157"/>
                  </a:cubicBezTo>
                  <a:cubicBezTo>
                    <a:pt x="244" y="120"/>
                    <a:pt x="244" y="87"/>
                    <a:pt x="223" y="54"/>
                  </a:cubicBezTo>
                  <a:cubicBezTo>
                    <a:pt x="207" y="38"/>
                    <a:pt x="190" y="17"/>
                    <a:pt x="174" y="17"/>
                  </a:cubicBezTo>
                  <a:cubicBezTo>
                    <a:pt x="157" y="17"/>
                    <a:pt x="157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3" name="Google Shape;13063;p33"/>
            <p:cNvSpPr/>
            <p:nvPr/>
          </p:nvSpPr>
          <p:spPr>
            <a:xfrm>
              <a:off x="5205000" y="2627200"/>
              <a:ext cx="6400" cy="6525"/>
            </a:xfrm>
            <a:custGeom>
              <a:avLst/>
              <a:gdLst/>
              <a:ahLst/>
              <a:cxnLst/>
              <a:rect l="l" t="t" r="r" b="b"/>
              <a:pathLst>
                <a:path w="256" h="261" extrusionOk="0">
                  <a:moveTo>
                    <a:pt x="136" y="1"/>
                  </a:moveTo>
                  <a:cubicBezTo>
                    <a:pt x="120" y="1"/>
                    <a:pt x="87" y="17"/>
                    <a:pt x="70" y="38"/>
                  </a:cubicBezTo>
                  <a:cubicBezTo>
                    <a:pt x="17" y="71"/>
                    <a:pt x="0" y="157"/>
                    <a:pt x="50" y="207"/>
                  </a:cubicBezTo>
                  <a:cubicBezTo>
                    <a:pt x="70" y="244"/>
                    <a:pt x="87" y="260"/>
                    <a:pt x="120" y="260"/>
                  </a:cubicBezTo>
                  <a:cubicBezTo>
                    <a:pt x="153" y="260"/>
                    <a:pt x="173" y="260"/>
                    <a:pt x="206" y="244"/>
                  </a:cubicBezTo>
                  <a:cubicBezTo>
                    <a:pt x="256" y="190"/>
                    <a:pt x="256" y="104"/>
                    <a:pt x="223" y="54"/>
                  </a:cubicBezTo>
                  <a:cubicBezTo>
                    <a:pt x="206" y="38"/>
                    <a:pt x="190" y="17"/>
                    <a:pt x="173" y="17"/>
                  </a:cubicBezTo>
                  <a:cubicBezTo>
                    <a:pt x="173" y="1"/>
                    <a:pt x="15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4" name="Google Shape;13064;p33"/>
            <p:cNvSpPr/>
            <p:nvPr/>
          </p:nvSpPr>
          <p:spPr>
            <a:xfrm>
              <a:off x="5205825" y="2611150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116" y="0"/>
                  </a:moveTo>
                  <a:cubicBezTo>
                    <a:pt x="107" y="0"/>
                    <a:pt x="98" y="2"/>
                    <a:pt x="87" y="8"/>
                  </a:cubicBezTo>
                  <a:cubicBezTo>
                    <a:pt x="37" y="8"/>
                    <a:pt x="0" y="78"/>
                    <a:pt x="0" y="144"/>
                  </a:cubicBezTo>
                  <a:cubicBezTo>
                    <a:pt x="0" y="181"/>
                    <a:pt x="17" y="214"/>
                    <a:pt x="54" y="230"/>
                  </a:cubicBezTo>
                  <a:cubicBezTo>
                    <a:pt x="70" y="247"/>
                    <a:pt x="103" y="267"/>
                    <a:pt x="120" y="267"/>
                  </a:cubicBezTo>
                  <a:cubicBezTo>
                    <a:pt x="190" y="247"/>
                    <a:pt x="223" y="181"/>
                    <a:pt x="223" y="111"/>
                  </a:cubicBezTo>
                  <a:cubicBezTo>
                    <a:pt x="223" y="78"/>
                    <a:pt x="206" y="41"/>
                    <a:pt x="173" y="24"/>
                  </a:cubicBezTo>
                  <a:lnTo>
                    <a:pt x="157" y="8"/>
                  </a:lnTo>
                  <a:cubicBezTo>
                    <a:pt x="146" y="8"/>
                    <a:pt x="133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5" name="Google Shape;13065;p33"/>
            <p:cNvSpPr/>
            <p:nvPr/>
          </p:nvSpPr>
          <p:spPr>
            <a:xfrm>
              <a:off x="5159850" y="2587325"/>
              <a:ext cx="6525" cy="6525"/>
            </a:xfrm>
            <a:custGeom>
              <a:avLst/>
              <a:gdLst/>
              <a:ahLst/>
              <a:cxnLst/>
              <a:rect l="l" t="t" r="r" b="b"/>
              <a:pathLst>
                <a:path w="261" h="261" extrusionOk="0">
                  <a:moveTo>
                    <a:pt x="141" y="0"/>
                  </a:moveTo>
                  <a:cubicBezTo>
                    <a:pt x="103" y="0"/>
                    <a:pt x="87" y="17"/>
                    <a:pt x="54" y="33"/>
                  </a:cubicBezTo>
                  <a:cubicBezTo>
                    <a:pt x="21" y="66"/>
                    <a:pt x="0" y="153"/>
                    <a:pt x="37" y="206"/>
                  </a:cubicBezTo>
                  <a:cubicBezTo>
                    <a:pt x="66" y="245"/>
                    <a:pt x="102" y="261"/>
                    <a:pt x="134" y="261"/>
                  </a:cubicBezTo>
                  <a:cubicBezTo>
                    <a:pt x="156" y="261"/>
                    <a:pt x="176" y="253"/>
                    <a:pt x="190" y="239"/>
                  </a:cubicBezTo>
                  <a:cubicBezTo>
                    <a:pt x="244" y="190"/>
                    <a:pt x="260" y="103"/>
                    <a:pt x="206" y="50"/>
                  </a:cubicBezTo>
                  <a:cubicBezTo>
                    <a:pt x="206" y="33"/>
                    <a:pt x="190" y="17"/>
                    <a:pt x="174" y="17"/>
                  </a:cubicBezTo>
                  <a:cubicBezTo>
                    <a:pt x="157" y="0"/>
                    <a:pt x="157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6" name="Google Shape;13066;p33"/>
            <p:cNvSpPr/>
            <p:nvPr/>
          </p:nvSpPr>
          <p:spPr>
            <a:xfrm>
              <a:off x="5157275" y="2637000"/>
              <a:ext cx="6525" cy="6625"/>
            </a:xfrm>
            <a:custGeom>
              <a:avLst/>
              <a:gdLst/>
              <a:ahLst/>
              <a:cxnLst/>
              <a:rect l="l" t="t" r="r" b="b"/>
              <a:pathLst>
                <a:path w="261" h="265" extrusionOk="0">
                  <a:moveTo>
                    <a:pt x="147" y="0"/>
                  </a:moveTo>
                  <a:cubicBezTo>
                    <a:pt x="102" y="0"/>
                    <a:pt x="51" y="33"/>
                    <a:pt x="37" y="91"/>
                  </a:cubicBezTo>
                  <a:cubicBezTo>
                    <a:pt x="0" y="141"/>
                    <a:pt x="37" y="227"/>
                    <a:pt x="87" y="244"/>
                  </a:cubicBezTo>
                  <a:cubicBezTo>
                    <a:pt x="103" y="264"/>
                    <a:pt x="124" y="264"/>
                    <a:pt x="140" y="264"/>
                  </a:cubicBezTo>
                  <a:cubicBezTo>
                    <a:pt x="190" y="264"/>
                    <a:pt x="227" y="227"/>
                    <a:pt x="244" y="178"/>
                  </a:cubicBezTo>
                  <a:cubicBezTo>
                    <a:pt x="260" y="124"/>
                    <a:pt x="244" y="75"/>
                    <a:pt x="206" y="37"/>
                  </a:cubicBezTo>
                  <a:cubicBezTo>
                    <a:pt x="206" y="21"/>
                    <a:pt x="190" y="21"/>
                    <a:pt x="173" y="4"/>
                  </a:cubicBezTo>
                  <a:cubicBezTo>
                    <a:pt x="165" y="2"/>
                    <a:pt x="156" y="0"/>
                    <a:pt x="1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7" name="Google Shape;13067;p33"/>
            <p:cNvSpPr/>
            <p:nvPr/>
          </p:nvSpPr>
          <p:spPr>
            <a:xfrm>
              <a:off x="5163350" y="26193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26" y="0"/>
                  </a:moveTo>
                  <a:cubicBezTo>
                    <a:pt x="81" y="0"/>
                    <a:pt x="31" y="33"/>
                    <a:pt x="17" y="91"/>
                  </a:cubicBezTo>
                  <a:cubicBezTo>
                    <a:pt x="1" y="161"/>
                    <a:pt x="17" y="227"/>
                    <a:pt x="87" y="264"/>
                  </a:cubicBezTo>
                  <a:lnTo>
                    <a:pt x="137" y="264"/>
                  </a:lnTo>
                  <a:cubicBezTo>
                    <a:pt x="170" y="264"/>
                    <a:pt x="207" y="227"/>
                    <a:pt x="223" y="178"/>
                  </a:cubicBezTo>
                  <a:cubicBezTo>
                    <a:pt x="240" y="145"/>
                    <a:pt x="223" y="91"/>
                    <a:pt x="207" y="58"/>
                  </a:cubicBezTo>
                  <a:lnTo>
                    <a:pt x="153" y="4"/>
                  </a:lnTo>
                  <a:cubicBezTo>
                    <a:pt x="145" y="2"/>
                    <a:pt x="136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8" name="Google Shape;13068;p33"/>
            <p:cNvSpPr/>
            <p:nvPr/>
          </p:nvSpPr>
          <p:spPr>
            <a:xfrm>
              <a:off x="5175825" y="2511650"/>
              <a:ext cx="6000" cy="6450"/>
            </a:xfrm>
            <a:custGeom>
              <a:avLst/>
              <a:gdLst/>
              <a:ahLst/>
              <a:cxnLst/>
              <a:rect l="l" t="t" r="r" b="b"/>
              <a:pathLst>
                <a:path w="240" h="258" extrusionOk="0">
                  <a:moveTo>
                    <a:pt x="120" y="1"/>
                  </a:moveTo>
                  <a:cubicBezTo>
                    <a:pt x="83" y="1"/>
                    <a:pt x="66" y="1"/>
                    <a:pt x="33" y="22"/>
                  </a:cubicBezTo>
                  <a:cubicBezTo>
                    <a:pt x="17" y="54"/>
                    <a:pt x="0" y="71"/>
                    <a:pt x="0" y="104"/>
                  </a:cubicBezTo>
                  <a:cubicBezTo>
                    <a:pt x="0" y="141"/>
                    <a:pt x="0" y="174"/>
                    <a:pt x="17" y="207"/>
                  </a:cubicBezTo>
                  <a:cubicBezTo>
                    <a:pt x="46" y="239"/>
                    <a:pt x="82" y="257"/>
                    <a:pt x="117" y="257"/>
                  </a:cubicBezTo>
                  <a:cubicBezTo>
                    <a:pt x="142" y="257"/>
                    <a:pt x="166" y="248"/>
                    <a:pt x="186" y="228"/>
                  </a:cubicBezTo>
                  <a:cubicBezTo>
                    <a:pt x="223" y="191"/>
                    <a:pt x="240" y="104"/>
                    <a:pt x="207" y="54"/>
                  </a:cubicBezTo>
                  <a:cubicBezTo>
                    <a:pt x="186" y="22"/>
                    <a:pt x="169" y="22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9" name="Google Shape;13069;p33"/>
            <p:cNvSpPr/>
            <p:nvPr/>
          </p:nvSpPr>
          <p:spPr>
            <a:xfrm>
              <a:off x="5128925" y="2765125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41" y="0"/>
                  </a:moveTo>
                  <a:cubicBezTo>
                    <a:pt x="124" y="0"/>
                    <a:pt x="87" y="17"/>
                    <a:pt x="71" y="33"/>
                  </a:cubicBezTo>
                  <a:cubicBezTo>
                    <a:pt x="21" y="87"/>
                    <a:pt x="0" y="153"/>
                    <a:pt x="54" y="223"/>
                  </a:cubicBezTo>
                  <a:cubicBezTo>
                    <a:pt x="71" y="239"/>
                    <a:pt x="87" y="256"/>
                    <a:pt x="124" y="256"/>
                  </a:cubicBezTo>
                  <a:cubicBezTo>
                    <a:pt x="134" y="261"/>
                    <a:pt x="142" y="263"/>
                    <a:pt x="150" y="263"/>
                  </a:cubicBezTo>
                  <a:cubicBezTo>
                    <a:pt x="168" y="263"/>
                    <a:pt x="183" y="251"/>
                    <a:pt x="207" y="239"/>
                  </a:cubicBezTo>
                  <a:cubicBezTo>
                    <a:pt x="227" y="206"/>
                    <a:pt x="244" y="190"/>
                    <a:pt x="244" y="153"/>
                  </a:cubicBezTo>
                  <a:cubicBezTo>
                    <a:pt x="244" y="120"/>
                    <a:pt x="244" y="87"/>
                    <a:pt x="227" y="50"/>
                  </a:cubicBezTo>
                  <a:cubicBezTo>
                    <a:pt x="207" y="33"/>
                    <a:pt x="190" y="17"/>
                    <a:pt x="174" y="17"/>
                  </a:cubicBezTo>
                  <a:cubicBezTo>
                    <a:pt x="157" y="17"/>
                    <a:pt x="157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0" name="Google Shape;13070;p33"/>
            <p:cNvSpPr/>
            <p:nvPr/>
          </p:nvSpPr>
          <p:spPr>
            <a:xfrm>
              <a:off x="5262925" y="2614725"/>
              <a:ext cx="3525" cy="6525"/>
            </a:xfrm>
            <a:custGeom>
              <a:avLst/>
              <a:gdLst/>
              <a:ahLst/>
              <a:cxnLst/>
              <a:rect l="l" t="t" r="r" b="b"/>
              <a:pathLst>
                <a:path w="141" h="261" extrusionOk="0">
                  <a:moveTo>
                    <a:pt x="103" y="1"/>
                  </a:moveTo>
                  <a:cubicBezTo>
                    <a:pt x="70" y="21"/>
                    <a:pt x="54" y="54"/>
                    <a:pt x="37" y="87"/>
                  </a:cubicBezTo>
                  <a:cubicBezTo>
                    <a:pt x="0" y="157"/>
                    <a:pt x="37" y="228"/>
                    <a:pt x="87" y="261"/>
                  </a:cubicBezTo>
                  <a:lnTo>
                    <a:pt x="140" y="261"/>
                  </a:lnTo>
                  <a:cubicBezTo>
                    <a:pt x="140" y="174"/>
                    <a:pt x="124" y="87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1" name="Google Shape;13071;p33"/>
            <p:cNvSpPr/>
            <p:nvPr/>
          </p:nvSpPr>
          <p:spPr>
            <a:xfrm>
              <a:off x="5114400" y="276755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25" y="0"/>
                  </a:moveTo>
                  <a:cubicBezTo>
                    <a:pt x="79" y="0"/>
                    <a:pt x="42" y="22"/>
                    <a:pt x="17" y="72"/>
                  </a:cubicBezTo>
                  <a:cubicBezTo>
                    <a:pt x="0" y="142"/>
                    <a:pt x="33" y="229"/>
                    <a:pt x="87" y="245"/>
                  </a:cubicBezTo>
                  <a:cubicBezTo>
                    <a:pt x="103" y="262"/>
                    <a:pt x="120" y="262"/>
                    <a:pt x="136" y="262"/>
                  </a:cubicBezTo>
                  <a:cubicBezTo>
                    <a:pt x="169" y="245"/>
                    <a:pt x="206" y="229"/>
                    <a:pt x="223" y="175"/>
                  </a:cubicBezTo>
                  <a:cubicBezTo>
                    <a:pt x="239" y="126"/>
                    <a:pt x="239" y="72"/>
                    <a:pt x="206" y="39"/>
                  </a:cubicBezTo>
                  <a:cubicBezTo>
                    <a:pt x="190" y="23"/>
                    <a:pt x="190" y="23"/>
                    <a:pt x="169" y="6"/>
                  </a:cubicBezTo>
                  <a:cubicBezTo>
                    <a:pt x="154" y="2"/>
                    <a:pt x="139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2" name="Google Shape;13072;p33"/>
            <p:cNvSpPr/>
            <p:nvPr/>
          </p:nvSpPr>
          <p:spPr>
            <a:xfrm>
              <a:off x="5169325" y="277582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4" y="1"/>
                  </a:moveTo>
                  <a:cubicBezTo>
                    <a:pt x="87" y="1"/>
                    <a:pt x="87" y="17"/>
                    <a:pt x="71" y="17"/>
                  </a:cubicBezTo>
                  <a:cubicBezTo>
                    <a:pt x="34" y="34"/>
                    <a:pt x="1" y="87"/>
                    <a:pt x="1" y="153"/>
                  </a:cubicBezTo>
                  <a:cubicBezTo>
                    <a:pt x="17" y="191"/>
                    <a:pt x="34" y="224"/>
                    <a:pt x="54" y="240"/>
                  </a:cubicBezTo>
                  <a:cubicBezTo>
                    <a:pt x="66" y="252"/>
                    <a:pt x="85" y="265"/>
                    <a:pt x="108" y="265"/>
                  </a:cubicBezTo>
                  <a:cubicBezTo>
                    <a:pt x="117" y="265"/>
                    <a:pt x="127" y="263"/>
                    <a:pt x="137" y="256"/>
                  </a:cubicBezTo>
                  <a:cubicBezTo>
                    <a:pt x="190" y="256"/>
                    <a:pt x="240" y="191"/>
                    <a:pt x="223" y="120"/>
                  </a:cubicBezTo>
                  <a:lnTo>
                    <a:pt x="223" y="87"/>
                  </a:lnTo>
                  <a:cubicBezTo>
                    <a:pt x="207" y="50"/>
                    <a:pt x="190" y="17"/>
                    <a:pt x="157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3" name="Google Shape;13073;p33"/>
            <p:cNvSpPr/>
            <p:nvPr/>
          </p:nvSpPr>
          <p:spPr>
            <a:xfrm>
              <a:off x="5132425" y="2794775"/>
              <a:ext cx="6425" cy="6550"/>
            </a:xfrm>
            <a:custGeom>
              <a:avLst/>
              <a:gdLst/>
              <a:ahLst/>
              <a:cxnLst/>
              <a:rect l="l" t="t" r="r" b="b"/>
              <a:pathLst>
                <a:path w="257" h="262" extrusionOk="0">
                  <a:moveTo>
                    <a:pt x="127" y="1"/>
                  </a:moveTo>
                  <a:cubicBezTo>
                    <a:pt x="87" y="1"/>
                    <a:pt x="46" y="32"/>
                    <a:pt x="34" y="84"/>
                  </a:cubicBezTo>
                  <a:cubicBezTo>
                    <a:pt x="1" y="154"/>
                    <a:pt x="34" y="220"/>
                    <a:pt x="87" y="257"/>
                  </a:cubicBezTo>
                  <a:cubicBezTo>
                    <a:pt x="96" y="260"/>
                    <a:pt x="105" y="261"/>
                    <a:pt x="114" y="261"/>
                  </a:cubicBezTo>
                  <a:cubicBezTo>
                    <a:pt x="160" y="261"/>
                    <a:pt x="212" y="229"/>
                    <a:pt x="240" y="171"/>
                  </a:cubicBezTo>
                  <a:cubicBezTo>
                    <a:pt x="256" y="117"/>
                    <a:pt x="223" y="34"/>
                    <a:pt x="170" y="14"/>
                  </a:cubicBezTo>
                  <a:cubicBezTo>
                    <a:pt x="157" y="5"/>
                    <a:pt x="142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4" name="Google Shape;13074;p33"/>
            <p:cNvSpPr/>
            <p:nvPr/>
          </p:nvSpPr>
          <p:spPr>
            <a:xfrm>
              <a:off x="5094600" y="278572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37" y="1"/>
                  </a:moveTo>
                  <a:cubicBezTo>
                    <a:pt x="104" y="1"/>
                    <a:pt x="71" y="17"/>
                    <a:pt x="54" y="34"/>
                  </a:cubicBezTo>
                  <a:cubicBezTo>
                    <a:pt x="1" y="87"/>
                    <a:pt x="1" y="153"/>
                    <a:pt x="34" y="223"/>
                  </a:cubicBezTo>
                  <a:cubicBezTo>
                    <a:pt x="54" y="251"/>
                    <a:pt x="83" y="263"/>
                    <a:pt x="114" y="263"/>
                  </a:cubicBezTo>
                  <a:cubicBezTo>
                    <a:pt x="140" y="263"/>
                    <a:pt x="166" y="255"/>
                    <a:pt x="190" y="240"/>
                  </a:cubicBezTo>
                  <a:cubicBezTo>
                    <a:pt x="240" y="190"/>
                    <a:pt x="240" y="104"/>
                    <a:pt x="207" y="50"/>
                  </a:cubicBezTo>
                  <a:cubicBezTo>
                    <a:pt x="190" y="34"/>
                    <a:pt x="174" y="17"/>
                    <a:pt x="157" y="17"/>
                  </a:cubicBezTo>
                  <a:cubicBezTo>
                    <a:pt x="157" y="17"/>
                    <a:pt x="137" y="17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5" name="Google Shape;13075;p33"/>
            <p:cNvSpPr/>
            <p:nvPr/>
          </p:nvSpPr>
          <p:spPr>
            <a:xfrm>
              <a:off x="5089450" y="2760475"/>
              <a:ext cx="6525" cy="6450"/>
            </a:xfrm>
            <a:custGeom>
              <a:avLst/>
              <a:gdLst/>
              <a:ahLst/>
              <a:cxnLst/>
              <a:rect l="l" t="t" r="r" b="b"/>
              <a:pathLst>
                <a:path w="261" h="258" extrusionOk="0">
                  <a:moveTo>
                    <a:pt x="129" y="0"/>
                  </a:moveTo>
                  <a:cubicBezTo>
                    <a:pt x="88" y="0"/>
                    <a:pt x="49" y="32"/>
                    <a:pt x="33" y="83"/>
                  </a:cubicBezTo>
                  <a:cubicBezTo>
                    <a:pt x="0" y="149"/>
                    <a:pt x="33" y="219"/>
                    <a:pt x="87" y="252"/>
                  </a:cubicBezTo>
                  <a:cubicBezTo>
                    <a:pt x="100" y="256"/>
                    <a:pt x="113" y="258"/>
                    <a:pt x="124" y="258"/>
                  </a:cubicBezTo>
                  <a:cubicBezTo>
                    <a:pt x="175" y="258"/>
                    <a:pt x="213" y="223"/>
                    <a:pt x="240" y="170"/>
                  </a:cubicBezTo>
                  <a:cubicBezTo>
                    <a:pt x="260" y="100"/>
                    <a:pt x="223" y="29"/>
                    <a:pt x="174" y="13"/>
                  </a:cubicBezTo>
                  <a:cubicBezTo>
                    <a:pt x="159" y="4"/>
                    <a:pt x="144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6" name="Google Shape;13076;p33"/>
            <p:cNvSpPr/>
            <p:nvPr/>
          </p:nvSpPr>
          <p:spPr>
            <a:xfrm>
              <a:off x="5107475" y="2754400"/>
              <a:ext cx="6025" cy="6575"/>
            </a:xfrm>
            <a:custGeom>
              <a:avLst/>
              <a:gdLst/>
              <a:ahLst/>
              <a:cxnLst/>
              <a:rect l="l" t="t" r="r" b="b"/>
              <a:pathLst>
                <a:path w="241" h="263" extrusionOk="0">
                  <a:moveTo>
                    <a:pt x="104" y="0"/>
                  </a:moveTo>
                  <a:cubicBezTo>
                    <a:pt x="71" y="17"/>
                    <a:pt x="55" y="33"/>
                    <a:pt x="34" y="50"/>
                  </a:cubicBezTo>
                  <a:cubicBezTo>
                    <a:pt x="17" y="83"/>
                    <a:pt x="1" y="120"/>
                    <a:pt x="1" y="153"/>
                  </a:cubicBezTo>
                  <a:cubicBezTo>
                    <a:pt x="17" y="186"/>
                    <a:pt x="34" y="223"/>
                    <a:pt x="55" y="239"/>
                  </a:cubicBezTo>
                  <a:cubicBezTo>
                    <a:pt x="66" y="251"/>
                    <a:pt x="86" y="263"/>
                    <a:pt x="108" y="263"/>
                  </a:cubicBezTo>
                  <a:cubicBezTo>
                    <a:pt x="118" y="263"/>
                    <a:pt x="127" y="261"/>
                    <a:pt x="137" y="256"/>
                  </a:cubicBezTo>
                  <a:cubicBezTo>
                    <a:pt x="191" y="256"/>
                    <a:pt x="240" y="186"/>
                    <a:pt x="224" y="120"/>
                  </a:cubicBezTo>
                  <a:cubicBezTo>
                    <a:pt x="224" y="83"/>
                    <a:pt x="207" y="50"/>
                    <a:pt x="191" y="33"/>
                  </a:cubicBezTo>
                  <a:cubicBezTo>
                    <a:pt x="174" y="17"/>
                    <a:pt x="174" y="17"/>
                    <a:pt x="158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7" name="Google Shape;13077;p33"/>
            <p:cNvSpPr/>
            <p:nvPr/>
          </p:nvSpPr>
          <p:spPr>
            <a:xfrm>
              <a:off x="5136250" y="274872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87" y="1"/>
                  </a:moveTo>
                  <a:cubicBezTo>
                    <a:pt x="70" y="1"/>
                    <a:pt x="37" y="21"/>
                    <a:pt x="17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0" y="190"/>
                    <a:pt x="17" y="207"/>
                    <a:pt x="54" y="244"/>
                  </a:cubicBezTo>
                  <a:cubicBezTo>
                    <a:pt x="70" y="260"/>
                    <a:pt x="103" y="260"/>
                    <a:pt x="120" y="260"/>
                  </a:cubicBezTo>
                  <a:cubicBezTo>
                    <a:pt x="190" y="244"/>
                    <a:pt x="223" y="174"/>
                    <a:pt x="223" y="104"/>
                  </a:cubicBezTo>
                  <a:cubicBezTo>
                    <a:pt x="223" y="71"/>
                    <a:pt x="206" y="54"/>
                    <a:pt x="173" y="21"/>
                  </a:cubicBezTo>
                  <a:cubicBezTo>
                    <a:pt x="173" y="21"/>
                    <a:pt x="157" y="2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8" name="Google Shape;13078;p33"/>
            <p:cNvSpPr/>
            <p:nvPr/>
          </p:nvSpPr>
          <p:spPr>
            <a:xfrm>
              <a:off x="5101925" y="2771925"/>
              <a:ext cx="5575" cy="6675"/>
            </a:xfrm>
            <a:custGeom>
              <a:avLst/>
              <a:gdLst/>
              <a:ahLst/>
              <a:cxnLst/>
              <a:rect l="l" t="t" r="r" b="b"/>
              <a:pathLst>
                <a:path w="223" h="267" extrusionOk="0">
                  <a:moveTo>
                    <a:pt x="103" y="0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0" y="190"/>
                    <a:pt x="17" y="227"/>
                    <a:pt x="50" y="243"/>
                  </a:cubicBezTo>
                  <a:cubicBezTo>
                    <a:pt x="64" y="255"/>
                    <a:pt x="85" y="267"/>
                    <a:pt x="108" y="267"/>
                  </a:cubicBezTo>
                  <a:cubicBezTo>
                    <a:pt x="117" y="267"/>
                    <a:pt x="127" y="265"/>
                    <a:pt x="136" y="260"/>
                  </a:cubicBezTo>
                  <a:cubicBezTo>
                    <a:pt x="190" y="260"/>
                    <a:pt x="223" y="190"/>
                    <a:pt x="223" y="124"/>
                  </a:cubicBezTo>
                  <a:cubicBezTo>
                    <a:pt x="223" y="87"/>
                    <a:pt x="206" y="54"/>
                    <a:pt x="173" y="37"/>
                  </a:cubicBezTo>
                  <a:cubicBezTo>
                    <a:pt x="173" y="21"/>
                    <a:pt x="153" y="21"/>
                    <a:pt x="153" y="21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9" name="Google Shape;13079;p33"/>
            <p:cNvSpPr/>
            <p:nvPr/>
          </p:nvSpPr>
          <p:spPr>
            <a:xfrm>
              <a:off x="5097600" y="2817975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29" y="1"/>
                  </a:moveTo>
                  <a:cubicBezTo>
                    <a:pt x="87" y="1"/>
                    <a:pt x="44" y="32"/>
                    <a:pt x="17" y="84"/>
                  </a:cubicBezTo>
                  <a:cubicBezTo>
                    <a:pt x="0" y="154"/>
                    <a:pt x="37" y="220"/>
                    <a:pt x="87" y="257"/>
                  </a:cubicBezTo>
                  <a:lnTo>
                    <a:pt x="140" y="257"/>
                  </a:lnTo>
                  <a:cubicBezTo>
                    <a:pt x="173" y="257"/>
                    <a:pt x="223" y="220"/>
                    <a:pt x="243" y="187"/>
                  </a:cubicBezTo>
                  <a:cubicBezTo>
                    <a:pt x="243" y="137"/>
                    <a:pt x="243" y="84"/>
                    <a:pt x="206" y="51"/>
                  </a:cubicBezTo>
                  <a:cubicBezTo>
                    <a:pt x="206" y="34"/>
                    <a:pt x="190" y="14"/>
                    <a:pt x="173" y="14"/>
                  </a:cubicBezTo>
                  <a:cubicBezTo>
                    <a:pt x="159" y="5"/>
                    <a:pt x="144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0" name="Google Shape;13080;p33"/>
            <p:cNvSpPr/>
            <p:nvPr/>
          </p:nvSpPr>
          <p:spPr>
            <a:xfrm>
              <a:off x="5139750" y="2779125"/>
              <a:ext cx="6400" cy="6550"/>
            </a:xfrm>
            <a:custGeom>
              <a:avLst/>
              <a:gdLst/>
              <a:ahLst/>
              <a:cxnLst/>
              <a:rect l="l" t="t" r="r" b="b"/>
              <a:pathLst>
                <a:path w="256" h="262" extrusionOk="0">
                  <a:moveTo>
                    <a:pt x="142" y="1"/>
                  </a:moveTo>
                  <a:cubicBezTo>
                    <a:pt x="97" y="1"/>
                    <a:pt x="47" y="31"/>
                    <a:pt x="33" y="75"/>
                  </a:cubicBezTo>
                  <a:cubicBezTo>
                    <a:pt x="0" y="145"/>
                    <a:pt x="33" y="228"/>
                    <a:pt x="83" y="248"/>
                  </a:cubicBezTo>
                  <a:cubicBezTo>
                    <a:pt x="101" y="257"/>
                    <a:pt x="119" y="261"/>
                    <a:pt x="135" y="261"/>
                  </a:cubicBezTo>
                  <a:cubicBezTo>
                    <a:pt x="180" y="261"/>
                    <a:pt x="215" y="230"/>
                    <a:pt x="240" y="178"/>
                  </a:cubicBezTo>
                  <a:cubicBezTo>
                    <a:pt x="256" y="108"/>
                    <a:pt x="223" y="42"/>
                    <a:pt x="169" y="5"/>
                  </a:cubicBezTo>
                  <a:cubicBezTo>
                    <a:pt x="161" y="2"/>
                    <a:pt x="151" y="1"/>
                    <a:pt x="1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1" name="Google Shape;13081;p33"/>
            <p:cNvSpPr/>
            <p:nvPr/>
          </p:nvSpPr>
          <p:spPr>
            <a:xfrm>
              <a:off x="5162425" y="2793775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47" y="0"/>
                  </a:moveTo>
                  <a:cubicBezTo>
                    <a:pt x="102" y="0"/>
                    <a:pt x="51" y="33"/>
                    <a:pt x="38" y="91"/>
                  </a:cubicBezTo>
                  <a:cubicBezTo>
                    <a:pt x="0" y="140"/>
                    <a:pt x="38" y="227"/>
                    <a:pt x="87" y="244"/>
                  </a:cubicBezTo>
                  <a:cubicBezTo>
                    <a:pt x="106" y="254"/>
                    <a:pt x="124" y="258"/>
                    <a:pt x="140" y="258"/>
                  </a:cubicBezTo>
                  <a:cubicBezTo>
                    <a:pt x="183" y="258"/>
                    <a:pt x="217" y="226"/>
                    <a:pt x="244" y="178"/>
                  </a:cubicBezTo>
                  <a:cubicBezTo>
                    <a:pt x="260" y="107"/>
                    <a:pt x="227" y="37"/>
                    <a:pt x="174" y="4"/>
                  </a:cubicBezTo>
                  <a:cubicBezTo>
                    <a:pt x="165" y="2"/>
                    <a:pt x="156" y="0"/>
                    <a:pt x="1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2" name="Google Shape;13082;p33"/>
            <p:cNvSpPr/>
            <p:nvPr/>
          </p:nvSpPr>
          <p:spPr>
            <a:xfrm>
              <a:off x="5166350" y="2743150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87" y="1"/>
                  </a:moveTo>
                  <a:cubicBezTo>
                    <a:pt x="33" y="17"/>
                    <a:pt x="0" y="87"/>
                    <a:pt x="0" y="158"/>
                  </a:cubicBezTo>
                  <a:cubicBezTo>
                    <a:pt x="0" y="191"/>
                    <a:pt x="17" y="224"/>
                    <a:pt x="50" y="244"/>
                  </a:cubicBezTo>
                  <a:cubicBezTo>
                    <a:pt x="64" y="256"/>
                    <a:pt x="85" y="267"/>
                    <a:pt x="102" y="267"/>
                  </a:cubicBezTo>
                  <a:cubicBezTo>
                    <a:pt x="109" y="267"/>
                    <a:pt x="115" y="265"/>
                    <a:pt x="120" y="261"/>
                  </a:cubicBezTo>
                  <a:cubicBezTo>
                    <a:pt x="153" y="261"/>
                    <a:pt x="190" y="244"/>
                    <a:pt x="206" y="207"/>
                  </a:cubicBezTo>
                  <a:cubicBezTo>
                    <a:pt x="223" y="191"/>
                    <a:pt x="223" y="158"/>
                    <a:pt x="223" y="120"/>
                  </a:cubicBezTo>
                  <a:cubicBezTo>
                    <a:pt x="223" y="87"/>
                    <a:pt x="206" y="55"/>
                    <a:pt x="173" y="38"/>
                  </a:cubicBezTo>
                  <a:cubicBezTo>
                    <a:pt x="173" y="17"/>
                    <a:pt x="153" y="17"/>
                    <a:pt x="153" y="17"/>
                  </a:cubicBezTo>
                  <a:cubicBezTo>
                    <a:pt x="136" y="1"/>
                    <a:pt x="120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3" name="Google Shape;13083;p33"/>
            <p:cNvSpPr/>
            <p:nvPr/>
          </p:nvSpPr>
          <p:spPr>
            <a:xfrm>
              <a:off x="5153875" y="27762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0"/>
                  </a:moveTo>
                  <a:cubicBezTo>
                    <a:pt x="103" y="0"/>
                    <a:pt x="70" y="0"/>
                    <a:pt x="54" y="33"/>
                  </a:cubicBezTo>
                  <a:cubicBezTo>
                    <a:pt x="0" y="70"/>
                    <a:pt x="0" y="157"/>
                    <a:pt x="33" y="207"/>
                  </a:cubicBezTo>
                  <a:cubicBezTo>
                    <a:pt x="54" y="239"/>
                    <a:pt x="87" y="260"/>
                    <a:pt x="103" y="260"/>
                  </a:cubicBezTo>
                  <a:cubicBezTo>
                    <a:pt x="136" y="260"/>
                    <a:pt x="173" y="260"/>
                    <a:pt x="190" y="239"/>
                  </a:cubicBezTo>
                  <a:cubicBezTo>
                    <a:pt x="239" y="190"/>
                    <a:pt x="239" y="103"/>
                    <a:pt x="206" y="54"/>
                  </a:cubicBezTo>
                  <a:cubicBezTo>
                    <a:pt x="190" y="33"/>
                    <a:pt x="173" y="17"/>
                    <a:pt x="157" y="17"/>
                  </a:cubicBezTo>
                  <a:cubicBezTo>
                    <a:pt x="157" y="0"/>
                    <a:pt x="136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4" name="Google Shape;13084;p33"/>
            <p:cNvSpPr/>
            <p:nvPr/>
          </p:nvSpPr>
          <p:spPr>
            <a:xfrm>
              <a:off x="5159025" y="27603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3" y="0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17" y="190"/>
                    <a:pt x="33" y="223"/>
                    <a:pt x="54" y="240"/>
                  </a:cubicBezTo>
                  <a:cubicBezTo>
                    <a:pt x="66" y="251"/>
                    <a:pt x="85" y="265"/>
                    <a:pt x="107" y="265"/>
                  </a:cubicBezTo>
                  <a:cubicBezTo>
                    <a:pt x="117" y="265"/>
                    <a:pt x="127" y="262"/>
                    <a:pt x="136" y="256"/>
                  </a:cubicBezTo>
                  <a:cubicBezTo>
                    <a:pt x="190" y="256"/>
                    <a:pt x="239" y="190"/>
                    <a:pt x="223" y="120"/>
                  </a:cubicBezTo>
                  <a:cubicBezTo>
                    <a:pt x="223" y="87"/>
                    <a:pt x="207" y="50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5" name="Google Shape;13085;p33"/>
            <p:cNvSpPr/>
            <p:nvPr/>
          </p:nvSpPr>
          <p:spPr>
            <a:xfrm>
              <a:off x="5150875" y="27459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9" y="1"/>
                  </a:moveTo>
                  <a:cubicBezTo>
                    <a:pt x="86" y="1"/>
                    <a:pt x="65" y="13"/>
                    <a:pt x="50" y="28"/>
                  </a:cubicBezTo>
                  <a:cubicBezTo>
                    <a:pt x="1" y="78"/>
                    <a:pt x="1" y="164"/>
                    <a:pt x="34" y="214"/>
                  </a:cubicBezTo>
                  <a:cubicBezTo>
                    <a:pt x="50" y="251"/>
                    <a:pt x="87" y="267"/>
                    <a:pt x="104" y="267"/>
                  </a:cubicBezTo>
                  <a:cubicBezTo>
                    <a:pt x="137" y="267"/>
                    <a:pt x="174" y="251"/>
                    <a:pt x="190" y="234"/>
                  </a:cubicBezTo>
                  <a:cubicBezTo>
                    <a:pt x="223" y="214"/>
                    <a:pt x="223" y="181"/>
                    <a:pt x="240" y="148"/>
                  </a:cubicBezTo>
                  <a:cubicBezTo>
                    <a:pt x="240" y="111"/>
                    <a:pt x="223" y="78"/>
                    <a:pt x="207" y="45"/>
                  </a:cubicBezTo>
                  <a:cubicBezTo>
                    <a:pt x="190" y="28"/>
                    <a:pt x="190" y="28"/>
                    <a:pt x="153" y="7"/>
                  </a:cubicBezTo>
                  <a:lnTo>
                    <a:pt x="137" y="7"/>
                  </a:lnTo>
                  <a:cubicBezTo>
                    <a:pt x="127" y="3"/>
                    <a:pt x="118" y="1"/>
                    <a:pt x="1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6" name="Google Shape;13086;p33"/>
            <p:cNvSpPr/>
            <p:nvPr/>
          </p:nvSpPr>
          <p:spPr>
            <a:xfrm>
              <a:off x="5141800" y="2762350"/>
              <a:ext cx="5700" cy="6600"/>
            </a:xfrm>
            <a:custGeom>
              <a:avLst/>
              <a:gdLst/>
              <a:ahLst/>
              <a:cxnLst/>
              <a:rect l="l" t="t" r="r" b="b"/>
              <a:pathLst>
                <a:path w="228" h="264" extrusionOk="0">
                  <a:moveTo>
                    <a:pt x="123" y="1"/>
                  </a:moveTo>
                  <a:cubicBezTo>
                    <a:pt x="117" y="1"/>
                    <a:pt x="111" y="3"/>
                    <a:pt x="104" y="8"/>
                  </a:cubicBezTo>
                  <a:cubicBezTo>
                    <a:pt x="87" y="8"/>
                    <a:pt x="54" y="25"/>
                    <a:pt x="38" y="41"/>
                  </a:cubicBezTo>
                  <a:cubicBezTo>
                    <a:pt x="21" y="57"/>
                    <a:pt x="1" y="111"/>
                    <a:pt x="21" y="144"/>
                  </a:cubicBezTo>
                  <a:cubicBezTo>
                    <a:pt x="21" y="177"/>
                    <a:pt x="38" y="214"/>
                    <a:pt x="54" y="231"/>
                  </a:cubicBezTo>
                  <a:cubicBezTo>
                    <a:pt x="87" y="247"/>
                    <a:pt x="104" y="264"/>
                    <a:pt x="141" y="264"/>
                  </a:cubicBezTo>
                  <a:cubicBezTo>
                    <a:pt x="190" y="247"/>
                    <a:pt x="228" y="198"/>
                    <a:pt x="228" y="128"/>
                  </a:cubicBezTo>
                  <a:lnTo>
                    <a:pt x="228" y="111"/>
                  </a:lnTo>
                  <a:cubicBezTo>
                    <a:pt x="228" y="57"/>
                    <a:pt x="190" y="25"/>
                    <a:pt x="158" y="8"/>
                  </a:cubicBezTo>
                  <a:cubicBezTo>
                    <a:pt x="147" y="8"/>
                    <a:pt x="136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7" name="Google Shape;13087;p33"/>
            <p:cNvSpPr/>
            <p:nvPr/>
          </p:nvSpPr>
          <p:spPr>
            <a:xfrm>
              <a:off x="5144900" y="27183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20" y="0"/>
                  </a:moveTo>
                  <a:cubicBezTo>
                    <a:pt x="104" y="0"/>
                    <a:pt x="66" y="0"/>
                    <a:pt x="50" y="17"/>
                  </a:cubicBezTo>
                  <a:cubicBezTo>
                    <a:pt x="17" y="50"/>
                    <a:pt x="1" y="66"/>
                    <a:pt x="1" y="103"/>
                  </a:cubicBezTo>
                  <a:cubicBezTo>
                    <a:pt x="1" y="153"/>
                    <a:pt x="17" y="169"/>
                    <a:pt x="34" y="206"/>
                  </a:cubicBezTo>
                  <a:cubicBezTo>
                    <a:pt x="50" y="239"/>
                    <a:pt x="66" y="256"/>
                    <a:pt x="104" y="256"/>
                  </a:cubicBezTo>
                  <a:cubicBezTo>
                    <a:pt x="137" y="256"/>
                    <a:pt x="153" y="239"/>
                    <a:pt x="186" y="223"/>
                  </a:cubicBezTo>
                  <a:cubicBezTo>
                    <a:pt x="223" y="186"/>
                    <a:pt x="240" y="103"/>
                    <a:pt x="207" y="50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8" name="Google Shape;13088;p33"/>
            <p:cNvSpPr/>
            <p:nvPr/>
          </p:nvSpPr>
          <p:spPr>
            <a:xfrm>
              <a:off x="5112650" y="2784925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04" y="1"/>
                  </a:moveTo>
                  <a:cubicBezTo>
                    <a:pt x="87" y="1"/>
                    <a:pt x="70" y="6"/>
                    <a:pt x="54" y="16"/>
                  </a:cubicBezTo>
                  <a:cubicBezTo>
                    <a:pt x="33" y="33"/>
                    <a:pt x="17" y="66"/>
                    <a:pt x="0" y="82"/>
                  </a:cubicBezTo>
                  <a:lnTo>
                    <a:pt x="0" y="169"/>
                  </a:lnTo>
                  <a:cubicBezTo>
                    <a:pt x="17" y="202"/>
                    <a:pt x="33" y="239"/>
                    <a:pt x="70" y="255"/>
                  </a:cubicBezTo>
                  <a:cubicBezTo>
                    <a:pt x="83" y="264"/>
                    <a:pt x="98" y="268"/>
                    <a:pt x="113" y="268"/>
                  </a:cubicBezTo>
                  <a:cubicBezTo>
                    <a:pt x="153" y="268"/>
                    <a:pt x="194" y="237"/>
                    <a:pt x="206" y="185"/>
                  </a:cubicBezTo>
                  <a:cubicBezTo>
                    <a:pt x="239" y="119"/>
                    <a:pt x="206" y="33"/>
                    <a:pt x="157" y="16"/>
                  </a:cubicBezTo>
                  <a:cubicBezTo>
                    <a:pt x="138" y="6"/>
                    <a:pt x="121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9" name="Google Shape;13089;p33"/>
            <p:cNvSpPr/>
            <p:nvPr/>
          </p:nvSpPr>
          <p:spPr>
            <a:xfrm>
              <a:off x="5059350" y="2761300"/>
              <a:ext cx="6525" cy="6750"/>
            </a:xfrm>
            <a:custGeom>
              <a:avLst/>
              <a:gdLst/>
              <a:ahLst/>
              <a:cxnLst/>
              <a:rect l="l" t="t" r="r" b="b"/>
              <a:pathLst>
                <a:path w="261" h="270" extrusionOk="0">
                  <a:moveTo>
                    <a:pt x="122" y="0"/>
                  </a:moveTo>
                  <a:cubicBezTo>
                    <a:pt x="78" y="0"/>
                    <a:pt x="45" y="32"/>
                    <a:pt x="21" y="83"/>
                  </a:cubicBezTo>
                  <a:cubicBezTo>
                    <a:pt x="1" y="153"/>
                    <a:pt x="38" y="240"/>
                    <a:pt x="87" y="256"/>
                  </a:cubicBezTo>
                  <a:cubicBezTo>
                    <a:pt x="101" y="265"/>
                    <a:pt x="116" y="269"/>
                    <a:pt x="131" y="269"/>
                  </a:cubicBezTo>
                  <a:cubicBezTo>
                    <a:pt x="173" y="269"/>
                    <a:pt x="212" y="238"/>
                    <a:pt x="227" y="186"/>
                  </a:cubicBezTo>
                  <a:cubicBezTo>
                    <a:pt x="260" y="116"/>
                    <a:pt x="227" y="34"/>
                    <a:pt x="174" y="13"/>
                  </a:cubicBezTo>
                  <a:cubicBezTo>
                    <a:pt x="155" y="4"/>
                    <a:pt x="138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0" name="Google Shape;13090;p33"/>
            <p:cNvSpPr/>
            <p:nvPr/>
          </p:nvSpPr>
          <p:spPr>
            <a:xfrm>
              <a:off x="5055950" y="27318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11" y="1"/>
                  </a:moveTo>
                  <a:cubicBezTo>
                    <a:pt x="92" y="1"/>
                    <a:pt x="77" y="12"/>
                    <a:pt x="54" y="24"/>
                  </a:cubicBezTo>
                  <a:cubicBezTo>
                    <a:pt x="17" y="78"/>
                    <a:pt x="0" y="160"/>
                    <a:pt x="33" y="214"/>
                  </a:cubicBezTo>
                  <a:cubicBezTo>
                    <a:pt x="71" y="247"/>
                    <a:pt x="87" y="263"/>
                    <a:pt x="120" y="263"/>
                  </a:cubicBezTo>
                  <a:cubicBezTo>
                    <a:pt x="157" y="263"/>
                    <a:pt x="174" y="247"/>
                    <a:pt x="207" y="230"/>
                  </a:cubicBezTo>
                  <a:cubicBezTo>
                    <a:pt x="223" y="214"/>
                    <a:pt x="240" y="181"/>
                    <a:pt x="240" y="144"/>
                  </a:cubicBezTo>
                  <a:cubicBezTo>
                    <a:pt x="240" y="111"/>
                    <a:pt x="240" y="78"/>
                    <a:pt x="223" y="41"/>
                  </a:cubicBezTo>
                  <a:cubicBezTo>
                    <a:pt x="207" y="24"/>
                    <a:pt x="190" y="24"/>
                    <a:pt x="174" y="8"/>
                  </a:cubicBezTo>
                  <a:lnTo>
                    <a:pt x="137" y="8"/>
                  </a:lnTo>
                  <a:cubicBezTo>
                    <a:pt x="127" y="3"/>
                    <a:pt x="119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1" name="Google Shape;13091;p33"/>
            <p:cNvSpPr/>
            <p:nvPr/>
          </p:nvSpPr>
          <p:spPr>
            <a:xfrm>
              <a:off x="5060275" y="28093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50" y="1"/>
                    <a:pt x="1" y="71"/>
                    <a:pt x="17" y="137"/>
                  </a:cubicBezTo>
                  <a:cubicBezTo>
                    <a:pt x="17" y="174"/>
                    <a:pt x="34" y="207"/>
                    <a:pt x="50" y="223"/>
                  </a:cubicBezTo>
                  <a:cubicBezTo>
                    <a:pt x="87" y="256"/>
                    <a:pt x="104" y="256"/>
                    <a:pt x="137" y="256"/>
                  </a:cubicBezTo>
                  <a:cubicBezTo>
                    <a:pt x="170" y="240"/>
                    <a:pt x="190" y="223"/>
                    <a:pt x="207" y="207"/>
                  </a:cubicBezTo>
                  <a:cubicBezTo>
                    <a:pt x="223" y="174"/>
                    <a:pt x="240" y="137"/>
                    <a:pt x="223" y="104"/>
                  </a:cubicBezTo>
                  <a:cubicBezTo>
                    <a:pt x="223" y="71"/>
                    <a:pt x="207" y="34"/>
                    <a:pt x="190" y="17"/>
                  </a:cubicBezTo>
                  <a:cubicBezTo>
                    <a:pt x="170" y="17"/>
                    <a:pt x="170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2" name="Google Shape;13092;p33"/>
            <p:cNvSpPr/>
            <p:nvPr/>
          </p:nvSpPr>
          <p:spPr>
            <a:xfrm>
              <a:off x="5063275" y="2715225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87" y="1"/>
                  </a:moveTo>
                  <a:cubicBezTo>
                    <a:pt x="70" y="21"/>
                    <a:pt x="33" y="38"/>
                    <a:pt x="17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0" y="190"/>
                    <a:pt x="17" y="227"/>
                    <a:pt x="33" y="244"/>
                  </a:cubicBezTo>
                  <a:cubicBezTo>
                    <a:pt x="59" y="256"/>
                    <a:pt x="84" y="267"/>
                    <a:pt x="101" y="267"/>
                  </a:cubicBezTo>
                  <a:cubicBezTo>
                    <a:pt x="109" y="267"/>
                    <a:pt x="115" y="265"/>
                    <a:pt x="120" y="260"/>
                  </a:cubicBezTo>
                  <a:cubicBezTo>
                    <a:pt x="190" y="260"/>
                    <a:pt x="223" y="190"/>
                    <a:pt x="223" y="124"/>
                  </a:cubicBezTo>
                  <a:cubicBezTo>
                    <a:pt x="206" y="87"/>
                    <a:pt x="190" y="54"/>
                    <a:pt x="173" y="38"/>
                  </a:cubicBezTo>
                  <a:cubicBezTo>
                    <a:pt x="173" y="21"/>
                    <a:pt x="153" y="21"/>
                    <a:pt x="153" y="21"/>
                  </a:cubicBezTo>
                  <a:cubicBezTo>
                    <a:pt x="136" y="1"/>
                    <a:pt x="103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3" name="Google Shape;13093;p33"/>
            <p:cNvSpPr/>
            <p:nvPr/>
          </p:nvSpPr>
          <p:spPr>
            <a:xfrm>
              <a:off x="5053375" y="2781400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03" y="1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5" y="215"/>
                    <a:pt x="58" y="263"/>
                    <a:pt x="113" y="263"/>
                  </a:cubicBezTo>
                  <a:cubicBezTo>
                    <a:pt x="120" y="263"/>
                    <a:pt x="128" y="262"/>
                    <a:pt x="136" y="260"/>
                  </a:cubicBezTo>
                  <a:cubicBezTo>
                    <a:pt x="157" y="260"/>
                    <a:pt x="190" y="240"/>
                    <a:pt x="207" y="207"/>
                  </a:cubicBezTo>
                  <a:cubicBezTo>
                    <a:pt x="223" y="174"/>
                    <a:pt x="223" y="137"/>
                    <a:pt x="223" y="104"/>
                  </a:cubicBezTo>
                  <a:cubicBezTo>
                    <a:pt x="223" y="71"/>
                    <a:pt x="207" y="54"/>
                    <a:pt x="190" y="17"/>
                  </a:cubicBezTo>
                  <a:cubicBezTo>
                    <a:pt x="174" y="17"/>
                    <a:pt x="174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4" name="Google Shape;13094;p33"/>
            <p:cNvSpPr/>
            <p:nvPr/>
          </p:nvSpPr>
          <p:spPr>
            <a:xfrm>
              <a:off x="5086050" y="27272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1"/>
                    <a:pt x="0" y="71"/>
                    <a:pt x="0" y="137"/>
                  </a:cubicBezTo>
                  <a:cubicBezTo>
                    <a:pt x="17" y="174"/>
                    <a:pt x="17" y="207"/>
                    <a:pt x="50" y="224"/>
                  </a:cubicBezTo>
                  <a:cubicBezTo>
                    <a:pt x="66" y="261"/>
                    <a:pt x="103" y="261"/>
                    <a:pt x="136" y="261"/>
                  </a:cubicBezTo>
                  <a:cubicBezTo>
                    <a:pt x="190" y="240"/>
                    <a:pt x="239" y="174"/>
                    <a:pt x="223" y="104"/>
                  </a:cubicBezTo>
                  <a:cubicBezTo>
                    <a:pt x="223" y="71"/>
                    <a:pt x="206" y="34"/>
                    <a:pt x="169" y="17"/>
                  </a:cubicBezTo>
                  <a:lnTo>
                    <a:pt x="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5" name="Google Shape;13095;p33"/>
            <p:cNvSpPr/>
            <p:nvPr/>
          </p:nvSpPr>
          <p:spPr>
            <a:xfrm>
              <a:off x="5146150" y="2474750"/>
              <a:ext cx="2175" cy="850"/>
            </a:xfrm>
            <a:custGeom>
              <a:avLst/>
              <a:gdLst/>
              <a:ahLst/>
              <a:cxnLst/>
              <a:rect l="l" t="t" r="r" b="b"/>
              <a:pathLst>
                <a:path w="87" h="34" extrusionOk="0">
                  <a:moveTo>
                    <a:pt x="0" y="1"/>
                  </a:moveTo>
                  <a:cubicBezTo>
                    <a:pt x="5" y="1"/>
                    <a:pt x="11" y="2"/>
                    <a:pt x="18" y="4"/>
                  </a:cubicBezTo>
                  <a:lnTo>
                    <a:pt x="18" y="4"/>
                  </a:lnTo>
                  <a:cubicBezTo>
                    <a:pt x="18" y="3"/>
                    <a:pt x="17" y="2"/>
                    <a:pt x="16" y="1"/>
                  </a:cubicBezTo>
                  <a:close/>
                  <a:moveTo>
                    <a:pt x="18" y="4"/>
                  </a:moveTo>
                  <a:cubicBezTo>
                    <a:pt x="35" y="34"/>
                    <a:pt x="55" y="34"/>
                    <a:pt x="87" y="34"/>
                  </a:cubicBezTo>
                  <a:cubicBezTo>
                    <a:pt x="63" y="22"/>
                    <a:pt x="37" y="10"/>
                    <a:pt x="18" y="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6" name="Google Shape;13096;p33"/>
            <p:cNvSpPr/>
            <p:nvPr/>
          </p:nvSpPr>
          <p:spPr>
            <a:xfrm>
              <a:off x="5104900" y="2460650"/>
              <a:ext cx="5600" cy="4250"/>
            </a:xfrm>
            <a:custGeom>
              <a:avLst/>
              <a:gdLst/>
              <a:ahLst/>
              <a:cxnLst/>
              <a:rect l="l" t="t" r="r" b="b"/>
              <a:pathLst>
                <a:path w="224" h="170" extrusionOk="0">
                  <a:moveTo>
                    <a:pt x="17" y="0"/>
                  </a:moveTo>
                  <a:cubicBezTo>
                    <a:pt x="17" y="17"/>
                    <a:pt x="1" y="33"/>
                    <a:pt x="17" y="66"/>
                  </a:cubicBezTo>
                  <a:cubicBezTo>
                    <a:pt x="17" y="103"/>
                    <a:pt x="34" y="120"/>
                    <a:pt x="54" y="153"/>
                  </a:cubicBezTo>
                  <a:cubicBezTo>
                    <a:pt x="87" y="169"/>
                    <a:pt x="104" y="169"/>
                    <a:pt x="137" y="169"/>
                  </a:cubicBezTo>
                  <a:cubicBezTo>
                    <a:pt x="190" y="153"/>
                    <a:pt x="223" y="120"/>
                    <a:pt x="223" y="50"/>
                  </a:cubicBezTo>
                  <a:cubicBezTo>
                    <a:pt x="158" y="33"/>
                    <a:pt x="87" y="17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7" name="Google Shape;13097;p33"/>
            <p:cNvSpPr/>
            <p:nvPr/>
          </p:nvSpPr>
          <p:spPr>
            <a:xfrm>
              <a:off x="5052950" y="2796850"/>
              <a:ext cx="4775" cy="6525"/>
            </a:xfrm>
            <a:custGeom>
              <a:avLst/>
              <a:gdLst/>
              <a:ahLst/>
              <a:cxnLst/>
              <a:rect l="l" t="t" r="r" b="b"/>
              <a:pathLst>
                <a:path w="191" h="261" extrusionOk="0">
                  <a:moveTo>
                    <a:pt x="50" y="1"/>
                  </a:moveTo>
                  <a:cubicBezTo>
                    <a:pt x="34" y="1"/>
                    <a:pt x="17" y="17"/>
                    <a:pt x="1" y="34"/>
                  </a:cubicBezTo>
                  <a:lnTo>
                    <a:pt x="1" y="224"/>
                  </a:lnTo>
                  <a:lnTo>
                    <a:pt x="1" y="240"/>
                  </a:lnTo>
                  <a:cubicBezTo>
                    <a:pt x="34" y="261"/>
                    <a:pt x="50" y="261"/>
                    <a:pt x="87" y="261"/>
                  </a:cubicBezTo>
                  <a:cubicBezTo>
                    <a:pt x="120" y="261"/>
                    <a:pt x="137" y="240"/>
                    <a:pt x="153" y="207"/>
                  </a:cubicBezTo>
                  <a:cubicBezTo>
                    <a:pt x="174" y="174"/>
                    <a:pt x="191" y="137"/>
                    <a:pt x="191" y="104"/>
                  </a:cubicBezTo>
                  <a:cubicBezTo>
                    <a:pt x="174" y="71"/>
                    <a:pt x="153" y="55"/>
                    <a:pt x="137" y="17"/>
                  </a:cubicBezTo>
                  <a:cubicBezTo>
                    <a:pt x="137" y="17"/>
                    <a:pt x="120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8" name="Google Shape;13098;p33"/>
            <p:cNvSpPr/>
            <p:nvPr/>
          </p:nvSpPr>
          <p:spPr>
            <a:xfrm>
              <a:off x="5079975" y="2789550"/>
              <a:ext cx="5675" cy="6500"/>
            </a:xfrm>
            <a:custGeom>
              <a:avLst/>
              <a:gdLst/>
              <a:ahLst/>
              <a:cxnLst/>
              <a:rect l="l" t="t" r="r" b="b"/>
              <a:pathLst>
                <a:path w="227" h="260" extrusionOk="0">
                  <a:moveTo>
                    <a:pt x="87" y="0"/>
                  </a:moveTo>
                  <a:cubicBezTo>
                    <a:pt x="37" y="17"/>
                    <a:pt x="0" y="87"/>
                    <a:pt x="0" y="157"/>
                  </a:cubicBezTo>
                  <a:cubicBezTo>
                    <a:pt x="0" y="190"/>
                    <a:pt x="21" y="206"/>
                    <a:pt x="54" y="243"/>
                  </a:cubicBezTo>
                  <a:cubicBezTo>
                    <a:pt x="70" y="260"/>
                    <a:pt x="103" y="260"/>
                    <a:pt x="124" y="260"/>
                  </a:cubicBezTo>
                  <a:cubicBezTo>
                    <a:pt x="190" y="243"/>
                    <a:pt x="227" y="173"/>
                    <a:pt x="227" y="103"/>
                  </a:cubicBezTo>
                  <a:cubicBezTo>
                    <a:pt x="227" y="70"/>
                    <a:pt x="206" y="54"/>
                    <a:pt x="173" y="17"/>
                  </a:cubicBezTo>
                  <a:cubicBezTo>
                    <a:pt x="173" y="17"/>
                    <a:pt x="157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9" name="Google Shape;13099;p33"/>
            <p:cNvSpPr/>
            <p:nvPr/>
          </p:nvSpPr>
          <p:spPr>
            <a:xfrm>
              <a:off x="5071825" y="2684825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20" y="0"/>
                  </a:moveTo>
                  <a:cubicBezTo>
                    <a:pt x="87" y="0"/>
                    <a:pt x="70" y="17"/>
                    <a:pt x="37" y="33"/>
                  </a:cubicBezTo>
                  <a:cubicBezTo>
                    <a:pt x="17" y="50"/>
                    <a:pt x="0" y="83"/>
                    <a:pt x="0" y="120"/>
                  </a:cubicBezTo>
                  <a:cubicBezTo>
                    <a:pt x="0" y="153"/>
                    <a:pt x="0" y="186"/>
                    <a:pt x="17" y="206"/>
                  </a:cubicBezTo>
                  <a:cubicBezTo>
                    <a:pt x="37" y="239"/>
                    <a:pt x="70" y="256"/>
                    <a:pt x="103" y="256"/>
                  </a:cubicBezTo>
                  <a:cubicBezTo>
                    <a:pt x="120" y="256"/>
                    <a:pt x="157" y="256"/>
                    <a:pt x="174" y="239"/>
                  </a:cubicBezTo>
                  <a:cubicBezTo>
                    <a:pt x="223" y="186"/>
                    <a:pt x="244" y="103"/>
                    <a:pt x="190" y="50"/>
                  </a:cubicBezTo>
                  <a:cubicBezTo>
                    <a:pt x="190" y="33"/>
                    <a:pt x="174" y="17"/>
                    <a:pt x="157" y="17"/>
                  </a:cubicBezTo>
                  <a:cubicBezTo>
                    <a:pt x="141" y="0"/>
                    <a:pt x="14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0" name="Google Shape;13100;p33"/>
            <p:cNvSpPr/>
            <p:nvPr/>
          </p:nvSpPr>
          <p:spPr>
            <a:xfrm>
              <a:off x="5077400" y="2809325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40" y="1"/>
                  </a:moveTo>
                  <a:cubicBezTo>
                    <a:pt x="103" y="1"/>
                    <a:pt x="70" y="17"/>
                    <a:pt x="54" y="34"/>
                  </a:cubicBezTo>
                  <a:cubicBezTo>
                    <a:pt x="21" y="50"/>
                    <a:pt x="21" y="87"/>
                    <a:pt x="0" y="120"/>
                  </a:cubicBezTo>
                  <a:cubicBezTo>
                    <a:pt x="0" y="153"/>
                    <a:pt x="21" y="190"/>
                    <a:pt x="37" y="207"/>
                  </a:cubicBezTo>
                  <a:cubicBezTo>
                    <a:pt x="56" y="248"/>
                    <a:pt x="88" y="265"/>
                    <a:pt x="121" y="265"/>
                  </a:cubicBezTo>
                  <a:cubicBezTo>
                    <a:pt x="144" y="265"/>
                    <a:pt x="169" y="256"/>
                    <a:pt x="190" y="240"/>
                  </a:cubicBezTo>
                  <a:cubicBezTo>
                    <a:pt x="243" y="190"/>
                    <a:pt x="243" y="104"/>
                    <a:pt x="206" y="50"/>
                  </a:cubicBezTo>
                  <a:cubicBezTo>
                    <a:pt x="190" y="34"/>
                    <a:pt x="173" y="17"/>
                    <a:pt x="157" y="17"/>
                  </a:cubicBezTo>
                  <a:cubicBezTo>
                    <a:pt x="157" y="1"/>
                    <a:pt x="140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1" name="Google Shape;13101;p33"/>
            <p:cNvSpPr/>
            <p:nvPr/>
          </p:nvSpPr>
          <p:spPr>
            <a:xfrm>
              <a:off x="5081300" y="2773575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40" y="0"/>
                  </a:moveTo>
                  <a:cubicBezTo>
                    <a:pt x="86" y="0"/>
                    <a:pt x="45" y="33"/>
                    <a:pt x="17" y="91"/>
                  </a:cubicBezTo>
                  <a:cubicBezTo>
                    <a:pt x="1" y="140"/>
                    <a:pt x="34" y="227"/>
                    <a:pt x="87" y="243"/>
                  </a:cubicBezTo>
                  <a:cubicBezTo>
                    <a:pt x="101" y="254"/>
                    <a:pt x="116" y="258"/>
                    <a:pt x="131" y="258"/>
                  </a:cubicBezTo>
                  <a:cubicBezTo>
                    <a:pt x="171" y="258"/>
                    <a:pt x="211" y="225"/>
                    <a:pt x="223" y="177"/>
                  </a:cubicBezTo>
                  <a:cubicBezTo>
                    <a:pt x="256" y="107"/>
                    <a:pt x="223" y="37"/>
                    <a:pt x="174" y="4"/>
                  </a:cubicBezTo>
                  <a:cubicBezTo>
                    <a:pt x="162" y="1"/>
                    <a:pt x="150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2" name="Google Shape;13102;p33"/>
            <p:cNvSpPr/>
            <p:nvPr/>
          </p:nvSpPr>
          <p:spPr>
            <a:xfrm>
              <a:off x="5067075" y="2776250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04" y="0"/>
                  </a:moveTo>
                  <a:cubicBezTo>
                    <a:pt x="38" y="17"/>
                    <a:pt x="1" y="87"/>
                    <a:pt x="1" y="157"/>
                  </a:cubicBezTo>
                  <a:cubicBezTo>
                    <a:pt x="21" y="190"/>
                    <a:pt x="38" y="223"/>
                    <a:pt x="54" y="239"/>
                  </a:cubicBezTo>
                  <a:cubicBezTo>
                    <a:pt x="66" y="254"/>
                    <a:pt x="86" y="267"/>
                    <a:pt x="110" y="267"/>
                  </a:cubicBezTo>
                  <a:cubicBezTo>
                    <a:pt x="120" y="267"/>
                    <a:pt x="130" y="265"/>
                    <a:pt x="141" y="260"/>
                  </a:cubicBezTo>
                  <a:cubicBezTo>
                    <a:pt x="190" y="260"/>
                    <a:pt x="244" y="190"/>
                    <a:pt x="227" y="120"/>
                  </a:cubicBezTo>
                  <a:cubicBezTo>
                    <a:pt x="227" y="87"/>
                    <a:pt x="207" y="54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0"/>
                    <a:pt x="124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3" name="Google Shape;13103;p33"/>
            <p:cNvSpPr/>
            <p:nvPr/>
          </p:nvSpPr>
          <p:spPr>
            <a:xfrm>
              <a:off x="5068825" y="2729050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104" y="0"/>
                  </a:moveTo>
                  <a:cubicBezTo>
                    <a:pt x="71" y="0"/>
                    <a:pt x="54" y="17"/>
                    <a:pt x="34" y="33"/>
                  </a:cubicBezTo>
                  <a:cubicBezTo>
                    <a:pt x="17" y="66"/>
                    <a:pt x="1" y="103"/>
                    <a:pt x="1" y="153"/>
                  </a:cubicBezTo>
                  <a:cubicBezTo>
                    <a:pt x="17" y="190"/>
                    <a:pt x="34" y="206"/>
                    <a:pt x="54" y="239"/>
                  </a:cubicBezTo>
                  <a:cubicBezTo>
                    <a:pt x="71" y="256"/>
                    <a:pt x="104" y="256"/>
                    <a:pt x="137" y="256"/>
                  </a:cubicBezTo>
                  <a:cubicBezTo>
                    <a:pt x="190" y="239"/>
                    <a:pt x="223" y="190"/>
                    <a:pt x="223" y="120"/>
                  </a:cubicBezTo>
                  <a:lnTo>
                    <a:pt x="223" y="103"/>
                  </a:lnTo>
                  <a:cubicBezTo>
                    <a:pt x="223" y="66"/>
                    <a:pt x="190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4" name="Google Shape;13104;p33"/>
            <p:cNvSpPr/>
            <p:nvPr/>
          </p:nvSpPr>
          <p:spPr>
            <a:xfrm>
              <a:off x="5066675" y="27925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0" y="1"/>
                  </a:moveTo>
                  <a:cubicBezTo>
                    <a:pt x="103" y="1"/>
                    <a:pt x="70" y="1"/>
                    <a:pt x="54" y="21"/>
                  </a:cubicBezTo>
                  <a:cubicBezTo>
                    <a:pt x="0" y="71"/>
                    <a:pt x="0" y="157"/>
                    <a:pt x="37" y="207"/>
                  </a:cubicBezTo>
                  <a:cubicBezTo>
                    <a:pt x="54" y="244"/>
                    <a:pt x="87" y="261"/>
                    <a:pt x="103" y="261"/>
                  </a:cubicBezTo>
                  <a:cubicBezTo>
                    <a:pt x="140" y="261"/>
                    <a:pt x="173" y="261"/>
                    <a:pt x="190" y="228"/>
                  </a:cubicBezTo>
                  <a:cubicBezTo>
                    <a:pt x="243" y="190"/>
                    <a:pt x="243" y="104"/>
                    <a:pt x="206" y="54"/>
                  </a:cubicBezTo>
                  <a:cubicBezTo>
                    <a:pt x="190" y="38"/>
                    <a:pt x="190" y="2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5" name="Google Shape;13105;p33"/>
            <p:cNvSpPr/>
            <p:nvPr/>
          </p:nvSpPr>
          <p:spPr>
            <a:xfrm>
              <a:off x="5066675" y="2745825"/>
              <a:ext cx="6500" cy="6525"/>
            </a:xfrm>
            <a:custGeom>
              <a:avLst/>
              <a:gdLst/>
              <a:ahLst/>
              <a:cxnLst/>
              <a:rect l="l" t="t" r="r" b="b"/>
              <a:pathLst>
                <a:path w="260" h="261" extrusionOk="0">
                  <a:moveTo>
                    <a:pt x="129" y="1"/>
                  </a:moveTo>
                  <a:cubicBezTo>
                    <a:pt x="88" y="1"/>
                    <a:pt x="49" y="32"/>
                    <a:pt x="37" y="84"/>
                  </a:cubicBezTo>
                  <a:cubicBezTo>
                    <a:pt x="0" y="154"/>
                    <a:pt x="37" y="220"/>
                    <a:pt x="87" y="257"/>
                  </a:cubicBezTo>
                  <a:cubicBezTo>
                    <a:pt x="99" y="260"/>
                    <a:pt x="110" y="261"/>
                    <a:pt x="121" y="261"/>
                  </a:cubicBezTo>
                  <a:cubicBezTo>
                    <a:pt x="173" y="261"/>
                    <a:pt x="213" y="228"/>
                    <a:pt x="243" y="170"/>
                  </a:cubicBezTo>
                  <a:cubicBezTo>
                    <a:pt x="260" y="100"/>
                    <a:pt x="223" y="34"/>
                    <a:pt x="173" y="13"/>
                  </a:cubicBezTo>
                  <a:cubicBezTo>
                    <a:pt x="159" y="5"/>
                    <a:pt x="144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6" name="Google Shape;13106;p33"/>
            <p:cNvSpPr/>
            <p:nvPr/>
          </p:nvSpPr>
          <p:spPr>
            <a:xfrm>
              <a:off x="5124700" y="278002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32" y="0"/>
                  </a:moveTo>
                  <a:cubicBezTo>
                    <a:pt x="79" y="0"/>
                    <a:pt x="30" y="35"/>
                    <a:pt x="17" y="88"/>
                  </a:cubicBezTo>
                  <a:cubicBezTo>
                    <a:pt x="0" y="159"/>
                    <a:pt x="33" y="229"/>
                    <a:pt x="87" y="262"/>
                  </a:cubicBezTo>
                  <a:cubicBezTo>
                    <a:pt x="95" y="264"/>
                    <a:pt x="104" y="266"/>
                    <a:pt x="114" y="266"/>
                  </a:cubicBezTo>
                  <a:cubicBezTo>
                    <a:pt x="159" y="266"/>
                    <a:pt x="209" y="233"/>
                    <a:pt x="223" y="175"/>
                  </a:cubicBezTo>
                  <a:cubicBezTo>
                    <a:pt x="240" y="109"/>
                    <a:pt x="223" y="39"/>
                    <a:pt x="169" y="6"/>
                  </a:cubicBezTo>
                  <a:cubicBezTo>
                    <a:pt x="157" y="2"/>
                    <a:pt x="145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7" name="Google Shape;13107;p33"/>
            <p:cNvSpPr/>
            <p:nvPr/>
          </p:nvSpPr>
          <p:spPr>
            <a:xfrm>
              <a:off x="5068425" y="2824475"/>
              <a:ext cx="5175" cy="2100"/>
            </a:xfrm>
            <a:custGeom>
              <a:avLst/>
              <a:gdLst/>
              <a:ahLst/>
              <a:cxnLst/>
              <a:rect l="l" t="t" r="r" b="b"/>
              <a:pathLst>
                <a:path w="207" h="84" extrusionOk="0">
                  <a:moveTo>
                    <a:pt x="120" y="1"/>
                  </a:moveTo>
                  <a:cubicBezTo>
                    <a:pt x="108" y="1"/>
                    <a:pt x="95" y="5"/>
                    <a:pt x="87" y="13"/>
                  </a:cubicBezTo>
                  <a:cubicBezTo>
                    <a:pt x="70" y="13"/>
                    <a:pt x="33" y="30"/>
                    <a:pt x="17" y="63"/>
                  </a:cubicBezTo>
                  <a:lnTo>
                    <a:pt x="0" y="83"/>
                  </a:lnTo>
                  <a:lnTo>
                    <a:pt x="206" y="83"/>
                  </a:lnTo>
                  <a:cubicBezTo>
                    <a:pt x="206" y="63"/>
                    <a:pt x="190" y="46"/>
                    <a:pt x="173" y="30"/>
                  </a:cubicBezTo>
                  <a:lnTo>
                    <a:pt x="153" y="13"/>
                  </a:lnTo>
                  <a:cubicBezTo>
                    <a:pt x="145" y="5"/>
                    <a:pt x="132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8" name="Google Shape;13108;p33"/>
            <p:cNvSpPr/>
            <p:nvPr/>
          </p:nvSpPr>
          <p:spPr>
            <a:xfrm>
              <a:off x="5263425" y="2665025"/>
              <a:ext cx="2100" cy="5600"/>
            </a:xfrm>
            <a:custGeom>
              <a:avLst/>
              <a:gdLst/>
              <a:ahLst/>
              <a:cxnLst/>
              <a:rect l="l" t="t" r="r" b="b"/>
              <a:pathLst>
                <a:path w="84" h="224" extrusionOk="0">
                  <a:moveTo>
                    <a:pt x="83" y="1"/>
                  </a:moveTo>
                  <a:lnTo>
                    <a:pt x="83" y="1"/>
                  </a:lnTo>
                  <a:cubicBezTo>
                    <a:pt x="34" y="34"/>
                    <a:pt x="1" y="87"/>
                    <a:pt x="17" y="153"/>
                  </a:cubicBezTo>
                  <a:cubicBezTo>
                    <a:pt x="17" y="174"/>
                    <a:pt x="34" y="207"/>
                    <a:pt x="50" y="223"/>
                  </a:cubicBezTo>
                  <a:cubicBezTo>
                    <a:pt x="50" y="153"/>
                    <a:pt x="67" y="87"/>
                    <a:pt x="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9" name="Google Shape;13109;p33"/>
            <p:cNvSpPr/>
            <p:nvPr/>
          </p:nvSpPr>
          <p:spPr>
            <a:xfrm>
              <a:off x="5085625" y="2821800"/>
              <a:ext cx="6000" cy="4250"/>
            </a:xfrm>
            <a:custGeom>
              <a:avLst/>
              <a:gdLst/>
              <a:ahLst/>
              <a:cxnLst/>
              <a:rect l="l" t="t" r="r" b="b"/>
              <a:pathLst>
                <a:path w="240" h="170" extrusionOk="0">
                  <a:moveTo>
                    <a:pt x="104" y="1"/>
                  </a:moveTo>
                  <a:cubicBezTo>
                    <a:pt x="50" y="17"/>
                    <a:pt x="1" y="87"/>
                    <a:pt x="17" y="153"/>
                  </a:cubicBezTo>
                  <a:lnTo>
                    <a:pt x="17" y="170"/>
                  </a:lnTo>
                  <a:cubicBezTo>
                    <a:pt x="83" y="170"/>
                    <a:pt x="170" y="153"/>
                    <a:pt x="240" y="153"/>
                  </a:cubicBezTo>
                  <a:lnTo>
                    <a:pt x="240" y="120"/>
                  </a:lnTo>
                  <a:cubicBezTo>
                    <a:pt x="223" y="87"/>
                    <a:pt x="223" y="50"/>
                    <a:pt x="186" y="34"/>
                  </a:cubicBezTo>
                  <a:cubicBezTo>
                    <a:pt x="186" y="17"/>
                    <a:pt x="170" y="17"/>
                    <a:pt x="170" y="17"/>
                  </a:cubicBezTo>
                  <a:cubicBezTo>
                    <a:pt x="153" y="1"/>
                    <a:pt x="137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0" name="Google Shape;13110;p33"/>
            <p:cNvSpPr/>
            <p:nvPr/>
          </p:nvSpPr>
          <p:spPr>
            <a:xfrm>
              <a:off x="5253125" y="2602225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24" y="0"/>
                  </a:moveTo>
                  <a:cubicBezTo>
                    <a:pt x="79" y="0"/>
                    <a:pt x="30" y="35"/>
                    <a:pt x="17" y="88"/>
                  </a:cubicBezTo>
                  <a:cubicBezTo>
                    <a:pt x="1" y="159"/>
                    <a:pt x="17" y="229"/>
                    <a:pt x="83" y="262"/>
                  </a:cubicBezTo>
                  <a:lnTo>
                    <a:pt x="137" y="262"/>
                  </a:lnTo>
                  <a:cubicBezTo>
                    <a:pt x="170" y="262"/>
                    <a:pt x="207" y="229"/>
                    <a:pt x="223" y="175"/>
                  </a:cubicBezTo>
                  <a:cubicBezTo>
                    <a:pt x="240" y="126"/>
                    <a:pt x="223" y="72"/>
                    <a:pt x="207" y="39"/>
                  </a:cubicBezTo>
                  <a:cubicBezTo>
                    <a:pt x="186" y="39"/>
                    <a:pt x="170" y="23"/>
                    <a:pt x="153" y="6"/>
                  </a:cubicBezTo>
                  <a:cubicBezTo>
                    <a:pt x="144" y="2"/>
                    <a:pt x="134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1" name="Google Shape;13111;p33"/>
            <p:cNvSpPr/>
            <p:nvPr/>
          </p:nvSpPr>
          <p:spPr>
            <a:xfrm>
              <a:off x="5250950" y="2619725"/>
              <a:ext cx="6025" cy="6600"/>
            </a:xfrm>
            <a:custGeom>
              <a:avLst/>
              <a:gdLst/>
              <a:ahLst/>
              <a:cxnLst/>
              <a:rect l="l" t="t" r="r" b="b"/>
              <a:pathLst>
                <a:path w="241" h="264" extrusionOk="0">
                  <a:moveTo>
                    <a:pt x="126" y="0"/>
                  </a:moveTo>
                  <a:cubicBezTo>
                    <a:pt x="103" y="0"/>
                    <a:pt x="82" y="13"/>
                    <a:pt x="67" y="28"/>
                  </a:cubicBezTo>
                  <a:cubicBezTo>
                    <a:pt x="34" y="44"/>
                    <a:pt x="17" y="61"/>
                    <a:pt x="17" y="94"/>
                  </a:cubicBezTo>
                  <a:cubicBezTo>
                    <a:pt x="1" y="110"/>
                    <a:pt x="1" y="147"/>
                    <a:pt x="17" y="180"/>
                  </a:cubicBezTo>
                  <a:cubicBezTo>
                    <a:pt x="17" y="213"/>
                    <a:pt x="50" y="234"/>
                    <a:pt x="88" y="250"/>
                  </a:cubicBezTo>
                  <a:cubicBezTo>
                    <a:pt x="101" y="259"/>
                    <a:pt x="115" y="263"/>
                    <a:pt x="130" y="263"/>
                  </a:cubicBezTo>
                  <a:cubicBezTo>
                    <a:pt x="170" y="263"/>
                    <a:pt x="212" y="232"/>
                    <a:pt x="224" y="180"/>
                  </a:cubicBezTo>
                  <a:cubicBezTo>
                    <a:pt x="240" y="110"/>
                    <a:pt x="224" y="44"/>
                    <a:pt x="154" y="7"/>
                  </a:cubicBezTo>
                  <a:cubicBezTo>
                    <a:pt x="144" y="2"/>
                    <a:pt x="135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2" name="Google Shape;13112;p33"/>
            <p:cNvSpPr/>
            <p:nvPr/>
          </p:nvSpPr>
          <p:spPr>
            <a:xfrm>
              <a:off x="5112225" y="2817475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20" y="1"/>
                  </a:moveTo>
                  <a:cubicBezTo>
                    <a:pt x="87" y="1"/>
                    <a:pt x="71" y="1"/>
                    <a:pt x="34" y="34"/>
                  </a:cubicBezTo>
                  <a:cubicBezTo>
                    <a:pt x="17" y="54"/>
                    <a:pt x="1" y="87"/>
                    <a:pt x="1" y="120"/>
                  </a:cubicBezTo>
                  <a:cubicBezTo>
                    <a:pt x="1" y="157"/>
                    <a:pt x="1" y="190"/>
                    <a:pt x="17" y="207"/>
                  </a:cubicBezTo>
                  <a:cubicBezTo>
                    <a:pt x="87" y="190"/>
                    <a:pt x="153" y="190"/>
                    <a:pt x="207" y="174"/>
                  </a:cubicBezTo>
                  <a:cubicBezTo>
                    <a:pt x="223" y="137"/>
                    <a:pt x="223" y="87"/>
                    <a:pt x="190" y="54"/>
                  </a:cubicBezTo>
                  <a:cubicBezTo>
                    <a:pt x="190" y="34"/>
                    <a:pt x="174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3" name="Google Shape;13113;p33"/>
            <p:cNvSpPr/>
            <p:nvPr/>
          </p:nvSpPr>
          <p:spPr>
            <a:xfrm>
              <a:off x="5247050" y="266720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03" y="0"/>
                  </a:moveTo>
                  <a:cubicBezTo>
                    <a:pt x="54" y="17"/>
                    <a:pt x="0" y="87"/>
                    <a:pt x="17" y="153"/>
                  </a:cubicBezTo>
                  <a:cubicBezTo>
                    <a:pt x="17" y="190"/>
                    <a:pt x="37" y="223"/>
                    <a:pt x="70" y="239"/>
                  </a:cubicBezTo>
                  <a:cubicBezTo>
                    <a:pt x="82" y="251"/>
                    <a:pt x="102" y="263"/>
                    <a:pt x="120" y="263"/>
                  </a:cubicBezTo>
                  <a:cubicBezTo>
                    <a:pt x="127" y="263"/>
                    <a:pt x="134" y="261"/>
                    <a:pt x="141" y="256"/>
                  </a:cubicBezTo>
                  <a:cubicBezTo>
                    <a:pt x="206" y="256"/>
                    <a:pt x="244" y="190"/>
                    <a:pt x="244" y="120"/>
                  </a:cubicBezTo>
                  <a:cubicBezTo>
                    <a:pt x="223" y="66"/>
                    <a:pt x="206" y="33"/>
                    <a:pt x="173" y="17"/>
                  </a:cubicBezTo>
                  <a:cubicBezTo>
                    <a:pt x="157" y="0"/>
                    <a:pt x="141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4" name="Google Shape;13114;p33"/>
            <p:cNvSpPr/>
            <p:nvPr/>
          </p:nvSpPr>
          <p:spPr>
            <a:xfrm>
              <a:off x="5250550" y="265215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37" y="0"/>
                  </a:moveTo>
                  <a:cubicBezTo>
                    <a:pt x="104" y="0"/>
                    <a:pt x="66" y="17"/>
                    <a:pt x="50" y="33"/>
                  </a:cubicBezTo>
                  <a:cubicBezTo>
                    <a:pt x="33" y="50"/>
                    <a:pt x="17" y="87"/>
                    <a:pt x="17" y="120"/>
                  </a:cubicBezTo>
                  <a:cubicBezTo>
                    <a:pt x="1" y="153"/>
                    <a:pt x="17" y="190"/>
                    <a:pt x="33" y="223"/>
                  </a:cubicBezTo>
                  <a:cubicBezTo>
                    <a:pt x="50" y="240"/>
                    <a:pt x="83" y="256"/>
                    <a:pt x="104" y="256"/>
                  </a:cubicBezTo>
                  <a:cubicBezTo>
                    <a:pt x="113" y="262"/>
                    <a:pt x="123" y="265"/>
                    <a:pt x="133" y="265"/>
                  </a:cubicBezTo>
                  <a:cubicBezTo>
                    <a:pt x="155" y="265"/>
                    <a:pt x="174" y="251"/>
                    <a:pt x="186" y="240"/>
                  </a:cubicBezTo>
                  <a:cubicBezTo>
                    <a:pt x="240" y="190"/>
                    <a:pt x="240" y="103"/>
                    <a:pt x="207" y="50"/>
                  </a:cubicBezTo>
                  <a:cubicBezTo>
                    <a:pt x="186" y="33"/>
                    <a:pt x="170" y="17"/>
                    <a:pt x="153" y="17"/>
                  </a:cubicBezTo>
                  <a:lnTo>
                    <a:pt x="1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5" name="Google Shape;13115;p33"/>
            <p:cNvSpPr/>
            <p:nvPr/>
          </p:nvSpPr>
          <p:spPr>
            <a:xfrm>
              <a:off x="5236325" y="26528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28" y="0"/>
                  </a:moveTo>
                  <a:cubicBezTo>
                    <a:pt x="81" y="0"/>
                    <a:pt x="31" y="30"/>
                    <a:pt x="17" y="74"/>
                  </a:cubicBezTo>
                  <a:cubicBezTo>
                    <a:pt x="1" y="145"/>
                    <a:pt x="17" y="227"/>
                    <a:pt x="87" y="248"/>
                  </a:cubicBezTo>
                  <a:cubicBezTo>
                    <a:pt x="104" y="264"/>
                    <a:pt x="120" y="264"/>
                    <a:pt x="137" y="264"/>
                  </a:cubicBezTo>
                  <a:cubicBezTo>
                    <a:pt x="174" y="248"/>
                    <a:pt x="207" y="227"/>
                    <a:pt x="223" y="178"/>
                  </a:cubicBezTo>
                  <a:cubicBezTo>
                    <a:pt x="240" y="124"/>
                    <a:pt x="223" y="74"/>
                    <a:pt x="207" y="41"/>
                  </a:cubicBezTo>
                  <a:cubicBezTo>
                    <a:pt x="190" y="21"/>
                    <a:pt x="174" y="21"/>
                    <a:pt x="157" y="4"/>
                  </a:cubicBezTo>
                  <a:cubicBezTo>
                    <a:pt x="148" y="1"/>
                    <a:pt x="138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6" name="Google Shape;13116;p33"/>
            <p:cNvSpPr/>
            <p:nvPr/>
          </p:nvSpPr>
          <p:spPr>
            <a:xfrm>
              <a:off x="5214875" y="2766350"/>
              <a:ext cx="3025" cy="3525"/>
            </a:xfrm>
            <a:custGeom>
              <a:avLst/>
              <a:gdLst/>
              <a:ahLst/>
              <a:cxnLst/>
              <a:rect l="l" t="t" r="r" b="b"/>
              <a:pathLst>
                <a:path w="121" h="141" extrusionOk="0">
                  <a:moveTo>
                    <a:pt x="121" y="1"/>
                  </a:moveTo>
                  <a:cubicBezTo>
                    <a:pt x="104" y="1"/>
                    <a:pt x="104" y="1"/>
                    <a:pt x="88" y="17"/>
                  </a:cubicBezTo>
                  <a:cubicBezTo>
                    <a:pt x="34" y="17"/>
                    <a:pt x="1" y="71"/>
                    <a:pt x="1" y="141"/>
                  </a:cubicBezTo>
                  <a:cubicBezTo>
                    <a:pt x="34" y="87"/>
                    <a:pt x="67" y="54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7" name="Google Shape;13117;p33"/>
            <p:cNvSpPr/>
            <p:nvPr/>
          </p:nvSpPr>
          <p:spPr>
            <a:xfrm>
              <a:off x="5238500" y="2728925"/>
              <a:ext cx="5175" cy="6525"/>
            </a:xfrm>
            <a:custGeom>
              <a:avLst/>
              <a:gdLst/>
              <a:ahLst/>
              <a:cxnLst/>
              <a:rect l="l" t="t" r="r" b="b"/>
              <a:pathLst>
                <a:path w="207" h="261" extrusionOk="0">
                  <a:moveTo>
                    <a:pt x="125" y="1"/>
                  </a:moveTo>
                  <a:cubicBezTo>
                    <a:pt x="80" y="1"/>
                    <a:pt x="30" y="30"/>
                    <a:pt x="17" y="71"/>
                  </a:cubicBezTo>
                  <a:cubicBezTo>
                    <a:pt x="0" y="141"/>
                    <a:pt x="17" y="228"/>
                    <a:pt x="87" y="244"/>
                  </a:cubicBezTo>
                  <a:lnTo>
                    <a:pt x="103" y="261"/>
                  </a:lnTo>
                  <a:lnTo>
                    <a:pt x="103" y="228"/>
                  </a:lnTo>
                  <a:cubicBezTo>
                    <a:pt x="136" y="174"/>
                    <a:pt x="173" y="108"/>
                    <a:pt x="206" y="55"/>
                  </a:cubicBezTo>
                  <a:cubicBezTo>
                    <a:pt x="190" y="38"/>
                    <a:pt x="173" y="22"/>
                    <a:pt x="153" y="5"/>
                  </a:cubicBezTo>
                  <a:cubicBezTo>
                    <a:pt x="144" y="2"/>
                    <a:pt x="134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8" name="Google Shape;13118;p33"/>
            <p:cNvSpPr/>
            <p:nvPr/>
          </p:nvSpPr>
          <p:spPr>
            <a:xfrm>
              <a:off x="5245800" y="2713200"/>
              <a:ext cx="5600" cy="6375"/>
            </a:xfrm>
            <a:custGeom>
              <a:avLst/>
              <a:gdLst/>
              <a:ahLst/>
              <a:cxnLst/>
              <a:rect l="l" t="t" r="r" b="b"/>
              <a:pathLst>
                <a:path w="224" h="255" extrusionOk="0">
                  <a:moveTo>
                    <a:pt x="110" y="1"/>
                  </a:moveTo>
                  <a:cubicBezTo>
                    <a:pt x="70" y="1"/>
                    <a:pt x="29" y="34"/>
                    <a:pt x="17" y="82"/>
                  </a:cubicBezTo>
                  <a:cubicBezTo>
                    <a:pt x="1" y="152"/>
                    <a:pt x="17" y="222"/>
                    <a:pt x="87" y="255"/>
                  </a:cubicBezTo>
                  <a:lnTo>
                    <a:pt x="137" y="255"/>
                  </a:lnTo>
                  <a:cubicBezTo>
                    <a:pt x="153" y="205"/>
                    <a:pt x="191" y="135"/>
                    <a:pt x="223" y="65"/>
                  </a:cubicBezTo>
                  <a:cubicBezTo>
                    <a:pt x="207" y="49"/>
                    <a:pt x="191" y="16"/>
                    <a:pt x="153" y="16"/>
                  </a:cubicBezTo>
                  <a:cubicBezTo>
                    <a:pt x="140" y="6"/>
                    <a:pt x="125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9" name="Google Shape;13119;p33"/>
            <p:cNvSpPr/>
            <p:nvPr/>
          </p:nvSpPr>
          <p:spPr>
            <a:xfrm>
              <a:off x="5256525" y="2680075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137" y="1"/>
                  </a:moveTo>
                  <a:cubicBezTo>
                    <a:pt x="120" y="1"/>
                    <a:pt x="87" y="17"/>
                    <a:pt x="50" y="34"/>
                  </a:cubicBezTo>
                  <a:cubicBezTo>
                    <a:pt x="17" y="67"/>
                    <a:pt x="1" y="153"/>
                    <a:pt x="50" y="207"/>
                  </a:cubicBezTo>
                  <a:cubicBezTo>
                    <a:pt x="71" y="240"/>
                    <a:pt x="87" y="256"/>
                    <a:pt x="120" y="256"/>
                  </a:cubicBezTo>
                  <a:cubicBezTo>
                    <a:pt x="137" y="256"/>
                    <a:pt x="174" y="256"/>
                    <a:pt x="190" y="240"/>
                  </a:cubicBezTo>
                  <a:cubicBezTo>
                    <a:pt x="207" y="190"/>
                    <a:pt x="207" y="137"/>
                    <a:pt x="223" y="67"/>
                  </a:cubicBezTo>
                  <a:lnTo>
                    <a:pt x="223" y="50"/>
                  </a:lnTo>
                  <a:cubicBezTo>
                    <a:pt x="207" y="34"/>
                    <a:pt x="190" y="17"/>
                    <a:pt x="174" y="17"/>
                  </a:cubicBezTo>
                  <a:cubicBezTo>
                    <a:pt x="153" y="1"/>
                    <a:pt x="153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0" name="Google Shape;13120;p33"/>
            <p:cNvSpPr/>
            <p:nvPr/>
          </p:nvSpPr>
          <p:spPr>
            <a:xfrm>
              <a:off x="5140150" y="2809750"/>
              <a:ext cx="5600" cy="5575"/>
            </a:xfrm>
            <a:custGeom>
              <a:avLst/>
              <a:gdLst/>
              <a:ahLst/>
              <a:cxnLst/>
              <a:rect l="l" t="t" r="r" b="b"/>
              <a:pathLst>
                <a:path w="224" h="223" extrusionOk="0">
                  <a:moveTo>
                    <a:pt x="104" y="0"/>
                  </a:moveTo>
                  <a:cubicBezTo>
                    <a:pt x="50" y="17"/>
                    <a:pt x="1" y="70"/>
                    <a:pt x="17" y="157"/>
                  </a:cubicBezTo>
                  <a:cubicBezTo>
                    <a:pt x="17" y="173"/>
                    <a:pt x="34" y="206"/>
                    <a:pt x="50" y="223"/>
                  </a:cubicBezTo>
                  <a:cubicBezTo>
                    <a:pt x="104" y="206"/>
                    <a:pt x="170" y="173"/>
                    <a:pt x="224" y="157"/>
                  </a:cubicBezTo>
                  <a:lnTo>
                    <a:pt x="224" y="103"/>
                  </a:lnTo>
                  <a:cubicBezTo>
                    <a:pt x="224" y="70"/>
                    <a:pt x="207" y="33"/>
                    <a:pt x="191" y="17"/>
                  </a:cubicBezTo>
                  <a:cubicBezTo>
                    <a:pt x="170" y="17"/>
                    <a:pt x="17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1" name="Google Shape;13121;p33"/>
            <p:cNvSpPr/>
            <p:nvPr/>
          </p:nvSpPr>
          <p:spPr>
            <a:xfrm>
              <a:off x="5194675" y="2783450"/>
              <a:ext cx="4375" cy="3550"/>
            </a:xfrm>
            <a:custGeom>
              <a:avLst/>
              <a:gdLst/>
              <a:ahLst/>
              <a:cxnLst/>
              <a:rect l="l" t="t" r="r" b="b"/>
              <a:pathLst>
                <a:path w="175" h="142" extrusionOk="0">
                  <a:moveTo>
                    <a:pt x="127" y="1"/>
                  </a:moveTo>
                  <a:cubicBezTo>
                    <a:pt x="82" y="1"/>
                    <a:pt x="31" y="34"/>
                    <a:pt x="17" y="92"/>
                  </a:cubicBezTo>
                  <a:cubicBezTo>
                    <a:pt x="17" y="108"/>
                    <a:pt x="1" y="125"/>
                    <a:pt x="17" y="141"/>
                  </a:cubicBezTo>
                  <a:cubicBezTo>
                    <a:pt x="71" y="108"/>
                    <a:pt x="120" y="55"/>
                    <a:pt x="174" y="22"/>
                  </a:cubicBezTo>
                  <a:cubicBezTo>
                    <a:pt x="174" y="22"/>
                    <a:pt x="174" y="5"/>
                    <a:pt x="153" y="5"/>
                  </a:cubicBezTo>
                  <a:cubicBezTo>
                    <a:pt x="145" y="2"/>
                    <a:pt x="136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2" name="Google Shape;13122;p33"/>
            <p:cNvSpPr/>
            <p:nvPr/>
          </p:nvSpPr>
          <p:spPr>
            <a:xfrm>
              <a:off x="5126350" y="2814900"/>
              <a:ext cx="5700" cy="4775"/>
            </a:xfrm>
            <a:custGeom>
              <a:avLst/>
              <a:gdLst/>
              <a:ahLst/>
              <a:cxnLst/>
              <a:rect l="l" t="t" r="r" b="b"/>
              <a:pathLst>
                <a:path w="228" h="191" extrusionOk="0">
                  <a:moveTo>
                    <a:pt x="103" y="0"/>
                  </a:moveTo>
                  <a:cubicBezTo>
                    <a:pt x="38" y="0"/>
                    <a:pt x="0" y="71"/>
                    <a:pt x="21" y="137"/>
                  </a:cubicBezTo>
                  <a:lnTo>
                    <a:pt x="21" y="190"/>
                  </a:lnTo>
                  <a:cubicBezTo>
                    <a:pt x="87" y="174"/>
                    <a:pt x="157" y="157"/>
                    <a:pt x="227" y="120"/>
                  </a:cubicBezTo>
                  <a:lnTo>
                    <a:pt x="227" y="104"/>
                  </a:lnTo>
                  <a:cubicBezTo>
                    <a:pt x="227" y="71"/>
                    <a:pt x="207" y="33"/>
                    <a:pt x="190" y="17"/>
                  </a:cubicBezTo>
                  <a:cubicBezTo>
                    <a:pt x="174" y="17"/>
                    <a:pt x="174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3" name="Google Shape;13123;p33"/>
            <p:cNvSpPr/>
            <p:nvPr/>
          </p:nvSpPr>
          <p:spPr>
            <a:xfrm>
              <a:off x="5154700" y="2806850"/>
              <a:ext cx="4750" cy="3325"/>
            </a:xfrm>
            <a:custGeom>
              <a:avLst/>
              <a:gdLst/>
              <a:ahLst/>
              <a:cxnLst/>
              <a:rect l="l" t="t" r="r" b="b"/>
              <a:pathLst>
                <a:path w="190" h="133" extrusionOk="0">
                  <a:moveTo>
                    <a:pt x="113" y="0"/>
                  </a:moveTo>
                  <a:cubicBezTo>
                    <a:pt x="72" y="0"/>
                    <a:pt x="33" y="32"/>
                    <a:pt x="21" y="83"/>
                  </a:cubicBezTo>
                  <a:cubicBezTo>
                    <a:pt x="0" y="100"/>
                    <a:pt x="0" y="116"/>
                    <a:pt x="0" y="133"/>
                  </a:cubicBezTo>
                  <a:cubicBezTo>
                    <a:pt x="70" y="100"/>
                    <a:pt x="140" y="83"/>
                    <a:pt x="190" y="46"/>
                  </a:cubicBezTo>
                  <a:cubicBezTo>
                    <a:pt x="190" y="30"/>
                    <a:pt x="173" y="13"/>
                    <a:pt x="157" y="13"/>
                  </a:cubicBezTo>
                  <a:cubicBezTo>
                    <a:pt x="143" y="4"/>
                    <a:pt x="128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4" name="Google Shape;13124;p33"/>
            <p:cNvSpPr/>
            <p:nvPr/>
          </p:nvSpPr>
          <p:spPr>
            <a:xfrm>
              <a:off x="5174075" y="27586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70" y="0"/>
                    <a:pt x="33" y="17"/>
                    <a:pt x="17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17" y="190"/>
                    <a:pt x="17" y="206"/>
                    <a:pt x="50" y="244"/>
                  </a:cubicBezTo>
                  <a:cubicBezTo>
                    <a:pt x="70" y="260"/>
                    <a:pt x="103" y="260"/>
                    <a:pt x="136" y="260"/>
                  </a:cubicBezTo>
                  <a:cubicBezTo>
                    <a:pt x="190" y="244"/>
                    <a:pt x="239" y="174"/>
                    <a:pt x="223" y="103"/>
                  </a:cubicBezTo>
                  <a:cubicBezTo>
                    <a:pt x="223" y="70"/>
                    <a:pt x="206" y="54"/>
                    <a:pt x="173" y="17"/>
                  </a:cubicBezTo>
                  <a:cubicBezTo>
                    <a:pt x="173" y="17"/>
                    <a:pt x="153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5" name="Google Shape;13125;p33"/>
            <p:cNvSpPr/>
            <p:nvPr/>
          </p:nvSpPr>
          <p:spPr>
            <a:xfrm>
              <a:off x="5180450" y="2787900"/>
              <a:ext cx="6125" cy="6400"/>
            </a:xfrm>
            <a:custGeom>
              <a:avLst/>
              <a:gdLst/>
              <a:ahLst/>
              <a:cxnLst/>
              <a:rect l="l" t="t" r="r" b="b"/>
              <a:pathLst>
                <a:path w="245" h="256" extrusionOk="0">
                  <a:moveTo>
                    <a:pt x="104" y="0"/>
                  </a:moveTo>
                  <a:cubicBezTo>
                    <a:pt x="71" y="0"/>
                    <a:pt x="55" y="17"/>
                    <a:pt x="38" y="50"/>
                  </a:cubicBezTo>
                  <a:cubicBezTo>
                    <a:pt x="22" y="83"/>
                    <a:pt x="1" y="120"/>
                    <a:pt x="22" y="153"/>
                  </a:cubicBezTo>
                  <a:cubicBezTo>
                    <a:pt x="22" y="186"/>
                    <a:pt x="38" y="206"/>
                    <a:pt x="55" y="239"/>
                  </a:cubicBezTo>
                  <a:cubicBezTo>
                    <a:pt x="88" y="256"/>
                    <a:pt x="104" y="256"/>
                    <a:pt x="141" y="256"/>
                  </a:cubicBezTo>
                  <a:cubicBezTo>
                    <a:pt x="207" y="239"/>
                    <a:pt x="244" y="169"/>
                    <a:pt x="228" y="103"/>
                  </a:cubicBezTo>
                  <a:cubicBezTo>
                    <a:pt x="228" y="66"/>
                    <a:pt x="207" y="50"/>
                    <a:pt x="191" y="17"/>
                  </a:cubicBezTo>
                  <a:cubicBezTo>
                    <a:pt x="174" y="17"/>
                    <a:pt x="174" y="17"/>
                    <a:pt x="1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6" name="Google Shape;13126;p33"/>
            <p:cNvSpPr/>
            <p:nvPr/>
          </p:nvSpPr>
          <p:spPr>
            <a:xfrm>
              <a:off x="5185625" y="2723575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31" y="1"/>
                  </a:moveTo>
                  <a:cubicBezTo>
                    <a:pt x="123" y="1"/>
                    <a:pt x="113" y="5"/>
                    <a:pt x="103" y="13"/>
                  </a:cubicBezTo>
                  <a:cubicBezTo>
                    <a:pt x="37" y="13"/>
                    <a:pt x="0" y="79"/>
                    <a:pt x="0" y="149"/>
                  </a:cubicBezTo>
                  <a:cubicBezTo>
                    <a:pt x="21" y="182"/>
                    <a:pt x="37" y="219"/>
                    <a:pt x="54" y="236"/>
                  </a:cubicBezTo>
                  <a:cubicBezTo>
                    <a:pt x="65" y="247"/>
                    <a:pt x="85" y="259"/>
                    <a:pt x="109" y="259"/>
                  </a:cubicBezTo>
                  <a:cubicBezTo>
                    <a:pt x="119" y="259"/>
                    <a:pt x="129" y="257"/>
                    <a:pt x="140" y="252"/>
                  </a:cubicBezTo>
                  <a:cubicBezTo>
                    <a:pt x="190" y="252"/>
                    <a:pt x="243" y="182"/>
                    <a:pt x="227" y="116"/>
                  </a:cubicBezTo>
                  <a:cubicBezTo>
                    <a:pt x="227" y="79"/>
                    <a:pt x="206" y="46"/>
                    <a:pt x="190" y="29"/>
                  </a:cubicBezTo>
                  <a:cubicBezTo>
                    <a:pt x="173" y="13"/>
                    <a:pt x="173" y="13"/>
                    <a:pt x="157" y="13"/>
                  </a:cubicBezTo>
                  <a:cubicBezTo>
                    <a:pt x="148" y="5"/>
                    <a:pt x="140" y="1"/>
                    <a:pt x="1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7" name="Google Shape;13127;p33"/>
            <p:cNvSpPr/>
            <p:nvPr/>
          </p:nvSpPr>
          <p:spPr>
            <a:xfrm>
              <a:off x="5184800" y="2771100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36" y="0"/>
                  </a:moveTo>
                  <a:cubicBezTo>
                    <a:pt x="103" y="0"/>
                    <a:pt x="70" y="0"/>
                    <a:pt x="54" y="17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4" y="239"/>
                    <a:pt x="70" y="260"/>
                    <a:pt x="103" y="260"/>
                  </a:cubicBezTo>
                  <a:cubicBezTo>
                    <a:pt x="136" y="260"/>
                    <a:pt x="173" y="239"/>
                    <a:pt x="190" y="223"/>
                  </a:cubicBezTo>
                  <a:cubicBezTo>
                    <a:pt x="206" y="206"/>
                    <a:pt x="223" y="173"/>
                    <a:pt x="223" y="136"/>
                  </a:cubicBezTo>
                  <a:cubicBezTo>
                    <a:pt x="223" y="103"/>
                    <a:pt x="223" y="70"/>
                    <a:pt x="206" y="54"/>
                  </a:cubicBezTo>
                  <a:cubicBezTo>
                    <a:pt x="190" y="17"/>
                    <a:pt x="173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8" name="Google Shape;13128;p33"/>
            <p:cNvSpPr/>
            <p:nvPr/>
          </p:nvSpPr>
          <p:spPr>
            <a:xfrm>
              <a:off x="5187375" y="2707650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11" y="0"/>
                  </a:moveTo>
                  <a:cubicBezTo>
                    <a:pt x="69" y="0"/>
                    <a:pt x="29" y="33"/>
                    <a:pt x="17" y="81"/>
                  </a:cubicBezTo>
                  <a:cubicBezTo>
                    <a:pt x="0" y="151"/>
                    <a:pt x="17" y="221"/>
                    <a:pt x="70" y="254"/>
                  </a:cubicBezTo>
                  <a:cubicBezTo>
                    <a:pt x="82" y="257"/>
                    <a:pt x="94" y="258"/>
                    <a:pt x="105" y="258"/>
                  </a:cubicBezTo>
                  <a:cubicBezTo>
                    <a:pt x="159" y="258"/>
                    <a:pt x="209" y="228"/>
                    <a:pt x="223" y="184"/>
                  </a:cubicBezTo>
                  <a:cubicBezTo>
                    <a:pt x="239" y="118"/>
                    <a:pt x="206" y="31"/>
                    <a:pt x="157" y="15"/>
                  </a:cubicBezTo>
                  <a:cubicBezTo>
                    <a:pt x="142" y="5"/>
                    <a:pt x="126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9" name="Google Shape;13129;p33"/>
            <p:cNvSpPr/>
            <p:nvPr/>
          </p:nvSpPr>
          <p:spPr>
            <a:xfrm>
              <a:off x="5084300" y="2647500"/>
              <a:ext cx="6500" cy="6525"/>
            </a:xfrm>
            <a:custGeom>
              <a:avLst/>
              <a:gdLst/>
              <a:ahLst/>
              <a:cxnLst/>
              <a:rect l="l" t="t" r="r" b="b"/>
              <a:pathLst>
                <a:path w="260" h="261" extrusionOk="0">
                  <a:moveTo>
                    <a:pt x="122" y="0"/>
                  </a:moveTo>
                  <a:cubicBezTo>
                    <a:pt x="78" y="0"/>
                    <a:pt x="44" y="32"/>
                    <a:pt x="17" y="83"/>
                  </a:cubicBezTo>
                  <a:cubicBezTo>
                    <a:pt x="0" y="153"/>
                    <a:pt x="33" y="219"/>
                    <a:pt x="87" y="256"/>
                  </a:cubicBezTo>
                  <a:cubicBezTo>
                    <a:pt x="95" y="259"/>
                    <a:pt x="103" y="260"/>
                    <a:pt x="112" y="260"/>
                  </a:cubicBezTo>
                  <a:cubicBezTo>
                    <a:pt x="157" y="260"/>
                    <a:pt x="209" y="225"/>
                    <a:pt x="223" y="170"/>
                  </a:cubicBezTo>
                  <a:cubicBezTo>
                    <a:pt x="260" y="116"/>
                    <a:pt x="223" y="30"/>
                    <a:pt x="173" y="13"/>
                  </a:cubicBezTo>
                  <a:cubicBezTo>
                    <a:pt x="155" y="4"/>
                    <a:pt x="138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0" name="Google Shape;13130;p33"/>
            <p:cNvSpPr/>
            <p:nvPr/>
          </p:nvSpPr>
          <p:spPr>
            <a:xfrm>
              <a:off x="5183550" y="2743400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93" y="1"/>
                  </a:moveTo>
                  <a:cubicBezTo>
                    <a:pt x="72" y="1"/>
                    <a:pt x="57" y="13"/>
                    <a:pt x="34" y="28"/>
                  </a:cubicBezTo>
                  <a:cubicBezTo>
                    <a:pt x="17" y="61"/>
                    <a:pt x="1" y="77"/>
                    <a:pt x="1" y="110"/>
                  </a:cubicBezTo>
                  <a:cubicBezTo>
                    <a:pt x="1" y="148"/>
                    <a:pt x="1" y="181"/>
                    <a:pt x="17" y="214"/>
                  </a:cubicBezTo>
                  <a:cubicBezTo>
                    <a:pt x="36" y="245"/>
                    <a:pt x="69" y="264"/>
                    <a:pt x="102" y="264"/>
                  </a:cubicBezTo>
                  <a:cubicBezTo>
                    <a:pt x="125" y="264"/>
                    <a:pt x="149" y="255"/>
                    <a:pt x="170" y="234"/>
                  </a:cubicBezTo>
                  <a:cubicBezTo>
                    <a:pt x="223" y="181"/>
                    <a:pt x="223" y="110"/>
                    <a:pt x="186" y="45"/>
                  </a:cubicBezTo>
                  <a:cubicBezTo>
                    <a:pt x="186" y="28"/>
                    <a:pt x="170" y="28"/>
                    <a:pt x="153" y="7"/>
                  </a:cubicBezTo>
                  <a:lnTo>
                    <a:pt x="120" y="7"/>
                  </a:lnTo>
                  <a:cubicBezTo>
                    <a:pt x="110" y="3"/>
                    <a:pt x="101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1" name="Google Shape;13131;p33"/>
            <p:cNvSpPr/>
            <p:nvPr/>
          </p:nvSpPr>
          <p:spPr>
            <a:xfrm>
              <a:off x="5174475" y="266297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29" y="0"/>
                  </a:moveTo>
                  <a:cubicBezTo>
                    <a:pt x="120" y="0"/>
                    <a:pt x="112" y="4"/>
                    <a:pt x="104" y="13"/>
                  </a:cubicBezTo>
                  <a:cubicBezTo>
                    <a:pt x="87" y="13"/>
                    <a:pt x="71" y="29"/>
                    <a:pt x="54" y="50"/>
                  </a:cubicBezTo>
                  <a:cubicBezTo>
                    <a:pt x="17" y="66"/>
                    <a:pt x="1" y="116"/>
                    <a:pt x="17" y="153"/>
                  </a:cubicBezTo>
                  <a:cubicBezTo>
                    <a:pt x="17" y="186"/>
                    <a:pt x="34" y="219"/>
                    <a:pt x="54" y="235"/>
                  </a:cubicBezTo>
                  <a:cubicBezTo>
                    <a:pt x="78" y="250"/>
                    <a:pt x="93" y="263"/>
                    <a:pt x="112" y="263"/>
                  </a:cubicBezTo>
                  <a:cubicBezTo>
                    <a:pt x="119" y="263"/>
                    <a:pt x="127" y="261"/>
                    <a:pt x="137" y="256"/>
                  </a:cubicBezTo>
                  <a:cubicBezTo>
                    <a:pt x="190" y="256"/>
                    <a:pt x="240" y="186"/>
                    <a:pt x="240" y="132"/>
                  </a:cubicBezTo>
                  <a:cubicBezTo>
                    <a:pt x="240" y="116"/>
                    <a:pt x="240" y="116"/>
                    <a:pt x="223" y="116"/>
                  </a:cubicBezTo>
                  <a:cubicBezTo>
                    <a:pt x="223" y="66"/>
                    <a:pt x="207" y="29"/>
                    <a:pt x="157" y="13"/>
                  </a:cubicBezTo>
                  <a:cubicBezTo>
                    <a:pt x="147" y="4"/>
                    <a:pt x="138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2" name="Google Shape;13132;p33"/>
            <p:cNvSpPr/>
            <p:nvPr/>
          </p:nvSpPr>
          <p:spPr>
            <a:xfrm>
              <a:off x="5177475" y="2618900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09" y="0"/>
                  </a:moveTo>
                  <a:cubicBezTo>
                    <a:pt x="86" y="0"/>
                    <a:pt x="66" y="12"/>
                    <a:pt x="54" y="23"/>
                  </a:cubicBezTo>
                  <a:cubicBezTo>
                    <a:pt x="17" y="61"/>
                    <a:pt x="17" y="77"/>
                    <a:pt x="0" y="110"/>
                  </a:cubicBezTo>
                  <a:cubicBezTo>
                    <a:pt x="0" y="143"/>
                    <a:pt x="17" y="180"/>
                    <a:pt x="37" y="213"/>
                  </a:cubicBezTo>
                  <a:cubicBezTo>
                    <a:pt x="54" y="230"/>
                    <a:pt x="70" y="246"/>
                    <a:pt x="103" y="267"/>
                  </a:cubicBezTo>
                  <a:cubicBezTo>
                    <a:pt x="141" y="267"/>
                    <a:pt x="174" y="246"/>
                    <a:pt x="190" y="230"/>
                  </a:cubicBezTo>
                  <a:cubicBezTo>
                    <a:pt x="244" y="180"/>
                    <a:pt x="244" y="110"/>
                    <a:pt x="207" y="40"/>
                  </a:cubicBezTo>
                  <a:cubicBezTo>
                    <a:pt x="190" y="23"/>
                    <a:pt x="174" y="23"/>
                    <a:pt x="157" y="7"/>
                  </a:cubicBezTo>
                  <a:lnTo>
                    <a:pt x="141" y="7"/>
                  </a:lnTo>
                  <a:cubicBezTo>
                    <a:pt x="130" y="2"/>
                    <a:pt x="119" y="0"/>
                    <a:pt x="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3" name="Google Shape;13133;p33"/>
            <p:cNvSpPr/>
            <p:nvPr/>
          </p:nvSpPr>
          <p:spPr>
            <a:xfrm>
              <a:off x="5213550" y="2688625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87" y="1"/>
                  </a:moveTo>
                  <a:cubicBezTo>
                    <a:pt x="70" y="1"/>
                    <a:pt x="37" y="17"/>
                    <a:pt x="17" y="54"/>
                  </a:cubicBezTo>
                  <a:cubicBezTo>
                    <a:pt x="0" y="71"/>
                    <a:pt x="0" y="104"/>
                    <a:pt x="0" y="137"/>
                  </a:cubicBezTo>
                  <a:cubicBezTo>
                    <a:pt x="0" y="174"/>
                    <a:pt x="17" y="207"/>
                    <a:pt x="37" y="224"/>
                  </a:cubicBezTo>
                  <a:cubicBezTo>
                    <a:pt x="70" y="261"/>
                    <a:pt x="103" y="261"/>
                    <a:pt x="120" y="261"/>
                  </a:cubicBezTo>
                  <a:cubicBezTo>
                    <a:pt x="190" y="240"/>
                    <a:pt x="223" y="174"/>
                    <a:pt x="223" y="104"/>
                  </a:cubicBezTo>
                  <a:cubicBezTo>
                    <a:pt x="207" y="71"/>
                    <a:pt x="190" y="34"/>
                    <a:pt x="174" y="17"/>
                  </a:cubicBezTo>
                  <a:cubicBezTo>
                    <a:pt x="174" y="17"/>
                    <a:pt x="15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4" name="Google Shape;13134;p33"/>
            <p:cNvSpPr/>
            <p:nvPr/>
          </p:nvSpPr>
          <p:spPr>
            <a:xfrm>
              <a:off x="5217875" y="27513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1"/>
                  </a:moveTo>
                  <a:cubicBezTo>
                    <a:pt x="104" y="1"/>
                    <a:pt x="71" y="21"/>
                    <a:pt x="50" y="38"/>
                  </a:cubicBezTo>
                  <a:cubicBezTo>
                    <a:pt x="17" y="54"/>
                    <a:pt x="17" y="87"/>
                    <a:pt x="1" y="124"/>
                  </a:cubicBezTo>
                  <a:cubicBezTo>
                    <a:pt x="1" y="157"/>
                    <a:pt x="17" y="190"/>
                    <a:pt x="34" y="227"/>
                  </a:cubicBezTo>
                  <a:cubicBezTo>
                    <a:pt x="50" y="244"/>
                    <a:pt x="71" y="260"/>
                    <a:pt x="104" y="260"/>
                  </a:cubicBezTo>
                  <a:cubicBezTo>
                    <a:pt x="113" y="265"/>
                    <a:pt x="122" y="267"/>
                    <a:pt x="129" y="267"/>
                  </a:cubicBezTo>
                  <a:cubicBezTo>
                    <a:pt x="148" y="267"/>
                    <a:pt x="164" y="256"/>
                    <a:pt x="190" y="244"/>
                  </a:cubicBezTo>
                  <a:cubicBezTo>
                    <a:pt x="240" y="190"/>
                    <a:pt x="240" y="104"/>
                    <a:pt x="207" y="54"/>
                  </a:cubicBezTo>
                  <a:cubicBezTo>
                    <a:pt x="190" y="38"/>
                    <a:pt x="174" y="21"/>
                    <a:pt x="153" y="21"/>
                  </a:cubicBezTo>
                  <a:cubicBezTo>
                    <a:pt x="153" y="21"/>
                    <a:pt x="13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5" name="Google Shape;13135;p33"/>
            <p:cNvSpPr/>
            <p:nvPr/>
          </p:nvSpPr>
          <p:spPr>
            <a:xfrm>
              <a:off x="5195925" y="2737175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3" y="1"/>
                  </a:moveTo>
                  <a:cubicBezTo>
                    <a:pt x="70" y="1"/>
                    <a:pt x="54" y="17"/>
                    <a:pt x="37" y="50"/>
                  </a:cubicBezTo>
                  <a:cubicBezTo>
                    <a:pt x="21" y="87"/>
                    <a:pt x="0" y="120"/>
                    <a:pt x="0" y="153"/>
                  </a:cubicBezTo>
                  <a:cubicBezTo>
                    <a:pt x="21" y="190"/>
                    <a:pt x="37" y="207"/>
                    <a:pt x="54" y="223"/>
                  </a:cubicBezTo>
                  <a:cubicBezTo>
                    <a:pt x="70" y="256"/>
                    <a:pt x="103" y="256"/>
                    <a:pt x="141" y="256"/>
                  </a:cubicBezTo>
                  <a:cubicBezTo>
                    <a:pt x="190" y="240"/>
                    <a:pt x="244" y="174"/>
                    <a:pt x="227" y="104"/>
                  </a:cubicBezTo>
                  <a:cubicBezTo>
                    <a:pt x="227" y="71"/>
                    <a:pt x="207" y="34"/>
                    <a:pt x="190" y="17"/>
                  </a:cubicBezTo>
                  <a:cubicBezTo>
                    <a:pt x="174" y="17"/>
                    <a:pt x="174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6" name="Google Shape;13136;p33"/>
            <p:cNvSpPr/>
            <p:nvPr/>
          </p:nvSpPr>
          <p:spPr>
            <a:xfrm>
              <a:off x="5220050" y="2701600"/>
              <a:ext cx="6400" cy="6425"/>
            </a:xfrm>
            <a:custGeom>
              <a:avLst/>
              <a:gdLst/>
              <a:ahLst/>
              <a:cxnLst/>
              <a:rect l="l" t="t" r="r" b="b"/>
              <a:pathLst>
                <a:path w="256" h="257" extrusionOk="0">
                  <a:moveTo>
                    <a:pt x="127" y="1"/>
                  </a:moveTo>
                  <a:cubicBezTo>
                    <a:pt x="86" y="1"/>
                    <a:pt x="45" y="32"/>
                    <a:pt x="33" y="84"/>
                  </a:cubicBezTo>
                  <a:cubicBezTo>
                    <a:pt x="0" y="154"/>
                    <a:pt x="33" y="220"/>
                    <a:pt x="87" y="257"/>
                  </a:cubicBezTo>
                  <a:lnTo>
                    <a:pt x="136" y="257"/>
                  </a:lnTo>
                  <a:cubicBezTo>
                    <a:pt x="190" y="257"/>
                    <a:pt x="223" y="220"/>
                    <a:pt x="239" y="170"/>
                  </a:cubicBezTo>
                  <a:cubicBezTo>
                    <a:pt x="256" y="133"/>
                    <a:pt x="239" y="84"/>
                    <a:pt x="206" y="51"/>
                  </a:cubicBezTo>
                  <a:cubicBezTo>
                    <a:pt x="206" y="30"/>
                    <a:pt x="190" y="14"/>
                    <a:pt x="169" y="14"/>
                  </a:cubicBezTo>
                  <a:cubicBezTo>
                    <a:pt x="156" y="5"/>
                    <a:pt x="141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7" name="Google Shape;13137;p33"/>
            <p:cNvSpPr/>
            <p:nvPr/>
          </p:nvSpPr>
          <p:spPr>
            <a:xfrm>
              <a:off x="5230350" y="2714075"/>
              <a:ext cx="6425" cy="6700"/>
            </a:xfrm>
            <a:custGeom>
              <a:avLst/>
              <a:gdLst/>
              <a:ahLst/>
              <a:cxnLst/>
              <a:rect l="l" t="t" r="r" b="b"/>
              <a:pathLst>
                <a:path w="257" h="268" extrusionOk="0">
                  <a:moveTo>
                    <a:pt x="127" y="1"/>
                  </a:moveTo>
                  <a:cubicBezTo>
                    <a:pt x="87" y="1"/>
                    <a:pt x="46" y="32"/>
                    <a:pt x="33" y="84"/>
                  </a:cubicBezTo>
                  <a:cubicBezTo>
                    <a:pt x="0" y="150"/>
                    <a:pt x="33" y="236"/>
                    <a:pt x="87" y="253"/>
                  </a:cubicBezTo>
                  <a:cubicBezTo>
                    <a:pt x="105" y="263"/>
                    <a:pt x="122" y="267"/>
                    <a:pt x="138" y="267"/>
                  </a:cubicBezTo>
                  <a:cubicBezTo>
                    <a:pt x="181" y="267"/>
                    <a:pt x="216" y="235"/>
                    <a:pt x="240" y="187"/>
                  </a:cubicBezTo>
                  <a:cubicBezTo>
                    <a:pt x="256" y="117"/>
                    <a:pt x="223" y="30"/>
                    <a:pt x="169" y="14"/>
                  </a:cubicBezTo>
                  <a:cubicBezTo>
                    <a:pt x="156" y="5"/>
                    <a:pt x="142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8" name="Google Shape;13138;p33"/>
            <p:cNvSpPr/>
            <p:nvPr/>
          </p:nvSpPr>
          <p:spPr>
            <a:xfrm>
              <a:off x="5218300" y="2719150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57" y="0"/>
                  </a:moveTo>
                  <a:cubicBezTo>
                    <a:pt x="120" y="0"/>
                    <a:pt x="87" y="0"/>
                    <a:pt x="70" y="17"/>
                  </a:cubicBezTo>
                  <a:cubicBezTo>
                    <a:pt x="33" y="33"/>
                    <a:pt x="17" y="50"/>
                    <a:pt x="17" y="87"/>
                  </a:cubicBezTo>
                  <a:cubicBezTo>
                    <a:pt x="0" y="103"/>
                    <a:pt x="0" y="136"/>
                    <a:pt x="17" y="173"/>
                  </a:cubicBezTo>
                  <a:cubicBezTo>
                    <a:pt x="17" y="206"/>
                    <a:pt x="54" y="239"/>
                    <a:pt x="70" y="239"/>
                  </a:cubicBezTo>
                  <a:cubicBezTo>
                    <a:pt x="88" y="250"/>
                    <a:pt x="105" y="254"/>
                    <a:pt x="121" y="254"/>
                  </a:cubicBezTo>
                  <a:cubicBezTo>
                    <a:pt x="164" y="254"/>
                    <a:pt x="199" y="221"/>
                    <a:pt x="223" y="173"/>
                  </a:cubicBezTo>
                  <a:cubicBezTo>
                    <a:pt x="239" y="103"/>
                    <a:pt x="206" y="33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9" name="Google Shape;13139;p33"/>
            <p:cNvSpPr/>
            <p:nvPr/>
          </p:nvSpPr>
          <p:spPr>
            <a:xfrm>
              <a:off x="5235100" y="26993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103" y="1"/>
                    <a:pt x="66" y="1"/>
                    <a:pt x="50" y="17"/>
                  </a:cubicBezTo>
                  <a:cubicBezTo>
                    <a:pt x="0" y="71"/>
                    <a:pt x="0" y="157"/>
                    <a:pt x="33" y="207"/>
                  </a:cubicBezTo>
                  <a:cubicBezTo>
                    <a:pt x="50" y="244"/>
                    <a:pt x="83" y="260"/>
                    <a:pt x="103" y="260"/>
                  </a:cubicBezTo>
                  <a:cubicBezTo>
                    <a:pt x="136" y="260"/>
                    <a:pt x="169" y="260"/>
                    <a:pt x="186" y="223"/>
                  </a:cubicBezTo>
                  <a:cubicBezTo>
                    <a:pt x="206" y="207"/>
                    <a:pt x="223" y="174"/>
                    <a:pt x="223" y="141"/>
                  </a:cubicBezTo>
                  <a:cubicBezTo>
                    <a:pt x="239" y="104"/>
                    <a:pt x="223" y="71"/>
                    <a:pt x="206" y="54"/>
                  </a:cubicBezTo>
                  <a:cubicBezTo>
                    <a:pt x="186" y="38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0" name="Google Shape;13140;p33"/>
            <p:cNvSpPr/>
            <p:nvPr/>
          </p:nvSpPr>
          <p:spPr>
            <a:xfrm>
              <a:off x="5197675" y="2769500"/>
              <a:ext cx="6000" cy="6775"/>
            </a:xfrm>
            <a:custGeom>
              <a:avLst/>
              <a:gdLst/>
              <a:ahLst/>
              <a:cxnLst/>
              <a:rect l="l" t="t" r="r" b="b"/>
              <a:pathLst>
                <a:path w="240" h="271" extrusionOk="0">
                  <a:moveTo>
                    <a:pt x="128" y="0"/>
                  </a:moveTo>
                  <a:cubicBezTo>
                    <a:pt x="87" y="0"/>
                    <a:pt x="48" y="33"/>
                    <a:pt x="33" y="81"/>
                  </a:cubicBezTo>
                  <a:cubicBezTo>
                    <a:pt x="0" y="151"/>
                    <a:pt x="33" y="237"/>
                    <a:pt x="87" y="254"/>
                  </a:cubicBezTo>
                  <a:cubicBezTo>
                    <a:pt x="104" y="270"/>
                    <a:pt x="120" y="270"/>
                    <a:pt x="137" y="270"/>
                  </a:cubicBezTo>
                  <a:cubicBezTo>
                    <a:pt x="174" y="254"/>
                    <a:pt x="223" y="237"/>
                    <a:pt x="240" y="184"/>
                  </a:cubicBezTo>
                  <a:cubicBezTo>
                    <a:pt x="240" y="134"/>
                    <a:pt x="240" y="81"/>
                    <a:pt x="207" y="48"/>
                  </a:cubicBezTo>
                  <a:cubicBezTo>
                    <a:pt x="207" y="31"/>
                    <a:pt x="190" y="15"/>
                    <a:pt x="174" y="15"/>
                  </a:cubicBezTo>
                  <a:cubicBezTo>
                    <a:pt x="159" y="5"/>
                    <a:pt x="143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1" name="Google Shape;13141;p33"/>
            <p:cNvSpPr/>
            <p:nvPr/>
          </p:nvSpPr>
          <p:spPr>
            <a:xfrm>
              <a:off x="5210975" y="27354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37" y="17"/>
                    <a:pt x="0" y="87"/>
                    <a:pt x="17" y="157"/>
                  </a:cubicBezTo>
                  <a:cubicBezTo>
                    <a:pt x="17" y="190"/>
                    <a:pt x="37" y="223"/>
                    <a:pt x="70" y="244"/>
                  </a:cubicBezTo>
                  <a:cubicBezTo>
                    <a:pt x="87" y="260"/>
                    <a:pt x="103" y="260"/>
                    <a:pt x="140" y="260"/>
                  </a:cubicBezTo>
                  <a:cubicBezTo>
                    <a:pt x="173" y="260"/>
                    <a:pt x="190" y="244"/>
                    <a:pt x="206" y="207"/>
                  </a:cubicBezTo>
                  <a:cubicBezTo>
                    <a:pt x="223" y="174"/>
                    <a:pt x="244" y="141"/>
                    <a:pt x="223" y="104"/>
                  </a:cubicBezTo>
                  <a:cubicBezTo>
                    <a:pt x="223" y="71"/>
                    <a:pt x="206" y="54"/>
                    <a:pt x="190" y="17"/>
                  </a:cubicBezTo>
                  <a:cubicBezTo>
                    <a:pt x="173" y="17"/>
                    <a:pt x="173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2" name="Google Shape;13142;p33"/>
            <p:cNvSpPr/>
            <p:nvPr/>
          </p:nvSpPr>
          <p:spPr>
            <a:xfrm>
              <a:off x="5191700" y="27560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03" y="0"/>
                  </a:moveTo>
                  <a:cubicBezTo>
                    <a:pt x="33" y="0"/>
                    <a:pt x="0" y="70"/>
                    <a:pt x="0" y="140"/>
                  </a:cubicBezTo>
                  <a:cubicBezTo>
                    <a:pt x="17" y="173"/>
                    <a:pt x="33" y="206"/>
                    <a:pt x="50" y="223"/>
                  </a:cubicBezTo>
                  <a:cubicBezTo>
                    <a:pt x="66" y="260"/>
                    <a:pt x="103" y="260"/>
                    <a:pt x="136" y="260"/>
                  </a:cubicBezTo>
                  <a:cubicBezTo>
                    <a:pt x="153" y="244"/>
                    <a:pt x="190" y="223"/>
                    <a:pt x="206" y="206"/>
                  </a:cubicBezTo>
                  <a:cubicBezTo>
                    <a:pt x="223" y="173"/>
                    <a:pt x="223" y="140"/>
                    <a:pt x="223" y="103"/>
                  </a:cubicBezTo>
                  <a:cubicBezTo>
                    <a:pt x="223" y="70"/>
                    <a:pt x="206" y="37"/>
                    <a:pt x="190" y="17"/>
                  </a:cubicBezTo>
                  <a:cubicBezTo>
                    <a:pt x="169" y="17"/>
                    <a:pt x="169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3" name="Google Shape;13143;p33"/>
            <p:cNvSpPr/>
            <p:nvPr/>
          </p:nvSpPr>
          <p:spPr>
            <a:xfrm>
              <a:off x="5088625" y="26326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19" y="1"/>
                  </a:moveTo>
                  <a:cubicBezTo>
                    <a:pt x="102" y="1"/>
                    <a:pt x="81" y="13"/>
                    <a:pt x="66" y="28"/>
                  </a:cubicBezTo>
                  <a:cubicBezTo>
                    <a:pt x="17" y="77"/>
                    <a:pt x="0" y="164"/>
                    <a:pt x="50" y="213"/>
                  </a:cubicBezTo>
                  <a:cubicBezTo>
                    <a:pt x="66" y="234"/>
                    <a:pt x="87" y="251"/>
                    <a:pt x="120" y="267"/>
                  </a:cubicBezTo>
                  <a:cubicBezTo>
                    <a:pt x="153" y="267"/>
                    <a:pt x="169" y="251"/>
                    <a:pt x="207" y="234"/>
                  </a:cubicBezTo>
                  <a:cubicBezTo>
                    <a:pt x="223" y="213"/>
                    <a:pt x="240" y="180"/>
                    <a:pt x="240" y="147"/>
                  </a:cubicBezTo>
                  <a:cubicBezTo>
                    <a:pt x="240" y="110"/>
                    <a:pt x="240" y="77"/>
                    <a:pt x="223" y="44"/>
                  </a:cubicBezTo>
                  <a:cubicBezTo>
                    <a:pt x="207" y="28"/>
                    <a:pt x="190" y="28"/>
                    <a:pt x="169" y="7"/>
                  </a:cubicBezTo>
                  <a:lnTo>
                    <a:pt x="136" y="7"/>
                  </a:lnTo>
                  <a:cubicBezTo>
                    <a:pt x="132" y="3"/>
                    <a:pt x="126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4" name="Google Shape;13144;p33"/>
            <p:cNvSpPr/>
            <p:nvPr/>
          </p:nvSpPr>
          <p:spPr>
            <a:xfrm>
              <a:off x="5092025" y="2662125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29" y="1"/>
                  </a:moveTo>
                  <a:cubicBezTo>
                    <a:pt x="88" y="1"/>
                    <a:pt x="49" y="32"/>
                    <a:pt x="33" y="84"/>
                  </a:cubicBezTo>
                  <a:cubicBezTo>
                    <a:pt x="0" y="150"/>
                    <a:pt x="33" y="220"/>
                    <a:pt x="87" y="253"/>
                  </a:cubicBezTo>
                  <a:cubicBezTo>
                    <a:pt x="104" y="257"/>
                    <a:pt x="119" y="259"/>
                    <a:pt x="133" y="259"/>
                  </a:cubicBezTo>
                  <a:cubicBezTo>
                    <a:pt x="180" y="259"/>
                    <a:pt x="214" y="237"/>
                    <a:pt x="240" y="187"/>
                  </a:cubicBezTo>
                  <a:cubicBezTo>
                    <a:pt x="260" y="117"/>
                    <a:pt x="223" y="30"/>
                    <a:pt x="174" y="14"/>
                  </a:cubicBezTo>
                  <a:cubicBezTo>
                    <a:pt x="159" y="5"/>
                    <a:pt x="144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5" name="Google Shape;13145;p33"/>
            <p:cNvSpPr/>
            <p:nvPr/>
          </p:nvSpPr>
          <p:spPr>
            <a:xfrm>
              <a:off x="5096350" y="27425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0"/>
                  </a:moveTo>
                  <a:cubicBezTo>
                    <a:pt x="115" y="0"/>
                    <a:pt x="109" y="2"/>
                    <a:pt x="104" y="7"/>
                  </a:cubicBezTo>
                  <a:lnTo>
                    <a:pt x="67" y="7"/>
                  </a:lnTo>
                  <a:cubicBezTo>
                    <a:pt x="17" y="24"/>
                    <a:pt x="1" y="94"/>
                    <a:pt x="1" y="143"/>
                  </a:cubicBezTo>
                  <a:cubicBezTo>
                    <a:pt x="17" y="181"/>
                    <a:pt x="17" y="214"/>
                    <a:pt x="50" y="230"/>
                  </a:cubicBezTo>
                  <a:cubicBezTo>
                    <a:pt x="67" y="247"/>
                    <a:pt x="104" y="267"/>
                    <a:pt x="137" y="267"/>
                  </a:cubicBezTo>
                  <a:cubicBezTo>
                    <a:pt x="190" y="247"/>
                    <a:pt x="240" y="181"/>
                    <a:pt x="223" y="110"/>
                  </a:cubicBezTo>
                  <a:cubicBezTo>
                    <a:pt x="223" y="94"/>
                    <a:pt x="223" y="94"/>
                    <a:pt x="207" y="78"/>
                  </a:cubicBezTo>
                  <a:cubicBezTo>
                    <a:pt x="207" y="40"/>
                    <a:pt x="190" y="24"/>
                    <a:pt x="153" y="7"/>
                  </a:cubicBezTo>
                  <a:cubicBezTo>
                    <a:pt x="142" y="7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6" name="Google Shape;13146;p33"/>
            <p:cNvSpPr/>
            <p:nvPr/>
          </p:nvSpPr>
          <p:spPr>
            <a:xfrm>
              <a:off x="5092850" y="2709900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27" y="0"/>
                  </a:moveTo>
                  <a:cubicBezTo>
                    <a:pt x="119" y="0"/>
                    <a:pt x="110" y="2"/>
                    <a:pt x="104" y="7"/>
                  </a:cubicBezTo>
                  <a:cubicBezTo>
                    <a:pt x="54" y="7"/>
                    <a:pt x="0" y="78"/>
                    <a:pt x="21" y="148"/>
                  </a:cubicBezTo>
                  <a:cubicBezTo>
                    <a:pt x="21" y="181"/>
                    <a:pt x="38" y="214"/>
                    <a:pt x="54" y="234"/>
                  </a:cubicBezTo>
                  <a:cubicBezTo>
                    <a:pt x="87" y="251"/>
                    <a:pt x="124" y="267"/>
                    <a:pt x="141" y="267"/>
                  </a:cubicBezTo>
                  <a:cubicBezTo>
                    <a:pt x="174" y="251"/>
                    <a:pt x="190" y="234"/>
                    <a:pt x="207" y="214"/>
                  </a:cubicBezTo>
                  <a:cubicBezTo>
                    <a:pt x="227" y="181"/>
                    <a:pt x="244" y="148"/>
                    <a:pt x="244" y="111"/>
                  </a:cubicBezTo>
                  <a:cubicBezTo>
                    <a:pt x="227" y="78"/>
                    <a:pt x="207" y="45"/>
                    <a:pt x="190" y="28"/>
                  </a:cubicBezTo>
                  <a:lnTo>
                    <a:pt x="174" y="7"/>
                  </a:lnTo>
                  <a:cubicBezTo>
                    <a:pt x="163" y="7"/>
                    <a:pt x="144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7" name="Google Shape;13147;p33"/>
            <p:cNvSpPr/>
            <p:nvPr/>
          </p:nvSpPr>
          <p:spPr>
            <a:xfrm>
              <a:off x="5086050" y="268225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3" y="0"/>
                  </a:moveTo>
                  <a:cubicBezTo>
                    <a:pt x="33" y="17"/>
                    <a:pt x="0" y="66"/>
                    <a:pt x="17" y="153"/>
                  </a:cubicBezTo>
                  <a:cubicBezTo>
                    <a:pt x="17" y="214"/>
                    <a:pt x="54" y="259"/>
                    <a:pt x="110" y="259"/>
                  </a:cubicBezTo>
                  <a:cubicBezTo>
                    <a:pt x="118" y="259"/>
                    <a:pt x="127" y="258"/>
                    <a:pt x="136" y="256"/>
                  </a:cubicBezTo>
                  <a:cubicBezTo>
                    <a:pt x="169" y="256"/>
                    <a:pt x="190" y="239"/>
                    <a:pt x="206" y="206"/>
                  </a:cubicBezTo>
                  <a:cubicBezTo>
                    <a:pt x="223" y="169"/>
                    <a:pt x="239" y="136"/>
                    <a:pt x="223" y="103"/>
                  </a:cubicBezTo>
                  <a:cubicBezTo>
                    <a:pt x="223" y="66"/>
                    <a:pt x="206" y="50"/>
                    <a:pt x="190" y="17"/>
                  </a:cubicBezTo>
                  <a:cubicBezTo>
                    <a:pt x="169" y="17"/>
                    <a:pt x="169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8" name="Google Shape;13148;p33"/>
            <p:cNvSpPr/>
            <p:nvPr/>
          </p:nvSpPr>
          <p:spPr>
            <a:xfrm>
              <a:off x="5084700" y="2697700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87" y="1"/>
                  </a:moveTo>
                  <a:cubicBezTo>
                    <a:pt x="38" y="17"/>
                    <a:pt x="1" y="67"/>
                    <a:pt x="1" y="153"/>
                  </a:cubicBezTo>
                  <a:cubicBezTo>
                    <a:pt x="1" y="186"/>
                    <a:pt x="17" y="207"/>
                    <a:pt x="54" y="223"/>
                  </a:cubicBezTo>
                  <a:cubicBezTo>
                    <a:pt x="71" y="256"/>
                    <a:pt x="104" y="256"/>
                    <a:pt x="120" y="256"/>
                  </a:cubicBezTo>
                  <a:cubicBezTo>
                    <a:pt x="157" y="256"/>
                    <a:pt x="190" y="223"/>
                    <a:pt x="207" y="207"/>
                  </a:cubicBezTo>
                  <a:cubicBezTo>
                    <a:pt x="223" y="170"/>
                    <a:pt x="223" y="137"/>
                    <a:pt x="223" y="104"/>
                  </a:cubicBezTo>
                  <a:cubicBezTo>
                    <a:pt x="223" y="67"/>
                    <a:pt x="207" y="34"/>
                    <a:pt x="174" y="17"/>
                  </a:cubicBezTo>
                  <a:cubicBezTo>
                    <a:pt x="174" y="17"/>
                    <a:pt x="15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9" name="Google Shape;13149;p33"/>
            <p:cNvSpPr/>
            <p:nvPr/>
          </p:nvSpPr>
          <p:spPr>
            <a:xfrm>
              <a:off x="5072225" y="2652400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28" y="0"/>
                  </a:moveTo>
                  <a:cubicBezTo>
                    <a:pt x="103" y="0"/>
                    <a:pt x="78" y="12"/>
                    <a:pt x="54" y="23"/>
                  </a:cubicBezTo>
                  <a:cubicBezTo>
                    <a:pt x="38" y="23"/>
                    <a:pt x="21" y="60"/>
                    <a:pt x="1" y="77"/>
                  </a:cubicBezTo>
                  <a:lnTo>
                    <a:pt x="1" y="164"/>
                  </a:lnTo>
                  <a:cubicBezTo>
                    <a:pt x="21" y="213"/>
                    <a:pt x="38" y="230"/>
                    <a:pt x="71" y="246"/>
                  </a:cubicBezTo>
                  <a:cubicBezTo>
                    <a:pt x="86" y="256"/>
                    <a:pt x="101" y="261"/>
                    <a:pt x="116" y="261"/>
                  </a:cubicBezTo>
                  <a:cubicBezTo>
                    <a:pt x="157" y="261"/>
                    <a:pt x="195" y="228"/>
                    <a:pt x="207" y="180"/>
                  </a:cubicBezTo>
                  <a:cubicBezTo>
                    <a:pt x="244" y="110"/>
                    <a:pt x="207" y="40"/>
                    <a:pt x="158" y="7"/>
                  </a:cubicBezTo>
                  <a:cubicBezTo>
                    <a:pt x="148" y="2"/>
                    <a:pt x="138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0" name="Google Shape;13150;p33"/>
            <p:cNvSpPr/>
            <p:nvPr/>
          </p:nvSpPr>
          <p:spPr>
            <a:xfrm>
              <a:off x="5077900" y="27126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1"/>
                  </a:moveTo>
                  <a:cubicBezTo>
                    <a:pt x="104" y="1"/>
                    <a:pt x="67" y="1"/>
                    <a:pt x="50" y="38"/>
                  </a:cubicBezTo>
                  <a:cubicBezTo>
                    <a:pt x="1" y="71"/>
                    <a:pt x="1" y="157"/>
                    <a:pt x="34" y="207"/>
                  </a:cubicBezTo>
                  <a:cubicBezTo>
                    <a:pt x="50" y="244"/>
                    <a:pt x="83" y="260"/>
                    <a:pt x="104" y="260"/>
                  </a:cubicBezTo>
                  <a:cubicBezTo>
                    <a:pt x="137" y="260"/>
                    <a:pt x="170" y="260"/>
                    <a:pt x="186" y="227"/>
                  </a:cubicBezTo>
                  <a:cubicBezTo>
                    <a:pt x="207" y="207"/>
                    <a:pt x="223" y="174"/>
                    <a:pt x="223" y="141"/>
                  </a:cubicBezTo>
                  <a:cubicBezTo>
                    <a:pt x="240" y="104"/>
                    <a:pt x="223" y="71"/>
                    <a:pt x="207" y="54"/>
                  </a:cubicBezTo>
                  <a:cubicBezTo>
                    <a:pt x="186" y="38"/>
                    <a:pt x="170" y="2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1" name="Google Shape;13151;p33"/>
            <p:cNvSpPr/>
            <p:nvPr/>
          </p:nvSpPr>
          <p:spPr>
            <a:xfrm>
              <a:off x="5080900" y="2742750"/>
              <a:ext cx="6000" cy="6925"/>
            </a:xfrm>
            <a:custGeom>
              <a:avLst/>
              <a:gdLst/>
              <a:ahLst/>
              <a:cxnLst/>
              <a:rect l="l" t="t" r="r" b="b"/>
              <a:pathLst>
                <a:path w="240" h="277" extrusionOk="0">
                  <a:moveTo>
                    <a:pt x="120" y="0"/>
                  </a:moveTo>
                  <a:cubicBezTo>
                    <a:pt x="103" y="0"/>
                    <a:pt x="66" y="17"/>
                    <a:pt x="50" y="33"/>
                  </a:cubicBezTo>
                  <a:cubicBezTo>
                    <a:pt x="0" y="87"/>
                    <a:pt x="0" y="157"/>
                    <a:pt x="33" y="223"/>
                  </a:cubicBezTo>
                  <a:cubicBezTo>
                    <a:pt x="50" y="240"/>
                    <a:pt x="66" y="260"/>
                    <a:pt x="103" y="277"/>
                  </a:cubicBezTo>
                  <a:cubicBezTo>
                    <a:pt x="136" y="277"/>
                    <a:pt x="153" y="260"/>
                    <a:pt x="190" y="240"/>
                  </a:cubicBezTo>
                  <a:cubicBezTo>
                    <a:pt x="239" y="190"/>
                    <a:pt x="239" y="103"/>
                    <a:pt x="206" y="54"/>
                  </a:cubicBezTo>
                  <a:cubicBezTo>
                    <a:pt x="190" y="33"/>
                    <a:pt x="169" y="17"/>
                    <a:pt x="153" y="17"/>
                  </a:cubicBezTo>
                  <a:cubicBezTo>
                    <a:pt x="153" y="17"/>
                    <a:pt x="136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2" name="Google Shape;13152;p33"/>
            <p:cNvSpPr/>
            <p:nvPr/>
          </p:nvSpPr>
          <p:spPr>
            <a:xfrm>
              <a:off x="5073975" y="2634825"/>
              <a:ext cx="6025" cy="6625"/>
            </a:xfrm>
            <a:custGeom>
              <a:avLst/>
              <a:gdLst/>
              <a:ahLst/>
              <a:cxnLst/>
              <a:rect l="l" t="t" r="r" b="b"/>
              <a:pathLst>
                <a:path w="241" h="265" extrusionOk="0">
                  <a:moveTo>
                    <a:pt x="140" y="1"/>
                  </a:moveTo>
                  <a:cubicBezTo>
                    <a:pt x="88" y="1"/>
                    <a:pt x="48" y="33"/>
                    <a:pt x="17" y="91"/>
                  </a:cubicBezTo>
                  <a:cubicBezTo>
                    <a:pt x="1" y="162"/>
                    <a:pt x="34" y="228"/>
                    <a:pt x="88" y="248"/>
                  </a:cubicBezTo>
                  <a:cubicBezTo>
                    <a:pt x="104" y="265"/>
                    <a:pt x="121" y="265"/>
                    <a:pt x="137" y="265"/>
                  </a:cubicBezTo>
                  <a:cubicBezTo>
                    <a:pt x="174" y="265"/>
                    <a:pt x="224" y="228"/>
                    <a:pt x="224" y="178"/>
                  </a:cubicBezTo>
                  <a:cubicBezTo>
                    <a:pt x="240" y="124"/>
                    <a:pt x="240" y="75"/>
                    <a:pt x="207" y="42"/>
                  </a:cubicBezTo>
                  <a:cubicBezTo>
                    <a:pt x="207" y="21"/>
                    <a:pt x="191" y="21"/>
                    <a:pt x="174" y="5"/>
                  </a:cubicBezTo>
                  <a:cubicBezTo>
                    <a:pt x="162" y="2"/>
                    <a:pt x="151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3" name="Google Shape;13153;p33"/>
            <p:cNvSpPr/>
            <p:nvPr/>
          </p:nvSpPr>
          <p:spPr>
            <a:xfrm>
              <a:off x="5112650" y="26903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33" y="17"/>
                    <a:pt x="0" y="67"/>
                    <a:pt x="0" y="154"/>
                  </a:cubicBezTo>
                  <a:cubicBezTo>
                    <a:pt x="17" y="191"/>
                    <a:pt x="17" y="207"/>
                    <a:pt x="54" y="224"/>
                  </a:cubicBezTo>
                  <a:cubicBezTo>
                    <a:pt x="70" y="257"/>
                    <a:pt x="103" y="257"/>
                    <a:pt x="136" y="257"/>
                  </a:cubicBezTo>
                  <a:cubicBezTo>
                    <a:pt x="190" y="240"/>
                    <a:pt x="239" y="170"/>
                    <a:pt x="223" y="104"/>
                  </a:cubicBezTo>
                  <a:cubicBezTo>
                    <a:pt x="223" y="67"/>
                    <a:pt x="206" y="34"/>
                    <a:pt x="173" y="17"/>
                  </a:cubicBez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4" name="Google Shape;13154;p33"/>
            <p:cNvSpPr/>
            <p:nvPr/>
          </p:nvSpPr>
          <p:spPr>
            <a:xfrm>
              <a:off x="5111400" y="27376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0"/>
                  </a:moveTo>
                  <a:cubicBezTo>
                    <a:pt x="120" y="0"/>
                    <a:pt x="83" y="0"/>
                    <a:pt x="67" y="33"/>
                  </a:cubicBezTo>
                  <a:cubicBezTo>
                    <a:pt x="17" y="70"/>
                    <a:pt x="1" y="157"/>
                    <a:pt x="50" y="206"/>
                  </a:cubicBezTo>
                  <a:cubicBezTo>
                    <a:pt x="67" y="239"/>
                    <a:pt x="83" y="260"/>
                    <a:pt x="120" y="260"/>
                  </a:cubicBezTo>
                  <a:cubicBezTo>
                    <a:pt x="153" y="260"/>
                    <a:pt x="170" y="260"/>
                    <a:pt x="207" y="239"/>
                  </a:cubicBezTo>
                  <a:cubicBezTo>
                    <a:pt x="223" y="206"/>
                    <a:pt x="240" y="173"/>
                    <a:pt x="240" y="136"/>
                  </a:cubicBezTo>
                  <a:cubicBezTo>
                    <a:pt x="240" y="103"/>
                    <a:pt x="240" y="70"/>
                    <a:pt x="223" y="54"/>
                  </a:cubicBezTo>
                  <a:cubicBezTo>
                    <a:pt x="207" y="33"/>
                    <a:pt x="186" y="17"/>
                    <a:pt x="170" y="17"/>
                  </a:cubicBezTo>
                  <a:cubicBezTo>
                    <a:pt x="170" y="0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5" name="Google Shape;13155;p33"/>
            <p:cNvSpPr/>
            <p:nvPr/>
          </p:nvSpPr>
          <p:spPr>
            <a:xfrm>
              <a:off x="5113975" y="2674375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39" y="0"/>
                  </a:moveTo>
                  <a:cubicBezTo>
                    <a:pt x="95" y="0"/>
                    <a:pt x="47" y="32"/>
                    <a:pt x="34" y="72"/>
                  </a:cubicBezTo>
                  <a:cubicBezTo>
                    <a:pt x="1" y="142"/>
                    <a:pt x="34" y="229"/>
                    <a:pt x="83" y="245"/>
                  </a:cubicBezTo>
                  <a:cubicBezTo>
                    <a:pt x="102" y="254"/>
                    <a:pt x="119" y="258"/>
                    <a:pt x="135" y="258"/>
                  </a:cubicBezTo>
                  <a:cubicBezTo>
                    <a:pt x="180" y="258"/>
                    <a:pt x="216" y="227"/>
                    <a:pt x="240" y="175"/>
                  </a:cubicBezTo>
                  <a:cubicBezTo>
                    <a:pt x="256" y="109"/>
                    <a:pt x="223" y="39"/>
                    <a:pt x="170" y="6"/>
                  </a:cubicBezTo>
                  <a:cubicBezTo>
                    <a:pt x="160" y="2"/>
                    <a:pt x="150" y="0"/>
                    <a:pt x="1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6" name="Google Shape;13156;p33"/>
            <p:cNvSpPr/>
            <p:nvPr/>
          </p:nvSpPr>
          <p:spPr>
            <a:xfrm>
              <a:off x="5121700" y="275015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11" y="1"/>
                  </a:moveTo>
                  <a:cubicBezTo>
                    <a:pt x="71" y="1"/>
                    <a:pt x="29" y="32"/>
                    <a:pt x="17" y="84"/>
                  </a:cubicBezTo>
                  <a:cubicBezTo>
                    <a:pt x="1" y="100"/>
                    <a:pt x="1" y="117"/>
                    <a:pt x="1" y="133"/>
                  </a:cubicBezTo>
                  <a:cubicBezTo>
                    <a:pt x="17" y="187"/>
                    <a:pt x="34" y="236"/>
                    <a:pt x="67" y="253"/>
                  </a:cubicBezTo>
                  <a:cubicBezTo>
                    <a:pt x="82" y="258"/>
                    <a:pt x="95" y="261"/>
                    <a:pt x="107" y="261"/>
                  </a:cubicBezTo>
                  <a:cubicBezTo>
                    <a:pt x="139" y="261"/>
                    <a:pt x="163" y="244"/>
                    <a:pt x="186" y="220"/>
                  </a:cubicBezTo>
                  <a:cubicBezTo>
                    <a:pt x="207" y="203"/>
                    <a:pt x="207" y="203"/>
                    <a:pt x="224" y="170"/>
                  </a:cubicBezTo>
                  <a:cubicBezTo>
                    <a:pt x="240" y="100"/>
                    <a:pt x="207" y="30"/>
                    <a:pt x="153" y="14"/>
                  </a:cubicBezTo>
                  <a:cubicBezTo>
                    <a:pt x="140" y="5"/>
                    <a:pt x="126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7" name="Google Shape;13157;p33"/>
            <p:cNvSpPr/>
            <p:nvPr/>
          </p:nvSpPr>
          <p:spPr>
            <a:xfrm>
              <a:off x="5101100" y="2725125"/>
              <a:ext cx="5575" cy="6675"/>
            </a:xfrm>
            <a:custGeom>
              <a:avLst/>
              <a:gdLst/>
              <a:ahLst/>
              <a:cxnLst/>
              <a:rect l="l" t="t" r="r" b="b"/>
              <a:pathLst>
                <a:path w="223" h="267" extrusionOk="0">
                  <a:moveTo>
                    <a:pt x="103" y="0"/>
                  </a:moveTo>
                  <a:cubicBezTo>
                    <a:pt x="66" y="17"/>
                    <a:pt x="33" y="38"/>
                    <a:pt x="17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0" y="190"/>
                    <a:pt x="17" y="223"/>
                    <a:pt x="50" y="244"/>
                  </a:cubicBezTo>
                  <a:cubicBezTo>
                    <a:pt x="61" y="255"/>
                    <a:pt x="83" y="267"/>
                    <a:pt x="101" y="267"/>
                  </a:cubicBezTo>
                  <a:cubicBezTo>
                    <a:pt x="108" y="267"/>
                    <a:pt x="115" y="265"/>
                    <a:pt x="120" y="260"/>
                  </a:cubicBezTo>
                  <a:cubicBezTo>
                    <a:pt x="186" y="260"/>
                    <a:pt x="223" y="190"/>
                    <a:pt x="223" y="120"/>
                  </a:cubicBezTo>
                  <a:cubicBezTo>
                    <a:pt x="223" y="87"/>
                    <a:pt x="206" y="54"/>
                    <a:pt x="169" y="38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8" name="Google Shape;13158;p33"/>
            <p:cNvSpPr/>
            <p:nvPr/>
          </p:nvSpPr>
          <p:spPr>
            <a:xfrm>
              <a:off x="5110050" y="2710075"/>
              <a:ext cx="6025" cy="6575"/>
            </a:xfrm>
            <a:custGeom>
              <a:avLst/>
              <a:gdLst/>
              <a:ahLst/>
              <a:cxnLst/>
              <a:rect l="l" t="t" r="r" b="b"/>
              <a:pathLst>
                <a:path w="241" h="263" extrusionOk="0">
                  <a:moveTo>
                    <a:pt x="137" y="0"/>
                  </a:moveTo>
                  <a:cubicBezTo>
                    <a:pt x="104" y="0"/>
                    <a:pt x="71" y="0"/>
                    <a:pt x="55" y="38"/>
                  </a:cubicBezTo>
                  <a:cubicBezTo>
                    <a:pt x="34" y="54"/>
                    <a:pt x="17" y="87"/>
                    <a:pt x="17" y="124"/>
                  </a:cubicBezTo>
                  <a:cubicBezTo>
                    <a:pt x="1" y="157"/>
                    <a:pt x="17" y="190"/>
                    <a:pt x="34" y="207"/>
                  </a:cubicBezTo>
                  <a:cubicBezTo>
                    <a:pt x="54" y="245"/>
                    <a:pt x="83" y="262"/>
                    <a:pt x="113" y="262"/>
                  </a:cubicBezTo>
                  <a:cubicBezTo>
                    <a:pt x="139" y="262"/>
                    <a:pt x="166" y="250"/>
                    <a:pt x="191" y="227"/>
                  </a:cubicBezTo>
                  <a:cubicBezTo>
                    <a:pt x="240" y="190"/>
                    <a:pt x="240" y="104"/>
                    <a:pt x="207" y="54"/>
                  </a:cubicBezTo>
                  <a:cubicBezTo>
                    <a:pt x="191" y="38"/>
                    <a:pt x="174" y="21"/>
                    <a:pt x="1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9" name="Google Shape;13159;p33"/>
            <p:cNvSpPr/>
            <p:nvPr/>
          </p:nvSpPr>
          <p:spPr>
            <a:xfrm>
              <a:off x="5101500" y="26297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87" y="1"/>
                    <a:pt x="50" y="17"/>
                    <a:pt x="34" y="38"/>
                  </a:cubicBezTo>
                  <a:cubicBezTo>
                    <a:pt x="17" y="71"/>
                    <a:pt x="1" y="104"/>
                    <a:pt x="17" y="157"/>
                  </a:cubicBezTo>
                  <a:cubicBezTo>
                    <a:pt x="17" y="190"/>
                    <a:pt x="34" y="207"/>
                    <a:pt x="50" y="223"/>
                  </a:cubicBezTo>
                  <a:cubicBezTo>
                    <a:pt x="87" y="260"/>
                    <a:pt x="104" y="260"/>
                    <a:pt x="137" y="260"/>
                  </a:cubicBezTo>
                  <a:cubicBezTo>
                    <a:pt x="190" y="244"/>
                    <a:pt x="240" y="190"/>
                    <a:pt x="223" y="120"/>
                  </a:cubicBezTo>
                  <a:lnTo>
                    <a:pt x="223" y="104"/>
                  </a:lnTo>
                  <a:cubicBezTo>
                    <a:pt x="223" y="54"/>
                    <a:pt x="19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0" name="Google Shape;13160;p33"/>
            <p:cNvSpPr/>
            <p:nvPr/>
          </p:nvSpPr>
          <p:spPr>
            <a:xfrm>
              <a:off x="5104500" y="258557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20" y="0"/>
                  </a:moveTo>
                  <a:cubicBezTo>
                    <a:pt x="103" y="0"/>
                    <a:pt x="70" y="0"/>
                    <a:pt x="50" y="33"/>
                  </a:cubicBezTo>
                  <a:cubicBezTo>
                    <a:pt x="17" y="54"/>
                    <a:pt x="0" y="87"/>
                    <a:pt x="0" y="120"/>
                  </a:cubicBezTo>
                  <a:cubicBezTo>
                    <a:pt x="0" y="157"/>
                    <a:pt x="17" y="190"/>
                    <a:pt x="33" y="206"/>
                  </a:cubicBezTo>
                  <a:cubicBezTo>
                    <a:pt x="50" y="239"/>
                    <a:pt x="70" y="260"/>
                    <a:pt x="103" y="260"/>
                  </a:cubicBezTo>
                  <a:cubicBezTo>
                    <a:pt x="136" y="260"/>
                    <a:pt x="153" y="260"/>
                    <a:pt x="190" y="223"/>
                  </a:cubicBezTo>
                  <a:cubicBezTo>
                    <a:pt x="223" y="190"/>
                    <a:pt x="239" y="103"/>
                    <a:pt x="206" y="54"/>
                  </a:cubicBezTo>
                  <a:cubicBezTo>
                    <a:pt x="190" y="33"/>
                    <a:pt x="174" y="16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1" name="Google Shape;13161;p33"/>
            <p:cNvSpPr/>
            <p:nvPr/>
          </p:nvSpPr>
          <p:spPr>
            <a:xfrm>
              <a:off x="5118625" y="2722550"/>
              <a:ext cx="5675" cy="6525"/>
            </a:xfrm>
            <a:custGeom>
              <a:avLst/>
              <a:gdLst/>
              <a:ahLst/>
              <a:cxnLst/>
              <a:rect l="l" t="t" r="r" b="b"/>
              <a:pathLst>
                <a:path w="227" h="261" extrusionOk="0">
                  <a:moveTo>
                    <a:pt x="103" y="0"/>
                  </a:moveTo>
                  <a:cubicBezTo>
                    <a:pt x="37" y="17"/>
                    <a:pt x="0" y="87"/>
                    <a:pt x="0" y="157"/>
                  </a:cubicBezTo>
                  <a:cubicBezTo>
                    <a:pt x="0" y="190"/>
                    <a:pt x="21" y="223"/>
                    <a:pt x="54" y="244"/>
                  </a:cubicBezTo>
                  <a:cubicBezTo>
                    <a:pt x="70" y="260"/>
                    <a:pt x="103" y="260"/>
                    <a:pt x="140" y="260"/>
                  </a:cubicBezTo>
                  <a:cubicBezTo>
                    <a:pt x="157" y="260"/>
                    <a:pt x="190" y="244"/>
                    <a:pt x="206" y="206"/>
                  </a:cubicBezTo>
                  <a:cubicBezTo>
                    <a:pt x="227" y="173"/>
                    <a:pt x="227" y="141"/>
                    <a:pt x="227" y="103"/>
                  </a:cubicBezTo>
                  <a:cubicBezTo>
                    <a:pt x="227" y="70"/>
                    <a:pt x="206" y="54"/>
                    <a:pt x="173" y="37"/>
                  </a:cubicBezTo>
                  <a:cubicBezTo>
                    <a:pt x="173" y="17"/>
                    <a:pt x="157" y="17"/>
                    <a:pt x="157" y="17"/>
                  </a:cubicBezTo>
                  <a:cubicBezTo>
                    <a:pt x="140" y="0"/>
                    <a:pt x="12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2" name="Google Shape;13162;p33"/>
            <p:cNvSpPr/>
            <p:nvPr/>
          </p:nvSpPr>
          <p:spPr>
            <a:xfrm>
              <a:off x="5099750" y="25224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4" y="1"/>
                  </a:moveTo>
                  <a:cubicBezTo>
                    <a:pt x="71" y="17"/>
                    <a:pt x="54" y="34"/>
                    <a:pt x="34" y="50"/>
                  </a:cubicBezTo>
                  <a:cubicBezTo>
                    <a:pt x="17" y="83"/>
                    <a:pt x="1" y="120"/>
                    <a:pt x="17" y="153"/>
                  </a:cubicBezTo>
                  <a:cubicBezTo>
                    <a:pt x="17" y="186"/>
                    <a:pt x="34" y="223"/>
                    <a:pt x="54" y="240"/>
                  </a:cubicBezTo>
                  <a:cubicBezTo>
                    <a:pt x="78" y="252"/>
                    <a:pt x="93" y="263"/>
                    <a:pt x="111" y="263"/>
                  </a:cubicBezTo>
                  <a:cubicBezTo>
                    <a:pt x="119" y="263"/>
                    <a:pt x="127" y="261"/>
                    <a:pt x="137" y="256"/>
                  </a:cubicBezTo>
                  <a:cubicBezTo>
                    <a:pt x="207" y="256"/>
                    <a:pt x="240" y="186"/>
                    <a:pt x="223" y="120"/>
                  </a:cubicBezTo>
                  <a:cubicBezTo>
                    <a:pt x="223" y="83"/>
                    <a:pt x="207" y="50"/>
                    <a:pt x="190" y="34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3" name="Google Shape;13163;p33"/>
            <p:cNvSpPr/>
            <p:nvPr/>
          </p:nvSpPr>
          <p:spPr>
            <a:xfrm>
              <a:off x="5101100" y="26006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50" y="17"/>
                    <a:pt x="0" y="88"/>
                    <a:pt x="17" y="153"/>
                  </a:cubicBezTo>
                  <a:cubicBezTo>
                    <a:pt x="17" y="191"/>
                    <a:pt x="33" y="224"/>
                    <a:pt x="50" y="240"/>
                  </a:cubicBezTo>
                  <a:cubicBezTo>
                    <a:pt x="83" y="257"/>
                    <a:pt x="103" y="257"/>
                    <a:pt x="136" y="257"/>
                  </a:cubicBezTo>
                  <a:cubicBezTo>
                    <a:pt x="206" y="240"/>
                    <a:pt x="239" y="191"/>
                    <a:pt x="223" y="104"/>
                  </a:cubicBezTo>
                  <a:cubicBezTo>
                    <a:pt x="223" y="71"/>
                    <a:pt x="186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4" name="Google Shape;13164;p33"/>
            <p:cNvSpPr/>
            <p:nvPr/>
          </p:nvSpPr>
          <p:spPr>
            <a:xfrm>
              <a:off x="5104900" y="255305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12" y="1"/>
                  </a:moveTo>
                  <a:cubicBezTo>
                    <a:pt x="92" y="1"/>
                    <a:pt x="73" y="10"/>
                    <a:pt x="54" y="31"/>
                  </a:cubicBezTo>
                  <a:cubicBezTo>
                    <a:pt x="34" y="31"/>
                    <a:pt x="17" y="64"/>
                    <a:pt x="17" y="81"/>
                  </a:cubicBezTo>
                  <a:cubicBezTo>
                    <a:pt x="1" y="118"/>
                    <a:pt x="1" y="151"/>
                    <a:pt x="1" y="167"/>
                  </a:cubicBezTo>
                  <a:cubicBezTo>
                    <a:pt x="17" y="200"/>
                    <a:pt x="34" y="237"/>
                    <a:pt x="71" y="254"/>
                  </a:cubicBezTo>
                  <a:cubicBezTo>
                    <a:pt x="88" y="263"/>
                    <a:pt x="105" y="267"/>
                    <a:pt x="121" y="267"/>
                  </a:cubicBezTo>
                  <a:cubicBezTo>
                    <a:pt x="164" y="267"/>
                    <a:pt x="199" y="235"/>
                    <a:pt x="223" y="184"/>
                  </a:cubicBezTo>
                  <a:cubicBezTo>
                    <a:pt x="240" y="118"/>
                    <a:pt x="207" y="31"/>
                    <a:pt x="158" y="15"/>
                  </a:cubicBezTo>
                  <a:cubicBezTo>
                    <a:pt x="142" y="6"/>
                    <a:pt x="127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5" name="Google Shape;13165;p33"/>
            <p:cNvSpPr/>
            <p:nvPr/>
          </p:nvSpPr>
          <p:spPr>
            <a:xfrm>
              <a:off x="5104075" y="25056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1"/>
                  </a:moveTo>
                  <a:cubicBezTo>
                    <a:pt x="104" y="1"/>
                    <a:pt x="67" y="17"/>
                    <a:pt x="50" y="34"/>
                  </a:cubicBezTo>
                  <a:cubicBezTo>
                    <a:pt x="1" y="71"/>
                    <a:pt x="1" y="157"/>
                    <a:pt x="34" y="207"/>
                  </a:cubicBezTo>
                  <a:cubicBezTo>
                    <a:pt x="50" y="240"/>
                    <a:pt x="87" y="261"/>
                    <a:pt x="104" y="261"/>
                  </a:cubicBezTo>
                  <a:cubicBezTo>
                    <a:pt x="137" y="261"/>
                    <a:pt x="170" y="261"/>
                    <a:pt x="191" y="240"/>
                  </a:cubicBezTo>
                  <a:cubicBezTo>
                    <a:pt x="207" y="207"/>
                    <a:pt x="223" y="190"/>
                    <a:pt x="223" y="157"/>
                  </a:cubicBezTo>
                  <a:cubicBezTo>
                    <a:pt x="240" y="120"/>
                    <a:pt x="223" y="87"/>
                    <a:pt x="207" y="54"/>
                  </a:cubicBezTo>
                  <a:cubicBezTo>
                    <a:pt x="191" y="34"/>
                    <a:pt x="170" y="17"/>
                    <a:pt x="153" y="17"/>
                  </a:cubicBezTo>
                  <a:cubicBezTo>
                    <a:pt x="153" y="1"/>
                    <a:pt x="137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6" name="Google Shape;13166;p33"/>
            <p:cNvSpPr/>
            <p:nvPr/>
          </p:nvSpPr>
          <p:spPr>
            <a:xfrm>
              <a:off x="5102750" y="2478150"/>
              <a:ext cx="6100" cy="6650"/>
            </a:xfrm>
            <a:custGeom>
              <a:avLst/>
              <a:gdLst/>
              <a:ahLst/>
              <a:cxnLst/>
              <a:rect l="l" t="t" r="r" b="b"/>
              <a:pathLst>
                <a:path w="244" h="266" extrusionOk="0">
                  <a:moveTo>
                    <a:pt x="120" y="1"/>
                  </a:moveTo>
                  <a:cubicBezTo>
                    <a:pt x="87" y="1"/>
                    <a:pt x="70" y="1"/>
                    <a:pt x="37" y="38"/>
                  </a:cubicBezTo>
                  <a:cubicBezTo>
                    <a:pt x="17" y="55"/>
                    <a:pt x="0" y="88"/>
                    <a:pt x="0" y="125"/>
                  </a:cubicBezTo>
                  <a:cubicBezTo>
                    <a:pt x="0" y="158"/>
                    <a:pt x="0" y="191"/>
                    <a:pt x="17" y="207"/>
                  </a:cubicBezTo>
                  <a:cubicBezTo>
                    <a:pt x="49" y="249"/>
                    <a:pt x="86" y="266"/>
                    <a:pt x="118" y="266"/>
                  </a:cubicBezTo>
                  <a:cubicBezTo>
                    <a:pt x="140" y="266"/>
                    <a:pt x="160" y="258"/>
                    <a:pt x="173" y="244"/>
                  </a:cubicBezTo>
                  <a:cubicBezTo>
                    <a:pt x="223" y="191"/>
                    <a:pt x="244" y="104"/>
                    <a:pt x="190" y="55"/>
                  </a:cubicBezTo>
                  <a:cubicBezTo>
                    <a:pt x="190" y="38"/>
                    <a:pt x="173" y="22"/>
                    <a:pt x="157" y="22"/>
                  </a:cubicBezTo>
                  <a:cubicBezTo>
                    <a:pt x="140" y="1"/>
                    <a:pt x="140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7" name="Google Shape;13167;p33"/>
            <p:cNvSpPr/>
            <p:nvPr/>
          </p:nvSpPr>
          <p:spPr>
            <a:xfrm>
              <a:off x="5084300" y="26037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2" y="0"/>
                  </a:moveTo>
                  <a:cubicBezTo>
                    <a:pt x="78" y="0"/>
                    <a:pt x="44" y="32"/>
                    <a:pt x="17" y="83"/>
                  </a:cubicBezTo>
                  <a:cubicBezTo>
                    <a:pt x="0" y="153"/>
                    <a:pt x="33" y="219"/>
                    <a:pt x="87" y="256"/>
                  </a:cubicBezTo>
                  <a:lnTo>
                    <a:pt x="136" y="256"/>
                  </a:lnTo>
                  <a:cubicBezTo>
                    <a:pt x="173" y="256"/>
                    <a:pt x="223" y="219"/>
                    <a:pt x="223" y="170"/>
                  </a:cubicBezTo>
                  <a:cubicBezTo>
                    <a:pt x="239" y="133"/>
                    <a:pt x="239" y="83"/>
                    <a:pt x="206" y="29"/>
                  </a:cubicBezTo>
                  <a:cubicBezTo>
                    <a:pt x="206" y="29"/>
                    <a:pt x="190" y="13"/>
                    <a:pt x="173" y="13"/>
                  </a:cubicBezTo>
                  <a:cubicBezTo>
                    <a:pt x="155" y="4"/>
                    <a:pt x="138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8" name="Google Shape;13168;p33"/>
            <p:cNvSpPr/>
            <p:nvPr/>
          </p:nvSpPr>
          <p:spPr>
            <a:xfrm>
              <a:off x="5086875" y="255405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11" y="1"/>
                  </a:moveTo>
                  <a:cubicBezTo>
                    <a:pt x="92" y="1"/>
                    <a:pt x="77" y="12"/>
                    <a:pt x="54" y="24"/>
                  </a:cubicBezTo>
                  <a:cubicBezTo>
                    <a:pt x="0" y="78"/>
                    <a:pt x="0" y="160"/>
                    <a:pt x="33" y="214"/>
                  </a:cubicBezTo>
                  <a:cubicBezTo>
                    <a:pt x="55" y="243"/>
                    <a:pt x="87" y="262"/>
                    <a:pt x="120" y="262"/>
                  </a:cubicBezTo>
                  <a:cubicBezTo>
                    <a:pt x="144" y="262"/>
                    <a:pt x="168" y="252"/>
                    <a:pt x="190" y="230"/>
                  </a:cubicBezTo>
                  <a:cubicBezTo>
                    <a:pt x="239" y="181"/>
                    <a:pt x="239" y="111"/>
                    <a:pt x="206" y="41"/>
                  </a:cubicBezTo>
                  <a:cubicBezTo>
                    <a:pt x="190" y="24"/>
                    <a:pt x="190" y="8"/>
                    <a:pt x="173" y="8"/>
                  </a:cubicBezTo>
                  <a:lnTo>
                    <a:pt x="136" y="8"/>
                  </a:lnTo>
                  <a:cubicBezTo>
                    <a:pt x="127" y="3"/>
                    <a:pt x="118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9" name="Google Shape;13169;p33"/>
            <p:cNvSpPr/>
            <p:nvPr/>
          </p:nvSpPr>
          <p:spPr>
            <a:xfrm>
              <a:off x="5089850" y="2586075"/>
              <a:ext cx="6525" cy="6600"/>
            </a:xfrm>
            <a:custGeom>
              <a:avLst/>
              <a:gdLst/>
              <a:ahLst/>
              <a:cxnLst/>
              <a:rect l="l" t="t" r="r" b="b"/>
              <a:pathLst>
                <a:path w="261" h="264" extrusionOk="0">
                  <a:moveTo>
                    <a:pt x="130" y="0"/>
                  </a:moveTo>
                  <a:cubicBezTo>
                    <a:pt x="89" y="0"/>
                    <a:pt x="50" y="32"/>
                    <a:pt x="38" y="83"/>
                  </a:cubicBezTo>
                  <a:cubicBezTo>
                    <a:pt x="1" y="153"/>
                    <a:pt x="38" y="219"/>
                    <a:pt x="87" y="256"/>
                  </a:cubicBezTo>
                  <a:cubicBezTo>
                    <a:pt x="98" y="256"/>
                    <a:pt x="109" y="264"/>
                    <a:pt x="122" y="264"/>
                  </a:cubicBezTo>
                  <a:cubicBezTo>
                    <a:pt x="128" y="264"/>
                    <a:pt x="134" y="262"/>
                    <a:pt x="141" y="256"/>
                  </a:cubicBezTo>
                  <a:cubicBezTo>
                    <a:pt x="191" y="256"/>
                    <a:pt x="224" y="219"/>
                    <a:pt x="244" y="186"/>
                  </a:cubicBezTo>
                  <a:cubicBezTo>
                    <a:pt x="261" y="137"/>
                    <a:pt x="244" y="83"/>
                    <a:pt x="224" y="50"/>
                  </a:cubicBezTo>
                  <a:cubicBezTo>
                    <a:pt x="207" y="34"/>
                    <a:pt x="191" y="13"/>
                    <a:pt x="174" y="13"/>
                  </a:cubicBezTo>
                  <a:cubicBezTo>
                    <a:pt x="160" y="4"/>
                    <a:pt x="145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0" name="Google Shape;13170;p33"/>
            <p:cNvSpPr/>
            <p:nvPr/>
          </p:nvSpPr>
          <p:spPr>
            <a:xfrm>
              <a:off x="5052950" y="2453725"/>
              <a:ext cx="3025" cy="6425"/>
            </a:xfrm>
            <a:custGeom>
              <a:avLst/>
              <a:gdLst/>
              <a:ahLst/>
              <a:cxnLst/>
              <a:rect l="l" t="t" r="r" b="b"/>
              <a:pathLst>
                <a:path w="121" h="257" extrusionOk="0">
                  <a:moveTo>
                    <a:pt x="1" y="1"/>
                  </a:moveTo>
                  <a:lnTo>
                    <a:pt x="1" y="256"/>
                  </a:lnTo>
                  <a:cubicBezTo>
                    <a:pt x="50" y="240"/>
                    <a:pt x="87" y="223"/>
                    <a:pt x="104" y="174"/>
                  </a:cubicBezTo>
                  <a:cubicBezTo>
                    <a:pt x="120" y="120"/>
                    <a:pt x="104" y="71"/>
                    <a:pt x="87" y="34"/>
                  </a:cubicBezTo>
                  <a:cubicBezTo>
                    <a:pt x="71" y="17"/>
                    <a:pt x="50" y="17"/>
                    <a:pt x="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1" name="Google Shape;13171;p33"/>
            <p:cNvSpPr/>
            <p:nvPr/>
          </p:nvSpPr>
          <p:spPr>
            <a:xfrm>
              <a:off x="5057300" y="2685325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27" y="0"/>
                  </a:moveTo>
                  <a:cubicBezTo>
                    <a:pt x="86" y="0"/>
                    <a:pt x="45" y="32"/>
                    <a:pt x="33" y="83"/>
                  </a:cubicBezTo>
                  <a:cubicBezTo>
                    <a:pt x="0" y="149"/>
                    <a:pt x="33" y="236"/>
                    <a:pt x="83" y="252"/>
                  </a:cubicBezTo>
                  <a:cubicBezTo>
                    <a:pt x="103" y="269"/>
                    <a:pt x="120" y="269"/>
                    <a:pt x="136" y="269"/>
                  </a:cubicBezTo>
                  <a:cubicBezTo>
                    <a:pt x="186" y="252"/>
                    <a:pt x="223" y="236"/>
                    <a:pt x="239" y="186"/>
                  </a:cubicBezTo>
                  <a:cubicBezTo>
                    <a:pt x="239" y="133"/>
                    <a:pt x="239" y="83"/>
                    <a:pt x="206" y="46"/>
                  </a:cubicBezTo>
                  <a:cubicBezTo>
                    <a:pt x="206" y="30"/>
                    <a:pt x="186" y="13"/>
                    <a:pt x="169" y="13"/>
                  </a:cubicBezTo>
                  <a:cubicBezTo>
                    <a:pt x="156" y="5"/>
                    <a:pt x="141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2" name="Google Shape;13172;p33"/>
            <p:cNvSpPr/>
            <p:nvPr/>
          </p:nvSpPr>
          <p:spPr>
            <a:xfrm>
              <a:off x="5061525" y="2639375"/>
              <a:ext cx="6100" cy="6825"/>
            </a:xfrm>
            <a:custGeom>
              <a:avLst/>
              <a:gdLst/>
              <a:ahLst/>
              <a:cxnLst/>
              <a:rect l="l" t="t" r="r" b="b"/>
              <a:pathLst>
                <a:path w="244" h="273" extrusionOk="0">
                  <a:moveTo>
                    <a:pt x="130" y="0"/>
                  </a:moveTo>
                  <a:cubicBezTo>
                    <a:pt x="121" y="0"/>
                    <a:pt x="111" y="4"/>
                    <a:pt x="103" y="13"/>
                  </a:cubicBezTo>
                  <a:cubicBezTo>
                    <a:pt x="37" y="13"/>
                    <a:pt x="0" y="83"/>
                    <a:pt x="0" y="149"/>
                  </a:cubicBezTo>
                  <a:cubicBezTo>
                    <a:pt x="17" y="186"/>
                    <a:pt x="17" y="219"/>
                    <a:pt x="54" y="235"/>
                  </a:cubicBezTo>
                  <a:cubicBezTo>
                    <a:pt x="70" y="252"/>
                    <a:pt x="103" y="272"/>
                    <a:pt x="140" y="272"/>
                  </a:cubicBezTo>
                  <a:cubicBezTo>
                    <a:pt x="190" y="252"/>
                    <a:pt x="243" y="186"/>
                    <a:pt x="223" y="116"/>
                  </a:cubicBezTo>
                  <a:cubicBezTo>
                    <a:pt x="223" y="83"/>
                    <a:pt x="206" y="46"/>
                    <a:pt x="173" y="29"/>
                  </a:cubicBezTo>
                  <a:lnTo>
                    <a:pt x="157" y="13"/>
                  </a:lnTo>
                  <a:cubicBezTo>
                    <a:pt x="149" y="4"/>
                    <a:pt x="139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3" name="Google Shape;13173;p33"/>
            <p:cNvSpPr/>
            <p:nvPr/>
          </p:nvSpPr>
          <p:spPr>
            <a:xfrm>
              <a:off x="5068425" y="269977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3" y="0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17" y="190"/>
                    <a:pt x="33" y="227"/>
                    <a:pt x="50" y="243"/>
                  </a:cubicBezTo>
                  <a:cubicBezTo>
                    <a:pt x="64" y="255"/>
                    <a:pt x="85" y="267"/>
                    <a:pt x="108" y="267"/>
                  </a:cubicBezTo>
                  <a:cubicBezTo>
                    <a:pt x="117" y="267"/>
                    <a:pt x="127" y="265"/>
                    <a:pt x="136" y="260"/>
                  </a:cubicBezTo>
                  <a:cubicBezTo>
                    <a:pt x="190" y="260"/>
                    <a:pt x="239" y="190"/>
                    <a:pt x="223" y="124"/>
                  </a:cubicBezTo>
                  <a:cubicBezTo>
                    <a:pt x="223" y="70"/>
                    <a:pt x="190" y="37"/>
                    <a:pt x="153" y="21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4" name="Google Shape;13174;p33"/>
            <p:cNvSpPr/>
            <p:nvPr/>
          </p:nvSpPr>
          <p:spPr>
            <a:xfrm>
              <a:off x="5054200" y="2653225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10" y="0"/>
                  </a:moveTo>
                  <a:cubicBezTo>
                    <a:pt x="86" y="0"/>
                    <a:pt x="66" y="13"/>
                    <a:pt x="54" y="27"/>
                  </a:cubicBezTo>
                  <a:cubicBezTo>
                    <a:pt x="0" y="77"/>
                    <a:pt x="0" y="164"/>
                    <a:pt x="37" y="213"/>
                  </a:cubicBezTo>
                  <a:cubicBezTo>
                    <a:pt x="57" y="245"/>
                    <a:pt x="89" y="263"/>
                    <a:pt x="122" y="263"/>
                  </a:cubicBezTo>
                  <a:cubicBezTo>
                    <a:pt x="146" y="263"/>
                    <a:pt x="170" y="254"/>
                    <a:pt x="190" y="234"/>
                  </a:cubicBezTo>
                  <a:cubicBezTo>
                    <a:pt x="244" y="180"/>
                    <a:pt x="244" y="110"/>
                    <a:pt x="207" y="44"/>
                  </a:cubicBezTo>
                  <a:cubicBezTo>
                    <a:pt x="190" y="27"/>
                    <a:pt x="174" y="27"/>
                    <a:pt x="157" y="7"/>
                  </a:cubicBezTo>
                  <a:lnTo>
                    <a:pt x="141" y="7"/>
                  </a:lnTo>
                  <a:cubicBezTo>
                    <a:pt x="130" y="2"/>
                    <a:pt x="120" y="0"/>
                    <a:pt x="1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5" name="Google Shape;13175;p33"/>
            <p:cNvSpPr/>
            <p:nvPr/>
          </p:nvSpPr>
          <p:spPr>
            <a:xfrm>
              <a:off x="5052950" y="2746800"/>
              <a:ext cx="4775" cy="6375"/>
            </a:xfrm>
            <a:custGeom>
              <a:avLst/>
              <a:gdLst/>
              <a:ahLst/>
              <a:cxnLst/>
              <a:rect l="l" t="t" r="r" b="b"/>
              <a:pathLst>
                <a:path w="191" h="255" extrusionOk="0">
                  <a:moveTo>
                    <a:pt x="61" y="1"/>
                  </a:moveTo>
                  <a:cubicBezTo>
                    <a:pt x="41" y="1"/>
                    <a:pt x="20" y="9"/>
                    <a:pt x="1" y="28"/>
                  </a:cubicBezTo>
                  <a:lnTo>
                    <a:pt x="1" y="234"/>
                  </a:lnTo>
                  <a:cubicBezTo>
                    <a:pt x="17" y="234"/>
                    <a:pt x="17" y="251"/>
                    <a:pt x="34" y="251"/>
                  </a:cubicBezTo>
                  <a:cubicBezTo>
                    <a:pt x="43" y="254"/>
                    <a:pt x="53" y="255"/>
                    <a:pt x="63" y="255"/>
                  </a:cubicBezTo>
                  <a:cubicBezTo>
                    <a:pt x="109" y="255"/>
                    <a:pt x="157" y="225"/>
                    <a:pt x="174" y="181"/>
                  </a:cubicBezTo>
                  <a:cubicBezTo>
                    <a:pt x="191" y="115"/>
                    <a:pt x="174" y="28"/>
                    <a:pt x="104" y="12"/>
                  </a:cubicBezTo>
                  <a:cubicBezTo>
                    <a:pt x="90" y="5"/>
                    <a:pt x="76" y="1"/>
                    <a:pt x="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6" name="Google Shape;13176;p33"/>
            <p:cNvSpPr/>
            <p:nvPr/>
          </p:nvSpPr>
          <p:spPr>
            <a:xfrm>
              <a:off x="5067075" y="262187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23" y="0"/>
                  </a:moveTo>
                  <a:cubicBezTo>
                    <a:pt x="117" y="0"/>
                    <a:pt x="111" y="2"/>
                    <a:pt x="104" y="8"/>
                  </a:cubicBezTo>
                  <a:cubicBezTo>
                    <a:pt x="71" y="8"/>
                    <a:pt x="54" y="24"/>
                    <a:pt x="38" y="61"/>
                  </a:cubicBezTo>
                  <a:cubicBezTo>
                    <a:pt x="21" y="78"/>
                    <a:pt x="1" y="111"/>
                    <a:pt x="21" y="148"/>
                  </a:cubicBezTo>
                  <a:cubicBezTo>
                    <a:pt x="21" y="181"/>
                    <a:pt x="38" y="214"/>
                    <a:pt x="54" y="230"/>
                  </a:cubicBezTo>
                  <a:cubicBezTo>
                    <a:pt x="71" y="251"/>
                    <a:pt x="104" y="267"/>
                    <a:pt x="141" y="267"/>
                  </a:cubicBezTo>
                  <a:cubicBezTo>
                    <a:pt x="190" y="251"/>
                    <a:pt x="244" y="181"/>
                    <a:pt x="227" y="111"/>
                  </a:cubicBezTo>
                  <a:cubicBezTo>
                    <a:pt x="227" y="78"/>
                    <a:pt x="207" y="45"/>
                    <a:pt x="190" y="24"/>
                  </a:cubicBezTo>
                  <a:cubicBezTo>
                    <a:pt x="174" y="24"/>
                    <a:pt x="174" y="8"/>
                    <a:pt x="157" y="8"/>
                  </a:cubicBezTo>
                  <a:cubicBezTo>
                    <a:pt x="146" y="8"/>
                    <a:pt x="135" y="0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7" name="Google Shape;13177;p33"/>
            <p:cNvSpPr/>
            <p:nvPr/>
          </p:nvSpPr>
          <p:spPr>
            <a:xfrm>
              <a:off x="5052950" y="2703000"/>
              <a:ext cx="4775" cy="6275"/>
            </a:xfrm>
            <a:custGeom>
              <a:avLst/>
              <a:gdLst/>
              <a:ahLst/>
              <a:cxnLst/>
              <a:rect l="l" t="t" r="r" b="b"/>
              <a:pathLst>
                <a:path w="191" h="251" extrusionOk="0">
                  <a:moveTo>
                    <a:pt x="65" y="1"/>
                  </a:moveTo>
                  <a:cubicBezTo>
                    <a:pt x="41" y="1"/>
                    <a:pt x="20" y="9"/>
                    <a:pt x="1" y="28"/>
                  </a:cubicBezTo>
                  <a:lnTo>
                    <a:pt x="1" y="234"/>
                  </a:lnTo>
                  <a:cubicBezTo>
                    <a:pt x="17" y="234"/>
                    <a:pt x="17" y="250"/>
                    <a:pt x="34" y="250"/>
                  </a:cubicBezTo>
                  <a:lnTo>
                    <a:pt x="87" y="250"/>
                  </a:lnTo>
                  <a:cubicBezTo>
                    <a:pt x="120" y="250"/>
                    <a:pt x="153" y="217"/>
                    <a:pt x="174" y="164"/>
                  </a:cubicBezTo>
                  <a:cubicBezTo>
                    <a:pt x="191" y="131"/>
                    <a:pt x="191" y="77"/>
                    <a:pt x="153" y="44"/>
                  </a:cubicBezTo>
                  <a:cubicBezTo>
                    <a:pt x="137" y="28"/>
                    <a:pt x="137" y="11"/>
                    <a:pt x="120" y="11"/>
                  </a:cubicBezTo>
                  <a:cubicBezTo>
                    <a:pt x="100" y="5"/>
                    <a:pt x="82" y="1"/>
                    <a:pt x="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8" name="Google Shape;13178;p33"/>
            <p:cNvSpPr/>
            <p:nvPr/>
          </p:nvSpPr>
          <p:spPr>
            <a:xfrm>
              <a:off x="5078725" y="2453725"/>
              <a:ext cx="5175" cy="3100"/>
            </a:xfrm>
            <a:custGeom>
              <a:avLst/>
              <a:gdLst/>
              <a:ahLst/>
              <a:cxnLst/>
              <a:rect l="l" t="t" r="r" b="b"/>
              <a:pathLst>
                <a:path w="207" h="124" extrusionOk="0">
                  <a:moveTo>
                    <a:pt x="1" y="1"/>
                  </a:moveTo>
                  <a:lnTo>
                    <a:pt x="1" y="17"/>
                  </a:lnTo>
                  <a:cubicBezTo>
                    <a:pt x="1" y="78"/>
                    <a:pt x="54" y="124"/>
                    <a:pt x="100" y="124"/>
                  </a:cubicBezTo>
                  <a:cubicBezTo>
                    <a:pt x="107" y="124"/>
                    <a:pt x="114" y="123"/>
                    <a:pt x="120" y="120"/>
                  </a:cubicBezTo>
                  <a:cubicBezTo>
                    <a:pt x="153" y="120"/>
                    <a:pt x="174" y="104"/>
                    <a:pt x="190" y="71"/>
                  </a:cubicBezTo>
                  <a:cubicBezTo>
                    <a:pt x="207" y="71"/>
                    <a:pt x="207" y="50"/>
                    <a:pt x="207" y="50"/>
                  </a:cubicBezTo>
                  <a:cubicBezTo>
                    <a:pt x="137" y="34"/>
                    <a:pt x="71" y="17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9" name="Google Shape;13179;p33"/>
            <p:cNvSpPr/>
            <p:nvPr/>
          </p:nvSpPr>
          <p:spPr>
            <a:xfrm>
              <a:off x="5124700" y="2736225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34" y="0"/>
                  </a:moveTo>
                  <a:cubicBezTo>
                    <a:pt x="84" y="0"/>
                    <a:pt x="44" y="35"/>
                    <a:pt x="17" y="88"/>
                  </a:cubicBezTo>
                  <a:cubicBezTo>
                    <a:pt x="0" y="158"/>
                    <a:pt x="33" y="228"/>
                    <a:pt x="87" y="245"/>
                  </a:cubicBezTo>
                  <a:cubicBezTo>
                    <a:pt x="104" y="261"/>
                    <a:pt x="120" y="261"/>
                    <a:pt x="136" y="261"/>
                  </a:cubicBezTo>
                  <a:cubicBezTo>
                    <a:pt x="169" y="261"/>
                    <a:pt x="207" y="228"/>
                    <a:pt x="223" y="175"/>
                  </a:cubicBezTo>
                  <a:cubicBezTo>
                    <a:pt x="240" y="125"/>
                    <a:pt x="240" y="72"/>
                    <a:pt x="207" y="39"/>
                  </a:cubicBezTo>
                  <a:cubicBezTo>
                    <a:pt x="190" y="22"/>
                    <a:pt x="190" y="22"/>
                    <a:pt x="169" y="6"/>
                  </a:cubicBezTo>
                  <a:cubicBezTo>
                    <a:pt x="157" y="2"/>
                    <a:pt x="145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0" name="Google Shape;13180;p33"/>
            <p:cNvSpPr/>
            <p:nvPr/>
          </p:nvSpPr>
          <p:spPr>
            <a:xfrm>
              <a:off x="5191700" y="266112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3" y="0"/>
                  </a:moveTo>
                  <a:cubicBezTo>
                    <a:pt x="50" y="21"/>
                    <a:pt x="0" y="87"/>
                    <a:pt x="17" y="157"/>
                  </a:cubicBezTo>
                  <a:cubicBezTo>
                    <a:pt x="17" y="190"/>
                    <a:pt x="33" y="227"/>
                    <a:pt x="50" y="243"/>
                  </a:cubicBezTo>
                  <a:cubicBezTo>
                    <a:pt x="76" y="255"/>
                    <a:pt x="92" y="267"/>
                    <a:pt x="111" y="267"/>
                  </a:cubicBezTo>
                  <a:cubicBezTo>
                    <a:pt x="118" y="267"/>
                    <a:pt x="127" y="265"/>
                    <a:pt x="136" y="260"/>
                  </a:cubicBezTo>
                  <a:cubicBezTo>
                    <a:pt x="206" y="260"/>
                    <a:pt x="239" y="190"/>
                    <a:pt x="223" y="124"/>
                  </a:cubicBezTo>
                  <a:cubicBezTo>
                    <a:pt x="223" y="87"/>
                    <a:pt x="206" y="54"/>
                    <a:pt x="190" y="37"/>
                  </a:cubicBezTo>
                  <a:cubicBezTo>
                    <a:pt x="169" y="21"/>
                    <a:pt x="169" y="21"/>
                    <a:pt x="153" y="21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1" name="Google Shape;13181;p33"/>
            <p:cNvSpPr/>
            <p:nvPr/>
          </p:nvSpPr>
          <p:spPr>
            <a:xfrm>
              <a:off x="5216125" y="2644250"/>
              <a:ext cx="6100" cy="6550"/>
            </a:xfrm>
            <a:custGeom>
              <a:avLst/>
              <a:gdLst/>
              <a:ahLst/>
              <a:cxnLst/>
              <a:rect l="l" t="t" r="r" b="b"/>
              <a:pathLst>
                <a:path w="244" h="262" extrusionOk="0">
                  <a:moveTo>
                    <a:pt x="94" y="0"/>
                  </a:moveTo>
                  <a:cubicBezTo>
                    <a:pt x="76" y="0"/>
                    <a:pt x="61" y="12"/>
                    <a:pt x="38" y="24"/>
                  </a:cubicBezTo>
                  <a:cubicBezTo>
                    <a:pt x="17" y="40"/>
                    <a:pt x="0" y="77"/>
                    <a:pt x="0" y="110"/>
                  </a:cubicBezTo>
                  <a:cubicBezTo>
                    <a:pt x="0" y="143"/>
                    <a:pt x="0" y="180"/>
                    <a:pt x="17" y="213"/>
                  </a:cubicBezTo>
                  <a:cubicBezTo>
                    <a:pt x="48" y="242"/>
                    <a:pt x="86" y="261"/>
                    <a:pt x="117" y="261"/>
                  </a:cubicBezTo>
                  <a:cubicBezTo>
                    <a:pt x="140" y="261"/>
                    <a:pt x="160" y="252"/>
                    <a:pt x="174" y="230"/>
                  </a:cubicBezTo>
                  <a:cubicBezTo>
                    <a:pt x="223" y="180"/>
                    <a:pt x="244" y="110"/>
                    <a:pt x="190" y="40"/>
                  </a:cubicBezTo>
                  <a:cubicBezTo>
                    <a:pt x="190" y="24"/>
                    <a:pt x="174" y="7"/>
                    <a:pt x="157" y="7"/>
                  </a:cubicBezTo>
                  <a:lnTo>
                    <a:pt x="120" y="7"/>
                  </a:lnTo>
                  <a:cubicBezTo>
                    <a:pt x="110" y="2"/>
                    <a:pt x="102" y="0"/>
                    <a:pt x="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2" name="Google Shape;13182;p33"/>
            <p:cNvSpPr/>
            <p:nvPr/>
          </p:nvSpPr>
          <p:spPr>
            <a:xfrm>
              <a:off x="5207575" y="27062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33" y="1"/>
                    <a:pt x="0" y="71"/>
                    <a:pt x="17" y="137"/>
                  </a:cubicBezTo>
                  <a:cubicBezTo>
                    <a:pt x="17" y="174"/>
                    <a:pt x="33" y="207"/>
                    <a:pt x="50" y="224"/>
                  </a:cubicBezTo>
                  <a:cubicBezTo>
                    <a:pt x="87" y="257"/>
                    <a:pt x="103" y="257"/>
                    <a:pt x="136" y="257"/>
                  </a:cubicBezTo>
                  <a:cubicBezTo>
                    <a:pt x="190" y="240"/>
                    <a:pt x="239" y="174"/>
                    <a:pt x="223" y="104"/>
                  </a:cubicBezTo>
                  <a:cubicBezTo>
                    <a:pt x="223" y="71"/>
                    <a:pt x="206" y="34"/>
                    <a:pt x="190" y="17"/>
                  </a:cubicBezTo>
                  <a:cubicBezTo>
                    <a:pt x="173" y="17"/>
                    <a:pt x="173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3" name="Google Shape;13183;p33"/>
            <p:cNvSpPr/>
            <p:nvPr/>
          </p:nvSpPr>
          <p:spPr>
            <a:xfrm>
              <a:off x="5218300" y="262422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3" y="0"/>
                  </a:moveTo>
                  <a:cubicBezTo>
                    <a:pt x="54" y="17"/>
                    <a:pt x="0" y="87"/>
                    <a:pt x="17" y="157"/>
                  </a:cubicBezTo>
                  <a:cubicBezTo>
                    <a:pt x="17" y="190"/>
                    <a:pt x="33" y="223"/>
                    <a:pt x="54" y="239"/>
                  </a:cubicBezTo>
                  <a:cubicBezTo>
                    <a:pt x="77" y="254"/>
                    <a:pt x="92" y="267"/>
                    <a:pt x="111" y="267"/>
                  </a:cubicBezTo>
                  <a:cubicBezTo>
                    <a:pt x="119" y="267"/>
                    <a:pt x="127" y="265"/>
                    <a:pt x="136" y="260"/>
                  </a:cubicBezTo>
                  <a:cubicBezTo>
                    <a:pt x="206" y="260"/>
                    <a:pt x="239" y="190"/>
                    <a:pt x="223" y="120"/>
                  </a:cubicBezTo>
                  <a:cubicBezTo>
                    <a:pt x="223" y="87"/>
                    <a:pt x="206" y="54"/>
                    <a:pt x="190" y="33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4" name="Google Shape;13184;p33"/>
            <p:cNvSpPr/>
            <p:nvPr/>
          </p:nvSpPr>
          <p:spPr>
            <a:xfrm>
              <a:off x="5217475" y="267172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6" y="0"/>
                  </a:moveTo>
                  <a:cubicBezTo>
                    <a:pt x="83" y="0"/>
                    <a:pt x="61" y="14"/>
                    <a:pt x="50" y="25"/>
                  </a:cubicBezTo>
                  <a:cubicBezTo>
                    <a:pt x="0" y="75"/>
                    <a:pt x="0" y="162"/>
                    <a:pt x="33" y="215"/>
                  </a:cubicBezTo>
                  <a:cubicBezTo>
                    <a:pt x="50" y="232"/>
                    <a:pt x="87" y="248"/>
                    <a:pt x="103" y="265"/>
                  </a:cubicBezTo>
                  <a:cubicBezTo>
                    <a:pt x="136" y="265"/>
                    <a:pt x="169" y="248"/>
                    <a:pt x="190" y="232"/>
                  </a:cubicBezTo>
                  <a:cubicBezTo>
                    <a:pt x="206" y="215"/>
                    <a:pt x="223" y="178"/>
                    <a:pt x="239" y="145"/>
                  </a:cubicBezTo>
                  <a:cubicBezTo>
                    <a:pt x="239" y="112"/>
                    <a:pt x="223" y="75"/>
                    <a:pt x="206" y="42"/>
                  </a:cubicBezTo>
                  <a:cubicBezTo>
                    <a:pt x="190" y="25"/>
                    <a:pt x="169" y="25"/>
                    <a:pt x="153" y="9"/>
                  </a:cubicBezTo>
                  <a:lnTo>
                    <a:pt x="136" y="9"/>
                  </a:lnTo>
                  <a:cubicBezTo>
                    <a:pt x="126" y="3"/>
                    <a:pt x="116" y="0"/>
                    <a:pt x="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5" name="Google Shape;13185;p33"/>
            <p:cNvSpPr/>
            <p:nvPr/>
          </p:nvSpPr>
          <p:spPr>
            <a:xfrm>
              <a:off x="5195500" y="2694475"/>
              <a:ext cx="6125" cy="6575"/>
            </a:xfrm>
            <a:custGeom>
              <a:avLst/>
              <a:gdLst/>
              <a:ahLst/>
              <a:cxnLst/>
              <a:rect l="l" t="t" r="r" b="b"/>
              <a:pathLst>
                <a:path w="245" h="263" extrusionOk="0">
                  <a:moveTo>
                    <a:pt x="119" y="0"/>
                  </a:moveTo>
                  <a:cubicBezTo>
                    <a:pt x="76" y="0"/>
                    <a:pt x="33" y="22"/>
                    <a:pt x="17" y="76"/>
                  </a:cubicBezTo>
                  <a:cubicBezTo>
                    <a:pt x="1" y="146"/>
                    <a:pt x="17" y="233"/>
                    <a:pt x="87" y="249"/>
                  </a:cubicBezTo>
                  <a:cubicBezTo>
                    <a:pt x="102" y="258"/>
                    <a:pt x="117" y="262"/>
                    <a:pt x="132" y="262"/>
                  </a:cubicBezTo>
                  <a:cubicBezTo>
                    <a:pt x="173" y="262"/>
                    <a:pt x="211" y="231"/>
                    <a:pt x="224" y="179"/>
                  </a:cubicBezTo>
                  <a:cubicBezTo>
                    <a:pt x="244" y="109"/>
                    <a:pt x="224" y="43"/>
                    <a:pt x="158" y="6"/>
                  </a:cubicBezTo>
                  <a:cubicBezTo>
                    <a:pt x="145" y="2"/>
                    <a:pt x="132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6" name="Google Shape;13186;p33"/>
            <p:cNvSpPr/>
            <p:nvPr/>
          </p:nvSpPr>
          <p:spPr>
            <a:xfrm>
              <a:off x="5200250" y="2719975"/>
              <a:ext cx="6525" cy="6400"/>
            </a:xfrm>
            <a:custGeom>
              <a:avLst/>
              <a:gdLst/>
              <a:ahLst/>
              <a:cxnLst/>
              <a:rect l="l" t="t" r="r" b="b"/>
              <a:pathLst>
                <a:path w="261" h="256" extrusionOk="0">
                  <a:moveTo>
                    <a:pt x="137" y="0"/>
                  </a:moveTo>
                  <a:cubicBezTo>
                    <a:pt x="104" y="0"/>
                    <a:pt x="87" y="0"/>
                    <a:pt x="54" y="37"/>
                  </a:cubicBezTo>
                  <a:cubicBezTo>
                    <a:pt x="17" y="70"/>
                    <a:pt x="1" y="157"/>
                    <a:pt x="34" y="206"/>
                  </a:cubicBezTo>
                  <a:cubicBezTo>
                    <a:pt x="64" y="237"/>
                    <a:pt x="101" y="256"/>
                    <a:pt x="132" y="256"/>
                  </a:cubicBezTo>
                  <a:cubicBezTo>
                    <a:pt x="155" y="256"/>
                    <a:pt x="176" y="246"/>
                    <a:pt x="190" y="223"/>
                  </a:cubicBezTo>
                  <a:cubicBezTo>
                    <a:pt x="240" y="190"/>
                    <a:pt x="260" y="103"/>
                    <a:pt x="207" y="54"/>
                  </a:cubicBezTo>
                  <a:cubicBezTo>
                    <a:pt x="207" y="37"/>
                    <a:pt x="190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7" name="Google Shape;13187;p33"/>
            <p:cNvSpPr/>
            <p:nvPr/>
          </p:nvSpPr>
          <p:spPr>
            <a:xfrm>
              <a:off x="5203650" y="27521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29" y="1"/>
                  </a:moveTo>
                  <a:cubicBezTo>
                    <a:pt x="83" y="1"/>
                    <a:pt x="35" y="33"/>
                    <a:pt x="21" y="91"/>
                  </a:cubicBezTo>
                  <a:cubicBezTo>
                    <a:pt x="1" y="141"/>
                    <a:pt x="21" y="227"/>
                    <a:pt x="87" y="244"/>
                  </a:cubicBezTo>
                  <a:cubicBezTo>
                    <a:pt x="104" y="260"/>
                    <a:pt x="124" y="260"/>
                    <a:pt x="141" y="260"/>
                  </a:cubicBezTo>
                  <a:cubicBezTo>
                    <a:pt x="174" y="260"/>
                    <a:pt x="207" y="227"/>
                    <a:pt x="227" y="174"/>
                  </a:cubicBezTo>
                  <a:cubicBezTo>
                    <a:pt x="244" y="124"/>
                    <a:pt x="227" y="71"/>
                    <a:pt x="207" y="38"/>
                  </a:cubicBezTo>
                  <a:cubicBezTo>
                    <a:pt x="190" y="21"/>
                    <a:pt x="174" y="21"/>
                    <a:pt x="157" y="5"/>
                  </a:cubicBezTo>
                  <a:cubicBezTo>
                    <a:pt x="148" y="2"/>
                    <a:pt x="139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8" name="Google Shape;13188;p33"/>
            <p:cNvSpPr/>
            <p:nvPr/>
          </p:nvSpPr>
          <p:spPr>
            <a:xfrm>
              <a:off x="5213125" y="2594400"/>
              <a:ext cx="5600" cy="6650"/>
            </a:xfrm>
            <a:custGeom>
              <a:avLst/>
              <a:gdLst/>
              <a:ahLst/>
              <a:cxnLst/>
              <a:rect l="l" t="t" r="r" b="b"/>
              <a:pathLst>
                <a:path w="224" h="266" extrusionOk="0">
                  <a:moveTo>
                    <a:pt x="116" y="1"/>
                  </a:moveTo>
                  <a:cubicBezTo>
                    <a:pt x="108" y="1"/>
                    <a:pt x="98" y="3"/>
                    <a:pt x="87" y="10"/>
                  </a:cubicBezTo>
                  <a:cubicBezTo>
                    <a:pt x="34" y="10"/>
                    <a:pt x="1" y="76"/>
                    <a:pt x="1" y="146"/>
                  </a:cubicBezTo>
                  <a:cubicBezTo>
                    <a:pt x="1" y="179"/>
                    <a:pt x="17" y="216"/>
                    <a:pt x="54" y="232"/>
                  </a:cubicBezTo>
                  <a:cubicBezTo>
                    <a:pt x="71" y="249"/>
                    <a:pt x="104" y="265"/>
                    <a:pt x="120" y="265"/>
                  </a:cubicBezTo>
                  <a:cubicBezTo>
                    <a:pt x="191" y="249"/>
                    <a:pt x="224" y="179"/>
                    <a:pt x="224" y="113"/>
                  </a:cubicBezTo>
                  <a:cubicBezTo>
                    <a:pt x="224" y="76"/>
                    <a:pt x="207" y="43"/>
                    <a:pt x="174" y="26"/>
                  </a:cubicBezTo>
                  <a:lnTo>
                    <a:pt x="158" y="10"/>
                  </a:lnTo>
                  <a:cubicBezTo>
                    <a:pt x="144" y="10"/>
                    <a:pt x="132" y="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9" name="Google Shape;13189;p33"/>
            <p:cNvSpPr/>
            <p:nvPr/>
          </p:nvSpPr>
          <p:spPr>
            <a:xfrm>
              <a:off x="5239325" y="25602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70" y="1"/>
                    <a:pt x="54" y="17"/>
                    <a:pt x="37" y="54"/>
                  </a:cubicBezTo>
                  <a:cubicBezTo>
                    <a:pt x="17" y="71"/>
                    <a:pt x="0" y="104"/>
                    <a:pt x="17" y="141"/>
                  </a:cubicBezTo>
                  <a:cubicBezTo>
                    <a:pt x="17" y="174"/>
                    <a:pt x="37" y="207"/>
                    <a:pt x="54" y="223"/>
                  </a:cubicBezTo>
                  <a:cubicBezTo>
                    <a:pt x="87" y="261"/>
                    <a:pt x="103" y="261"/>
                    <a:pt x="140" y="261"/>
                  </a:cubicBezTo>
                  <a:cubicBezTo>
                    <a:pt x="206" y="244"/>
                    <a:pt x="243" y="174"/>
                    <a:pt x="223" y="104"/>
                  </a:cubicBezTo>
                  <a:cubicBezTo>
                    <a:pt x="223" y="71"/>
                    <a:pt x="206" y="38"/>
                    <a:pt x="190" y="17"/>
                  </a:cubicBezTo>
                  <a:cubicBezTo>
                    <a:pt x="173" y="17"/>
                    <a:pt x="173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0" name="Google Shape;13190;p33"/>
            <p:cNvSpPr/>
            <p:nvPr/>
          </p:nvSpPr>
          <p:spPr>
            <a:xfrm>
              <a:off x="5220050" y="2608425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10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0" y="150"/>
                    <a:pt x="17" y="220"/>
                    <a:pt x="87" y="253"/>
                  </a:cubicBezTo>
                  <a:cubicBezTo>
                    <a:pt x="96" y="257"/>
                    <a:pt x="106" y="258"/>
                    <a:pt x="116" y="258"/>
                  </a:cubicBezTo>
                  <a:cubicBezTo>
                    <a:pt x="161" y="258"/>
                    <a:pt x="209" y="224"/>
                    <a:pt x="223" y="170"/>
                  </a:cubicBezTo>
                  <a:cubicBezTo>
                    <a:pt x="239" y="100"/>
                    <a:pt x="223" y="30"/>
                    <a:pt x="153" y="14"/>
                  </a:cubicBezTo>
                  <a:cubicBezTo>
                    <a:pt x="140" y="5"/>
                    <a:pt x="125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1" name="Google Shape;13191;p33"/>
            <p:cNvSpPr/>
            <p:nvPr/>
          </p:nvSpPr>
          <p:spPr>
            <a:xfrm>
              <a:off x="5246225" y="2589475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87" y="1"/>
                  </a:moveTo>
                  <a:cubicBezTo>
                    <a:pt x="70" y="1"/>
                    <a:pt x="33" y="17"/>
                    <a:pt x="17" y="50"/>
                  </a:cubicBezTo>
                  <a:cubicBezTo>
                    <a:pt x="0" y="67"/>
                    <a:pt x="0" y="104"/>
                    <a:pt x="0" y="137"/>
                  </a:cubicBezTo>
                  <a:cubicBezTo>
                    <a:pt x="0" y="170"/>
                    <a:pt x="17" y="207"/>
                    <a:pt x="50" y="223"/>
                  </a:cubicBezTo>
                  <a:cubicBezTo>
                    <a:pt x="70" y="256"/>
                    <a:pt x="103" y="256"/>
                    <a:pt x="120" y="256"/>
                  </a:cubicBezTo>
                  <a:cubicBezTo>
                    <a:pt x="190" y="240"/>
                    <a:pt x="223" y="170"/>
                    <a:pt x="223" y="104"/>
                  </a:cubicBezTo>
                  <a:cubicBezTo>
                    <a:pt x="223" y="67"/>
                    <a:pt x="206" y="34"/>
                    <a:pt x="174" y="17"/>
                  </a:cubicBezTo>
                  <a:lnTo>
                    <a:pt x="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2" name="Google Shape;13192;p33"/>
            <p:cNvSpPr/>
            <p:nvPr/>
          </p:nvSpPr>
          <p:spPr>
            <a:xfrm>
              <a:off x="5232925" y="2620825"/>
              <a:ext cx="6425" cy="6325"/>
            </a:xfrm>
            <a:custGeom>
              <a:avLst/>
              <a:gdLst/>
              <a:ahLst/>
              <a:cxnLst/>
              <a:rect l="l" t="t" r="r" b="b"/>
              <a:pathLst>
                <a:path w="257" h="253" extrusionOk="0">
                  <a:moveTo>
                    <a:pt x="137" y="0"/>
                  </a:moveTo>
                  <a:cubicBezTo>
                    <a:pt x="120" y="0"/>
                    <a:pt x="87" y="0"/>
                    <a:pt x="50" y="17"/>
                  </a:cubicBezTo>
                  <a:cubicBezTo>
                    <a:pt x="17" y="66"/>
                    <a:pt x="0" y="153"/>
                    <a:pt x="33" y="206"/>
                  </a:cubicBezTo>
                  <a:cubicBezTo>
                    <a:pt x="65" y="235"/>
                    <a:pt x="100" y="253"/>
                    <a:pt x="135" y="253"/>
                  </a:cubicBezTo>
                  <a:cubicBezTo>
                    <a:pt x="160" y="253"/>
                    <a:pt x="184" y="243"/>
                    <a:pt x="207" y="223"/>
                  </a:cubicBezTo>
                  <a:cubicBezTo>
                    <a:pt x="240" y="190"/>
                    <a:pt x="256" y="103"/>
                    <a:pt x="223" y="50"/>
                  </a:cubicBezTo>
                  <a:cubicBezTo>
                    <a:pt x="207" y="33"/>
                    <a:pt x="190" y="17"/>
                    <a:pt x="1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3" name="Google Shape;13193;p33"/>
            <p:cNvSpPr/>
            <p:nvPr/>
          </p:nvSpPr>
          <p:spPr>
            <a:xfrm>
              <a:off x="5234575" y="2577425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04" y="0"/>
                  </a:moveTo>
                  <a:cubicBezTo>
                    <a:pt x="104" y="0"/>
                    <a:pt x="87" y="0"/>
                    <a:pt x="87" y="17"/>
                  </a:cubicBezTo>
                  <a:cubicBezTo>
                    <a:pt x="38" y="33"/>
                    <a:pt x="0" y="87"/>
                    <a:pt x="21" y="153"/>
                  </a:cubicBezTo>
                  <a:cubicBezTo>
                    <a:pt x="21" y="190"/>
                    <a:pt x="38" y="206"/>
                    <a:pt x="54" y="239"/>
                  </a:cubicBezTo>
                  <a:cubicBezTo>
                    <a:pt x="87" y="256"/>
                    <a:pt x="104" y="256"/>
                    <a:pt x="141" y="256"/>
                  </a:cubicBezTo>
                  <a:cubicBezTo>
                    <a:pt x="207" y="239"/>
                    <a:pt x="244" y="173"/>
                    <a:pt x="244" y="103"/>
                  </a:cubicBezTo>
                  <a:cubicBezTo>
                    <a:pt x="227" y="103"/>
                    <a:pt x="227" y="87"/>
                    <a:pt x="227" y="70"/>
                  </a:cubicBezTo>
                  <a:cubicBezTo>
                    <a:pt x="207" y="50"/>
                    <a:pt x="190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4" name="Google Shape;13194;p33"/>
            <p:cNvSpPr/>
            <p:nvPr/>
          </p:nvSpPr>
          <p:spPr>
            <a:xfrm>
              <a:off x="5224275" y="2656700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23" y="1"/>
                  </a:moveTo>
                  <a:cubicBezTo>
                    <a:pt x="117" y="1"/>
                    <a:pt x="110" y="3"/>
                    <a:pt x="103" y="8"/>
                  </a:cubicBezTo>
                  <a:cubicBezTo>
                    <a:pt x="37" y="8"/>
                    <a:pt x="0" y="74"/>
                    <a:pt x="21" y="144"/>
                  </a:cubicBezTo>
                  <a:cubicBezTo>
                    <a:pt x="21" y="177"/>
                    <a:pt x="37" y="214"/>
                    <a:pt x="54" y="231"/>
                  </a:cubicBezTo>
                  <a:cubicBezTo>
                    <a:pt x="87" y="247"/>
                    <a:pt x="103" y="264"/>
                    <a:pt x="140" y="264"/>
                  </a:cubicBezTo>
                  <a:cubicBezTo>
                    <a:pt x="173" y="247"/>
                    <a:pt x="190" y="231"/>
                    <a:pt x="206" y="214"/>
                  </a:cubicBezTo>
                  <a:cubicBezTo>
                    <a:pt x="227" y="177"/>
                    <a:pt x="243" y="144"/>
                    <a:pt x="227" y="111"/>
                  </a:cubicBezTo>
                  <a:cubicBezTo>
                    <a:pt x="227" y="74"/>
                    <a:pt x="206" y="41"/>
                    <a:pt x="190" y="25"/>
                  </a:cubicBezTo>
                  <a:cubicBezTo>
                    <a:pt x="173" y="25"/>
                    <a:pt x="173" y="8"/>
                    <a:pt x="157" y="8"/>
                  </a:cubicBezTo>
                  <a:cubicBezTo>
                    <a:pt x="146" y="8"/>
                    <a:pt x="135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5" name="Google Shape;13195;p33"/>
            <p:cNvSpPr/>
            <p:nvPr/>
          </p:nvSpPr>
          <p:spPr>
            <a:xfrm>
              <a:off x="5230350" y="2670275"/>
              <a:ext cx="6425" cy="6550"/>
            </a:xfrm>
            <a:custGeom>
              <a:avLst/>
              <a:gdLst/>
              <a:ahLst/>
              <a:cxnLst/>
              <a:rect l="l" t="t" r="r" b="b"/>
              <a:pathLst>
                <a:path w="257" h="262" extrusionOk="0">
                  <a:moveTo>
                    <a:pt x="127" y="1"/>
                  </a:moveTo>
                  <a:cubicBezTo>
                    <a:pt x="87" y="1"/>
                    <a:pt x="46" y="32"/>
                    <a:pt x="33" y="83"/>
                  </a:cubicBezTo>
                  <a:cubicBezTo>
                    <a:pt x="0" y="149"/>
                    <a:pt x="33" y="220"/>
                    <a:pt x="87" y="253"/>
                  </a:cubicBezTo>
                  <a:cubicBezTo>
                    <a:pt x="98" y="253"/>
                    <a:pt x="109" y="262"/>
                    <a:pt x="120" y="262"/>
                  </a:cubicBezTo>
                  <a:cubicBezTo>
                    <a:pt x="125" y="262"/>
                    <a:pt x="131" y="259"/>
                    <a:pt x="136" y="253"/>
                  </a:cubicBezTo>
                  <a:cubicBezTo>
                    <a:pt x="190" y="253"/>
                    <a:pt x="223" y="220"/>
                    <a:pt x="240" y="187"/>
                  </a:cubicBezTo>
                  <a:cubicBezTo>
                    <a:pt x="256" y="133"/>
                    <a:pt x="240" y="83"/>
                    <a:pt x="207" y="46"/>
                  </a:cubicBezTo>
                  <a:cubicBezTo>
                    <a:pt x="207" y="30"/>
                    <a:pt x="190" y="13"/>
                    <a:pt x="169" y="13"/>
                  </a:cubicBezTo>
                  <a:cubicBezTo>
                    <a:pt x="156" y="5"/>
                    <a:pt x="142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6" name="Google Shape;13196;p33"/>
            <p:cNvSpPr/>
            <p:nvPr/>
          </p:nvSpPr>
          <p:spPr>
            <a:xfrm>
              <a:off x="5227775" y="26841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99" y="1"/>
                  </a:moveTo>
                  <a:cubicBezTo>
                    <a:pt x="57" y="1"/>
                    <a:pt x="13" y="23"/>
                    <a:pt x="0" y="77"/>
                  </a:cubicBezTo>
                  <a:lnTo>
                    <a:pt x="0" y="147"/>
                  </a:lnTo>
                  <a:cubicBezTo>
                    <a:pt x="0" y="196"/>
                    <a:pt x="33" y="233"/>
                    <a:pt x="66" y="250"/>
                  </a:cubicBezTo>
                  <a:cubicBezTo>
                    <a:pt x="82" y="257"/>
                    <a:pt x="99" y="261"/>
                    <a:pt x="116" y="261"/>
                  </a:cubicBezTo>
                  <a:cubicBezTo>
                    <a:pt x="139" y="261"/>
                    <a:pt x="160" y="253"/>
                    <a:pt x="169" y="233"/>
                  </a:cubicBezTo>
                  <a:cubicBezTo>
                    <a:pt x="190" y="213"/>
                    <a:pt x="206" y="196"/>
                    <a:pt x="206" y="180"/>
                  </a:cubicBezTo>
                  <a:cubicBezTo>
                    <a:pt x="223" y="110"/>
                    <a:pt x="206" y="44"/>
                    <a:pt x="136" y="7"/>
                  </a:cubicBezTo>
                  <a:cubicBezTo>
                    <a:pt x="125" y="3"/>
                    <a:pt x="112" y="1"/>
                    <a:pt x="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7" name="Google Shape;13197;p33"/>
            <p:cNvSpPr/>
            <p:nvPr/>
          </p:nvSpPr>
          <p:spPr>
            <a:xfrm>
              <a:off x="5183550" y="264682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10" y="0"/>
                  </a:moveTo>
                  <a:cubicBezTo>
                    <a:pt x="91" y="0"/>
                    <a:pt x="73" y="12"/>
                    <a:pt x="50" y="24"/>
                  </a:cubicBezTo>
                  <a:cubicBezTo>
                    <a:pt x="17" y="77"/>
                    <a:pt x="1" y="160"/>
                    <a:pt x="34" y="213"/>
                  </a:cubicBezTo>
                  <a:cubicBezTo>
                    <a:pt x="50" y="230"/>
                    <a:pt x="83" y="246"/>
                    <a:pt x="120" y="263"/>
                  </a:cubicBezTo>
                  <a:cubicBezTo>
                    <a:pt x="137" y="263"/>
                    <a:pt x="170" y="246"/>
                    <a:pt x="186" y="230"/>
                  </a:cubicBezTo>
                  <a:cubicBezTo>
                    <a:pt x="223" y="213"/>
                    <a:pt x="240" y="180"/>
                    <a:pt x="240" y="143"/>
                  </a:cubicBezTo>
                  <a:cubicBezTo>
                    <a:pt x="240" y="110"/>
                    <a:pt x="223" y="77"/>
                    <a:pt x="207" y="40"/>
                  </a:cubicBezTo>
                  <a:cubicBezTo>
                    <a:pt x="207" y="24"/>
                    <a:pt x="186" y="7"/>
                    <a:pt x="170" y="7"/>
                  </a:cubicBezTo>
                  <a:lnTo>
                    <a:pt x="137" y="7"/>
                  </a:lnTo>
                  <a:cubicBezTo>
                    <a:pt x="127" y="2"/>
                    <a:pt x="118" y="0"/>
                    <a:pt x="1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8" name="Google Shape;13198;p33"/>
            <p:cNvSpPr/>
            <p:nvPr/>
          </p:nvSpPr>
          <p:spPr>
            <a:xfrm>
              <a:off x="5145325" y="2685750"/>
              <a:ext cx="6000" cy="6450"/>
            </a:xfrm>
            <a:custGeom>
              <a:avLst/>
              <a:gdLst/>
              <a:ahLst/>
              <a:cxnLst/>
              <a:rect l="l" t="t" r="r" b="b"/>
              <a:pathLst>
                <a:path w="240" h="258" extrusionOk="0">
                  <a:moveTo>
                    <a:pt x="103" y="0"/>
                  </a:moveTo>
                  <a:cubicBezTo>
                    <a:pt x="86" y="0"/>
                    <a:pt x="68" y="5"/>
                    <a:pt x="49" y="13"/>
                  </a:cubicBezTo>
                  <a:cubicBezTo>
                    <a:pt x="33" y="29"/>
                    <a:pt x="17" y="46"/>
                    <a:pt x="17" y="83"/>
                  </a:cubicBezTo>
                  <a:cubicBezTo>
                    <a:pt x="0" y="116"/>
                    <a:pt x="0" y="132"/>
                    <a:pt x="0" y="169"/>
                  </a:cubicBezTo>
                  <a:cubicBezTo>
                    <a:pt x="17" y="202"/>
                    <a:pt x="33" y="235"/>
                    <a:pt x="66" y="252"/>
                  </a:cubicBezTo>
                  <a:cubicBezTo>
                    <a:pt x="80" y="256"/>
                    <a:pt x="92" y="258"/>
                    <a:pt x="105" y="258"/>
                  </a:cubicBezTo>
                  <a:cubicBezTo>
                    <a:pt x="156" y="258"/>
                    <a:pt x="196" y="226"/>
                    <a:pt x="223" y="186"/>
                  </a:cubicBezTo>
                  <a:cubicBezTo>
                    <a:pt x="239" y="116"/>
                    <a:pt x="206" y="29"/>
                    <a:pt x="153" y="13"/>
                  </a:cubicBezTo>
                  <a:cubicBezTo>
                    <a:pt x="136" y="5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9" name="Google Shape;13199;p33"/>
            <p:cNvSpPr/>
            <p:nvPr/>
          </p:nvSpPr>
          <p:spPr>
            <a:xfrm>
              <a:off x="5141400" y="273327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3" y="0"/>
                  </a:moveTo>
                  <a:cubicBezTo>
                    <a:pt x="37" y="21"/>
                    <a:pt x="0" y="70"/>
                    <a:pt x="17" y="157"/>
                  </a:cubicBezTo>
                  <a:cubicBezTo>
                    <a:pt x="17" y="190"/>
                    <a:pt x="37" y="206"/>
                    <a:pt x="54" y="227"/>
                  </a:cubicBezTo>
                  <a:cubicBezTo>
                    <a:pt x="87" y="260"/>
                    <a:pt x="103" y="260"/>
                    <a:pt x="141" y="260"/>
                  </a:cubicBezTo>
                  <a:cubicBezTo>
                    <a:pt x="190" y="243"/>
                    <a:pt x="244" y="173"/>
                    <a:pt x="223" y="103"/>
                  </a:cubicBezTo>
                  <a:cubicBezTo>
                    <a:pt x="223" y="54"/>
                    <a:pt x="190" y="21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0" name="Google Shape;13200;p33"/>
            <p:cNvSpPr/>
            <p:nvPr/>
          </p:nvSpPr>
          <p:spPr>
            <a:xfrm>
              <a:off x="5140150" y="26551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67" y="17"/>
                    <a:pt x="50" y="34"/>
                    <a:pt x="34" y="55"/>
                  </a:cubicBezTo>
                  <a:cubicBezTo>
                    <a:pt x="17" y="88"/>
                    <a:pt x="1" y="121"/>
                    <a:pt x="17" y="158"/>
                  </a:cubicBezTo>
                  <a:cubicBezTo>
                    <a:pt x="17" y="191"/>
                    <a:pt x="34" y="224"/>
                    <a:pt x="50" y="240"/>
                  </a:cubicBezTo>
                  <a:cubicBezTo>
                    <a:pt x="87" y="261"/>
                    <a:pt x="104" y="261"/>
                    <a:pt x="137" y="261"/>
                  </a:cubicBezTo>
                  <a:cubicBezTo>
                    <a:pt x="207" y="261"/>
                    <a:pt x="240" y="191"/>
                    <a:pt x="224" y="121"/>
                  </a:cubicBezTo>
                  <a:cubicBezTo>
                    <a:pt x="224" y="88"/>
                    <a:pt x="207" y="55"/>
                    <a:pt x="191" y="34"/>
                  </a:cubicBezTo>
                  <a:cubicBezTo>
                    <a:pt x="170" y="17"/>
                    <a:pt x="170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1" name="Google Shape;13201;p33"/>
            <p:cNvSpPr/>
            <p:nvPr/>
          </p:nvSpPr>
          <p:spPr>
            <a:xfrm>
              <a:off x="5157775" y="2730825"/>
              <a:ext cx="5600" cy="6550"/>
            </a:xfrm>
            <a:custGeom>
              <a:avLst/>
              <a:gdLst/>
              <a:ahLst/>
              <a:cxnLst/>
              <a:rect l="l" t="t" r="r" b="b"/>
              <a:pathLst>
                <a:path w="224" h="262" extrusionOk="0">
                  <a:moveTo>
                    <a:pt x="129" y="0"/>
                  </a:moveTo>
                  <a:cubicBezTo>
                    <a:pt x="120" y="0"/>
                    <a:pt x="112" y="5"/>
                    <a:pt x="104" y="16"/>
                  </a:cubicBezTo>
                  <a:cubicBezTo>
                    <a:pt x="34" y="16"/>
                    <a:pt x="1" y="82"/>
                    <a:pt x="1" y="152"/>
                  </a:cubicBezTo>
                  <a:cubicBezTo>
                    <a:pt x="1" y="185"/>
                    <a:pt x="17" y="222"/>
                    <a:pt x="50" y="238"/>
                  </a:cubicBezTo>
                  <a:cubicBezTo>
                    <a:pt x="62" y="250"/>
                    <a:pt x="84" y="262"/>
                    <a:pt x="108" y="262"/>
                  </a:cubicBezTo>
                  <a:cubicBezTo>
                    <a:pt x="117" y="262"/>
                    <a:pt x="127" y="260"/>
                    <a:pt x="137" y="255"/>
                  </a:cubicBezTo>
                  <a:cubicBezTo>
                    <a:pt x="153" y="255"/>
                    <a:pt x="186" y="238"/>
                    <a:pt x="207" y="201"/>
                  </a:cubicBezTo>
                  <a:cubicBezTo>
                    <a:pt x="224" y="185"/>
                    <a:pt x="224" y="152"/>
                    <a:pt x="224" y="119"/>
                  </a:cubicBezTo>
                  <a:cubicBezTo>
                    <a:pt x="224" y="82"/>
                    <a:pt x="207" y="49"/>
                    <a:pt x="170" y="32"/>
                  </a:cubicBezTo>
                  <a:cubicBezTo>
                    <a:pt x="170" y="16"/>
                    <a:pt x="153" y="16"/>
                    <a:pt x="153" y="16"/>
                  </a:cubicBezTo>
                  <a:cubicBezTo>
                    <a:pt x="145" y="5"/>
                    <a:pt x="137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2" name="Google Shape;13202;p33"/>
            <p:cNvSpPr/>
            <p:nvPr/>
          </p:nvSpPr>
          <p:spPr>
            <a:xfrm>
              <a:off x="5146950" y="2668100"/>
              <a:ext cx="6125" cy="6850"/>
            </a:xfrm>
            <a:custGeom>
              <a:avLst/>
              <a:gdLst/>
              <a:ahLst/>
              <a:cxnLst/>
              <a:rect l="l" t="t" r="r" b="b"/>
              <a:pathLst>
                <a:path w="245" h="274" extrusionOk="0">
                  <a:moveTo>
                    <a:pt x="132" y="1"/>
                  </a:moveTo>
                  <a:cubicBezTo>
                    <a:pt x="91" y="1"/>
                    <a:pt x="50" y="32"/>
                    <a:pt x="38" y="84"/>
                  </a:cubicBezTo>
                  <a:cubicBezTo>
                    <a:pt x="1" y="154"/>
                    <a:pt x="38" y="236"/>
                    <a:pt x="88" y="257"/>
                  </a:cubicBezTo>
                  <a:cubicBezTo>
                    <a:pt x="104" y="257"/>
                    <a:pt x="125" y="274"/>
                    <a:pt x="141" y="274"/>
                  </a:cubicBezTo>
                  <a:cubicBezTo>
                    <a:pt x="191" y="257"/>
                    <a:pt x="228" y="220"/>
                    <a:pt x="244" y="187"/>
                  </a:cubicBezTo>
                  <a:cubicBezTo>
                    <a:pt x="244" y="133"/>
                    <a:pt x="244" y="84"/>
                    <a:pt x="207" y="51"/>
                  </a:cubicBezTo>
                  <a:cubicBezTo>
                    <a:pt x="207" y="30"/>
                    <a:pt x="191" y="14"/>
                    <a:pt x="174" y="14"/>
                  </a:cubicBezTo>
                  <a:cubicBezTo>
                    <a:pt x="161" y="5"/>
                    <a:pt x="146" y="1"/>
                    <a:pt x="1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3" name="Google Shape;13203;p33"/>
            <p:cNvSpPr/>
            <p:nvPr/>
          </p:nvSpPr>
          <p:spPr>
            <a:xfrm>
              <a:off x="5127275" y="268647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37" y="0"/>
                  </a:moveTo>
                  <a:cubicBezTo>
                    <a:pt x="104" y="0"/>
                    <a:pt x="66" y="17"/>
                    <a:pt x="50" y="37"/>
                  </a:cubicBezTo>
                  <a:cubicBezTo>
                    <a:pt x="1" y="87"/>
                    <a:pt x="1" y="157"/>
                    <a:pt x="33" y="223"/>
                  </a:cubicBezTo>
                  <a:cubicBezTo>
                    <a:pt x="52" y="253"/>
                    <a:pt x="82" y="266"/>
                    <a:pt x="114" y="266"/>
                  </a:cubicBezTo>
                  <a:cubicBezTo>
                    <a:pt x="140" y="266"/>
                    <a:pt x="167" y="258"/>
                    <a:pt x="190" y="244"/>
                  </a:cubicBezTo>
                  <a:cubicBezTo>
                    <a:pt x="240" y="190"/>
                    <a:pt x="240" y="103"/>
                    <a:pt x="207" y="54"/>
                  </a:cubicBezTo>
                  <a:cubicBezTo>
                    <a:pt x="190" y="37"/>
                    <a:pt x="190" y="17"/>
                    <a:pt x="153" y="17"/>
                  </a:cubicBezTo>
                  <a:lnTo>
                    <a:pt x="1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4" name="Google Shape;13204;p33"/>
            <p:cNvSpPr/>
            <p:nvPr/>
          </p:nvSpPr>
          <p:spPr>
            <a:xfrm>
              <a:off x="5134600" y="26727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33" y="17"/>
                    <a:pt x="0" y="88"/>
                    <a:pt x="0" y="154"/>
                  </a:cubicBezTo>
                  <a:cubicBezTo>
                    <a:pt x="17" y="191"/>
                    <a:pt x="33" y="224"/>
                    <a:pt x="50" y="240"/>
                  </a:cubicBezTo>
                  <a:cubicBezTo>
                    <a:pt x="66" y="257"/>
                    <a:pt x="103" y="257"/>
                    <a:pt x="136" y="257"/>
                  </a:cubicBezTo>
                  <a:cubicBezTo>
                    <a:pt x="186" y="240"/>
                    <a:pt x="239" y="191"/>
                    <a:pt x="223" y="104"/>
                  </a:cubicBezTo>
                  <a:cubicBezTo>
                    <a:pt x="223" y="71"/>
                    <a:pt x="206" y="50"/>
                    <a:pt x="186" y="34"/>
                  </a:cubicBezTo>
                  <a:cubicBezTo>
                    <a:pt x="169" y="17"/>
                    <a:pt x="169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5" name="Google Shape;13205;p33"/>
            <p:cNvSpPr/>
            <p:nvPr/>
          </p:nvSpPr>
          <p:spPr>
            <a:xfrm>
              <a:off x="5130275" y="2718825"/>
              <a:ext cx="6400" cy="6325"/>
            </a:xfrm>
            <a:custGeom>
              <a:avLst/>
              <a:gdLst/>
              <a:ahLst/>
              <a:cxnLst/>
              <a:rect l="l" t="t" r="r" b="b"/>
              <a:pathLst>
                <a:path w="256" h="253" extrusionOk="0">
                  <a:moveTo>
                    <a:pt x="128" y="0"/>
                  </a:moveTo>
                  <a:cubicBezTo>
                    <a:pt x="86" y="0"/>
                    <a:pt x="45" y="32"/>
                    <a:pt x="33" y="83"/>
                  </a:cubicBezTo>
                  <a:cubicBezTo>
                    <a:pt x="0" y="149"/>
                    <a:pt x="33" y="219"/>
                    <a:pt x="87" y="252"/>
                  </a:cubicBezTo>
                  <a:lnTo>
                    <a:pt x="136" y="252"/>
                  </a:lnTo>
                  <a:cubicBezTo>
                    <a:pt x="190" y="252"/>
                    <a:pt x="223" y="219"/>
                    <a:pt x="239" y="166"/>
                  </a:cubicBezTo>
                  <a:cubicBezTo>
                    <a:pt x="256" y="133"/>
                    <a:pt x="239" y="83"/>
                    <a:pt x="206" y="46"/>
                  </a:cubicBezTo>
                  <a:cubicBezTo>
                    <a:pt x="206" y="30"/>
                    <a:pt x="190" y="13"/>
                    <a:pt x="173" y="13"/>
                  </a:cubicBezTo>
                  <a:cubicBezTo>
                    <a:pt x="159" y="5"/>
                    <a:pt x="144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6" name="Google Shape;13206;p33"/>
            <p:cNvSpPr/>
            <p:nvPr/>
          </p:nvSpPr>
          <p:spPr>
            <a:xfrm>
              <a:off x="5173250" y="2555975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83" y="1"/>
                  </a:moveTo>
                  <a:cubicBezTo>
                    <a:pt x="66" y="1"/>
                    <a:pt x="33" y="17"/>
                    <a:pt x="17" y="50"/>
                  </a:cubicBezTo>
                  <a:cubicBezTo>
                    <a:pt x="0" y="83"/>
                    <a:pt x="0" y="120"/>
                    <a:pt x="0" y="153"/>
                  </a:cubicBezTo>
                  <a:cubicBezTo>
                    <a:pt x="0" y="186"/>
                    <a:pt x="17" y="207"/>
                    <a:pt x="33" y="240"/>
                  </a:cubicBezTo>
                  <a:cubicBezTo>
                    <a:pt x="66" y="256"/>
                    <a:pt x="103" y="256"/>
                    <a:pt x="120" y="256"/>
                  </a:cubicBezTo>
                  <a:cubicBezTo>
                    <a:pt x="186" y="240"/>
                    <a:pt x="223" y="186"/>
                    <a:pt x="223" y="104"/>
                  </a:cubicBezTo>
                  <a:cubicBezTo>
                    <a:pt x="206" y="67"/>
                    <a:pt x="186" y="50"/>
                    <a:pt x="169" y="17"/>
                  </a:cubicBezTo>
                  <a:cubicBezTo>
                    <a:pt x="169" y="17"/>
                    <a:pt x="15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7" name="Google Shape;13207;p33"/>
            <p:cNvSpPr/>
            <p:nvPr/>
          </p:nvSpPr>
          <p:spPr>
            <a:xfrm>
              <a:off x="5177875" y="2586525"/>
              <a:ext cx="6125" cy="6475"/>
            </a:xfrm>
            <a:custGeom>
              <a:avLst/>
              <a:gdLst/>
              <a:ahLst/>
              <a:cxnLst/>
              <a:rect l="l" t="t" r="r" b="b"/>
              <a:pathLst>
                <a:path w="245" h="259" extrusionOk="0">
                  <a:moveTo>
                    <a:pt x="108" y="0"/>
                  </a:moveTo>
                  <a:cubicBezTo>
                    <a:pt x="93" y="0"/>
                    <a:pt x="79" y="5"/>
                    <a:pt x="71" y="16"/>
                  </a:cubicBezTo>
                  <a:cubicBezTo>
                    <a:pt x="38" y="32"/>
                    <a:pt x="21" y="49"/>
                    <a:pt x="21" y="82"/>
                  </a:cubicBezTo>
                  <a:cubicBezTo>
                    <a:pt x="1" y="119"/>
                    <a:pt x="1" y="135"/>
                    <a:pt x="21" y="168"/>
                  </a:cubicBezTo>
                  <a:cubicBezTo>
                    <a:pt x="21" y="201"/>
                    <a:pt x="54" y="238"/>
                    <a:pt x="71" y="255"/>
                  </a:cubicBezTo>
                  <a:cubicBezTo>
                    <a:pt x="83" y="258"/>
                    <a:pt x="94" y="259"/>
                    <a:pt x="105" y="259"/>
                  </a:cubicBezTo>
                  <a:cubicBezTo>
                    <a:pt x="158" y="259"/>
                    <a:pt x="197" y="226"/>
                    <a:pt x="228" y="168"/>
                  </a:cubicBezTo>
                  <a:cubicBezTo>
                    <a:pt x="244" y="119"/>
                    <a:pt x="207" y="32"/>
                    <a:pt x="158" y="16"/>
                  </a:cubicBezTo>
                  <a:cubicBezTo>
                    <a:pt x="141" y="5"/>
                    <a:pt x="124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8" name="Google Shape;13208;p33"/>
            <p:cNvSpPr/>
            <p:nvPr/>
          </p:nvSpPr>
          <p:spPr>
            <a:xfrm>
              <a:off x="5179625" y="2568900"/>
              <a:ext cx="6525" cy="6375"/>
            </a:xfrm>
            <a:custGeom>
              <a:avLst/>
              <a:gdLst/>
              <a:ahLst/>
              <a:cxnLst/>
              <a:rect l="l" t="t" r="r" b="b"/>
              <a:pathLst>
                <a:path w="261" h="255" extrusionOk="0">
                  <a:moveTo>
                    <a:pt x="129" y="1"/>
                  </a:moveTo>
                  <a:cubicBezTo>
                    <a:pt x="88" y="1"/>
                    <a:pt x="49" y="34"/>
                    <a:pt x="34" y="82"/>
                  </a:cubicBezTo>
                  <a:cubicBezTo>
                    <a:pt x="1" y="152"/>
                    <a:pt x="34" y="222"/>
                    <a:pt x="88" y="255"/>
                  </a:cubicBezTo>
                  <a:lnTo>
                    <a:pt x="137" y="255"/>
                  </a:lnTo>
                  <a:cubicBezTo>
                    <a:pt x="191" y="255"/>
                    <a:pt x="224" y="222"/>
                    <a:pt x="240" y="185"/>
                  </a:cubicBezTo>
                  <a:cubicBezTo>
                    <a:pt x="261" y="135"/>
                    <a:pt x="240" y="82"/>
                    <a:pt x="224" y="49"/>
                  </a:cubicBezTo>
                  <a:cubicBezTo>
                    <a:pt x="207" y="32"/>
                    <a:pt x="191" y="16"/>
                    <a:pt x="174" y="16"/>
                  </a:cubicBezTo>
                  <a:cubicBezTo>
                    <a:pt x="159" y="5"/>
                    <a:pt x="144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9" name="Google Shape;13209;p33"/>
            <p:cNvSpPr/>
            <p:nvPr/>
          </p:nvSpPr>
          <p:spPr>
            <a:xfrm>
              <a:off x="5186550" y="267710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6" y="0"/>
                  </a:moveTo>
                  <a:cubicBezTo>
                    <a:pt x="103" y="0"/>
                    <a:pt x="66" y="0"/>
                    <a:pt x="50" y="33"/>
                  </a:cubicBezTo>
                  <a:cubicBezTo>
                    <a:pt x="0" y="66"/>
                    <a:pt x="0" y="153"/>
                    <a:pt x="33" y="206"/>
                  </a:cubicBezTo>
                  <a:cubicBezTo>
                    <a:pt x="50" y="239"/>
                    <a:pt x="87" y="256"/>
                    <a:pt x="103" y="256"/>
                  </a:cubicBezTo>
                  <a:cubicBezTo>
                    <a:pt x="136" y="256"/>
                    <a:pt x="169" y="256"/>
                    <a:pt x="190" y="223"/>
                  </a:cubicBezTo>
                  <a:cubicBezTo>
                    <a:pt x="239" y="186"/>
                    <a:pt x="239" y="103"/>
                    <a:pt x="206" y="50"/>
                  </a:cubicBezTo>
                  <a:cubicBezTo>
                    <a:pt x="190" y="33"/>
                    <a:pt x="19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0" name="Google Shape;13210;p33"/>
            <p:cNvSpPr/>
            <p:nvPr/>
          </p:nvSpPr>
          <p:spPr>
            <a:xfrm>
              <a:off x="5250025" y="2572275"/>
              <a:ext cx="5700" cy="6925"/>
            </a:xfrm>
            <a:custGeom>
              <a:avLst/>
              <a:gdLst/>
              <a:ahLst/>
              <a:cxnLst/>
              <a:rect l="l" t="t" r="r" b="b"/>
              <a:pathLst>
                <a:path w="228" h="277" extrusionOk="0">
                  <a:moveTo>
                    <a:pt x="141" y="0"/>
                  </a:moveTo>
                  <a:cubicBezTo>
                    <a:pt x="104" y="0"/>
                    <a:pt x="87" y="17"/>
                    <a:pt x="54" y="33"/>
                  </a:cubicBezTo>
                  <a:cubicBezTo>
                    <a:pt x="22" y="87"/>
                    <a:pt x="1" y="153"/>
                    <a:pt x="38" y="223"/>
                  </a:cubicBezTo>
                  <a:cubicBezTo>
                    <a:pt x="54" y="239"/>
                    <a:pt x="87" y="256"/>
                    <a:pt x="125" y="276"/>
                  </a:cubicBezTo>
                  <a:cubicBezTo>
                    <a:pt x="141" y="276"/>
                    <a:pt x="174" y="256"/>
                    <a:pt x="191" y="239"/>
                  </a:cubicBezTo>
                  <a:cubicBezTo>
                    <a:pt x="207" y="223"/>
                    <a:pt x="228" y="206"/>
                    <a:pt x="228" y="190"/>
                  </a:cubicBezTo>
                  <a:cubicBezTo>
                    <a:pt x="207" y="136"/>
                    <a:pt x="174" y="70"/>
                    <a:pt x="158" y="17"/>
                  </a:cubicBezTo>
                  <a:cubicBezTo>
                    <a:pt x="158" y="17"/>
                    <a:pt x="141" y="17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1" name="Google Shape;13211;p33"/>
            <p:cNvSpPr/>
            <p:nvPr/>
          </p:nvSpPr>
          <p:spPr>
            <a:xfrm>
              <a:off x="5174075" y="26341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50" y="1"/>
                    <a:pt x="0" y="71"/>
                    <a:pt x="17" y="137"/>
                  </a:cubicBezTo>
                  <a:cubicBezTo>
                    <a:pt x="17" y="174"/>
                    <a:pt x="33" y="207"/>
                    <a:pt x="50" y="224"/>
                  </a:cubicBezTo>
                  <a:cubicBezTo>
                    <a:pt x="87" y="257"/>
                    <a:pt x="103" y="257"/>
                    <a:pt x="136" y="257"/>
                  </a:cubicBezTo>
                  <a:cubicBezTo>
                    <a:pt x="206" y="240"/>
                    <a:pt x="239" y="174"/>
                    <a:pt x="239" y="104"/>
                  </a:cubicBezTo>
                  <a:cubicBezTo>
                    <a:pt x="223" y="50"/>
                    <a:pt x="206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2" name="Google Shape;13212;p33"/>
            <p:cNvSpPr/>
            <p:nvPr/>
          </p:nvSpPr>
          <p:spPr>
            <a:xfrm>
              <a:off x="5162000" y="266585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41" y="1"/>
                  </a:moveTo>
                  <a:cubicBezTo>
                    <a:pt x="104" y="1"/>
                    <a:pt x="71" y="17"/>
                    <a:pt x="55" y="38"/>
                  </a:cubicBezTo>
                  <a:cubicBezTo>
                    <a:pt x="1" y="71"/>
                    <a:pt x="1" y="157"/>
                    <a:pt x="38" y="207"/>
                  </a:cubicBezTo>
                  <a:cubicBezTo>
                    <a:pt x="55" y="244"/>
                    <a:pt x="71" y="260"/>
                    <a:pt x="104" y="260"/>
                  </a:cubicBezTo>
                  <a:cubicBezTo>
                    <a:pt x="141" y="260"/>
                    <a:pt x="174" y="260"/>
                    <a:pt x="191" y="244"/>
                  </a:cubicBezTo>
                  <a:cubicBezTo>
                    <a:pt x="207" y="207"/>
                    <a:pt x="224" y="190"/>
                    <a:pt x="224" y="157"/>
                  </a:cubicBezTo>
                  <a:cubicBezTo>
                    <a:pt x="224" y="120"/>
                    <a:pt x="224" y="87"/>
                    <a:pt x="207" y="54"/>
                  </a:cubicBezTo>
                  <a:cubicBezTo>
                    <a:pt x="191" y="38"/>
                    <a:pt x="174" y="17"/>
                    <a:pt x="158" y="17"/>
                  </a:cubicBezTo>
                  <a:cubicBezTo>
                    <a:pt x="158" y="1"/>
                    <a:pt x="141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3" name="Google Shape;13213;p33"/>
            <p:cNvSpPr/>
            <p:nvPr/>
          </p:nvSpPr>
          <p:spPr>
            <a:xfrm>
              <a:off x="5159025" y="271552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20" y="0"/>
                  </a:moveTo>
                  <a:cubicBezTo>
                    <a:pt x="114" y="0"/>
                    <a:pt x="109" y="2"/>
                    <a:pt x="103" y="9"/>
                  </a:cubicBezTo>
                  <a:cubicBezTo>
                    <a:pt x="54" y="9"/>
                    <a:pt x="0" y="75"/>
                    <a:pt x="17" y="145"/>
                  </a:cubicBezTo>
                  <a:cubicBezTo>
                    <a:pt x="17" y="215"/>
                    <a:pt x="87" y="265"/>
                    <a:pt x="136" y="265"/>
                  </a:cubicBezTo>
                  <a:cubicBezTo>
                    <a:pt x="174" y="248"/>
                    <a:pt x="190" y="232"/>
                    <a:pt x="207" y="215"/>
                  </a:cubicBezTo>
                  <a:cubicBezTo>
                    <a:pt x="223" y="178"/>
                    <a:pt x="239" y="145"/>
                    <a:pt x="223" y="112"/>
                  </a:cubicBezTo>
                  <a:cubicBezTo>
                    <a:pt x="223" y="75"/>
                    <a:pt x="207" y="42"/>
                    <a:pt x="190" y="26"/>
                  </a:cubicBezTo>
                  <a:cubicBezTo>
                    <a:pt x="174" y="26"/>
                    <a:pt x="174" y="9"/>
                    <a:pt x="157" y="9"/>
                  </a:cubicBezTo>
                  <a:cubicBezTo>
                    <a:pt x="143" y="9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4" name="Google Shape;13214;p33"/>
            <p:cNvSpPr/>
            <p:nvPr/>
          </p:nvSpPr>
          <p:spPr>
            <a:xfrm>
              <a:off x="5165000" y="2695425"/>
              <a:ext cx="6525" cy="6625"/>
            </a:xfrm>
            <a:custGeom>
              <a:avLst/>
              <a:gdLst/>
              <a:ahLst/>
              <a:cxnLst/>
              <a:rect l="l" t="t" r="r" b="b"/>
              <a:pathLst>
                <a:path w="261" h="265" extrusionOk="0">
                  <a:moveTo>
                    <a:pt x="147" y="1"/>
                  </a:moveTo>
                  <a:cubicBezTo>
                    <a:pt x="102" y="1"/>
                    <a:pt x="51" y="34"/>
                    <a:pt x="38" y="92"/>
                  </a:cubicBezTo>
                  <a:cubicBezTo>
                    <a:pt x="0" y="158"/>
                    <a:pt x="38" y="228"/>
                    <a:pt x="87" y="261"/>
                  </a:cubicBezTo>
                  <a:cubicBezTo>
                    <a:pt x="99" y="264"/>
                    <a:pt x="110" y="265"/>
                    <a:pt x="121" y="265"/>
                  </a:cubicBezTo>
                  <a:cubicBezTo>
                    <a:pt x="174" y="265"/>
                    <a:pt x="213" y="232"/>
                    <a:pt x="244" y="174"/>
                  </a:cubicBezTo>
                  <a:cubicBezTo>
                    <a:pt x="260" y="108"/>
                    <a:pt x="227" y="38"/>
                    <a:pt x="174" y="5"/>
                  </a:cubicBezTo>
                  <a:cubicBezTo>
                    <a:pt x="165" y="2"/>
                    <a:pt x="156" y="1"/>
                    <a:pt x="1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15" name="Google Shape;13215;p33"/>
          <p:cNvSpPr/>
          <p:nvPr/>
        </p:nvSpPr>
        <p:spPr>
          <a:xfrm flipH="1">
            <a:off x="8319600" y="951525"/>
            <a:ext cx="343650" cy="281174"/>
          </a:xfrm>
          <a:custGeom>
            <a:avLst/>
            <a:gdLst/>
            <a:ahLst/>
            <a:cxnLst/>
            <a:rect l="l" t="t" r="r" b="b"/>
            <a:pathLst>
              <a:path w="2442" h="1998" extrusionOk="0">
                <a:moveTo>
                  <a:pt x="1079" y="1"/>
                </a:moveTo>
                <a:cubicBezTo>
                  <a:pt x="952" y="1"/>
                  <a:pt x="821" y="27"/>
                  <a:pt x="689" y="85"/>
                </a:cubicBezTo>
                <a:cubicBezTo>
                  <a:pt x="207" y="274"/>
                  <a:pt x="1" y="703"/>
                  <a:pt x="1" y="1202"/>
                </a:cubicBezTo>
                <a:cubicBezTo>
                  <a:pt x="1" y="1425"/>
                  <a:pt x="17" y="1684"/>
                  <a:pt x="207" y="1837"/>
                </a:cubicBezTo>
                <a:cubicBezTo>
                  <a:pt x="354" y="1956"/>
                  <a:pt x="560" y="1997"/>
                  <a:pt x="754" y="1997"/>
                </a:cubicBezTo>
                <a:cubicBezTo>
                  <a:pt x="790" y="1997"/>
                  <a:pt x="824" y="1996"/>
                  <a:pt x="859" y="1994"/>
                </a:cubicBezTo>
                <a:cubicBezTo>
                  <a:pt x="1514" y="1961"/>
                  <a:pt x="2442" y="1528"/>
                  <a:pt x="2095" y="740"/>
                </a:cubicBezTo>
                <a:cubicBezTo>
                  <a:pt x="1910" y="312"/>
                  <a:pt x="1517" y="1"/>
                  <a:pt x="107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16" name="Google Shape;13216;p33"/>
          <p:cNvSpPr/>
          <p:nvPr/>
        </p:nvSpPr>
        <p:spPr>
          <a:xfrm flipH="1">
            <a:off x="8100932" y="207651"/>
            <a:ext cx="420427" cy="461299"/>
          </a:xfrm>
          <a:custGeom>
            <a:avLst/>
            <a:gdLst/>
            <a:ahLst/>
            <a:cxnLst/>
            <a:rect l="l" t="t" r="r" b="b"/>
            <a:pathLst>
              <a:path w="2903" h="2718" extrusionOk="0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17" name="Google Shape;13217;p33"/>
          <p:cNvSpPr/>
          <p:nvPr/>
        </p:nvSpPr>
        <p:spPr>
          <a:xfrm rot="5400000">
            <a:off x="5499501" y="498573"/>
            <a:ext cx="1598323" cy="9542026"/>
          </a:xfrm>
          <a:custGeom>
            <a:avLst/>
            <a:gdLst/>
            <a:ahLst/>
            <a:cxnLst/>
            <a:rect l="l" t="t" r="r" b="b"/>
            <a:pathLst>
              <a:path w="3691" h="7369" extrusionOk="0">
                <a:moveTo>
                  <a:pt x="3690" y="1"/>
                </a:moveTo>
                <a:cubicBezTo>
                  <a:pt x="2763" y="376"/>
                  <a:pt x="1856" y="805"/>
                  <a:pt x="928" y="1184"/>
                </a:cubicBezTo>
                <a:cubicBezTo>
                  <a:pt x="532" y="1341"/>
                  <a:pt x="66" y="1580"/>
                  <a:pt x="33" y="1992"/>
                </a:cubicBezTo>
                <a:cubicBezTo>
                  <a:pt x="0" y="2334"/>
                  <a:pt x="273" y="2627"/>
                  <a:pt x="413" y="2936"/>
                </a:cubicBezTo>
                <a:cubicBezTo>
                  <a:pt x="755" y="3711"/>
                  <a:pt x="326" y="4721"/>
                  <a:pt x="788" y="5443"/>
                </a:cubicBezTo>
                <a:cubicBezTo>
                  <a:pt x="945" y="5686"/>
                  <a:pt x="1184" y="5855"/>
                  <a:pt x="1406" y="6028"/>
                </a:cubicBezTo>
                <a:cubicBezTo>
                  <a:pt x="2128" y="6560"/>
                  <a:pt x="2866" y="7092"/>
                  <a:pt x="3690" y="7368"/>
                </a:cubicBezTo>
                <a:lnTo>
                  <a:pt x="369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26">
    <p:spTree>
      <p:nvGrpSpPr>
        <p:cNvPr id="1" name="Shape 20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67" name="Google Shape;20367;p54"/>
          <p:cNvSpPr/>
          <p:nvPr/>
        </p:nvSpPr>
        <p:spPr>
          <a:xfrm rot="5400000">
            <a:off x="-2161345" y="2008941"/>
            <a:ext cx="5369585" cy="1199303"/>
          </a:xfrm>
          <a:custGeom>
            <a:avLst/>
            <a:gdLst/>
            <a:ahLst/>
            <a:cxnLst/>
            <a:rect l="l" t="t" r="r" b="b"/>
            <a:pathLst>
              <a:path w="17647" h="6391" extrusionOk="0">
                <a:moveTo>
                  <a:pt x="1" y="0"/>
                </a:moveTo>
                <a:lnTo>
                  <a:pt x="1" y="6391"/>
                </a:lnTo>
                <a:lnTo>
                  <a:pt x="17647" y="6391"/>
                </a:lnTo>
                <a:lnTo>
                  <a:pt x="17647" y="1736"/>
                </a:lnTo>
                <a:cubicBezTo>
                  <a:pt x="17647" y="1630"/>
                  <a:pt x="17502" y="1590"/>
                  <a:pt x="17283" y="1590"/>
                </a:cubicBezTo>
                <a:cubicBezTo>
                  <a:pt x="16649" y="1590"/>
                  <a:pt x="15392" y="1927"/>
                  <a:pt x="15239" y="1979"/>
                </a:cubicBezTo>
                <a:cubicBezTo>
                  <a:pt x="14192" y="2408"/>
                  <a:pt x="13367" y="3093"/>
                  <a:pt x="12473" y="3678"/>
                </a:cubicBezTo>
                <a:cubicBezTo>
                  <a:pt x="11402" y="4369"/>
                  <a:pt x="10189" y="4829"/>
                  <a:pt x="8848" y="4829"/>
                </a:cubicBezTo>
                <a:cubicBezTo>
                  <a:pt x="8557" y="4829"/>
                  <a:pt x="8261" y="4808"/>
                  <a:pt x="7958" y="4762"/>
                </a:cubicBezTo>
                <a:cubicBezTo>
                  <a:pt x="6515" y="4556"/>
                  <a:pt x="5414" y="3798"/>
                  <a:pt x="4433" y="2973"/>
                </a:cubicBezTo>
                <a:cubicBezTo>
                  <a:pt x="3266" y="2012"/>
                  <a:pt x="2203" y="965"/>
                  <a:pt x="743" y="277"/>
                </a:cubicBezTo>
                <a:cubicBezTo>
                  <a:pt x="673" y="244"/>
                  <a:pt x="22" y="54"/>
                  <a:pt x="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68" name="Google Shape;20368;p54"/>
          <p:cNvSpPr/>
          <p:nvPr/>
        </p:nvSpPr>
        <p:spPr>
          <a:xfrm rot="-7617907" flipH="1">
            <a:off x="7250634" y="3261999"/>
            <a:ext cx="2637619" cy="2894050"/>
          </a:xfrm>
          <a:custGeom>
            <a:avLst/>
            <a:gdLst/>
            <a:ahLst/>
            <a:cxnLst/>
            <a:rect l="l" t="t" r="r" b="b"/>
            <a:pathLst>
              <a:path w="2903" h="2718" extrusionOk="0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69" name="Google Shape;20369;p54"/>
          <p:cNvGrpSpPr/>
          <p:nvPr/>
        </p:nvGrpSpPr>
        <p:grpSpPr>
          <a:xfrm rot="10800000">
            <a:off x="7366061" y="11"/>
            <a:ext cx="1777950" cy="1118873"/>
            <a:chOff x="4560800" y="2780575"/>
            <a:chExt cx="421775" cy="265425"/>
          </a:xfrm>
        </p:grpSpPr>
        <p:sp>
          <p:nvSpPr>
            <p:cNvPr id="20370" name="Google Shape;20370;p54"/>
            <p:cNvSpPr/>
            <p:nvPr/>
          </p:nvSpPr>
          <p:spPr>
            <a:xfrm>
              <a:off x="4696950" y="2817575"/>
              <a:ext cx="6000" cy="6825"/>
            </a:xfrm>
            <a:custGeom>
              <a:avLst/>
              <a:gdLst/>
              <a:ahLst/>
              <a:cxnLst/>
              <a:rect l="l" t="t" r="r" b="b"/>
              <a:pathLst>
                <a:path w="240" h="273" extrusionOk="0">
                  <a:moveTo>
                    <a:pt x="127" y="0"/>
                  </a:moveTo>
                  <a:cubicBezTo>
                    <a:pt x="87" y="0"/>
                    <a:pt x="45" y="32"/>
                    <a:pt x="33" y="83"/>
                  </a:cubicBezTo>
                  <a:cubicBezTo>
                    <a:pt x="0" y="153"/>
                    <a:pt x="33" y="236"/>
                    <a:pt x="87" y="256"/>
                  </a:cubicBezTo>
                  <a:cubicBezTo>
                    <a:pt x="103" y="256"/>
                    <a:pt x="120" y="273"/>
                    <a:pt x="136" y="273"/>
                  </a:cubicBezTo>
                  <a:cubicBezTo>
                    <a:pt x="169" y="256"/>
                    <a:pt x="223" y="236"/>
                    <a:pt x="240" y="186"/>
                  </a:cubicBezTo>
                  <a:cubicBezTo>
                    <a:pt x="240" y="133"/>
                    <a:pt x="240" y="83"/>
                    <a:pt x="207" y="50"/>
                  </a:cubicBezTo>
                  <a:cubicBezTo>
                    <a:pt x="207" y="30"/>
                    <a:pt x="190" y="13"/>
                    <a:pt x="169" y="13"/>
                  </a:cubicBezTo>
                  <a:cubicBezTo>
                    <a:pt x="156" y="4"/>
                    <a:pt x="142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1" name="Google Shape;20371;p54"/>
            <p:cNvSpPr/>
            <p:nvPr/>
          </p:nvSpPr>
          <p:spPr>
            <a:xfrm>
              <a:off x="4693950" y="28315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3" y="1"/>
                  </a:moveTo>
                  <a:cubicBezTo>
                    <a:pt x="79" y="1"/>
                    <a:pt x="31" y="33"/>
                    <a:pt x="17" y="72"/>
                  </a:cubicBezTo>
                  <a:cubicBezTo>
                    <a:pt x="17" y="110"/>
                    <a:pt x="1" y="126"/>
                    <a:pt x="17" y="143"/>
                  </a:cubicBezTo>
                  <a:cubicBezTo>
                    <a:pt x="17" y="192"/>
                    <a:pt x="34" y="229"/>
                    <a:pt x="83" y="246"/>
                  </a:cubicBezTo>
                  <a:cubicBezTo>
                    <a:pt x="99" y="252"/>
                    <a:pt x="113" y="256"/>
                    <a:pt x="128" y="256"/>
                  </a:cubicBezTo>
                  <a:cubicBezTo>
                    <a:pt x="148" y="256"/>
                    <a:pt x="167" y="248"/>
                    <a:pt x="186" y="229"/>
                  </a:cubicBezTo>
                  <a:cubicBezTo>
                    <a:pt x="207" y="213"/>
                    <a:pt x="223" y="192"/>
                    <a:pt x="223" y="176"/>
                  </a:cubicBezTo>
                  <a:cubicBezTo>
                    <a:pt x="240" y="110"/>
                    <a:pt x="223" y="39"/>
                    <a:pt x="153" y="6"/>
                  </a:cubicBezTo>
                  <a:cubicBezTo>
                    <a:pt x="144" y="2"/>
                    <a:pt x="133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2" name="Google Shape;20372;p54"/>
            <p:cNvSpPr/>
            <p:nvPr/>
          </p:nvSpPr>
          <p:spPr>
            <a:xfrm>
              <a:off x="4704675" y="2876225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43" y="1"/>
                  </a:moveTo>
                  <a:cubicBezTo>
                    <a:pt x="98" y="1"/>
                    <a:pt x="47" y="33"/>
                    <a:pt x="34" y="91"/>
                  </a:cubicBezTo>
                  <a:cubicBezTo>
                    <a:pt x="1" y="141"/>
                    <a:pt x="34" y="227"/>
                    <a:pt x="87" y="244"/>
                  </a:cubicBezTo>
                  <a:cubicBezTo>
                    <a:pt x="105" y="254"/>
                    <a:pt x="122" y="259"/>
                    <a:pt x="138" y="259"/>
                  </a:cubicBezTo>
                  <a:cubicBezTo>
                    <a:pt x="181" y="259"/>
                    <a:pt x="216" y="226"/>
                    <a:pt x="240" y="178"/>
                  </a:cubicBezTo>
                  <a:cubicBezTo>
                    <a:pt x="256" y="108"/>
                    <a:pt x="223" y="38"/>
                    <a:pt x="170" y="5"/>
                  </a:cubicBezTo>
                  <a:cubicBezTo>
                    <a:pt x="161" y="2"/>
                    <a:pt x="152" y="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3" name="Google Shape;20373;p54"/>
            <p:cNvSpPr/>
            <p:nvPr/>
          </p:nvSpPr>
          <p:spPr>
            <a:xfrm>
              <a:off x="4701700" y="28466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20" y="0"/>
                  </a:moveTo>
                  <a:cubicBezTo>
                    <a:pt x="103" y="0"/>
                    <a:pt x="66" y="0"/>
                    <a:pt x="50" y="37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0" y="244"/>
                    <a:pt x="66" y="260"/>
                    <a:pt x="103" y="260"/>
                  </a:cubicBezTo>
                  <a:cubicBezTo>
                    <a:pt x="136" y="260"/>
                    <a:pt x="153" y="260"/>
                    <a:pt x="186" y="227"/>
                  </a:cubicBezTo>
                  <a:cubicBezTo>
                    <a:pt x="206" y="206"/>
                    <a:pt x="223" y="173"/>
                    <a:pt x="223" y="140"/>
                  </a:cubicBezTo>
                  <a:cubicBezTo>
                    <a:pt x="223" y="103"/>
                    <a:pt x="223" y="70"/>
                    <a:pt x="206" y="54"/>
                  </a:cubicBezTo>
                  <a:cubicBezTo>
                    <a:pt x="186" y="37"/>
                    <a:pt x="169" y="21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4" name="Google Shape;20374;p54"/>
            <p:cNvSpPr/>
            <p:nvPr/>
          </p:nvSpPr>
          <p:spPr>
            <a:xfrm>
              <a:off x="4713650" y="2814475"/>
              <a:ext cx="5575" cy="6650"/>
            </a:xfrm>
            <a:custGeom>
              <a:avLst/>
              <a:gdLst/>
              <a:ahLst/>
              <a:cxnLst/>
              <a:rect l="l" t="t" r="r" b="b"/>
              <a:pathLst>
                <a:path w="223" h="266" extrusionOk="0">
                  <a:moveTo>
                    <a:pt x="103" y="1"/>
                  </a:moveTo>
                  <a:cubicBezTo>
                    <a:pt x="54" y="17"/>
                    <a:pt x="0" y="88"/>
                    <a:pt x="17" y="154"/>
                  </a:cubicBezTo>
                  <a:cubicBezTo>
                    <a:pt x="17" y="191"/>
                    <a:pt x="37" y="224"/>
                    <a:pt x="54" y="240"/>
                  </a:cubicBezTo>
                  <a:cubicBezTo>
                    <a:pt x="77" y="252"/>
                    <a:pt x="92" y="265"/>
                    <a:pt x="112" y="265"/>
                  </a:cubicBezTo>
                  <a:cubicBezTo>
                    <a:pt x="120" y="265"/>
                    <a:pt x="129" y="263"/>
                    <a:pt x="140" y="257"/>
                  </a:cubicBezTo>
                  <a:cubicBezTo>
                    <a:pt x="190" y="257"/>
                    <a:pt x="223" y="224"/>
                    <a:pt x="223" y="174"/>
                  </a:cubicBezTo>
                  <a:cubicBezTo>
                    <a:pt x="206" y="121"/>
                    <a:pt x="173" y="71"/>
                    <a:pt x="157" y="17"/>
                  </a:cubicBezTo>
                  <a:cubicBezTo>
                    <a:pt x="140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5" name="Google Shape;20375;p54"/>
            <p:cNvSpPr/>
            <p:nvPr/>
          </p:nvSpPr>
          <p:spPr>
            <a:xfrm>
              <a:off x="4702925" y="28001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1" y="0"/>
                  </a:moveTo>
                  <a:cubicBezTo>
                    <a:pt x="83" y="0"/>
                    <a:pt x="31" y="35"/>
                    <a:pt x="17" y="91"/>
                  </a:cubicBezTo>
                  <a:cubicBezTo>
                    <a:pt x="1" y="144"/>
                    <a:pt x="17" y="231"/>
                    <a:pt x="87" y="247"/>
                  </a:cubicBezTo>
                  <a:cubicBezTo>
                    <a:pt x="87" y="264"/>
                    <a:pt x="120" y="264"/>
                    <a:pt x="120" y="264"/>
                  </a:cubicBezTo>
                  <a:cubicBezTo>
                    <a:pt x="174" y="247"/>
                    <a:pt x="207" y="231"/>
                    <a:pt x="223" y="177"/>
                  </a:cubicBezTo>
                  <a:cubicBezTo>
                    <a:pt x="240" y="128"/>
                    <a:pt x="223" y="74"/>
                    <a:pt x="207" y="41"/>
                  </a:cubicBezTo>
                  <a:cubicBezTo>
                    <a:pt x="190" y="25"/>
                    <a:pt x="174" y="25"/>
                    <a:pt x="157" y="4"/>
                  </a:cubicBezTo>
                  <a:cubicBezTo>
                    <a:pt x="149" y="1"/>
                    <a:pt x="140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6" name="Google Shape;20376;p54"/>
            <p:cNvSpPr/>
            <p:nvPr/>
          </p:nvSpPr>
          <p:spPr>
            <a:xfrm>
              <a:off x="4712400" y="2890975"/>
              <a:ext cx="3025" cy="5575"/>
            </a:xfrm>
            <a:custGeom>
              <a:avLst/>
              <a:gdLst/>
              <a:ahLst/>
              <a:cxnLst/>
              <a:rect l="l" t="t" r="r" b="b"/>
              <a:pathLst>
                <a:path w="121" h="223" extrusionOk="0">
                  <a:moveTo>
                    <a:pt x="104" y="0"/>
                  </a:moveTo>
                  <a:cubicBezTo>
                    <a:pt x="50" y="17"/>
                    <a:pt x="1" y="83"/>
                    <a:pt x="17" y="153"/>
                  </a:cubicBezTo>
                  <a:cubicBezTo>
                    <a:pt x="17" y="186"/>
                    <a:pt x="34" y="206"/>
                    <a:pt x="34" y="223"/>
                  </a:cubicBezTo>
                  <a:cubicBezTo>
                    <a:pt x="67" y="153"/>
                    <a:pt x="104" y="83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7" name="Google Shape;20377;p54"/>
            <p:cNvSpPr/>
            <p:nvPr/>
          </p:nvSpPr>
          <p:spPr>
            <a:xfrm>
              <a:off x="4686650" y="28489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6" y="1"/>
                  </a:moveTo>
                  <a:cubicBezTo>
                    <a:pt x="85" y="1"/>
                    <a:pt x="41" y="32"/>
                    <a:pt x="17" y="83"/>
                  </a:cubicBezTo>
                  <a:cubicBezTo>
                    <a:pt x="0" y="154"/>
                    <a:pt x="33" y="220"/>
                    <a:pt x="87" y="257"/>
                  </a:cubicBezTo>
                  <a:lnTo>
                    <a:pt x="136" y="257"/>
                  </a:lnTo>
                  <a:cubicBezTo>
                    <a:pt x="169" y="257"/>
                    <a:pt x="223" y="220"/>
                    <a:pt x="223" y="170"/>
                  </a:cubicBezTo>
                  <a:cubicBezTo>
                    <a:pt x="239" y="137"/>
                    <a:pt x="239" y="83"/>
                    <a:pt x="206" y="50"/>
                  </a:cubicBezTo>
                  <a:cubicBezTo>
                    <a:pt x="206" y="34"/>
                    <a:pt x="190" y="13"/>
                    <a:pt x="169" y="13"/>
                  </a:cubicBezTo>
                  <a:cubicBezTo>
                    <a:pt x="156" y="5"/>
                    <a:pt x="141" y="1"/>
                    <a:pt x="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8" name="Google Shape;20378;p54"/>
            <p:cNvSpPr/>
            <p:nvPr/>
          </p:nvSpPr>
          <p:spPr>
            <a:xfrm>
              <a:off x="4690875" y="2804175"/>
              <a:ext cx="5675" cy="6425"/>
            </a:xfrm>
            <a:custGeom>
              <a:avLst/>
              <a:gdLst/>
              <a:ahLst/>
              <a:cxnLst/>
              <a:rect l="l" t="t" r="r" b="b"/>
              <a:pathLst>
                <a:path w="227" h="257" extrusionOk="0">
                  <a:moveTo>
                    <a:pt x="103" y="1"/>
                  </a:moveTo>
                  <a:cubicBezTo>
                    <a:pt x="37" y="1"/>
                    <a:pt x="0" y="71"/>
                    <a:pt x="0" y="137"/>
                  </a:cubicBezTo>
                  <a:cubicBezTo>
                    <a:pt x="21" y="174"/>
                    <a:pt x="37" y="207"/>
                    <a:pt x="54" y="223"/>
                  </a:cubicBezTo>
                  <a:cubicBezTo>
                    <a:pt x="70" y="256"/>
                    <a:pt x="103" y="256"/>
                    <a:pt x="140" y="256"/>
                  </a:cubicBezTo>
                  <a:cubicBezTo>
                    <a:pt x="157" y="240"/>
                    <a:pt x="190" y="223"/>
                    <a:pt x="206" y="207"/>
                  </a:cubicBezTo>
                  <a:cubicBezTo>
                    <a:pt x="227" y="174"/>
                    <a:pt x="227" y="137"/>
                    <a:pt x="227" y="104"/>
                  </a:cubicBezTo>
                  <a:cubicBezTo>
                    <a:pt x="227" y="71"/>
                    <a:pt x="206" y="34"/>
                    <a:pt x="190" y="17"/>
                  </a:cubicBezTo>
                  <a:cubicBezTo>
                    <a:pt x="173" y="17"/>
                    <a:pt x="173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9" name="Google Shape;20379;p54"/>
            <p:cNvSpPr/>
            <p:nvPr/>
          </p:nvSpPr>
          <p:spPr>
            <a:xfrm>
              <a:off x="4669850" y="2899425"/>
              <a:ext cx="6500" cy="6500"/>
            </a:xfrm>
            <a:custGeom>
              <a:avLst/>
              <a:gdLst/>
              <a:ahLst/>
              <a:cxnLst/>
              <a:rect l="l" t="t" r="r" b="b"/>
              <a:pathLst>
                <a:path w="260" h="260" extrusionOk="0">
                  <a:moveTo>
                    <a:pt x="145" y="0"/>
                  </a:moveTo>
                  <a:cubicBezTo>
                    <a:pt x="99" y="0"/>
                    <a:pt x="51" y="33"/>
                    <a:pt x="37" y="91"/>
                  </a:cubicBezTo>
                  <a:cubicBezTo>
                    <a:pt x="0" y="157"/>
                    <a:pt x="37" y="227"/>
                    <a:pt x="87" y="243"/>
                  </a:cubicBezTo>
                  <a:cubicBezTo>
                    <a:pt x="103" y="260"/>
                    <a:pt x="120" y="260"/>
                    <a:pt x="140" y="260"/>
                  </a:cubicBezTo>
                  <a:cubicBezTo>
                    <a:pt x="190" y="260"/>
                    <a:pt x="223" y="227"/>
                    <a:pt x="243" y="178"/>
                  </a:cubicBezTo>
                  <a:cubicBezTo>
                    <a:pt x="260" y="124"/>
                    <a:pt x="243" y="74"/>
                    <a:pt x="206" y="37"/>
                  </a:cubicBezTo>
                  <a:lnTo>
                    <a:pt x="173" y="4"/>
                  </a:lnTo>
                  <a:cubicBezTo>
                    <a:pt x="164" y="2"/>
                    <a:pt x="155" y="0"/>
                    <a:pt x="1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0" name="Google Shape;20380;p54"/>
            <p:cNvSpPr/>
            <p:nvPr/>
          </p:nvSpPr>
          <p:spPr>
            <a:xfrm>
              <a:off x="4681075" y="291392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20" y="1"/>
                  </a:moveTo>
                  <a:cubicBezTo>
                    <a:pt x="115" y="1"/>
                    <a:pt x="109" y="3"/>
                    <a:pt x="104" y="10"/>
                  </a:cubicBezTo>
                  <a:cubicBezTo>
                    <a:pt x="33" y="10"/>
                    <a:pt x="0" y="76"/>
                    <a:pt x="17" y="146"/>
                  </a:cubicBezTo>
                  <a:cubicBezTo>
                    <a:pt x="17" y="179"/>
                    <a:pt x="33" y="216"/>
                    <a:pt x="50" y="232"/>
                  </a:cubicBezTo>
                  <a:cubicBezTo>
                    <a:pt x="66" y="249"/>
                    <a:pt x="104" y="265"/>
                    <a:pt x="137" y="265"/>
                  </a:cubicBezTo>
                  <a:cubicBezTo>
                    <a:pt x="186" y="249"/>
                    <a:pt x="240" y="179"/>
                    <a:pt x="223" y="113"/>
                  </a:cubicBezTo>
                  <a:cubicBezTo>
                    <a:pt x="223" y="59"/>
                    <a:pt x="186" y="26"/>
                    <a:pt x="153" y="10"/>
                  </a:cubicBezTo>
                  <a:cubicBezTo>
                    <a:pt x="142" y="10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1" name="Google Shape;20381;p54"/>
            <p:cNvSpPr/>
            <p:nvPr/>
          </p:nvSpPr>
          <p:spPr>
            <a:xfrm>
              <a:off x="4681475" y="2942925"/>
              <a:ext cx="5600" cy="6575"/>
            </a:xfrm>
            <a:custGeom>
              <a:avLst/>
              <a:gdLst/>
              <a:ahLst/>
              <a:cxnLst/>
              <a:rect l="l" t="t" r="r" b="b"/>
              <a:pathLst>
                <a:path w="224" h="263" extrusionOk="0">
                  <a:moveTo>
                    <a:pt x="104" y="0"/>
                  </a:moveTo>
                  <a:cubicBezTo>
                    <a:pt x="67" y="17"/>
                    <a:pt x="50" y="17"/>
                    <a:pt x="34" y="33"/>
                  </a:cubicBezTo>
                  <a:cubicBezTo>
                    <a:pt x="17" y="66"/>
                    <a:pt x="1" y="120"/>
                    <a:pt x="1" y="153"/>
                  </a:cubicBezTo>
                  <a:cubicBezTo>
                    <a:pt x="17" y="190"/>
                    <a:pt x="34" y="223"/>
                    <a:pt x="50" y="239"/>
                  </a:cubicBezTo>
                  <a:cubicBezTo>
                    <a:pt x="62" y="251"/>
                    <a:pt x="84" y="263"/>
                    <a:pt x="108" y="263"/>
                  </a:cubicBezTo>
                  <a:cubicBezTo>
                    <a:pt x="117" y="263"/>
                    <a:pt x="127" y="261"/>
                    <a:pt x="137" y="256"/>
                  </a:cubicBezTo>
                  <a:cubicBezTo>
                    <a:pt x="191" y="256"/>
                    <a:pt x="224" y="190"/>
                    <a:pt x="224" y="120"/>
                  </a:cubicBezTo>
                  <a:cubicBezTo>
                    <a:pt x="224" y="66"/>
                    <a:pt x="191" y="33"/>
                    <a:pt x="154" y="17"/>
                  </a:cubicBezTo>
                  <a:cubicBezTo>
                    <a:pt x="137" y="0"/>
                    <a:pt x="121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2" name="Google Shape;20382;p54"/>
            <p:cNvSpPr/>
            <p:nvPr/>
          </p:nvSpPr>
          <p:spPr>
            <a:xfrm>
              <a:off x="4666850" y="286725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37" y="1"/>
                  </a:moveTo>
                  <a:cubicBezTo>
                    <a:pt x="104" y="1"/>
                    <a:pt x="71" y="1"/>
                    <a:pt x="54" y="38"/>
                  </a:cubicBezTo>
                  <a:cubicBezTo>
                    <a:pt x="1" y="71"/>
                    <a:pt x="1" y="158"/>
                    <a:pt x="33" y="207"/>
                  </a:cubicBezTo>
                  <a:cubicBezTo>
                    <a:pt x="54" y="245"/>
                    <a:pt x="82" y="263"/>
                    <a:pt x="113" y="263"/>
                  </a:cubicBezTo>
                  <a:cubicBezTo>
                    <a:pt x="139" y="263"/>
                    <a:pt x="166" y="250"/>
                    <a:pt x="190" y="228"/>
                  </a:cubicBezTo>
                  <a:cubicBezTo>
                    <a:pt x="240" y="191"/>
                    <a:pt x="240" y="104"/>
                    <a:pt x="207" y="54"/>
                  </a:cubicBezTo>
                  <a:cubicBezTo>
                    <a:pt x="190" y="38"/>
                    <a:pt x="174" y="21"/>
                    <a:pt x="157" y="21"/>
                  </a:cubicBezTo>
                  <a:cubicBezTo>
                    <a:pt x="157" y="1"/>
                    <a:pt x="137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3" name="Google Shape;20383;p54"/>
            <p:cNvSpPr/>
            <p:nvPr/>
          </p:nvSpPr>
          <p:spPr>
            <a:xfrm>
              <a:off x="4664275" y="291700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27" y="0"/>
                  </a:moveTo>
                  <a:cubicBezTo>
                    <a:pt x="81" y="0"/>
                    <a:pt x="45" y="22"/>
                    <a:pt x="17" y="72"/>
                  </a:cubicBezTo>
                  <a:cubicBezTo>
                    <a:pt x="0" y="142"/>
                    <a:pt x="33" y="229"/>
                    <a:pt x="87" y="245"/>
                  </a:cubicBezTo>
                  <a:cubicBezTo>
                    <a:pt x="104" y="262"/>
                    <a:pt x="120" y="262"/>
                    <a:pt x="136" y="262"/>
                  </a:cubicBezTo>
                  <a:cubicBezTo>
                    <a:pt x="174" y="245"/>
                    <a:pt x="207" y="229"/>
                    <a:pt x="223" y="175"/>
                  </a:cubicBezTo>
                  <a:cubicBezTo>
                    <a:pt x="240" y="126"/>
                    <a:pt x="240" y="72"/>
                    <a:pt x="207" y="39"/>
                  </a:cubicBezTo>
                  <a:cubicBezTo>
                    <a:pt x="190" y="23"/>
                    <a:pt x="190" y="6"/>
                    <a:pt x="174" y="6"/>
                  </a:cubicBezTo>
                  <a:cubicBezTo>
                    <a:pt x="157" y="2"/>
                    <a:pt x="142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4" name="Google Shape;20384;p54"/>
            <p:cNvSpPr/>
            <p:nvPr/>
          </p:nvSpPr>
          <p:spPr>
            <a:xfrm>
              <a:off x="4675925" y="2929625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83" y="0"/>
                  </a:moveTo>
                  <a:cubicBezTo>
                    <a:pt x="66" y="0"/>
                    <a:pt x="33" y="17"/>
                    <a:pt x="17" y="50"/>
                  </a:cubicBezTo>
                  <a:cubicBezTo>
                    <a:pt x="0" y="66"/>
                    <a:pt x="0" y="103"/>
                    <a:pt x="0" y="136"/>
                  </a:cubicBezTo>
                  <a:cubicBezTo>
                    <a:pt x="0" y="169"/>
                    <a:pt x="17" y="206"/>
                    <a:pt x="50" y="223"/>
                  </a:cubicBezTo>
                  <a:cubicBezTo>
                    <a:pt x="66" y="256"/>
                    <a:pt x="103" y="256"/>
                    <a:pt x="120" y="256"/>
                  </a:cubicBezTo>
                  <a:cubicBezTo>
                    <a:pt x="186" y="239"/>
                    <a:pt x="223" y="169"/>
                    <a:pt x="223" y="103"/>
                  </a:cubicBezTo>
                  <a:cubicBezTo>
                    <a:pt x="206" y="66"/>
                    <a:pt x="206" y="33"/>
                    <a:pt x="169" y="17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5" name="Google Shape;20385;p54"/>
            <p:cNvSpPr/>
            <p:nvPr/>
          </p:nvSpPr>
          <p:spPr>
            <a:xfrm>
              <a:off x="4662525" y="2884475"/>
              <a:ext cx="5700" cy="6525"/>
            </a:xfrm>
            <a:custGeom>
              <a:avLst/>
              <a:gdLst/>
              <a:ahLst/>
              <a:cxnLst/>
              <a:rect l="l" t="t" r="r" b="b"/>
              <a:pathLst>
                <a:path w="228" h="261" extrusionOk="0">
                  <a:moveTo>
                    <a:pt x="103" y="0"/>
                  </a:moveTo>
                  <a:cubicBezTo>
                    <a:pt x="70" y="0"/>
                    <a:pt x="37" y="17"/>
                    <a:pt x="21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0" y="190"/>
                    <a:pt x="21" y="207"/>
                    <a:pt x="54" y="240"/>
                  </a:cubicBezTo>
                  <a:cubicBezTo>
                    <a:pt x="70" y="260"/>
                    <a:pt x="103" y="260"/>
                    <a:pt x="141" y="260"/>
                  </a:cubicBezTo>
                  <a:cubicBezTo>
                    <a:pt x="190" y="240"/>
                    <a:pt x="227" y="174"/>
                    <a:pt x="227" y="103"/>
                  </a:cubicBezTo>
                  <a:cubicBezTo>
                    <a:pt x="227" y="70"/>
                    <a:pt x="206" y="54"/>
                    <a:pt x="174" y="17"/>
                  </a:cubicBezTo>
                  <a:cubicBezTo>
                    <a:pt x="174" y="17"/>
                    <a:pt x="157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6" name="Google Shape;20386;p54"/>
            <p:cNvSpPr/>
            <p:nvPr/>
          </p:nvSpPr>
          <p:spPr>
            <a:xfrm>
              <a:off x="4684475" y="289895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2" y="0"/>
                  </a:moveTo>
                  <a:cubicBezTo>
                    <a:pt x="84" y="0"/>
                    <a:pt x="60" y="12"/>
                    <a:pt x="34" y="23"/>
                  </a:cubicBezTo>
                  <a:cubicBezTo>
                    <a:pt x="17" y="40"/>
                    <a:pt x="1" y="73"/>
                    <a:pt x="1" y="110"/>
                  </a:cubicBezTo>
                  <a:cubicBezTo>
                    <a:pt x="1" y="143"/>
                    <a:pt x="1" y="176"/>
                    <a:pt x="17" y="213"/>
                  </a:cubicBezTo>
                  <a:cubicBezTo>
                    <a:pt x="50" y="229"/>
                    <a:pt x="71" y="246"/>
                    <a:pt x="104" y="262"/>
                  </a:cubicBezTo>
                  <a:cubicBezTo>
                    <a:pt x="137" y="262"/>
                    <a:pt x="153" y="246"/>
                    <a:pt x="190" y="229"/>
                  </a:cubicBezTo>
                  <a:cubicBezTo>
                    <a:pt x="223" y="176"/>
                    <a:pt x="240" y="110"/>
                    <a:pt x="207" y="40"/>
                  </a:cubicBezTo>
                  <a:cubicBezTo>
                    <a:pt x="190" y="23"/>
                    <a:pt x="174" y="7"/>
                    <a:pt x="153" y="7"/>
                  </a:cubicBezTo>
                  <a:lnTo>
                    <a:pt x="120" y="7"/>
                  </a:lnTo>
                  <a:cubicBezTo>
                    <a:pt x="115" y="2"/>
                    <a:pt x="109" y="0"/>
                    <a:pt x="1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7" name="Google Shape;20387;p54"/>
            <p:cNvSpPr/>
            <p:nvPr/>
          </p:nvSpPr>
          <p:spPr>
            <a:xfrm>
              <a:off x="4881550" y="298455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4" y="1"/>
                  </a:moveTo>
                  <a:cubicBezTo>
                    <a:pt x="71" y="1"/>
                    <a:pt x="54" y="17"/>
                    <a:pt x="38" y="50"/>
                  </a:cubicBezTo>
                  <a:cubicBezTo>
                    <a:pt x="21" y="87"/>
                    <a:pt x="1" y="120"/>
                    <a:pt x="21" y="153"/>
                  </a:cubicBezTo>
                  <a:cubicBezTo>
                    <a:pt x="21" y="190"/>
                    <a:pt x="38" y="207"/>
                    <a:pt x="54" y="223"/>
                  </a:cubicBezTo>
                  <a:cubicBezTo>
                    <a:pt x="87" y="256"/>
                    <a:pt x="104" y="256"/>
                    <a:pt x="141" y="256"/>
                  </a:cubicBezTo>
                  <a:cubicBezTo>
                    <a:pt x="207" y="240"/>
                    <a:pt x="244" y="174"/>
                    <a:pt x="227" y="104"/>
                  </a:cubicBezTo>
                  <a:cubicBezTo>
                    <a:pt x="227" y="71"/>
                    <a:pt x="207" y="34"/>
                    <a:pt x="190" y="17"/>
                  </a:cubicBezTo>
                  <a:cubicBezTo>
                    <a:pt x="174" y="17"/>
                    <a:pt x="174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8" name="Google Shape;20388;p54"/>
            <p:cNvSpPr/>
            <p:nvPr/>
          </p:nvSpPr>
          <p:spPr>
            <a:xfrm>
              <a:off x="4673350" y="28067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66" y="1"/>
                    <a:pt x="33" y="17"/>
                    <a:pt x="1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17" y="190"/>
                    <a:pt x="17" y="207"/>
                    <a:pt x="50" y="240"/>
                  </a:cubicBezTo>
                  <a:cubicBezTo>
                    <a:pt x="66" y="256"/>
                    <a:pt x="103" y="256"/>
                    <a:pt x="136" y="256"/>
                  </a:cubicBezTo>
                  <a:cubicBezTo>
                    <a:pt x="186" y="240"/>
                    <a:pt x="239" y="174"/>
                    <a:pt x="223" y="104"/>
                  </a:cubicBezTo>
                  <a:cubicBezTo>
                    <a:pt x="223" y="71"/>
                    <a:pt x="206" y="50"/>
                    <a:pt x="169" y="17"/>
                  </a:cubicBezTo>
                  <a:cubicBezTo>
                    <a:pt x="169" y="17"/>
                    <a:pt x="15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9" name="Google Shape;20389;p54"/>
            <p:cNvSpPr/>
            <p:nvPr/>
          </p:nvSpPr>
          <p:spPr>
            <a:xfrm>
              <a:off x="4641500" y="2952800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87" y="1"/>
                  </a:moveTo>
                  <a:cubicBezTo>
                    <a:pt x="37" y="17"/>
                    <a:pt x="0" y="83"/>
                    <a:pt x="0" y="153"/>
                  </a:cubicBezTo>
                  <a:cubicBezTo>
                    <a:pt x="0" y="186"/>
                    <a:pt x="17" y="207"/>
                    <a:pt x="54" y="240"/>
                  </a:cubicBezTo>
                  <a:cubicBezTo>
                    <a:pt x="70" y="256"/>
                    <a:pt x="103" y="256"/>
                    <a:pt x="120" y="256"/>
                  </a:cubicBezTo>
                  <a:cubicBezTo>
                    <a:pt x="190" y="240"/>
                    <a:pt x="223" y="170"/>
                    <a:pt x="223" y="104"/>
                  </a:cubicBezTo>
                  <a:cubicBezTo>
                    <a:pt x="223" y="67"/>
                    <a:pt x="206" y="50"/>
                    <a:pt x="173" y="17"/>
                  </a:cubicBezTo>
                  <a:cubicBezTo>
                    <a:pt x="173" y="17"/>
                    <a:pt x="15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0" name="Google Shape;20390;p54"/>
            <p:cNvSpPr/>
            <p:nvPr/>
          </p:nvSpPr>
          <p:spPr>
            <a:xfrm>
              <a:off x="4628600" y="3029975"/>
              <a:ext cx="6125" cy="6725"/>
            </a:xfrm>
            <a:custGeom>
              <a:avLst/>
              <a:gdLst/>
              <a:ahLst/>
              <a:cxnLst/>
              <a:rect l="l" t="t" r="r" b="b"/>
              <a:pathLst>
                <a:path w="245" h="269" extrusionOk="0">
                  <a:moveTo>
                    <a:pt x="126" y="0"/>
                  </a:moveTo>
                  <a:cubicBezTo>
                    <a:pt x="80" y="0"/>
                    <a:pt x="31" y="35"/>
                    <a:pt x="1" y="89"/>
                  </a:cubicBezTo>
                  <a:lnTo>
                    <a:pt x="1" y="142"/>
                  </a:lnTo>
                  <a:cubicBezTo>
                    <a:pt x="1" y="192"/>
                    <a:pt x="38" y="229"/>
                    <a:pt x="71" y="262"/>
                  </a:cubicBezTo>
                  <a:cubicBezTo>
                    <a:pt x="84" y="266"/>
                    <a:pt x="97" y="268"/>
                    <a:pt x="108" y="268"/>
                  </a:cubicBezTo>
                  <a:cubicBezTo>
                    <a:pt x="140" y="268"/>
                    <a:pt x="166" y="253"/>
                    <a:pt x="191" y="229"/>
                  </a:cubicBezTo>
                  <a:cubicBezTo>
                    <a:pt x="207" y="212"/>
                    <a:pt x="207" y="192"/>
                    <a:pt x="224" y="175"/>
                  </a:cubicBezTo>
                  <a:cubicBezTo>
                    <a:pt x="244" y="109"/>
                    <a:pt x="207" y="39"/>
                    <a:pt x="158" y="6"/>
                  </a:cubicBezTo>
                  <a:cubicBezTo>
                    <a:pt x="148" y="2"/>
                    <a:pt x="137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1" name="Google Shape;20391;p54"/>
            <p:cNvSpPr/>
            <p:nvPr/>
          </p:nvSpPr>
          <p:spPr>
            <a:xfrm>
              <a:off x="4881150" y="294185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25" y="0"/>
                  </a:moveTo>
                  <a:cubicBezTo>
                    <a:pt x="75" y="0"/>
                    <a:pt x="32" y="22"/>
                    <a:pt x="17" y="76"/>
                  </a:cubicBezTo>
                  <a:cubicBezTo>
                    <a:pt x="0" y="146"/>
                    <a:pt x="37" y="233"/>
                    <a:pt x="87" y="249"/>
                  </a:cubicBezTo>
                  <a:cubicBezTo>
                    <a:pt x="101" y="258"/>
                    <a:pt x="116" y="262"/>
                    <a:pt x="131" y="262"/>
                  </a:cubicBezTo>
                  <a:cubicBezTo>
                    <a:pt x="172" y="262"/>
                    <a:pt x="211" y="231"/>
                    <a:pt x="223" y="179"/>
                  </a:cubicBezTo>
                  <a:cubicBezTo>
                    <a:pt x="243" y="109"/>
                    <a:pt x="223" y="43"/>
                    <a:pt x="173" y="6"/>
                  </a:cubicBezTo>
                  <a:cubicBezTo>
                    <a:pt x="157" y="2"/>
                    <a:pt x="141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2" name="Google Shape;20392;p54"/>
            <p:cNvSpPr/>
            <p:nvPr/>
          </p:nvSpPr>
          <p:spPr>
            <a:xfrm>
              <a:off x="4631600" y="3016200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29" y="0"/>
                  </a:moveTo>
                  <a:cubicBezTo>
                    <a:pt x="83" y="0"/>
                    <a:pt x="35" y="33"/>
                    <a:pt x="21" y="91"/>
                  </a:cubicBezTo>
                  <a:cubicBezTo>
                    <a:pt x="0" y="145"/>
                    <a:pt x="21" y="227"/>
                    <a:pt x="87" y="248"/>
                  </a:cubicBezTo>
                  <a:cubicBezTo>
                    <a:pt x="104" y="264"/>
                    <a:pt x="124" y="264"/>
                    <a:pt x="141" y="264"/>
                  </a:cubicBezTo>
                  <a:cubicBezTo>
                    <a:pt x="174" y="264"/>
                    <a:pt x="207" y="227"/>
                    <a:pt x="227" y="178"/>
                  </a:cubicBezTo>
                  <a:cubicBezTo>
                    <a:pt x="244" y="124"/>
                    <a:pt x="227" y="75"/>
                    <a:pt x="207" y="42"/>
                  </a:cubicBezTo>
                  <a:cubicBezTo>
                    <a:pt x="190" y="21"/>
                    <a:pt x="174" y="21"/>
                    <a:pt x="157" y="5"/>
                  </a:cubicBezTo>
                  <a:cubicBezTo>
                    <a:pt x="148" y="2"/>
                    <a:pt x="139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3" name="Google Shape;20393;p54"/>
            <p:cNvSpPr/>
            <p:nvPr/>
          </p:nvSpPr>
          <p:spPr>
            <a:xfrm>
              <a:off x="4634175" y="2966525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41" y="0"/>
                  </a:moveTo>
                  <a:cubicBezTo>
                    <a:pt x="104" y="0"/>
                    <a:pt x="71" y="17"/>
                    <a:pt x="54" y="33"/>
                  </a:cubicBezTo>
                  <a:cubicBezTo>
                    <a:pt x="1" y="70"/>
                    <a:pt x="1" y="153"/>
                    <a:pt x="38" y="206"/>
                  </a:cubicBezTo>
                  <a:cubicBezTo>
                    <a:pt x="57" y="247"/>
                    <a:pt x="88" y="264"/>
                    <a:pt x="121" y="264"/>
                  </a:cubicBezTo>
                  <a:cubicBezTo>
                    <a:pt x="145" y="264"/>
                    <a:pt x="169" y="255"/>
                    <a:pt x="190" y="239"/>
                  </a:cubicBezTo>
                  <a:cubicBezTo>
                    <a:pt x="244" y="190"/>
                    <a:pt x="244" y="103"/>
                    <a:pt x="207" y="50"/>
                  </a:cubicBezTo>
                  <a:cubicBezTo>
                    <a:pt x="190" y="33"/>
                    <a:pt x="174" y="17"/>
                    <a:pt x="157" y="17"/>
                  </a:cubicBezTo>
                  <a:cubicBezTo>
                    <a:pt x="157" y="0"/>
                    <a:pt x="141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4" name="Google Shape;20394;p54"/>
            <p:cNvSpPr/>
            <p:nvPr/>
          </p:nvSpPr>
          <p:spPr>
            <a:xfrm>
              <a:off x="4637275" y="29985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39" y="1"/>
                  </a:moveTo>
                  <a:cubicBezTo>
                    <a:pt x="87" y="1"/>
                    <a:pt x="44" y="36"/>
                    <a:pt x="17" y="91"/>
                  </a:cubicBezTo>
                  <a:cubicBezTo>
                    <a:pt x="0" y="161"/>
                    <a:pt x="33" y="231"/>
                    <a:pt x="83" y="264"/>
                  </a:cubicBezTo>
                  <a:lnTo>
                    <a:pt x="136" y="264"/>
                  </a:lnTo>
                  <a:cubicBezTo>
                    <a:pt x="169" y="264"/>
                    <a:pt x="223" y="231"/>
                    <a:pt x="223" y="178"/>
                  </a:cubicBezTo>
                  <a:cubicBezTo>
                    <a:pt x="239" y="145"/>
                    <a:pt x="239" y="91"/>
                    <a:pt x="206" y="58"/>
                  </a:cubicBezTo>
                  <a:cubicBezTo>
                    <a:pt x="206" y="42"/>
                    <a:pt x="186" y="25"/>
                    <a:pt x="169" y="5"/>
                  </a:cubicBezTo>
                  <a:cubicBezTo>
                    <a:pt x="159" y="2"/>
                    <a:pt x="149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5" name="Google Shape;20395;p54"/>
            <p:cNvSpPr/>
            <p:nvPr/>
          </p:nvSpPr>
          <p:spPr>
            <a:xfrm>
              <a:off x="4696950" y="2861375"/>
              <a:ext cx="6425" cy="6750"/>
            </a:xfrm>
            <a:custGeom>
              <a:avLst/>
              <a:gdLst/>
              <a:ahLst/>
              <a:cxnLst/>
              <a:rect l="l" t="t" r="r" b="b"/>
              <a:pathLst>
                <a:path w="257" h="270" extrusionOk="0">
                  <a:moveTo>
                    <a:pt x="120" y="0"/>
                  </a:moveTo>
                  <a:cubicBezTo>
                    <a:pt x="76" y="0"/>
                    <a:pt x="41" y="32"/>
                    <a:pt x="17" y="83"/>
                  </a:cubicBezTo>
                  <a:cubicBezTo>
                    <a:pt x="0" y="153"/>
                    <a:pt x="33" y="236"/>
                    <a:pt x="87" y="256"/>
                  </a:cubicBezTo>
                  <a:cubicBezTo>
                    <a:pt x="100" y="265"/>
                    <a:pt x="115" y="269"/>
                    <a:pt x="129" y="269"/>
                  </a:cubicBezTo>
                  <a:cubicBezTo>
                    <a:pt x="170" y="269"/>
                    <a:pt x="211" y="238"/>
                    <a:pt x="223" y="186"/>
                  </a:cubicBezTo>
                  <a:cubicBezTo>
                    <a:pt x="256" y="116"/>
                    <a:pt x="223" y="50"/>
                    <a:pt x="169" y="13"/>
                  </a:cubicBezTo>
                  <a:cubicBezTo>
                    <a:pt x="152" y="4"/>
                    <a:pt x="135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6" name="Google Shape;20396;p54"/>
            <p:cNvSpPr/>
            <p:nvPr/>
          </p:nvSpPr>
          <p:spPr>
            <a:xfrm>
              <a:off x="4690450" y="292652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41" y="1"/>
                  </a:moveTo>
                  <a:cubicBezTo>
                    <a:pt x="104" y="1"/>
                    <a:pt x="71" y="21"/>
                    <a:pt x="54" y="38"/>
                  </a:cubicBezTo>
                  <a:cubicBezTo>
                    <a:pt x="1" y="87"/>
                    <a:pt x="1" y="157"/>
                    <a:pt x="38" y="227"/>
                  </a:cubicBezTo>
                  <a:cubicBezTo>
                    <a:pt x="54" y="244"/>
                    <a:pt x="87" y="260"/>
                    <a:pt x="104" y="260"/>
                  </a:cubicBezTo>
                  <a:cubicBezTo>
                    <a:pt x="115" y="265"/>
                    <a:pt x="125" y="267"/>
                    <a:pt x="135" y="267"/>
                  </a:cubicBezTo>
                  <a:cubicBezTo>
                    <a:pt x="159" y="267"/>
                    <a:pt x="179" y="255"/>
                    <a:pt x="190" y="244"/>
                  </a:cubicBezTo>
                  <a:cubicBezTo>
                    <a:pt x="207" y="227"/>
                    <a:pt x="223" y="190"/>
                    <a:pt x="223" y="157"/>
                  </a:cubicBezTo>
                  <a:cubicBezTo>
                    <a:pt x="244" y="124"/>
                    <a:pt x="223" y="87"/>
                    <a:pt x="207" y="54"/>
                  </a:cubicBezTo>
                  <a:cubicBezTo>
                    <a:pt x="190" y="38"/>
                    <a:pt x="174" y="21"/>
                    <a:pt x="157" y="21"/>
                  </a:cubicBezTo>
                  <a:lnTo>
                    <a:pt x="1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7" name="Google Shape;20397;p54"/>
            <p:cNvSpPr/>
            <p:nvPr/>
          </p:nvSpPr>
          <p:spPr>
            <a:xfrm>
              <a:off x="4714050" y="2843650"/>
              <a:ext cx="6125" cy="6700"/>
            </a:xfrm>
            <a:custGeom>
              <a:avLst/>
              <a:gdLst/>
              <a:ahLst/>
              <a:cxnLst/>
              <a:rect l="l" t="t" r="r" b="b"/>
              <a:pathLst>
                <a:path w="245" h="268" extrusionOk="0">
                  <a:moveTo>
                    <a:pt x="104" y="1"/>
                  </a:moveTo>
                  <a:cubicBezTo>
                    <a:pt x="87" y="1"/>
                    <a:pt x="54" y="17"/>
                    <a:pt x="54" y="38"/>
                  </a:cubicBezTo>
                  <a:cubicBezTo>
                    <a:pt x="21" y="71"/>
                    <a:pt x="1" y="104"/>
                    <a:pt x="21" y="157"/>
                  </a:cubicBezTo>
                  <a:cubicBezTo>
                    <a:pt x="21" y="190"/>
                    <a:pt x="38" y="223"/>
                    <a:pt x="54" y="244"/>
                  </a:cubicBezTo>
                  <a:cubicBezTo>
                    <a:pt x="78" y="256"/>
                    <a:pt x="93" y="267"/>
                    <a:pt x="113" y="267"/>
                  </a:cubicBezTo>
                  <a:cubicBezTo>
                    <a:pt x="121" y="267"/>
                    <a:pt x="130" y="265"/>
                    <a:pt x="141" y="260"/>
                  </a:cubicBezTo>
                  <a:cubicBezTo>
                    <a:pt x="190" y="260"/>
                    <a:pt x="244" y="190"/>
                    <a:pt x="228" y="120"/>
                  </a:cubicBezTo>
                  <a:cubicBezTo>
                    <a:pt x="228" y="71"/>
                    <a:pt x="190" y="38"/>
                    <a:pt x="157" y="17"/>
                  </a:cubicBezTo>
                  <a:cubicBezTo>
                    <a:pt x="141" y="1"/>
                    <a:pt x="124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8" name="Google Shape;20398;p54"/>
            <p:cNvSpPr/>
            <p:nvPr/>
          </p:nvSpPr>
          <p:spPr>
            <a:xfrm>
              <a:off x="4712400" y="28605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11" y="0"/>
                  </a:moveTo>
                  <a:cubicBezTo>
                    <a:pt x="70" y="0"/>
                    <a:pt x="29" y="32"/>
                    <a:pt x="17" y="83"/>
                  </a:cubicBezTo>
                  <a:cubicBezTo>
                    <a:pt x="1" y="149"/>
                    <a:pt x="17" y="219"/>
                    <a:pt x="87" y="252"/>
                  </a:cubicBezTo>
                  <a:cubicBezTo>
                    <a:pt x="96" y="255"/>
                    <a:pt x="106" y="257"/>
                    <a:pt x="115" y="257"/>
                  </a:cubicBezTo>
                  <a:cubicBezTo>
                    <a:pt x="160" y="257"/>
                    <a:pt x="210" y="227"/>
                    <a:pt x="223" y="186"/>
                  </a:cubicBezTo>
                  <a:cubicBezTo>
                    <a:pt x="240" y="116"/>
                    <a:pt x="223" y="30"/>
                    <a:pt x="153" y="13"/>
                  </a:cubicBezTo>
                  <a:cubicBezTo>
                    <a:pt x="140" y="5"/>
                    <a:pt x="126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9" name="Google Shape;20399;p54"/>
            <p:cNvSpPr/>
            <p:nvPr/>
          </p:nvSpPr>
          <p:spPr>
            <a:xfrm>
              <a:off x="4720150" y="2875500"/>
              <a:ext cx="425" cy="2100"/>
            </a:xfrm>
            <a:custGeom>
              <a:avLst/>
              <a:gdLst/>
              <a:ahLst/>
              <a:cxnLst/>
              <a:rect l="l" t="t" r="r" b="b"/>
              <a:pathLst>
                <a:path w="17" h="84" extrusionOk="0">
                  <a:moveTo>
                    <a:pt x="17" y="1"/>
                  </a:moveTo>
                  <a:cubicBezTo>
                    <a:pt x="0" y="34"/>
                    <a:pt x="0" y="50"/>
                    <a:pt x="0" y="83"/>
                  </a:cubicBezTo>
                  <a:cubicBezTo>
                    <a:pt x="0" y="67"/>
                    <a:pt x="17" y="34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0" name="Google Shape;20400;p54"/>
            <p:cNvSpPr/>
            <p:nvPr/>
          </p:nvSpPr>
          <p:spPr>
            <a:xfrm>
              <a:off x="4697350" y="2911575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04" y="1"/>
                  </a:moveTo>
                  <a:cubicBezTo>
                    <a:pt x="34" y="17"/>
                    <a:pt x="1" y="83"/>
                    <a:pt x="1" y="153"/>
                  </a:cubicBezTo>
                  <a:cubicBezTo>
                    <a:pt x="1" y="186"/>
                    <a:pt x="17" y="223"/>
                    <a:pt x="50" y="240"/>
                  </a:cubicBezTo>
                  <a:cubicBezTo>
                    <a:pt x="65" y="252"/>
                    <a:pt x="86" y="263"/>
                    <a:pt x="102" y="263"/>
                  </a:cubicBezTo>
                  <a:cubicBezTo>
                    <a:pt x="109" y="263"/>
                    <a:pt x="116" y="261"/>
                    <a:pt x="120" y="256"/>
                  </a:cubicBezTo>
                  <a:cubicBezTo>
                    <a:pt x="153" y="256"/>
                    <a:pt x="191" y="240"/>
                    <a:pt x="207" y="207"/>
                  </a:cubicBezTo>
                  <a:cubicBezTo>
                    <a:pt x="224" y="186"/>
                    <a:pt x="224" y="153"/>
                    <a:pt x="224" y="120"/>
                  </a:cubicBezTo>
                  <a:cubicBezTo>
                    <a:pt x="224" y="83"/>
                    <a:pt x="207" y="50"/>
                    <a:pt x="174" y="34"/>
                  </a:cubicBezTo>
                  <a:cubicBezTo>
                    <a:pt x="174" y="17"/>
                    <a:pt x="153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1" name="Google Shape;20401;p54"/>
            <p:cNvSpPr/>
            <p:nvPr/>
          </p:nvSpPr>
          <p:spPr>
            <a:xfrm>
              <a:off x="4708500" y="2830175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121" y="1"/>
                  </a:moveTo>
                  <a:cubicBezTo>
                    <a:pt x="115" y="1"/>
                    <a:pt x="109" y="2"/>
                    <a:pt x="103" y="8"/>
                  </a:cubicBezTo>
                  <a:cubicBezTo>
                    <a:pt x="70" y="8"/>
                    <a:pt x="37" y="24"/>
                    <a:pt x="17" y="61"/>
                  </a:cubicBezTo>
                  <a:cubicBezTo>
                    <a:pt x="0" y="78"/>
                    <a:pt x="0" y="111"/>
                    <a:pt x="0" y="144"/>
                  </a:cubicBezTo>
                  <a:cubicBezTo>
                    <a:pt x="0" y="181"/>
                    <a:pt x="17" y="214"/>
                    <a:pt x="54" y="231"/>
                  </a:cubicBezTo>
                  <a:cubicBezTo>
                    <a:pt x="70" y="247"/>
                    <a:pt x="103" y="268"/>
                    <a:pt x="140" y="268"/>
                  </a:cubicBezTo>
                  <a:cubicBezTo>
                    <a:pt x="190" y="247"/>
                    <a:pt x="223" y="181"/>
                    <a:pt x="223" y="111"/>
                  </a:cubicBezTo>
                  <a:cubicBezTo>
                    <a:pt x="223" y="78"/>
                    <a:pt x="206" y="41"/>
                    <a:pt x="173" y="24"/>
                  </a:cubicBezTo>
                  <a:lnTo>
                    <a:pt x="157" y="8"/>
                  </a:lnTo>
                  <a:cubicBezTo>
                    <a:pt x="146" y="8"/>
                    <a:pt x="133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2" name="Google Shape;20402;p54"/>
            <p:cNvSpPr/>
            <p:nvPr/>
          </p:nvSpPr>
          <p:spPr>
            <a:xfrm>
              <a:off x="4698600" y="289612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3" y="0"/>
                  </a:moveTo>
                  <a:cubicBezTo>
                    <a:pt x="54" y="17"/>
                    <a:pt x="0" y="83"/>
                    <a:pt x="21" y="153"/>
                  </a:cubicBezTo>
                  <a:cubicBezTo>
                    <a:pt x="21" y="214"/>
                    <a:pt x="71" y="259"/>
                    <a:pt x="119" y="259"/>
                  </a:cubicBezTo>
                  <a:cubicBezTo>
                    <a:pt x="126" y="259"/>
                    <a:pt x="134" y="258"/>
                    <a:pt x="141" y="256"/>
                  </a:cubicBezTo>
                  <a:cubicBezTo>
                    <a:pt x="174" y="256"/>
                    <a:pt x="190" y="239"/>
                    <a:pt x="207" y="206"/>
                  </a:cubicBezTo>
                  <a:cubicBezTo>
                    <a:pt x="227" y="186"/>
                    <a:pt x="244" y="153"/>
                    <a:pt x="227" y="120"/>
                  </a:cubicBezTo>
                  <a:cubicBezTo>
                    <a:pt x="227" y="83"/>
                    <a:pt x="207" y="50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0"/>
                    <a:pt x="12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3" name="Google Shape;20403;p54"/>
            <p:cNvSpPr/>
            <p:nvPr/>
          </p:nvSpPr>
          <p:spPr>
            <a:xfrm>
              <a:off x="4692200" y="288147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4" y="1"/>
                  </a:moveTo>
                  <a:cubicBezTo>
                    <a:pt x="34" y="17"/>
                    <a:pt x="1" y="87"/>
                    <a:pt x="17" y="153"/>
                  </a:cubicBezTo>
                  <a:cubicBezTo>
                    <a:pt x="17" y="190"/>
                    <a:pt x="34" y="223"/>
                    <a:pt x="50" y="240"/>
                  </a:cubicBezTo>
                  <a:cubicBezTo>
                    <a:pt x="76" y="252"/>
                    <a:pt x="92" y="265"/>
                    <a:pt x="111" y="265"/>
                  </a:cubicBezTo>
                  <a:cubicBezTo>
                    <a:pt x="119" y="265"/>
                    <a:pt x="127" y="263"/>
                    <a:pt x="137" y="256"/>
                  </a:cubicBezTo>
                  <a:cubicBezTo>
                    <a:pt x="190" y="256"/>
                    <a:pt x="240" y="190"/>
                    <a:pt x="223" y="120"/>
                  </a:cubicBezTo>
                  <a:cubicBezTo>
                    <a:pt x="223" y="87"/>
                    <a:pt x="207" y="50"/>
                    <a:pt x="190" y="34"/>
                  </a:cubicBezTo>
                  <a:cubicBezTo>
                    <a:pt x="174" y="17"/>
                    <a:pt x="174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4" name="Google Shape;20404;p54"/>
            <p:cNvSpPr/>
            <p:nvPr/>
          </p:nvSpPr>
          <p:spPr>
            <a:xfrm>
              <a:off x="4672825" y="302320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4" y="1"/>
                  </a:moveTo>
                  <a:cubicBezTo>
                    <a:pt x="54" y="17"/>
                    <a:pt x="1" y="87"/>
                    <a:pt x="21" y="153"/>
                  </a:cubicBezTo>
                  <a:cubicBezTo>
                    <a:pt x="21" y="190"/>
                    <a:pt x="38" y="223"/>
                    <a:pt x="54" y="240"/>
                  </a:cubicBezTo>
                  <a:cubicBezTo>
                    <a:pt x="87" y="256"/>
                    <a:pt x="104" y="256"/>
                    <a:pt x="141" y="256"/>
                  </a:cubicBezTo>
                  <a:cubicBezTo>
                    <a:pt x="174" y="256"/>
                    <a:pt x="190" y="240"/>
                    <a:pt x="207" y="207"/>
                  </a:cubicBezTo>
                  <a:cubicBezTo>
                    <a:pt x="227" y="174"/>
                    <a:pt x="244" y="137"/>
                    <a:pt x="227" y="104"/>
                  </a:cubicBezTo>
                  <a:cubicBezTo>
                    <a:pt x="227" y="71"/>
                    <a:pt x="207" y="50"/>
                    <a:pt x="190" y="17"/>
                  </a:cubicBezTo>
                  <a:lnTo>
                    <a:pt x="157" y="17"/>
                  </a:lnTo>
                  <a:cubicBezTo>
                    <a:pt x="141" y="1"/>
                    <a:pt x="124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5" name="Google Shape;20405;p54"/>
            <p:cNvSpPr/>
            <p:nvPr/>
          </p:nvSpPr>
          <p:spPr>
            <a:xfrm>
              <a:off x="4672000" y="2975400"/>
              <a:ext cx="4350" cy="6600"/>
            </a:xfrm>
            <a:custGeom>
              <a:avLst/>
              <a:gdLst/>
              <a:ahLst/>
              <a:cxnLst/>
              <a:rect l="l" t="t" r="r" b="b"/>
              <a:pathLst>
                <a:path w="174" h="264" extrusionOk="0">
                  <a:moveTo>
                    <a:pt x="142" y="0"/>
                  </a:moveTo>
                  <a:cubicBezTo>
                    <a:pt x="88" y="0"/>
                    <a:pt x="48" y="35"/>
                    <a:pt x="17" y="90"/>
                  </a:cubicBezTo>
                  <a:cubicBezTo>
                    <a:pt x="1" y="161"/>
                    <a:pt x="34" y="231"/>
                    <a:pt x="87" y="247"/>
                  </a:cubicBezTo>
                  <a:cubicBezTo>
                    <a:pt x="104" y="264"/>
                    <a:pt x="120" y="264"/>
                    <a:pt x="120" y="264"/>
                  </a:cubicBezTo>
                  <a:cubicBezTo>
                    <a:pt x="120" y="247"/>
                    <a:pt x="120" y="231"/>
                    <a:pt x="137" y="210"/>
                  </a:cubicBezTo>
                  <a:cubicBezTo>
                    <a:pt x="137" y="144"/>
                    <a:pt x="157" y="74"/>
                    <a:pt x="174" y="25"/>
                  </a:cubicBezTo>
                  <a:lnTo>
                    <a:pt x="174" y="4"/>
                  </a:lnTo>
                  <a:cubicBezTo>
                    <a:pt x="163" y="1"/>
                    <a:pt x="152" y="0"/>
                    <a:pt x="1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6" name="Google Shape;20406;p54"/>
            <p:cNvSpPr/>
            <p:nvPr/>
          </p:nvSpPr>
          <p:spPr>
            <a:xfrm>
              <a:off x="4653550" y="2854925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28" y="1"/>
                  </a:moveTo>
                  <a:cubicBezTo>
                    <a:pt x="86" y="1"/>
                    <a:pt x="46" y="34"/>
                    <a:pt x="34" y="82"/>
                  </a:cubicBezTo>
                  <a:cubicBezTo>
                    <a:pt x="1" y="152"/>
                    <a:pt x="34" y="222"/>
                    <a:pt x="87" y="255"/>
                  </a:cubicBezTo>
                  <a:cubicBezTo>
                    <a:pt x="103" y="259"/>
                    <a:pt x="117" y="261"/>
                    <a:pt x="131" y="261"/>
                  </a:cubicBezTo>
                  <a:cubicBezTo>
                    <a:pt x="177" y="261"/>
                    <a:pt x="214" y="238"/>
                    <a:pt x="240" y="185"/>
                  </a:cubicBezTo>
                  <a:cubicBezTo>
                    <a:pt x="256" y="119"/>
                    <a:pt x="223" y="32"/>
                    <a:pt x="174" y="16"/>
                  </a:cubicBezTo>
                  <a:cubicBezTo>
                    <a:pt x="159" y="6"/>
                    <a:pt x="143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7" name="Google Shape;20407;p54"/>
            <p:cNvSpPr/>
            <p:nvPr/>
          </p:nvSpPr>
          <p:spPr>
            <a:xfrm>
              <a:off x="4668600" y="29459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7" y="1"/>
                  </a:moveTo>
                  <a:cubicBezTo>
                    <a:pt x="120" y="1"/>
                    <a:pt x="87" y="1"/>
                    <a:pt x="67" y="34"/>
                  </a:cubicBezTo>
                  <a:cubicBezTo>
                    <a:pt x="17" y="71"/>
                    <a:pt x="1" y="153"/>
                    <a:pt x="50" y="207"/>
                  </a:cubicBezTo>
                  <a:cubicBezTo>
                    <a:pt x="67" y="240"/>
                    <a:pt x="87" y="256"/>
                    <a:pt x="120" y="256"/>
                  </a:cubicBezTo>
                  <a:cubicBezTo>
                    <a:pt x="153" y="256"/>
                    <a:pt x="170" y="256"/>
                    <a:pt x="207" y="223"/>
                  </a:cubicBezTo>
                  <a:cubicBezTo>
                    <a:pt x="223" y="207"/>
                    <a:pt x="240" y="174"/>
                    <a:pt x="240" y="137"/>
                  </a:cubicBezTo>
                  <a:cubicBezTo>
                    <a:pt x="240" y="104"/>
                    <a:pt x="240" y="71"/>
                    <a:pt x="223" y="50"/>
                  </a:cubicBezTo>
                  <a:cubicBezTo>
                    <a:pt x="207" y="34"/>
                    <a:pt x="190" y="17"/>
                    <a:pt x="170" y="17"/>
                  </a:cubicBezTo>
                  <a:cubicBezTo>
                    <a:pt x="153" y="1"/>
                    <a:pt x="153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8" name="Google Shape;20408;p54"/>
            <p:cNvSpPr/>
            <p:nvPr/>
          </p:nvSpPr>
          <p:spPr>
            <a:xfrm>
              <a:off x="4664275" y="29608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7" y="0"/>
                  </a:moveTo>
                  <a:cubicBezTo>
                    <a:pt x="80" y="0"/>
                    <a:pt x="31" y="30"/>
                    <a:pt x="17" y="71"/>
                  </a:cubicBezTo>
                  <a:cubicBezTo>
                    <a:pt x="0" y="141"/>
                    <a:pt x="17" y="227"/>
                    <a:pt x="87" y="244"/>
                  </a:cubicBezTo>
                  <a:cubicBezTo>
                    <a:pt x="100" y="252"/>
                    <a:pt x="115" y="257"/>
                    <a:pt x="129" y="257"/>
                  </a:cubicBezTo>
                  <a:cubicBezTo>
                    <a:pt x="170" y="257"/>
                    <a:pt x="211" y="225"/>
                    <a:pt x="223" y="174"/>
                  </a:cubicBezTo>
                  <a:cubicBezTo>
                    <a:pt x="240" y="108"/>
                    <a:pt x="223" y="38"/>
                    <a:pt x="157" y="5"/>
                  </a:cubicBezTo>
                  <a:cubicBezTo>
                    <a:pt x="148" y="2"/>
                    <a:pt x="138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9" name="Google Shape;20409;p54"/>
            <p:cNvSpPr/>
            <p:nvPr/>
          </p:nvSpPr>
          <p:spPr>
            <a:xfrm>
              <a:off x="4766925" y="3020950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46" y="0"/>
                  </a:moveTo>
                  <a:cubicBezTo>
                    <a:pt x="98" y="0"/>
                    <a:pt x="48" y="33"/>
                    <a:pt x="34" y="91"/>
                  </a:cubicBezTo>
                  <a:cubicBezTo>
                    <a:pt x="1" y="140"/>
                    <a:pt x="34" y="227"/>
                    <a:pt x="87" y="243"/>
                  </a:cubicBezTo>
                  <a:cubicBezTo>
                    <a:pt x="105" y="253"/>
                    <a:pt x="122" y="258"/>
                    <a:pt x="138" y="258"/>
                  </a:cubicBezTo>
                  <a:cubicBezTo>
                    <a:pt x="181" y="258"/>
                    <a:pt x="216" y="225"/>
                    <a:pt x="240" y="177"/>
                  </a:cubicBezTo>
                  <a:cubicBezTo>
                    <a:pt x="256" y="107"/>
                    <a:pt x="223" y="37"/>
                    <a:pt x="174" y="4"/>
                  </a:cubicBezTo>
                  <a:cubicBezTo>
                    <a:pt x="165" y="1"/>
                    <a:pt x="155" y="0"/>
                    <a:pt x="1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0" name="Google Shape;20410;p54"/>
            <p:cNvSpPr/>
            <p:nvPr/>
          </p:nvSpPr>
          <p:spPr>
            <a:xfrm>
              <a:off x="4658300" y="290332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03" y="1"/>
                  </a:moveTo>
                  <a:cubicBezTo>
                    <a:pt x="33" y="22"/>
                    <a:pt x="0" y="71"/>
                    <a:pt x="0" y="158"/>
                  </a:cubicBezTo>
                  <a:cubicBezTo>
                    <a:pt x="0" y="191"/>
                    <a:pt x="17" y="207"/>
                    <a:pt x="50" y="228"/>
                  </a:cubicBezTo>
                  <a:cubicBezTo>
                    <a:pt x="66" y="261"/>
                    <a:pt x="103" y="261"/>
                    <a:pt x="120" y="261"/>
                  </a:cubicBezTo>
                  <a:cubicBezTo>
                    <a:pt x="153" y="261"/>
                    <a:pt x="190" y="228"/>
                    <a:pt x="206" y="207"/>
                  </a:cubicBezTo>
                  <a:cubicBezTo>
                    <a:pt x="223" y="174"/>
                    <a:pt x="223" y="141"/>
                    <a:pt x="223" y="104"/>
                  </a:cubicBezTo>
                  <a:cubicBezTo>
                    <a:pt x="223" y="71"/>
                    <a:pt x="206" y="38"/>
                    <a:pt x="169" y="22"/>
                  </a:cubicBezTo>
                  <a:cubicBezTo>
                    <a:pt x="169" y="22"/>
                    <a:pt x="153" y="22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1" name="Google Shape;20411;p54"/>
            <p:cNvSpPr/>
            <p:nvPr/>
          </p:nvSpPr>
          <p:spPr>
            <a:xfrm>
              <a:off x="4661275" y="2930750"/>
              <a:ext cx="6025" cy="6450"/>
            </a:xfrm>
            <a:custGeom>
              <a:avLst/>
              <a:gdLst/>
              <a:ahLst/>
              <a:cxnLst/>
              <a:rect l="l" t="t" r="r" b="b"/>
              <a:pathLst>
                <a:path w="241" h="258" extrusionOk="0">
                  <a:moveTo>
                    <a:pt x="127" y="1"/>
                  </a:moveTo>
                  <a:cubicBezTo>
                    <a:pt x="82" y="1"/>
                    <a:pt x="31" y="33"/>
                    <a:pt x="17" y="91"/>
                  </a:cubicBezTo>
                  <a:cubicBezTo>
                    <a:pt x="1" y="108"/>
                    <a:pt x="1" y="124"/>
                    <a:pt x="1" y="141"/>
                  </a:cubicBezTo>
                  <a:cubicBezTo>
                    <a:pt x="17" y="194"/>
                    <a:pt x="34" y="227"/>
                    <a:pt x="71" y="244"/>
                  </a:cubicBezTo>
                  <a:cubicBezTo>
                    <a:pt x="92" y="253"/>
                    <a:pt x="110" y="258"/>
                    <a:pt x="127" y="258"/>
                  </a:cubicBezTo>
                  <a:cubicBezTo>
                    <a:pt x="149" y="258"/>
                    <a:pt x="169" y="249"/>
                    <a:pt x="191" y="227"/>
                  </a:cubicBezTo>
                  <a:cubicBezTo>
                    <a:pt x="207" y="211"/>
                    <a:pt x="207" y="194"/>
                    <a:pt x="224" y="178"/>
                  </a:cubicBezTo>
                  <a:cubicBezTo>
                    <a:pt x="240" y="108"/>
                    <a:pt x="207" y="38"/>
                    <a:pt x="153" y="5"/>
                  </a:cubicBezTo>
                  <a:cubicBezTo>
                    <a:pt x="145" y="2"/>
                    <a:pt x="136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2" name="Google Shape;20412;p54"/>
            <p:cNvSpPr/>
            <p:nvPr/>
          </p:nvSpPr>
          <p:spPr>
            <a:xfrm>
              <a:off x="4679725" y="2960025"/>
              <a:ext cx="2200" cy="4350"/>
            </a:xfrm>
            <a:custGeom>
              <a:avLst/>
              <a:gdLst/>
              <a:ahLst/>
              <a:cxnLst/>
              <a:rect l="l" t="t" r="r" b="b"/>
              <a:pathLst>
                <a:path w="88" h="174" extrusionOk="0">
                  <a:moveTo>
                    <a:pt x="87" y="0"/>
                  </a:moveTo>
                  <a:cubicBezTo>
                    <a:pt x="54" y="0"/>
                    <a:pt x="17" y="38"/>
                    <a:pt x="17" y="71"/>
                  </a:cubicBezTo>
                  <a:cubicBezTo>
                    <a:pt x="1" y="104"/>
                    <a:pt x="1" y="141"/>
                    <a:pt x="17" y="174"/>
                  </a:cubicBezTo>
                  <a:cubicBezTo>
                    <a:pt x="34" y="104"/>
                    <a:pt x="71" y="54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3" name="Google Shape;20413;p54"/>
            <p:cNvSpPr/>
            <p:nvPr/>
          </p:nvSpPr>
          <p:spPr>
            <a:xfrm>
              <a:off x="4827025" y="2980650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4" y="0"/>
                  </a:moveTo>
                  <a:cubicBezTo>
                    <a:pt x="54" y="21"/>
                    <a:pt x="1" y="70"/>
                    <a:pt x="17" y="157"/>
                  </a:cubicBezTo>
                  <a:cubicBezTo>
                    <a:pt x="17" y="190"/>
                    <a:pt x="38" y="206"/>
                    <a:pt x="54" y="227"/>
                  </a:cubicBezTo>
                  <a:cubicBezTo>
                    <a:pt x="87" y="260"/>
                    <a:pt x="120" y="260"/>
                    <a:pt x="141" y="260"/>
                  </a:cubicBezTo>
                  <a:cubicBezTo>
                    <a:pt x="207" y="243"/>
                    <a:pt x="244" y="173"/>
                    <a:pt x="244" y="103"/>
                  </a:cubicBezTo>
                  <a:cubicBezTo>
                    <a:pt x="223" y="54"/>
                    <a:pt x="207" y="21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4" name="Google Shape;20414;p54"/>
            <p:cNvSpPr/>
            <p:nvPr/>
          </p:nvSpPr>
          <p:spPr>
            <a:xfrm>
              <a:off x="4810325" y="2983600"/>
              <a:ext cx="6425" cy="6550"/>
            </a:xfrm>
            <a:custGeom>
              <a:avLst/>
              <a:gdLst/>
              <a:ahLst/>
              <a:cxnLst/>
              <a:rect l="l" t="t" r="r" b="b"/>
              <a:pathLst>
                <a:path w="257" h="262" extrusionOk="0">
                  <a:moveTo>
                    <a:pt x="140" y="0"/>
                  </a:moveTo>
                  <a:cubicBezTo>
                    <a:pt x="96" y="0"/>
                    <a:pt x="47" y="35"/>
                    <a:pt x="34" y="88"/>
                  </a:cubicBezTo>
                  <a:cubicBezTo>
                    <a:pt x="1" y="158"/>
                    <a:pt x="34" y="228"/>
                    <a:pt x="87" y="245"/>
                  </a:cubicBezTo>
                  <a:cubicBezTo>
                    <a:pt x="104" y="261"/>
                    <a:pt x="120" y="261"/>
                    <a:pt x="137" y="261"/>
                  </a:cubicBezTo>
                  <a:cubicBezTo>
                    <a:pt x="190" y="261"/>
                    <a:pt x="223" y="228"/>
                    <a:pt x="240" y="175"/>
                  </a:cubicBezTo>
                  <a:cubicBezTo>
                    <a:pt x="256" y="125"/>
                    <a:pt x="240" y="72"/>
                    <a:pt x="207" y="39"/>
                  </a:cubicBezTo>
                  <a:cubicBezTo>
                    <a:pt x="207" y="22"/>
                    <a:pt x="190" y="22"/>
                    <a:pt x="170" y="6"/>
                  </a:cubicBezTo>
                  <a:cubicBezTo>
                    <a:pt x="160" y="2"/>
                    <a:pt x="150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5" name="Google Shape;20415;p54"/>
            <p:cNvSpPr/>
            <p:nvPr/>
          </p:nvSpPr>
          <p:spPr>
            <a:xfrm>
              <a:off x="4823625" y="29493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4" y="1"/>
                  </a:moveTo>
                  <a:cubicBezTo>
                    <a:pt x="33" y="17"/>
                    <a:pt x="0" y="87"/>
                    <a:pt x="17" y="157"/>
                  </a:cubicBezTo>
                  <a:cubicBezTo>
                    <a:pt x="17" y="190"/>
                    <a:pt x="33" y="223"/>
                    <a:pt x="71" y="244"/>
                  </a:cubicBezTo>
                  <a:cubicBezTo>
                    <a:pt x="82" y="256"/>
                    <a:pt x="94" y="267"/>
                    <a:pt x="111" y="267"/>
                  </a:cubicBezTo>
                  <a:cubicBezTo>
                    <a:pt x="119" y="267"/>
                    <a:pt x="127" y="265"/>
                    <a:pt x="137" y="260"/>
                  </a:cubicBezTo>
                  <a:cubicBezTo>
                    <a:pt x="174" y="260"/>
                    <a:pt x="190" y="244"/>
                    <a:pt x="207" y="207"/>
                  </a:cubicBezTo>
                  <a:cubicBezTo>
                    <a:pt x="223" y="190"/>
                    <a:pt x="240" y="157"/>
                    <a:pt x="223" y="120"/>
                  </a:cubicBezTo>
                  <a:cubicBezTo>
                    <a:pt x="223" y="87"/>
                    <a:pt x="207" y="54"/>
                    <a:pt x="190" y="38"/>
                  </a:cubicBezTo>
                  <a:cubicBezTo>
                    <a:pt x="174" y="17"/>
                    <a:pt x="174" y="17"/>
                    <a:pt x="153" y="17"/>
                  </a:cubicBezTo>
                  <a:lnTo>
                    <a:pt x="137" y="17"/>
                  </a:ln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6" name="Google Shape;20416;p54"/>
            <p:cNvSpPr/>
            <p:nvPr/>
          </p:nvSpPr>
          <p:spPr>
            <a:xfrm>
              <a:off x="4797450" y="298497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36" y="0"/>
                  </a:moveTo>
                  <a:cubicBezTo>
                    <a:pt x="103" y="0"/>
                    <a:pt x="66" y="0"/>
                    <a:pt x="50" y="33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0" y="239"/>
                    <a:pt x="87" y="260"/>
                    <a:pt x="103" y="260"/>
                  </a:cubicBezTo>
                  <a:cubicBezTo>
                    <a:pt x="136" y="260"/>
                    <a:pt x="169" y="260"/>
                    <a:pt x="190" y="239"/>
                  </a:cubicBezTo>
                  <a:cubicBezTo>
                    <a:pt x="206" y="206"/>
                    <a:pt x="223" y="173"/>
                    <a:pt x="223" y="136"/>
                  </a:cubicBezTo>
                  <a:cubicBezTo>
                    <a:pt x="239" y="103"/>
                    <a:pt x="223" y="70"/>
                    <a:pt x="206" y="54"/>
                  </a:cubicBezTo>
                  <a:cubicBezTo>
                    <a:pt x="190" y="33"/>
                    <a:pt x="169" y="17"/>
                    <a:pt x="153" y="17"/>
                  </a:cubicBezTo>
                  <a:cubicBezTo>
                    <a:pt x="153" y="0"/>
                    <a:pt x="136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7" name="Google Shape;20417;p54"/>
            <p:cNvSpPr/>
            <p:nvPr/>
          </p:nvSpPr>
          <p:spPr>
            <a:xfrm>
              <a:off x="4781975" y="29899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0"/>
                  </a:moveTo>
                  <a:cubicBezTo>
                    <a:pt x="115" y="0"/>
                    <a:pt x="109" y="2"/>
                    <a:pt x="104" y="7"/>
                  </a:cubicBezTo>
                  <a:lnTo>
                    <a:pt x="67" y="7"/>
                  </a:lnTo>
                  <a:cubicBezTo>
                    <a:pt x="34" y="24"/>
                    <a:pt x="1" y="94"/>
                    <a:pt x="17" y="143"/>
                  </a:cubicBezTo>
                  <a:cubicBezTo>
                    <a:pt x="17" y="181"/>
                    <a:pt x="34" y="214"/>
                    <a:pt x="50" y="230"/>
                  </a:cubicBezTo>
                  <a:cubicBezTo>
                    <a:pt x="67" y="246"/>
                    <a:pt x="104" y="267"/>
                    <a:pt x="137" y="267"/>
                  </a:cubicBezTo>
                  <a:cubicBezTo>
                    <a:pt x="190" y="246"/>
                    <a:pt x="240" y="181"/>
                    <a:pt x="223" y="110"/>
                  </a:cubicBezTo>
                  <a:lnTo>
                    <a:pt x="223" y="77"/>
                  </a:lnTo>
                  <a:cubicBezTo>
                    <a:pt x="207" y="40"/>
                    <a:pt x="190" y="24"/>
                    <a:pt x="153" y="7"/>
                  </a:cubicBezTo>
                  <a:cubicBezTo>
                    <a:pt x="142" y="7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8" name="Google Shape;20418;p54"/>
            <p:cNvSpPr/>
            <p:nvPr/>
          </p:nvSpPr>
          <p:spPr>
            <a:xfrm>
              <a:off x="4766525" y="29905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103" y="17"/>
                    <a:pt x="50" y="54"/>
                    <a:pt x="17" y="87"/>
                  </a:cubicBezTo>
                  <a:cubicBezTo>
                    <a:pt x="0" y="120"/>
                    <a:pt x="17" y="174"/>
                    <a:pt x="33" y="207"/>
                  </a:cubicBezTo>
                  <a:cubicBezTo>
                    <a:pt x="50" y="223"/>
                    <a:pt x="87" y="244"/>
                    <a:pt x="103" y="261"/>
                  </a:cubicBezTo>
                  <a:cubicBezTo>
                    <a:pt x="136" y="261"/>
                    <a:pt x="169" y="244"/>
                    <a:pt x="190" y="223"/>
                  </a:cubicBezTo>
                  <a:cubicBezTo>
                    <a:pt x="239" y="174"/>
                    <a:pt x="239" y="87"/>
                    <a:pt x="207" y="38"/>
                  </a:cubicBezTo>
                  <a:cubicBezTo>
                    <a:pt x="190" y="17"/>
                    <a:pt x="16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9" name="Google Shape;20419;p54"/>
            <p:cNvSpPr/>
            <p:nvPr/>
          </p:nvSpPr>
          <p:spPr>
            <a:xfrm>
              <a:off x="4775500" y="3007850"/>
              <a:ext cx="6100" cy="6450"/>
            </a:xfrm>
            <a:custGeom>
              <a:avLst/>
              <a:gdLst/>
              <a:ahLst/>
              <a:cxnLst/>
              <a:rect l="l" t="t" r="r" b="b"/>
              <a:pathLst>
                <a:path w="244" h="258" extrusionOk="0">
                  <a:moveTo>
                    <a:pt x="113" y="0"/>
                  </a:moveTo>
                  <a:cubicBezTo>
                    <a:pt x="71" y="0"/>
                    <a:pt x="32" y="31"/>
                    <a:pt x="17" y="83"/>
                  </a:cubicBezTo>
                  <a:cubicBezTo>
                    <a:pt x="0" y="149"/>
                    <a:pt x="17" y="219"/>
                    <a:pt x="70" y="252"/>
                  </a:cubicBezTo>
                  <a:cubicBezTo>
                    <a:pt x="83" y="256"/>
                    <a:pt x="96" y="258"/>
                    <a:pt x="109" y="258"/>
                  </a:cubicBezTo>
                  <a:cubicBezTo>
                    <a:pt x="163" y="258"/>
                    <a:pt x="209" y="223"/>
                    <a:pt x="223" y="170"/>
                  </a:cubicBezTo>
                  <a:cubicBezTo>
                    <a:pt x="243" y="99"/>
                    <a:pt x="206" y="29"/>
                    <a:pt x="157" y="13"/>
                  </a:cubicBezTo>
                  <a:cubicBezTo>
                    <a:pt x="142" y="4"/>
                    <a:pt x="127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0" name="Google Shape;20420;p54"/>
            <p:cNvSpPr/>
            <p:nvPr/>
          </p:nvSpPr>
          <p:spPr>
            <a:xfrm>
              <a:off x="4780225" y="303310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37" y="1"/>
                  </a:moveTo>
                  <a:cubicBezTo>
                    <a:pt x="104" y="1"/>
                    <a:pt x="71" y="17"/>
                    <a:pt x="54" y="34"/>
                  </a:cubicBezTo>
                  <a:cubicBezTo>
                    <a:pt x="1" y="87"/>
                    <a:pt x="1" y="153"/>
                    <a:pt x="34" y="223"/>
                  </a:cubicBezTo>
                  <a:cubicBezTo>
                    <a:pt x="54" y="250"/>
                    <a:pt x="83" y="263"/>
                    <a:pt x="114" y="263"/>
                  </a:cubicBezTo>
                  <a:cubicBezTo>
                    <a:pt x="140" y="263"/>
                    <a:pt x="166" y="255"/>
                    <a:pt x="190" y="240"/>
                  </a:cubicBezTo>
                  <a:cubicBezTo>
                    <a:pt x="240" y="190"/>
                    <a:pt x="240" y="104"/>
                    <a:pt x="207" y="50"/>
                  </a:cubicBezTo>
                  <a:cubicBezTo>
                    <a:pt x="190" y="34"/>
                    <a:pt x="190" y="17"/>
                    <a:pt x="174" y="17"/>
                  </a:cubicBezTo>
                  <a:cubicBezTo>
                    <a:pt x="157" y="17"/>
                    <a:pt x="137" y="17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1" name="Google Shape;20421;p54"/>
            <p:cNvSpPr/>
            <p:nvPr/>
          </p:nvSpPr>
          <p:spPr>
            <a:xfrm>
              <a:off x="4679725" y="28359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71" y="1"/>
                    <a:pt x="54" y="17"/>
                    <a:pt x="34" y="54"/>
                  </a:cubicBezTo>
                  <a:cubicBezTo>
                    <a:pt x="17" y="87"/>
                    <a:pt x="1" y="120"/>
                    <a:pt x="17" y="157"/>
                  </a:cubicBezTo>
                  <a:cubicBezTo>
                    <a:pt x="17" y="190"/>
                    <a:pt x="34" y="207"/>
                    <a:pt x="54" y="244"/>
                  </a:cubicBezTo>
                  <a:cubicBezTo>
                    <a:pt x="87" y="260"/>
                    <a:pt x="104" y="260"/>
                    <a:pt x="137" y="260"/>
                  </a:cubicBezTo>
                  <a:cubicBezTo>
                    <a:pt x="191" y="244"/>
                    <a:pt x="240" y="174"/>
                    <a:pt x="224" y="104"/>
                  </a:cubicBezTo>
                  <a:cubicBezTo>
                    <a:pt x="224" y="71"/>
                    <a:pt x="207" y="54"/>
                    <a:pt x="191" y="17"/>
                  </a:cubicBezTo>
                  <a:cubicBezTo>
                    <a:pt x="174" y="17"/>
                    <a:pt x="174" y="17"/>
                    <a:pt x="1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2" name="Google Shape;20422;p54"/>
            <p:cNvSpPr/>
            <p:nvPr/>
          </p:nvSpPr>
          <p:spPr>
            <a:xfrm>
              <a:off x="4668600" y="282397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4" y="0"/>
                  </a:moveTo>
                  <a:cubicBezTo>
                    <a:pt x="87" y="0"/>
                    <a:pt x="87" y="17"/>
                    <a:pt x="67" y="17"/>
                  </a:cubicBezTo>
                  <a:cubicBezTo>
                    <a:pt x="34" y="33"/>
                    <a:pt x="1" y="83"/>
                    <a:pt x="1" y="153"/>
                  </a:cubicBezTo>
                  <a:cubicBezTo>
                    <a:pt x="17" y="186"/>
                    <a:pt x="34" y="223"/>
                    <a:pt x="50" y="239"/>
                  </a:cubicBezTo>
                  <a:cubicBezTo>
                    <a:pt x="67" y="256"/>
                    <a:pt x="104" y="256"/>
                    <a:pt x="137" y="256"/>
                  </a:cubicBezTo>
                  <a:cubicBezTo>
                    <a:pt x="190" y="256"/>
                    <a:pt x="240" y="186"/>
                    <a:pt x="223" y="120"/>
                  </a:cubicBezTo>
                  <a:lnTo>
                    <a:pt x="223" y="83"/>
                  </a:lnTo>
                  <a:cubicBezTo>
                    <a:pt x="207" y="50"/>
                    <a:pt x="190" y="17"/>
                    <a:pt x="153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3" name="Google Shape;20423;p54"/>
            <p:cNvSpPr/>
            <p:nvPr/>
          </p:nvSpPr>
          <p:spPr>
            <a:xfrm>
              <a:off x="4652225" y="2871000"/>
              <a:ext cx="5675" cy="6600"/>
            </a:xfrm>
            <a:custGeom>
              <a:avLst/>
              <a:gdLst/>
              <a:ahLst/>
              <a:cxnLst/>
              <a:rect l="l" t="t" r="r" b="b"/>
              <a:pathLst>
                <a:path w="227" h="264" extrusionOk="0">
                  <a:moveTo>
                    <a:pt x="123" y="0"/>
                  </a:moveTo>
                  <a:cubicBezTo>
                    <a:pt x="116" y="0"/>
                    <a:pt x="110" y="2"/>
                    <a:pt x="103" y="8"/>
                  </a:cubicBezTo>
                  <a:cubicBezTo>
                    <a:pt x="37" y="8"/>
                    <a:pt x="0" y="78"/>
                    <a:pt x="0" y="144"/>
                  </a:cubicBezTo>
                  <a:cubicBezTo>
                    <a:pt x="0" y="181"/>
                    <a:pt x="21" y="214"/>
                    <a:pt x="54" y="230"/>
                  </a:cubicBezTo>
                  <a:cubicBezTo>
                    <a:pt x="70" y="247"/>
                    <a:pt x="103" y="263"/>
                    <a:pt x="140" y="263"/>
                  </a:cubicBezTo>
                  <a:cubicBezTo>
                    <a:pt x="190" y="247"/>
                    <a:pt x="227" y="181"/>
                    <a:pt x="227" y="111"/>
                  </a:cubicBezTo>
                  <a:cubicBezTo>
                    <a:pt x="227" y="78"/>
                    <a:pt x="206" y="41"/>
                    <a:pt x="173" y="24"/>
                  </a:cubicBezTo>
                  <a:lnTo>
                    <a:pt x="157" y="8"/>
                  </a:lnTo>
                  <a:cubicBezTo>
                    <a:pt x="146" y="8"/>
                    <a:pt x="135" y="0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4" name="Google Shape;20424;p54"/>
            <p:cNvSpPr/>
            <p:nvPr/>
          </p:nvSpPr>
          <p:spPr>
            <a:xfrm>
              <a:off x="4674175" y="28535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17"/>
                    <a:pt x="0" y="71"/>
                    <a:pt x="0" y="157"/>
                  </a:cubicBezTo>
                  <a:cubicBezTo>
                    <a:pt x="17" y="190"/>
                    <a:pt x="17" y="207"/>
                    <a:pt x="50" y="240"/>
                  </a:cubicBezTo>
                  <a:cubicBezTo>
                    <a:pt x="70" y="260"/>
                    <a:pt x="103" y="260"/>
                    <a:pt x="136" y="260"/>
                  </a:cubicBezTo>
                  <a:cubicBezTo>
                    <a:pt x="190" y="240"/>
                    <a:pt x="239" y="174"/>
                    <a:pt x="223" y="104"/>
                  </a:cubicBezTo>
                  <a:cubicBezTo>
                    <a:pt x="223" y="71"/>
                    <a:pt x="206" y="34"/>
                    <a:pt x="173" y="17"/>
                  </a:cubicBezTo>
                  <a:lnTo>
                    <a:pt x="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5" name="Google Shape;20425;p54"/>
            <p:cNvSpPr/>
            <p:nvPr/>
          </p:nvSpPr>
          <p:spPr>
            <a:xfrm>
              <a:off x="4665100" y="2791300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03" y="0"/>
                  </a:moveTo>
                  <a:cubicBezTo>
                    <a:pt x="54" y="17"/>
                    <a:pt x="0" y="87"/>
                    <a:pt x="21" y="153"/>
                  </a:cubicBezTo>
                  <a:cubicBezTo>
                    <a:pt x="21" y="190"/>
                    <a:pt x="38" y="223"/>
                    <a:pt x="71" y="239"/>
                  </a:cubicBezTo>
                  <a:cubicBezTo>
                    <a:pt x="87" y="256"/>
                    <a:pt x="124" y="256"/>
                    <a:pt x="141" y="256"/>
                  </a:cubicBezTo>
                  <a:cubicBezTo>
                    <a:pt x="174" y="256"/>
                    <a:pt x="207" y="239"/>
                    <a:pt x="227" y="206"/>
                  </a:cubicBezTo>
                  <a:cubicBezTo>
                    <a:pt x="244" y="190"/>
                    <a:pt x="244" y="153"/>
                    <a:pt x="244" y="120"/>
                  </a:cubicBezTo>
                  <a:cubicBezTo>
                    <a:pt x="227" y="87"/>
                    <a:pt x="227" y="50"/>
                    <a:pt x="190" y="33"/>
                  </a:cubicBezTo>
                  <a:cubicBezTo>
                    <a:pt x="190" y="17"/>
                    <a:pt x="174" y="17"/>
                    <a:pt x="174" y="17"/>
                  </a:cubicBezTo>
                  <a:cubicBezTo>
                    <a:pt x="157" y="0"/>
                    <a:pt x="141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6" name="Google Shape;20426;p54"/>
            <p:cNvSpPr/>
            <p:nvPr/>
          </p:nvSpPr>
          <p:spPr>
            <a:xfrm>
              <a:off x="4682725" y="2791525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91" y="1"/>
                  </a:moveTo>
                  <a:cubicBezTo>
                    <a:pt x="69" y="1"/>
                    <a:pt x="49" y="13"/>
                    <a:pt x="38" y="24"/>
                  </a:cubicBezTo>
                  <a:cubicBezTo>
                    <a:pt x="17" y="61"/>
                    <a:pt x="0" y="78"/>
                    <a:pt x="0" y="111"/>
                  </a:cubicBezTo>
                  <a:cubicBezTo>
                    <a:pt x="0" y="144"/>
                    <a:pt x="0" y="181"/>
                    <a:pt x="17" y="214"/>
                  </a:cubicBezTo>
                  <a:cubicBezTo>
                    <a:pt x="38" y="245"/>
                    <a:pt x="69" y="263"/>
                    <a:pt x="102" y="263"/>
                  </a:cubicBezTo>
                  <a:cubicBezTo>
                    <a:pt x="126" y="263"/>
                    <a:pt x="151" y="253"/>
                    <a:pt x="174" y="230"/>
                  </a:cubicBezTo>
                  <a:cubicBezTo>
                    <a:pt x="223" y="181"/>
                    <a:pt x="223" y="111"/>
                    <a:pt x="190" y="41"/>
                  </a:cubicBezTo>
                  <a:cubicBezTo>
                    <a:pt x="174" y="24"/>
                    <a:pt x="174" y="24"/>
                    <a:pt x="157" y="8"/>
                  </a:cubicBezTo>
                  <a:lnTo>
                    <a:pt x="120" y="8"/>
                  </a:lnTo>
                  <a:cubicBezTo>
                    <a:pt x="110" y="3"/>
                    <a:pt x="101" y="1"/>
                    <a:pt x="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7" name="Google Shape;20427;p54"/>
            <p:cNvSpPr/>
            <p:nvPr/>
          </p:nvSpPr>
          <p:spPr>
            <a:xfrm>
              <a:off x="4684900" y="286642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57" y="1"/>
                  </a:moveTo>
                  <a:cubicBezTo>
                    <a:pt x="120" y="1"/>
                    <a:pt x="87" y="1"/>
                    <a:pt x="54" y="17"/>
                  </a:cubicBezTo>
                  <a:cubicBezTo>
                    <a:pt x="33" y="34"/>
                    <a:pt x="17" y="54"/>
                    <a:pt x="0" y="87"/>
                  </a:cubicBezTo>
                  <a:lnTo>
                    <a:pt x="0" y="174"/>
                  </a:lnTo>
                  <a:cubicBezTo>
                    <a:pt x="17" y="207"/>
                    <a:pt x="33" y="240"/>
                    <a:pt x="70" y="261"/>
                  </a:cubicBezTo>
                  <a:cubicBezTo>
                    <a:pt x="78" y="263"/>
                    <a:pt x="86" y="265"/>
                    <a:pt x="95" y="265"/>
                  </a:cubicBezTo>
                  <a:cubicBezTo>
                    <a:pt x="141" y="265"/>
                    <a:pt x="192" y="229"/>
                    <a:pt x="206" y="174"/>
                  </a:cubicBezTo>
                  <a:cubicBezTo>
                    <a:pt x="239" y="104"/>
                    <a:pt x="206" y="34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8" name="Google Shape;20428;p54"/>
            <p:cNvSpPr/>
            <p:nvPr/>
          </p:nvSpPr>
          <p:spPr>
            <a:xfrm>
              <a:off x="4793125" y="300177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3" y="0"/>
                  </a:moveTo>
                  <a:cubicBezTo>
                    <a:pt x="70" y="17"/>
                    <a:pt x="54" y="33"/>
                    <a:pt x="33" y="50"/>
                  </a:cubicBezTo>
                  <a:cubicBezTo>
                    <a:pt x="17" y="83"/>
                    <a:pt x="0" y="120"/>
                    <a:pt x="17" y="153"/>
                  </a:cubicBezTo>
                  <a:cubicBezTo>
                    <a:pt x="17" y="186"/>
                    <a:pt x="33" y="223"/>
                    <a:pt x="54" y="239"/>
                  </a:cubicBezTo>
                  <a:cubicBezTo>
                    <a:pt x="77" y="251"/>
                    <a:pt x="92" y="263"/>
                    <a:pt x="111" y="263"/>
                  </a:cubicBezTo>
                  <a:cubicBezTo>
                    <a:pt x="118" y="263"/>
                    <a:pt x="126" y="261"/>
                    <a:pt x="136" y="256"/>
                  </a:cubicBezTo>
                  <a:cubicBezTo>
                    <a:pt x="206" y="256"/>
                    <a:pt x="239" y="186"/>
                    <a:pt x="223" y="120"/>
                  </a:cubicBezTo>
                  <a:cubicBezTo>
                    <a:pt x="223" y="83"/>
                    <a:pt x="206" y="50"/>
                    <a:pt x="190" y="33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9" name="Google Shape;20429;p54"/>
            <p:cNvSpPr/>
            <p:nvPr/>
          </p:nvSpPr>
          <p:spPr>
            <a:xfrm>
              <a:off x="4661700" y="2841850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41" y="1"/>
                  </a:moveTo>
                  <a:cubicBezTo>
                    <a:pt x="96" y="1"/>
                    <a:pt x="50" y="33"/>
                    <a:pt x="33" y="73"/>
                  </a:cubicBezTo>
                  <a:cubicBezTo>
                    <a:pt x="0" y="143"/>
                    <a:pt x="33" y="229"/>
                    <a:pt x="87" y="246"/>
                  </a:cubicBezTo>
                  <a:cubicBezTo>
                    <a:pt x="106" y="255"/>
                    <a:pt x="123" y="259"/>
                    <a:pt x="138" y="259"/>
                  </a:cubicBezTo>
                  <a:cubicBezTo>
                    <a:pt x="182" y="259"/>
                    <a:pt x="215" y="227"/>
                    <a:pt x="239" y="176"/>
                  </a:cubicBezTo>
                  <a:cubicBezTo>
                    <a:pt x="260" y="110"/>
                    <a:pt x="223" y="40"/>
                    <a:pt x="174" y="7"/>
                  </a:cubicBezTo>
                  <a:cubicBezTo>
                    <a:pt x="163" y="3"/>
                    <a:pt x="152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0" name="Google Shape;20430;p54"/>
            <p:cNvSpPr/>
            <p:nvPr/>
          </p:nvSpPr>
          <p:spPr>
            <a:xfrm>
              <a:off x="4677575" y="288272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03" y="0"/>
                  </a:moveTo>
                  <a:cubicBezTo>
                    <a:pt x="37" y="21"/>
                    <a:pt x="0" y="87"/>
                    <a:pt x="0" y="157"/>
                  </a:cubicBezTo>
                  <a:cubicBezTo>
                    <a:pt x="17" y="190"/>
                    <a:pt x="37" y="227"/>
                    <a:pt x="54" y="244"/>
                  </a:cubicBezTo>
                  <a:cubicBezTo>
                    <a:pt x="87" y="260"/>
                    <a:pt x="103" y="260"/>
                    <a:pt x="140" y="260"/>
                  </a:cubicBezTo>
                  <a:cubicBezTo>
                    <a:pt x="157" y="260"/>
                    <a:pt x="190" y="244"/>
                    <a:pt x="206" y="206"/>
                  </a:cubicBezTo>
                  <a:cubicBezTo>
                    <a:pt x="223" y="173"/>
                    <a:pt x="223" y="140"/>
                    <a:pt x="223" y="103"/>
                  </a:cubicBezTo>
                  <a:cubicBezTo>
                    <a:pt x="223" y="70"/>
                    <a:pt x="206" y="54"/>
                    <a:pt x="173" y="37"/>
                  </a:cubicBezTo>
                  <a:cubicBezTo>
                    <a:pt x="173" y="21"/>
                    <a:pt x="173" y="21"/>
                    <a:pt x="157" y="21"/>
                  </a:cubicBezTo>
                  <a:cubicBezTo>
                    <a:pt x="157" y="0"/>
                    <a:pt x="140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1" name="Google Shape;20431;p54"/>
            <p:cNvSpPr/>
            <p:nvPr/>
          </p:nvSpPr>
          <p:spPr>
            <a:xfrm>
              <a:off x="4658300" y="28085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3" y="1"/>
                  </a:moveTo>
                  <a:cubicBezTo>
                    <a:pt x="33" y="17"/>
                    <a:pt x="0" y="83"/>
                    <a:pt x="0" y="153"/>
                  </a:cubicBezTo>
                  <a:cubicBezTo>
                    <a:pt x="17" y="186"/>
                    <a:pt x="33" y="223"/>
                    <a:pt x="50" y="240"/>
                  </a:cubicBezTo>
                  <a:cubicBezTo>
                    <a:pt x="61" y="252"/>
                    <a:pt x="83" y="263"/>
                    <a:pt x="107" y="263"/>
                  </a:cubicBezTo>
                  <a:cubicBezTo>
                    <a:pt x="117" y="263"/>
                    <a:pt x="127" y="261"/>
                    <a:pt x="136" y="256"/>
                  </a:cubicBezTo>
                  <a:cubicBezTo>
                    <a:pt x="190" y="256"/>
                    <a:pt x="239" y="186"/>
                    <a:pt x="223" y="120"/>
                  </a:cubicBezTo>
                  <a:cubicBezTo>
                    <a:pt x="223" y="83"/>
                    <a:pt x="206" y="50"/>
                    <a:pt x="190" y="34"/>
                  </a:cubicBezTo>
                  <a:cubicBezTo>
                    <a:pt x="169" y="17"/>
                    <a:pt x="169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2" name="Google Shape;20432;p54"/>
            <p:cNvSpPr/>
            <p:nvPr/>
          </p:nvSpPr>
          <p:spPr>
            <a:xfrm>
              <a:off x="4650975" y="29183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1"/>
                  </a:moveTo>
                  <a:cubicBezTo>
                    <a:pt x="120" y="1"/>
                    <a:pt x="87" y="1"/>
                    <a:pt x="71" y="17"/>
                  </a:cubicBezTo>
                  <a:cubicBezTo>
                    <a:pt x="17" y="71"/>
                    <a:pt x="1" y="158"/>
                    <a:pt x="50" y="207"/>
                  </a:cubicBezTo>
                  <a:cubicBezTo>
                    <a:pt x="71" y="244"/>
                    <a:pt x="87" y="261"/>
                    <a:pt x="120" y="261"/>
                  </a:cubicBezTo>
                  <a:cubicBezTo>
                    <a:pt x="153" y="261"/>
                    <a:pt x="174" y="261"/>
                    <a:pt x="207" y="223"/>
                  </a:cubicBezTo>
                  <a:cubicBezTo>
                    <a:pt x="223" y="207"/>
                    <a:pt x="240" y="174"/>
                    <a:pt x="240" y="141"/>
                  </a:cubicBezTo>
                  <a:cubicBezTo>
                    <a:pt x="240" y="104"/>
                    <a:pt x="240" y="71"/>
                    <a:pt x="223" y="54"/>
                  </a:cubicBezTo>
                  <a:cubicBezTo>
                    <a:pt x="207" y="38"/>
                    <a:pt x="190" y="17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3" name="Google Shape;20433;p54"/>
            <p:cNvSpPr/>
            <p:nvPr/>
          </p:nvSpPr>
          <p:spPr>
            <a:xfrm>
              <a:off x="4649625" y="2890975"/>
              <a:ext cx="6125" cy="6325"/>
            </a:xfrm>
            <a:custGeom>
              <a:avLst/>
              <a:gdLst/>
              <a:ahLst/>
              <a:cxnLst/>
              <a:rect l="l" t="t" r="r" b="b"/>
              <a:pathLst>
                <a:path w="245" h="253" extrusionOk="0">
                  <a:moveTo>
                    <a:pt x="141" y="0"/>
                  </a:moveTo>
                  <a:cubicBezTo>
                    <a:pt x="104" y="0"/>
                    <a:pt x="71" y="0"/>
                    <a:pt x="55" y="17"/>
                  </a:cubicBezTo>
                  <a:cubicBezTo>
                    <a:pt x="38" y="50"/>
                    <a:pt x="22" y="66"/>
                    <a:pt x="22" y="103"/>
                  </a:cubicBezTo>
                  <a:cubicBezTo>
                    <a:pt x="1" y="136"/>
                    <a:pt x="22" y="169"/>
                    <a:pt x="38" y="206"/>
                  </a:cubicBezTo>
                  <a:cubicBezTo>
                    <a:pt x="57" y="235"/>
                    <a:pt x="89" y="253"/>
                    <a:pt x="122" y="253"/>
                  </a:cubicBezTo>
                  <a:cubicBezTo>
                    <a:pt x="146" y="253"/>
                    <a:pt x="170" y="244"/>
                    <a:pt x="191" y="223"/>
                  </a:cubicBezTo>
                  <a:cubicBezTo>
                    <a:pt x="244" y="186"/>
                    <a:pt x="244" y="103"/>
                    <a:pt x="207" y="50"/>
                  </a:cubicBezTo>
                  <a:cubicBezTo>
                    <a:pt x="191" y="17"/>
                    <a:pt x="174" y="17"/>
                    <a:pt x="1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4" name="Google Shape;20434;p54"/>
            <p:cNvSpPr/>
            <p:nvPr/>
          </p:nvSpPr>
          <p:spPr>
            <a:xfrm>
              <a:off x="4647050" y="2935175"/>
              <a:ext cx="6125" cy="6425"/>
            </a:xfrm>
            <a:custGeom>
              <a:avLst/>
              <a:gdLst/>
              <a:ahLst/>
              <a:cxnLst/>
              <a:rect l="l" t="t" r="r" b="b"/>
              <a:pathLst>
                <a:path w="245" h="257" extrusionOk="0">
                  <a:moveTo>
                    <a:pt x="104" y="1"/>
                  </a:moveTo>
                  <a:cubicBezTo>
                    <a:pt x="71" y="1"/>
                    <a:pt x="55" y="17"/>
                    <a:pt x="38" y="50"/>
                  </a:cubicBezTo>
                  <a:cubicBezTo>
                    <a:pt x="22" y="87"/>
                    <a:pt x="1" y="120"/>
                    <a:pt x="1" y="153"/>
                  </a:cubicBezTo>
                  <a:cubicBezTo>
                    <a:pt x="22" y="191"/>
                    <a:pt x="38" y="207"/>
                    <a:pt x="55" y="240"/>
                  </a:cubicBezTo>
                  <a:cubicBezTo>
                    <a:pt x="71" y="256"/>
                    <a:pt x="104" y="256"/>
                    <a:pt x="141" y="256"/>
                  </a:cubicBezTo>
                  <a:cubicBezTo>
                    <a:pt x="191" y="240"/>
                    <a:pt x="244" y="191"/>
                    <a:pt x="228" y="104"/>
                  </a:cubicBezTo>
                  <a:cubicBezTo>
                    <a:pt x="228" y="67"/>
                    <a:pt x="207" y="50"/>
                    <a:pt x="191" y="17"/>
                  </a:cubicBezTo>
                  <a:cubicBezTo>
                    <a:pt x="174" y="17"/>
                    <a:pt x="174" y="17"/>
                    <a:pt x="1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5" name="Google Shape;20435;p54"/>
            <p:cNvSpPr/>
            <p:nvPr/>
          </p:nvSpPr>
          <p:spPr>
            <a:xfrm>
              <a:off x="4653150" y="28243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6" y="1"/>
                  </a:moveTo>
                  <a:cubicBezTo>
                    <a:pt x="103" y="1"/>
                    <a:pt x="66" y="1"/>
                    <a:pt x="50" y="34"/>
                  </a:cubicBezTo>
                  <a:cubicBezTo>
                    <a:pt x="0" y="67"/>
                    <a:pt x="0" y="153"/>
                    <a:pt x="33" y="207"/>
                  </a:cubicBezTo>
                  <a:cubicBezTo>
                    <a:pt x="50" y="240"/>
                    <a:pt x="66" y="256"/>
                    <a:pt x="103" y="256"/>
                  </a:cubicBezTo>
                  <a:cubicBezTo>
                    <a:pt x="136" y="256"/>
                    <a:pt x="169" y="256"/>
                    <a:pt x="190" y="223"/>
                  </a:cubicBezTo>
                  <a:cubicBezTo>
                    <a:pt x="239" y="190"/>
                    <a:pt x="239" y="104"/>
                    <a:pt x="206" y="50"/>
                  </a:cubicBezTo>
                  <a:cubicBezTo>
                    <a:pt x="190" y="34"/>
                    <a:pt x="169" y="17"/>
                    <a:pt x="153" y="17"/>
                  </a:cubicBezTo>
                  <a:cubicBezTo>
                    <a:pt x="153" y="1"/>
                    <a:pt x="136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6" name="Google Shape;20436;p54"/>
            <p:cNvSpPr/>
            <p:nvPr/>
          </p:nvSpPr>
          <p:spPr>
            <a:xfrm>
              <a:off x="4650150" y="279412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7" y="0"/>
                  </a:moveTo>
                  <a:cubicBezTo>
                    <a:pt x="84" y="0"/>
                    <a:pt x="62" y="12"/>
                    <a:pt x="50" y="23"/>
                  </a:cubicBezTo>
                  <a:cubicBezTo>
                    <a:pt x="1" y="77"/>
                    <a:pt x="1" y="164"/>
                    <a:pt x="34" y="213"/>
                  </a:cubicBezTo>
                  <a:cubicBezTo>
                    <a:pt x="50" y="230"/>
                    <a:pt x="83" y="246"/>
                    <a:pt x="104" y="267"/>
                  </a:cubicBezTo>
                  <a:cubicBezTo>
                    <a:pt x="137" y="267"/>
                    <a:pt x="170" y="246"/>
                    <a:pt x="186" y="230"/>
                  </a:cubicBezTo>
                  <a:cubicBezTo>
                    <a:pt x="223" y="213"/>
                    <a:pt x="223" y="180"/>
                    <a:pt x="240" y="143"/>
                  </a:cubicBezTo>
                  <a:cubicBezTo>
                    <a:pt x="240" y="110"/>
                    <a:pt x="223" y="77"/>
                    <a:pt x="207" y="40"/>
                  </a:cubicBezTo>
                  <a:cubicBezTo>
                    <a:pt x="186" y="23"/>
                    <a:pt x="186" y="23"/>
                    <a:pt x="153" y="7"/>
                  </a:cubicBezTo>
                  <a:lnTo>
                    <a:pt x="137" y="7"/>
                  </a:lnTo>
                  <a:cubicBezTo>
                    <a:pt x="127" y="2"/>
                    <a:pt x="117" y="0"/>
                    <a:pt x="1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7" name="Google Shape;20437;p54"/>
            <p:cNvSpPr/>
            <p:nvPr/>
          </p:nvSpPr>
          <p:spPr>
            <a:xfrm>
              <a:off x="4646650" y="28410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54" y="1"/>
                    <a:pt x="0" y="71"/>
                    <a:pt x="17" y="141"/>
                  </a:cubicBezTo>
                  <a:cubicBezTo>
                    <a:pt x="17" y="174"/>
                    <a:pt x="38" y="207"/>
                    <a:pt x="54" y="223"/>
                  </a:cubicBezTo>
                  <a:cubicBezTo>
                    <a:pt x="87" y="260"/>
                    <a:pt x="103" y="260"/>
                    <a:pt x="141" y="260"/>
                  </a:cubicBezTo>
                  <a:cubicBezTo>
                    <a:pt x="207" y="244"/>
                    <a:pt x="244" y="174"/>
                    <a:pt x="223" y="104"/>
                  </a:cubicBezTo>
                  <a:cubicBezTo>
                    <a:pt x="223" y="71"/>
                    <a:pt x="207" y="38"/>
                    <a:pt x="190" y="17"/>
                  </a:cubicBezTo>
                  <a:cubicBezTo>
                    <a:pt x="174" y="17"/>
                    <a:pt x="174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8" name="Google Shape;20438;p54"/>
            <p:cNvSpPr/>
            <p:nvPr/>
          </p:nvSpPr>
          <p:spPr>
            <a:xfrm>
              <a:off x="4684075" y="2819050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107" y="1"/>
                  </a:moveTo>
                  <a:cubicBezTo>
                    <a:pt x="83" y="1"/>
                    <a:pt x="61" y="12"/>
                    <a:pt x="50" y="24"/>
                  </a:cubicBezTo>
                  <a:cubicBezTo>
                    <a:pt x="0" y="74"/>
                    <a:pt x="0" y="160"/>
                    <a:pt x="33" y="214"/>
                  </a:cubicBezTo>
                  <a:cubicBezTo>
                    <a:pt x="50" y="247"/>
                    <a:pt x="66" y="263"/>
                    <a:pt x="103" y="263"/>
                  </a:cubicBezTo>
                  <a:cubicBezTo>
                    <a:pt x="136" y="263"/>
                    <a:pt x="169" y="247"/>
                    <a:pt x="190" y="230"/>
                  </a:cubicBezTo>
                  <a:cubicBezTo>
                    <a:pt x="206" y="214"/>
                    <a:pt x="223" y="177"/>
                    <a:pt x="223" y="144"/>
                  </a:cubicBezTo>
                  <a:cubicBezTo>
                    <a:pt x="223" y="111"/>
                    <a:pt x="223" y="74"/>
                    <a:pt x="206" y="41"/>
                  </a:cubicBezTo>
                  <a:cubicBezTo>
                    <a:pt x="190" y="24"/>
                    <a:pt x="169" y="24"/>
                    <a:pt x="153" y="8"/>
                  </a:cubicBezTo>
                  <a:lnTo>
                    <a:pt x="136" y="8"/>
                  </a:lnTo>
                  <a:cubicBezTo>
                    <a:pt x="126" y="3"/>
                    <a:pt x="116" y="1"/>
                    <a:pt x="1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9" name="Google Shape;20439;p54"/>
            <p:cNvSpPr/>
            <p:nvPr/>
          </p:nvSpPr>
          <p:spPr>
            <a:xfrm>
              <a:off x="4589550" y="2850975"/>
              <a:ext cx="5575" cy="6675"/>
            </a:xfrm>
            <a:custGeom>
              <a:avLst/>
              <a:gdLst/>
              <a:ahLst/>
              <a:cxnLst/>
              <a:rect l="l" t="t" r="r" b="b"/>
              <a:pathLst>
                <a:path w="223" h="267" extrusionOk="0">
                  <a:moveTo>
                    <a:pt x="87" y="0"/>
                  </a:moveTo>
                  <a:cubicBezTo>
                    <a:pt x="70" y="17"/>
                    <a:pt x="33" y="33"/>
                    <a:pt x="17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0" y="190"/>
                    <a:pt x="17" y="223"/>
                    <a:pt x="54" y="240"/>
                  </a:cubicBezTo>
                  <a:cubicBezTo>
                    <a:pt x="66" y="254"/>
                    <a:pt x="86" y="267"/>
                    <a:pt x="102" y="267"/>
                  </a:cubicBezTo>
                  <a:cubicBezTo>
                    <a:pt x="109" y="267"/>
                    <a:pt x="115" y="265"/>
                    <a:pt x="120" y="260"/>
                  </a:cubicBezTo>
                  <a:cubicBezTo>
                    <a:pt x="190" y="260"/>
                    <a:pt x="223" y="190"/>
                    <a:pt x="223" y="120"/>
                  </a:cubicBezTo>
                  <a:cubicBezTo>
                    <a:pt x="206" y="87"/>
                    <a:pt x="206" y="54"/>
                    <a:pt x="173" y="33"/>
                  </a:cubicBezTo>
                  <a:cubicBezTo>
                    <a:pt x="173" y="17"/>
                    <a:pt x="157" y="17"/>
                    <a:pt x="157" y="17"/>
                  </a:cubicBezTo>
                  <a:cubicBezTo>
                    <a:pt x="136" y="0"/>
                    <a:pt x="120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0" name="Google Shape;20440;p54"/>
            <p:cNvSpPr/>
            <p:nvPr/>
          </p:nvSpPr>
          <p:spPr>
            <a:xfrm>
              <a:off x="4586550" y="2947650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104" y="1"/>
                  </a:moveTo>
                  <a:cubicBezTo>
                    <a:pt x="34" y="17"/>
                    <a:pt x="1" y="67"/>
                    <a:pt x="1" y="153"/>
                  </a:cubicBezTo>
                  <a:cubicBezTo>
                    <a:pt x="1" y="186"/>
                    <a:pt x="17" y="207"/>
                    <a:pt x="50" y="240"/>
                  </a:cubicBezTo>
                  <a:cubicBezTo>
                    <a:pt x="71" y="256"/>
                    <a:pt x="104" y="256"/>
                    <a:pt x="137" y="256"/>
                  </a:cubicBezTo>
                  <a:cubicBezTo>
                    <a:pt x="190" y="240"/>
                    <a:pt x="223" y="170"/>
                    <a:pt x="223" y="104"/>
                  </a:cubicBezTo>
                  <a:cubicBezTo>
                    <a:pt x="223" y="67"/>
                    <a:pt x="207" y="50"/>
                    <a:pt x="174" y="17"/>
                  </a:cubicBezTo>
                  <a:cubicBezTo>
                    <a:pt x="174" y="17"/>
                    <a:pt x="15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1" name="Google Shape;20441;p54"/>
            <p:cNvSpPr/>
            <p:nvPr/>
          </p:nvSpPr>
          <p:spPr>
            <a:xfrm>
              <a:off x="4591300" y="292735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26" y="0"/>
                  </a:moveTo>
                  <a:cubicBezTo>
                    <a:pt x="81" y="0"/>
                    <a:pt x="31" y="33"/>
                    <a:pt x="17" y="91"/>
                  </a:cubicBezTo>
                  <a:cubicBezTo>
                    <a:pt x="0" y="157"/>
                    <a:pt x="17" y="227"/>
                    <a:pt x="87" y="260"/>
                  </a:cubicBezTo>
                  <a:cubicBezTo>
                    <a:pt x="95" y="263"/>
                    <a:pt x="104" y="264"/>
                    <a:pt x="114" y="264"/>
                  </a:cubicBezTo>
                  <a:cubicBezTo>
                    <a:pt x="159" y="264"/>
                    <a:pt x="209" y="232"/>
                    <a:pt x="223" y="174"/>
                  </a:cubicBezTo>
                  <a:cubicBezTo>
                    <a:pt x="240" y="108"/>
                    <a:pt x="223" y="38"/>
                    <a:pt x="153" y="5"/>
                  </a:cubicBezTo>
                  <a:cubicBezTo>
                    <a:pt x="145" y="2"/>
                    <a:pt x="136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2" name="Google Shape;20442;p54"/>
            <p:cNvSpPr/>
            <p:nvPr/>
          </p:nvSpPr>
          <p:spPr>
            <a:xfrm>
              <a:off x="4591300" y="29776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50" y="0"/>
                    <a:pt x="0" y="71"/>
                    <a:pt x="17" y="141"/>
                  </a:cubicBezTo>
                  <a:cubicBezTo>
                    <a:pt x="17" y="174"/>
                    <a:pt x="33" y="207"/>
                    <a:pt x="50" y="223"/>
                  </a:cubicBezTo>
                  <a:cubicBezTo>
                    <a:pt x="87" y="260"/>
                    <a:pt x="103" y="260"/>
                    <a:pt x="136" y="260"/>
                  </a:cubicBezTo>
                  <a:cubicBezTo>
                    <a:pt x="169" y="244"/>
                    <a:pt x="190" y="223"/>
                    <a:pt x="207" y="207"/>
                  </a:cubicBezTo>
                  <a:cubicBezTo>
                    <a:pt x="223" y="174"/>
                    <a:pt x="240" y="141"/>
                    <a:pt x="223" y="104"/>
                  </a:cubicBezTo>
                  <a:cubicBezTo>
                    <a:pt x="223" y="71"/>
                    <a:pt x="207" y="38"/>
                    <a:pt x="190" y="17"/>
                  </a:cubicBezTo>
                  <a:cubicBezTo>
                    <a:pt x="169" y="17"/>
                    <a:pt x="169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3" name="Google Shape;20443;p54"/>
            <p:cNvSpPr/>
            <p:nvPr/>
          </p:nvSpPr>
          <p:spPr>
            <a:xfrm>
              <a:off x="4765600" y="303692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3" y="0"/>
                  </a:moveTo>
                  <a:cubicBezTo>
                    <a:pt x="37" y="17"/>
                    <a:pt x="0" y="87"/>
                    <a:pt x="0" y="157"/>
                  </a:cubicBezTo>
                  <a:cubicBezTo>
                    <a:pt x="21" y="190"/>
                    <a:pt x="37" y="206"/>
                    <a:pt x="54" y="243"/>
                  </a:cubicBezTo>
                  <a:cubicBezTo>
                    <a:pt x="70" y="260"/>
                    <a:pt x="103" y="260"/>
                    <a:pt x="140" y="260"/>
                  </a:cubicBezTo>
                  <a:cubicBezTo>
                    <a:pt x="190" y="243"/>
                    <a:pt x="244" y="173"/>
                    <a:pt x="227" y="103"/>
                  </a:cubicBezTo>
                  <a:cubicBezTo>
                    <a:pt x="227" y="70"/>
                    <a:pt x="206" y="54"/>
                    <a:pt x="190" y="17"/>
                  </a:cubicBezTo>
                  <a:cubicBezTo>
                    <a:pt x="173" y="17"/>
                    <a:pt x="173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4" name="Google Shape;20444;p54"/>
            <p:cNvSpPr/>
            <p:nvPr/>
          </p:nvSpPr>
          <p:spPr>
            <a:xfrm>
              <a:off x="4625200" y="300260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4" y="0"/>
                  </a:moveTo>
                  <a:cubicBezTo>
                    <a:pt x="50" y="17"/>
                    <a:pt x="1" y="87"/>
                    <a:pt x="17" y="153"/>
                  </a:cubicBezTo>
                  <a:cubicBezTo>
                    <a:pt x="17" y="190"/>
                    <a:pt x="34" y="206"/>
                    <a:pt x="50" y="239"/>
                  </a:cubicBezTo>
                  <a:cubicBezTo>
                    <a:pt x="87" y="256"/>
                    <a:pt x="120" y="256"/>
                    <a:pt x="137" y="256"/>
                  </a:cubicBezTo>
                  <a:cubicBezTo>
                    <a:pt x="174" y="256"/>
                    <a:pt x="191" y="239"/>
                    <a:pt x="207" y="206"/>
                  </a:cubicBezTo>
                  <a:cubicBezTo>
                    <a:pt x="223" y="173"/>
                    <a:pt x="240" y="136"/>
                    <a:pt x="240" y="103"/>
                  </a:cubicBezTo>
                  <a:cubicBezTo>
                    <a:pt x="223" y="70"/>
                    <a:pt x="207" y="50"/>
                    <a:pt x="191" y="17"/>
                  </a:cubicBezTo>
                  <a:cubicBezTo>
                    <a:pt x="191" y="17"/>
                    <a:pt x="174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5" name="Google Shape;20445;p54"/>
            <p:cNvSpPr/>
            <p:nvPr/>
          </p:nvSpPr>
          <p:spPr>
            <a:xfrm>
              <a:off x="4752700" y="3023625"/>
              <a:ext cx="6125" cy="6675"/>
            </a:xfrm>
            <a:custGeom>
              <a:avLst/>
              <a:gdLst/>
              <a:ahLst/>
              <a:cxnLst/>
              <a:rect l="l" t="t" r="r" b="b"/>
              <a:pathLst>
                <a:path w="245" h="267" extrusionOk="0">
                  <a:moveTo>
                    <a:pt x="104" y="0"/>
                  </a:moveTo>
                  <a:cubicBezTo>
                    <a:pt x="54" y="17"/>
                    <a:pt x="1" y="87"/>
                    <a:pt x="22" y="157"/>
                  </a:cubicBezTo>
                  <a:cubicBezTo>
                    <a:pt x="22" y="190"/>
                    <a:pt x="38" y="223"/>
                    <a:pt x="54" y="239"/>
                  </a:cubicBezTo>
                  <a:cubicBezTo>
                    <a:pt x="78" y="254"/>
                    <a:pt x="93" y="267"/>
                    <a:pt x="113" y="267"/>
                  </a:cubicBezTo>
                  <a:cubicBezTo>
                    <a:pt x="122" y="267"/>
                    <a:pt x="130" y="265"/>
                    <a:pt x="141" y="260"/>
                  </a:cubicBezTo>
                  <a:cubicBezTo>
                    <a:pt x="207" y="260"/>
                    <a:pt x="244" y="190"/>
                    <a:pt x="228" y="120"/>
                  </a:cubicBezTo>
                  <a:cubicBezTo>
                    <a:pt x="228" y="87"/>
                    <a:pt x="207" y="54"/>
                    <a:pt x="191" y="33"/>
                  </a:cubicBezTo>
                  <a:cubicBezTo>
                    <a:pt x="174" y="17"/>
                    <a:pt x="174" y="17"/>
                    <a:pt x="158" y="17"/>
                  </a:cubicBezTo>
                  <a:cubicBezTo>
                    <a:pt x="141" y="0"/>
                    <a:pt x="125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6" name="Google Shape;20446;p54"/>
            <p:cNvSpPr/>
            <p:nvPr/>
          </p:nvSpPr>
          <p:spPr>
            <a:xfrm>
              <a:off x="4645000" y="2981975"/>
              <a:ext cx="5600" cy="6625"/>
            </a:xfrm>
            <a:custGeom>
              <a:avLst/>
              <a:gdLst/>
              <a:ahLst/>
              <a:cxnLst/>
              <a:rect l="l" t="t" r="r" b="b"/>
              <a:pathLst>
                <a:path w="224" h="265" extrusionOk="0">
                  <a:moveTo>
                    <a:pt x="83" y="1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0" y="190"/>
                    <a:pt x="33" y="223"/>
                    <a:pt x="50" y="240"/>
                  </a:cubicBezTo>
                  <a:cubicBezTo>
                    <a:pt x="61" y="251"/>
                    <a:pt x="83" y="265"/>
                    <a:pt x="101" y="265"/>
                  </a:cubicBezTo>
                  <a:cubicBezTo>
                    <a:pt x="108" y="265"/>
                    <a:pt x="115" y="262"/>
                    <a:pt x="120" y="256"/>
                  </a:cubicBezTo>
                  <a:cubicBezTo>
                    <a:pt x="153" y="256"/>
                    <a:pt x="186" y="240"/>
                    <a:pt x="207" y="207"/>
                  </a:cubicBezTo>
                  <a:cubicBezTo>
                    <a:pt x="223" y="190"/>
                    <a:pt x="223" y="153"/>
                    <a:pt x="223" y="120"/>
                  </a:cubicBezTo>
                  <a:cubicBezTo>
                    <a:pt x="223" y="87"/>
                    <a:pt x="207" y="50"/>
                    <a:pt x="169" y="34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7" y="17"/>
                    <a:pt x="137" y="17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7" name="Google Shape;20447;p54"/>
            <p:cNvSpPr/>
            <p:nvPr/>
          </p:nvSpPr>
          <p:spPr>
            <a:xfrm>
              <a:off x="4614075" y="29403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4" y="0"/>
                  </a:moveTo>
                  <a:cubicBezTo>
                    <a:pt x="34" y="17"/>
                    <a:pt x="1" y="66"/>
                    <a:pt x="1" y="153"/>
                  </a:cubicBezTo>
                  <a:cubicBezTo>
                    <a:pt x="17" y="190"/>
                    <a:pt x="34" y="206"/>
                    <a:pt x="50" y="239"/>
                  </a:cubicBezTo>
                  <a:cubicBezTo>
                    <a:pt x="67" y="256"/>
                    <a:pt x="104" y="256"/>
                    <a:pt x="137" y="256"/>
                  </a:cubicBezTo>
                  <a:cubicBezTo>
                    <a:pt x="186" y="239"/>
                    <a:pt x="240" y="169"/>
                    <a:pt x="223" y="103"/>
                  </a:cubicBezTo>
                  <a:cubicBezTo>
                    <a:pt x="223" y="66"/>
                    <a:pt x="207" y="49"/>
                    <a:pt x="186" y="17"/>
                  </a:cubicBezTo>
                  <a:cubicBezTo>
                    <a:pt x="170" y="17"/>
                    <a:pt x="17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8" name="Google Shape;20448;p54"/>
            <p:cNvSpPr/>
            <p:nvPr/>
          </p:nvSpPr>
          <p:spPr>
            <a:xfrm>
              <a:off x="4595525" y="2912400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41" y="1"/>
                  </a:moveTo>
                  <a:cubicBezTo>
                    <a:pt x="104" y="1"/>
                    <a:pt x="87" y="17"/>
                    <a:pt x="54" y="34"/>
                  </a:cubicBezTo>
                  <a:cubicBezTo>
                    <a:pt x="21" y="87"/>
                    <a:pt x="0" y="153"/>
                    <a:pt x="38" y="223"/>
                  </a:cubicBezTo>
                  <a:cubicBezTo>
                    <a:pt x="54" y="240"/>
                    <a:pt x="87" y="256"/>
                    <a:pt x="124" y="256"/>
                  </a:cubicBezTo>
                  <a:cubicBezTo>
                    <a:pt x="129" y="262"/>
                    <a:pt x="135" y="265"/>
                    <a:pt x="143" y="265"/>
                  </a:cubicBezTo>
                  <a:cubicBezTo>
                    <a:pt x="159" y="265"/>
                    <a:pt x="179" y="251"/>
                    <a:pt x="190" y="240"/>
                  </a:cubicBezTo>
                  <a:cubicBezTo>
                    <a:pt x="227" y="223"/>
                    <a:pt x="244" y="190"/>
                    <a:pt x="244" y="153"/>
                  </a:cubicBezTo>
                  <a:cubicBezTo>
                    <a:pt x="244" y="120"/>
                    <a:pt x="244" y="87"/>
                    <a:pt x="207" y="50"/>
                  </a:cubicBezTo>
                  <a:cubicBezTo>
                    <a:pt x="207" y="34"/>
                    <a:pt x="190" y="17"/>
                    <a:pt x="174" y="17"/>
                  </a:cubicBezTo>
                  <a:cubicBezTo>
                    <a:pt x="157" y="17"/>
                    <a:pt x="157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9" name="Google Shape;20449;p54"/>
            <p:cNvSpPr/>
            <p:nvPr/>
          </p:nvSpPr>
          <p:spPr>
            <a:xfrm>
              <a:off x="4599025" y="2942125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19" y="1"/>
                  </a:moveTo>
                  <a:cubicBezTo>
                    <a:pt x="76" y="1"/>
                    <a:pt x="41" y="34"/>
                    <a:pt x="17" y="82"/>
                  </a:cubicBezTo>
                  <a:cubicBezTo>
                    <a:pt x="1" y="152"/>
                    <a:pt x="34" y="222"/>
                    <a:pt x="87" y="255"/>
                  </a:cubicBezTo>
                  <a:cubicBezTo>
                    <a:pt x="96" y="258"/>
                    <a:pt x="105" y="259"/>
                    <a:pt x="115" y="259"/>
                  </a:cubicBezTo>
                  <a:cubicBezTo>
                    <a:pt x="160" y="259"/>
                    <a:pt x="210" y="229"/>
                    <a:pt x="223" y="185"/>
                  </a:cubicBezTo>
                  <a:cubicBezTo>
                    <a:pt x="256" y="119"/>
                    <a:pt x="223" y="32"/>
                    <a:pt x="170" y="16"/>
                  </a:cubicBezTo>
                  <a:cubicBezTo>
                    <a:pt x="152" y="5"/>
                    <a:pt x="135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0" name="Google Shape;20450;p54"/>
            <p:cNvSpPr/>
            <p:nvPr/>
          </p:nvSpPr>
          <p:spPr>
            <a:xfrm>
              <a:off x="4591300" y="28835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26" y="0"/>
                  </a:moveTo>
                  <a:cubicBezTo>
                    <a:pt x="81" y="0"/>
                    <a:pt x="31" y="33"/>
                    <a:pt x="17" y="91"/>
                  </a:cubicBezTo>
                  <a:cubicBezTo>
                    <a:pt x="0" y="157"/>
                    <a:pt x="33" y="227"/>
                    <a:pt x="87" y="260"/>
                  </a:cubicBezTo>
                  <a:lnTo>
                    <a:pt x="136" y="260"/>
                  </a:lnTo>
                  <a:cubicBezTo>
                    <a:pt x="169" y="260"/>
                    <a:pt x="207" y="227"/>
                    <a:pt x="223" y="173"/>
                  </a:cubicBezTo>
                  <a:cubicBezTo>
                    <a:pt x="240" y="124"/>
                    <a:pt x="223" y="70"/>
                    <a:pt x="207" y="37"/>
                  </a:cubicBezTo>
                  <a:cubicBezTo>
                    <a:pt x="190" y="37"/>
                    <a:pt x="169" y="21"/>
                    <a:pt x="153" y="4"/>
                  </a:cubicBezTo>
                  <a:cubicBezTo>
                    <a:pt x="145" y="2"/>
                    <a:pt x="136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1" name="Google Shape;20451;p54"/>
            <p:cNvSpPr/>
            <p:nvPr/>
          </p:nvSpPr>
          <p:spPr>
            <a:xfrm>
              <a:off x="4592950" y="2962200"/>
              <a:ext cx="5700" cy="6500"/>
            </a:xfrm>
            <a:custGeom>
              <a:avLst/>
              <a:gdLst/>
              <a:ahLst/>
              <a:cxnLst/>
              <a:rect l="l" t="t" r="r" b="b"/>
              <a:pathLst>
                <a:path w="228" h="260" extrusionOk="0">
                  <a:moveTo>
                    <a:pt x="103" y="0"/>
                  </a:moveTo>
                  <a:cubicBezTo>
                    <a:pt x="37" y="0"/>
                    <a:pt x="0" y="70"/>
                    <a:pt x="0" y="140"/>
                  </a:cubicBezTo>
                  <a:cubicBezTo>
                    <a:pt x="21" y="223"/>
                    <a:pt x="70" y="260"/>
                    <a:pt x="141" y="260"/>
                  </a:cubicBezTo>
                  <a:cubicBezTo>
                    <a:pt x="157" y="243"/>
                    <a:pt x="190" y="223"/>
                    <a:pt x="207" y="206"/>
                  </a:cubicBezTo>
                  <a:cubicBezTo>
                    <a:pt x="227" y="173"/>
                    <a:pt x="227" y="140"/>
                    <a:pt x="227" y="103"/>
                  </a:cubicBezTo>
                  <a:cubicBezTo>
                    <a:pt x="227" y="70"/>
                    <a:pt x="207" y="37"/>
                    <a:pt x="174" y="17"/>
                  </a:cubicBezTo>
                  <a:cubicBezTo>
                    <a:pt x="174" y="17"/>
                    <a:pt x="174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2" name="Google Shape;20452;p54"/>
            <p:cNvSpPr/>
            <p:nvPr/>
          </p:nvSpPr>
          <p:spPr>
            <a:xfrm>
              <a:off x="4602850" y="2896125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87" y="0"/>
                  </a:moveTo>
                  <a:cubicBezTo>
                    <a:pt x="70" y="0"/>
                    <a:pt x="37" y="17"/>
                    <a:pt x="17" y="50"/>
                  </a:cubicBezTo>
                  <a:cubicBezTo>
                    <a:pt x="0" y="83"/>
                    <a:pt x="0" y="120"/>
                    <a:pt x="0" y="153"/>
                  </a:cubicBezTo>
                  <a:cubicBezTo>
                    <a:pt x="0" y="186"/>
                    <a:pt x="17" y="223"/>
                    <a:pt x="37" y="239"/>
                  </a:cubicBezTo>
                  <a:cubicBezTo>
                    <a:pt x="70" y="256"/>
                    <a:pt x="87" y="256"/>
                    <a:pt x="120" y="256"/>
                  </a:cubicBezTo>
                  <a:cubicBezTo>
                    <a:pt x="190" y="239"/>
                    <a:pt x="223" y="186"/>
                    <a:pt x="223" y="103"/>
                  </a:cubicBezTo>
                  <a:cubicBezTo>
                    <a:pt x="206" y="66"/>
                    <a:pt x="190" y="50"/>
                    <a:pt x="173" y="17"/>
                  </a:cubicBezTo>
                  <a:lnTo>
                    <a:pt x="157" y="17"/>
                  </a:lnTo>
                  <a:cubicBezTo>
                    <a:pt x="120" y="0"/>
                    <a:pt x="103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3" name="Google Shape;20453;p54"/>
            <p:cNvSpPr/>
            <p:nvPr/>
          </p:nvSpPr>
          <p:spPr>
            <a:xfrm>
              <a:off x="4588300" y="289745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11" y="0"/>
                  </a:moveTo>
                  <a:cubicBezTo>
                    <a:pt x="71" y="0"/>
                    <a:pt x="29" y="32"/>
                    <a:pt x="17" y="83"/>
                  </a:cubicBezTo>
                  <a:cubicBezTo>
                    <a:pt x="1" y="100"/>
                    <a:pt x="1" y="116"/>
                    <a:pt x="1" y="133"/>
                  </a:cubicBezTo>
                  <a:cubicBezTo>
                    <a:pt x="1" y="186"/>
                    <a:pt x="34" y="236"/>
                    <a:pt x="67" y="257"/>
                  </a:cubicBezTo>
                  <a:cubicBezTo>
                    <a:pt x="81" y="261"/>
                    <a:pt x="94" y="263"/>
                    <a:pt x="105" y="263"/>
                  </a:cubicBezTo>
                  <a:cubicBezTo>
                    <a:pt x="138" y="263"/>
                    <a:pt x="162" y="247"/>
                    <a:pt x="186" y="219"/>
                  </a:cubicBezTo>
                  <a:cubicBezTo>
                    <a:pt x="207" y="219"/>
                    <a:pt x="207" y="203"/>
                    <a:pt x="223" y="170"/>
                  </a:cubicBezTo>
                  <a:cubicBezTo>
                    <a:pt x="240" y="116"/>
                    <a:pt x="207" y="30"/>
                    <a:pt x="153" y="13"/>
                  </a:cubicBezTo>
                  <a:cubicBezTo>
                    <a:pt x="140" y="5"/>
                    <a:pt x="126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4" name="Google Shape;20454;p54"/>
            <p:cNvSpPr/>
            <p:nvPr/>
          </p:nvSpPr>
          <p:spPr>
            <a:xfrm>
              <a:off x="4592525" y="3007150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26" y="1"/>
                  </a:moveTo>
                  <a:cubicBezTo>
                    <a:pt x="117" y="1"/>
                    <a:pt x="109" y="2"/>
                    <a:pt x="104" y="8"/>
                  </a:cubicBezTo>
                  <a:cubicBezTo>
                    <a:pt x="54" y="8"/>
                    <a:pt x="1" y="74"/>
                    <a:pt x="17" y="144"/>
                  </a:cubicBezTo>
                  <a:cubicBezTo>
                    <a:pt x="17" y="177"/>
                    <a:pt x="38" y="214"/>
                    <a:pt x="71" y="231"/>
                  </a:cubicBezTo>
                  <a:cubicBezTo>
                    <a:pt x="87" y="247"/>
                    <a:pt x="120" y="264"/>
                    <a:pt x="141" y="264"/>
                  </a:cubicBezTo>
                  <a:cubicBezTo>
                    <a:pt x="207" y="247"/>
                    <a:pt x="244" y="177"/>
                    <a:pt x="244" y="111"/>
                  </a:cubicBezTo>
                  <a:cubicBezTo>
                    <a:pt x="224" y="74"/>
                    <a:pt x="224" y="41"/>
                    <a:pt x="191" y="24"/>
                  </a:cubicBezTo>
                  <a:lnTo>
                    <a:pt x="174" y="8"/>
                  </a:lnTo>
                  <a:cubicBezTo>
                    <a:pt x="163" y="8"/>
                    <a:pt x="143" y="1"/>
                    <a:pt x="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5" name="Google Shape;20455;p54"/>
            <p:cNvSpPr/>
            <p:nvPr/>
          </p:nvSpPr>
          <p:spPr>
            <a:xfrm>
              <a:off x="4587375" y="3022800"/>
              <a:ext cx="6525" cy="6575"/>
            </a:xfrm>
            <a:custGeom>
              <a:avLst/>
              <a:gdLst/>
              <a:ahLst/>
              <a:cxnLst/>
              <a:rect l="l" t="t" r="r" b="b"/>
              <a:pathLst>
                <a:path w="261" h="263" extrusionOk="0">
                  <a:moveTo>
                    <a:pt x="141" y="0"/>
                  </a:moveTo>
                  <a:cubicBezTo>
                    <a:pt x="104" y="0"/>
                    <a:pt x="87" y="17"/>
                    <a:pt x="54" y="33"/>
                  </a:cubicBezTo>
                  <a:cubicBezTo>
                    <a:pt x="17" y="87"/>
                    <a:pt x="1" y="153"/>
                    <a:pt x="38" y="223"/>
                  </a:cubicBezTo>
                  <a:cubicBezTo>
                    <a:pt x="71" y="239"/>
                    <a:pt x="87" y="256"/>
                    <a:pt x="120" y="256"/>
                  </a:cubicBezTo>
                  <a:cubicBezTo>
                    <a:pt x="126" y="261"/>
                    <a:pt x="133" y="263"/>
                    <a:pt x="141" y="263"/>
                  </a:cubicBezTo>
                  <a:cubicBezTo>
                    <a:pt x="159" y="263"/>
                    <a:pt x="179" y="251"/>
                    <a:pt x="190" y="239"/>
                  </a:cubicBezTo>
                  <a:cubicBezTo>
                    <a:pt x="244" y="190"/>
                    <a:pt x="260" y="103"/>
                    <a:pt x="207" y="50"/>
                  </a:cubicBezTo>
                  <a:cubicBezTo>
                    <a:pt x="207" y="33"/>
                    <a:pt x="190" y="17"/>
                    <a:pt x="174" y="17"/>
                  </a:cubicBezTo>
                  <a:cubicBezTo>
                    <a:pt x="157" y="17"/>
                    <a:pt x="157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6" name="Google Shape;20456;p54"/>
            <p:cNvSpPr/>
            <p:nvPr/>
          </p:nvSpPr>
          <p:spPr>
            <a:xfrm>
              <a:off x="4732600" y="3014150"/>
              <a:ext cx="6025" cy="6675"/>
            </a:xfrm>
            <a:custGeom>
              <a:avLst/>
              <a:gdLst/>
              <a:ahLst/>
              <a:cxnLst/>
              <a:rect l="l" t="t" r="r" b="b"/>
              <a:pathLst>
                <a:path w="241" h="267" extrusionOk="0">
                  <a:moveTo>
                    <a:pt x="104" y="0"/>
                  </a:moveTo>
                  <a:cubicBezTo>
                    <a:pt x="34" y="21"/>
                    <a:pt x="1" y="87"/>
                    <a:pt x="17" y="157"/>
                  </a:cubicBezTo>
                  <a:cubicBezTo>
                    <a:pt x="17" y="190"/>
                    <a:pt x="34" y="227"/>
                    <a:pt x="50" y="243"/>
                  </a:cubicBezTo>
                  <a:cubicBezTo>
                    <a:pt x="74" y="255"/>
                    <a:pt x="91" y="267"/>
                    <a:pt x="111" y="267"/>
                  </a:cubicBezTo>
                  <a:cubicBezTo>
                    <a:pt x="119" y="267"/>
                    <a:pt x="127" y="265"/>
                    <a:pt x="137" y="260"/>
                  </a:cubicBezTo>
                  <a:cubicBezTo>
                    <a:pt x="186" y="260"/>
                    <a:pt x="240" y="190"/>
                    <a:pt x="224" y="124"/>
                  </a:cubicBezTo>
                  <a:cubicBezTo>
                    <a:pt x="224" y="87"/>
                    <a:pt x="207" y="54"/>
                    <a:pt x="186" y="37"/>
                  </a:cubicBezTo>
                  <a:cubicBezTo>
                    <a:pt x="170" y="21"/>
                    <a:pt x="170" y="21"/>
                    <a:pt x="153" y="21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7" name="Google Shape;20457;p54"/>
            <p:cNvSpPr/>
            <p:nvPr/>
          </p:nvSpPr>
          <p:spPr>
            <a:xfrm>
              <a:off x="4717975" y="3015475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120" y="1"/>
                  </a:moveTo>
                  <a:cubicBezTo>
                    <a:pt x="104" y="1"/>
                    <a:pt x="87" y="17"/>
                    <a:pt x="50" y="17"/>
                  </a:cubicBezTo>
                  <a:cubicBezTo>
                    <a:pt x="17" y="34"/>
                    <a:pt x="0" y="87"/>
                    <a:pt x="0" y="153"/>
                  </a:cubicBezTo>
                  <a:cubicBezTo>
                    <a:pt x="17" y="190"/>
                    <a:pt x="33" y="223"/>
                    <a:pt x="50" y="240"/>
                  </a:cubicBezTo>
                  <a:cubicBezTo>
                    <a:pt x="87" y="256"/>
                    <a:pt x="104" y="256"/>
                    <a:pt x="137" y="256"/>
                  </a:cubicBezTo>
                  <a:cubicBezTo>
                    <a:pt x="153" y="256"/>
                    <a:pt x="190" y="240"/>
                    <a:pt x="207" y="207"/>
                  </a:cubicBezTo>
                  <a:cubicBezTo>
                    <a:pt x="223" y="174"/>
                    <a:pt x="223" y="137"/>
                    <a:pt x="223" y="104"/>
                  </a:cubicBezTo>
                  <a:cubicBezTo>
                    <a:pt x="223" y="71"/>
                    <a:pt x="207" y="50"/>
                    <a:pt x="174" y="17"/>
                  </a:cubicBezTo>
                  <a:cubicBezTo>
                    <a:pt x="174" y="17"/>
                    <a:pt x="15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8" name="Google Shape;20458;p54"/>
            <p:cNvSpPr/>
            <p:nvPr/>
          </p:nvSpPr>
          <p:spPr>
            <a:xfrm>
              <a:off x="4702925" y="3017650"/>
              <a:ext cx="5600" cy="6000"/>
            </a:xfrm>
            <a:custGeom>
              <a:avLst/>
              <a:gdLst/>
              <a:ahLst/>
              <a:cxnLst/>
              <a:rect l="l" t="t" r="r" b="b"/>
              <a:pathLst>
                <a:path w="224" h="240" extrusionOk="0">
                  <a:moveTo>
                    <a:pt x="54" y="0"/>
                  </a:moveTo>
                  <a:cubicBezTo>
                    <a:pt x="34" y="0"/>
                    <a:pt x="34" y="17"/>
                    <a:pt x="17" y="33"/>
                  </a:cubicBezTo>
                  <a:cubicBezTo>
                    <a:pt x="1" y="50"/>
                    <a:pt x="1" y="87"/>
                    <a:pt x="1" y="120"/>
                  </a:cubicBezTo>
                  <a:cubicBezTo>
                    <a:pt x="1" y="153"/>
                    <a:pt x="17" y="190"/>
                    <a:pt x="54" y="206"/>
                  </a:cubicBezTo>
                  <a:cubicBezTo>
                    <a:pt x="71" y="239"/>
                    <a:pt x="104" y="239"/>
                    <a:pt x="120" y="239"/>
                  </a:cubicBezTo>
                  <a:cubicBezTo>
                    <a:pt x="190" y="223"/>
                    <a:pt x="223" y="153"/>
                    <a:pt x="223" y="87"/>
                  </a:cubicBezTo>
                  <a:cubicBezTo>
                    <a:pt x="223" y="50"/>
                    <a:pt x="207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9" name="Google Shape;20459;p54"/>
            <p:cNvSpPr/>
            <p:nvPr/>
          </p:nvSpPr>
          <p:spPr>
            <a:xfrm>
              <a:off x="4608000" y="288065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3" y="1"/>
                  </a:moveTo>
                  <a:cubicBezTo>
                    <a:pt x="37" y="17"/>
                    <a:pt x="0" y="67"/>
                    <a:pt x="0" y="153"/>
                  </a:cubicBezTo>
                  <a:cubicBezTo>
                    <a:pt x="17" y="186"/>
                    <a:pt x="37" y="207"/>
                    <a:pt x="54" y="240"/>
                  </a:cubicBezTo>
                  <a:cubicBezTo>
                    <a:pt x="70" y="256"/>
                    <a:pt x="103" y="256"/>
                    <a:pt x="141" y="256"/>
                  </a:cubicBezTo>
                  <a:cubicBezTo>
                    <a:pt x="190" y="240"/>
                    <a:pt x="244" y="170"/>
                    <a:pt x="223" y="104"/>
                  </a:cubicBezTo>
                  <a:cubicBezTo>
                    <a:pt x="223" y="67"/>
                    <a:pt x="190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0" name="Google Shape;20460;p54"/>
            <p:cNvSpPr/>
            <p:nvPr/>
          </p:nvSpPr>
          <p:spPr>
            <a:xfrm>
              <a:off x="4710250" y="30320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46" y="1"/>
                  </a:moveTo>
                  <a:cubicBezTo>
                    <a:pt x="98" y="1"/>
                    <a:pt x="47" y="33"/>
                    <a:pt x="33" y="75"/>
                  </a:cubicBezTo>
                  <a:cubicBezTo>
                    <a:pt x="0" y="145"/>
                    <a:pt x="33" y="231"/>
                    <a:pt x="87" y="248"/>
                  </a:cubicBezTo>
                  <a:cubicBezTo>
                    <a:pt x="103" y="264"/>
                    <a:pt x="120" y="264"/>
                    <a:pt x="136" y="264"/>
                  </a:cubicBezTo>
                  <a:cubicBezTo>
                    <a:pt x="190" y="248"/>
                    <a:pt x="223" y="231"/>
                    <a:pt x="239" y="178"/>
                  </a:cubicBezTo>
                  <a:cubicBezTo>
                    <a:pt x="239" y="128"/>
                    <a:pt x="239" y="75"/>
                    <a:pt x="206" y="42"/>
                  </a:cubicBezTo>
                  <a:cubicBezTo>
                    <a:pt x="206" y="25"/>
                    <a:pt x="190" y="25"/>
                    <a:pt x="173" y="5"/>
                  </a:cubicBezTo>
                  <a:cubicBezTo>
                    <a:pt x="165" y="2"/>
                    <a:pt x="155" y="1"/>
                    <a:pt x="1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1" name="Google Shape;20461;p54"/>
            <p:cNvSpPr/>
            <p:nvPr/>
          </p:nvSpPr>
          <p:spPr>
            <a:xfrm>
              <a:off x="4724875" y="303135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20" y="1"/>
                  </a:moveTo>
                  <a:cubicBezTo>
                    <a:pt x="83" y="1"/>
                    <a:pt x="67" y="17"/>
                    <a:pt x="34" y="34"/>
                  </a:cubicBezTo>
                  <a:cubicBezTo>
                    <a:pt x="17" y="54"/>
                    <a:pt x="1" y="87"/>
                    <a:pt x="1" y="120"/>
                  </a:cubicBezTo>
                  <a:cubicBezTo>
                    <a:pt x="1" y="157"/>
                    <a:pt x="1" y="190"/>
                    <a:pt x="17" y="223"/>
                  </a:cubicBezTo>
                  <a:cubicBezTo>
                    <a:pt x="50" y="240"/>
                    <a:pt x="67" y="260"/>
                    <a:pt x="104" y="260"/>
                  </a:cubicBezTo>
                  <a:cubicBezTo>
                    <a:pt x="108" y="265"/>
                    <a:pt x="115" y="267"/>
                    <a:pt x="122" y="267"/>
                  </a:cubicBezTo>
                  <a:cubicBezTo>
                    <a:pt x="139" y="267"/>
                    <a:pt x="163" y="254"/>
                    <a:pt x="186" y="240"/>
                  </a:cubicBezTo>
                  <a:cubicBezTo>
                    <a:pt x="223" y="190"/>
                    <a:pt x="240" y="104"/>
                    <a:pt x="186" y="54"/>
                  </a:cubicBezTo>
                  <a:cubicBezTo>
                    <a:pt x="186" y="34"/>
                    <a:pt x="170" y="17"/>
                    <a:pt x="153" y="17"/>
                  </a:cubicBezTo>
                  <a:cubicBezTo>
                    <a:pt x="137" y="17"/>
                    <a:pt x="13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2" name="Google Shape;20462;p54"/>
            <p:cNvSpPr/>
            <p:nvPr/>
          </p:nvSpPr>
          <p:spPr>
            <a:xfrm>
              <a:off x="4580075" y="2793050"/>
              <a:ext cx="6100" cy="4425"/>
            </a:xfrm>
            <a:custGeom>
              <a:avLst/>
              <a:gdLst/>
              <a:ahLst/>
              <a:cxnLst/>
              <a:rect l="l" t="t" r="r" b="b"/>
              <a:pathLst>
                <a:path w="244" h="177" extrusionOk="0">
                  <a:moveTo>
                    <a:pt x="227" y="0"/>
                  </a:moveTo>
                  <a:lnTo>
                    <a:pt x="227" y="0"/>
                  </a:lnTo>
                  <a:cubicBezTo>
                    <a:pt x="157" y="17"/>
                    <a:pt x="70" y="33"/>
                    <a:pt x="0" y="50"/>
                  </a:cubicBezTo>
                  <a:cubicBezTo>
                    <a:pt x="0" y="83"/>
                    <a:pt x="21" y="103"/>
                    <a:pt x="37" y="136"/>
                  </a:cubicBezTo>
                  <a:cubicBezTo>
                    <a:pt x="54" y="153"/>
                    <a:pt x="70" y="169"/>
                    <a:pt x="103" y="169"/>
                  </a:cubicBezTo>
                  <a:cubicBezTo>
                    <a:pt x="114" y="174"/>
                    <a:pt x="123" y="176"/>
                    <a:pt x="131" y="176"/>
                  </a:cubicBezTo>
                  <a:cubicBezTo>
                    <a:pt x="151" y="176"/>
                    <a:pt x="166" y="165"/>
                    <a:pt x="190" y="153"/>
                  </a:cubicBezTo>
                  <a:cubicBezTo>
                    <a:pt x="227" y="120"/>
                    <a:pt x="243" y="50"/>
                    <a:pt x="2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3" name="Google Shape;20463;p54"/>
            <p:cNvSpPr/>
            <p:nvPr/>
          </p:nvSpPr>
          <p:spPr>
            <a:xfrm>
              <a:off x="4939175" y="297425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3" y="0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17" y="190"/>
                    <a:pt x="17" y="223"/>
                    <a:pt x="50" y="240"/>
                  </a:cubicBezTo>
                  <a:cubicBezTo>
                    <a:pt x="61" y="251"/>
                    <a:pt x="83" y="265"/>
                    <a:pt x="106" y="265"/>
                  </a:cubicBezTo>
                  <a:cubicBezTo>
                    <a:pt x="116" y="265"/>
                    <a:pt x="126" y="262"/>
                    <a:pt x="136" y="256"/>
                  </a:cubicBezTo>
                  <a:cubicBezTo>
                    <a:pt x="190" y="256"/>
                    <a:pt x="239" y="190"/>
                    <a:pt x="223" y="120"/>
                  </a:cubicBezTo>
                  <a:cubicBezTo>
                    <a:pt x="223" y="87"/>
                    <a:pt x="206" y="50"/>
                    <a:pt x="169" y="33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4" name="Google Shape;20464;p54"/>
            <p:cNvSpPr/>
            <p:nvPr/>
          </p:nvSpPr>
          <p:spPr>
            <a:xfrm>
              <a:off x="4969675" y="30163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50" y="1"/>
                    <a:pt x="1" y="71"/>
                    <a:pt x="17" y="141"/>
                  </a:cubicBezTo>
                  <a:cubicBezTo>
                    <a:pt x="17" y="190"/>
                    <a:pt x="34" y="223"/>
                    <a:pt x="67" y="244"/>
                  </a:cubicBezTo>
                  <a:cubicBezTo>
                    <a:pt x="83" y="260"/>
                    <a:pt x="120" y="260"/>
                    <a:pt x="137" y="260"/>
                  </a:cubicBezTo>
                  <a:cubicBezTo>
                    <a:pt x="170" y="244"/>
                    <a:pt x="186" y="223"/>
                    <a:pt x="223" y="207"/>
                  </a:cubicBezTo>
                  <a:cubicBezTo>
                    <a:pt x="240" y="174"/>
                    <a:pt x="240" y="141"/>
                    <a:pt x="240" y="104"/>
                  </a:cubicBezTo>
                  <a:cubicBezTo>
                    <a:pt x="223" y="71"/>
                    <a:pt x="207" y="38"/>
                    <a:pt x="186" y="17"/>
                  </a:cubicBezTo>
                  <a:lnTo>
                    <a:pt x="17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5" name="Google Shape;20465;p54"/>
            <p:cNvSpPr/>
            <p:nvPr/>
          </p:nvSpPr>
          <p:spPr>
            <a:xfrm>
              <a:off x="4787550" y="301930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4" y="0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17" y="190"/>
                    <a:pt x="33" y="227"/>
                    <a:pt x="50" y="243"/>
                  </a:cubicBezTo>
                  <a:cubicBezTo>
                    <a:pt x="64" y="255"/>
                    <a:pt x="85" y="267"/>
                    <a:pt x="108" y="267"/>
                  </a:cubicBezTo>
                  <a:cubicBezTo>
                    <a:pt x="117" y="267"/>
                    <a:pt x="127" y="265"/>
                    <a:pt x="136" y="260"/>
                  </a:cubicBezTo>
                  <a:cubicBezTo>
                    <a:pt x="190" y="260"/>
                    <a:pt x="240" y="190"/>
                    <a:pt x="223" y="124"/>
                  </a:cubicBezTo>
                  <a:cubicBezTo>
                    <a:pt x="223" y="87"/>
                    <a:pt x="207" y="54"/>
                    <a:pt x="190" y="37"/>
                  </a:cubicBezTo>
                  <a:cubicBezTo>
                    <a:pt x="174" y="21"/>
                    <a:pt x="174" y="21"/>
                    <a:pt x="153" y="21"/>
                  </a:cubicBezTo>
                  <a:cubicBezTo>
                    <a:pt x="136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6" name="Google Shape;20466;p54"/>
            <p:cNvSpPr/>
            <p:nvPr/>
          </p:nvSpPr>
          <p:spPr>
            <a:xfrm>
              <a:off x="4866100" y="2941150"/>
              <a:ext cx="5675" cy="6525"/>
            </a:xfrm>
            <a:custGeom>
              <a:avLst/>
              <a:gdLst/>
              <a:ahLst/>
              <a:cxnLst/>
              <a:rect l="l" t="t" r="r" b="b"/>
              <a:pathLst>
                <a:path w="227" h="261" extrusionOk="0">
                  <a:moveTo>
                    <a:pt x="103" y="1"/>
                  </a:moveTo>
                  <a:cubicBezTo>
                    <a:pt x="37" y="1"/>
                    <a:pt x="0" y="71"/>
                    <a:pt x="0" y="137"/>
                  </a:cubicBezTo>
                  <a:cubicBezTo>
                    <a:pt x="0" y="174"/>
                    <a:pt x="21" y="207"/>
                    <a:pt x="54" y="224"/>
                  </a:cubicBezTo>
                  <a:cubicBezTo>
                    <a:pt x="70" y="261"/>
                    <a:pt x="103" y="261"/>
                    <a:pt x="124" y="261"/>
                  </a:cubicBezTo>
                  <a:cubicBezTo>
                    <a:pt x="190" y="240"/>
                    <a:pt x="227" y="174"/>
                    <a:pt x="227" y="104"/>
                  </a:cubicBezTo>
                  <a:cubicBezTo>
                    <a:pt x="227" y="71"/>
                    <a:pt x="206" y="34"/>
                    <a:pt x="173" y="17"/>
                  </a:cubicBez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7" name="Google Shape;20467;p54"/>
            <p:cNvSpPr/>
            <p:nvPr/>
          </p:nvSpPr>
          <p:spPr>
            <a:xfrm>
              <a:off x="4787550" y="2974650"/>
              <a:ext cx="5175" cy="4525"/>
            </a:xfrm>
            <a:custGeom>
              <a:avLst/>
              <a:gdLst/>
              <a:ahLst/>
              <a:cxnLst/>
              <a:rect l="l" t="t" r="r" b="b"/>
              <a:pathLst>
                <a:path w="207" h="181" extrusionOk="0">
                  <a:moveTo>
                    <a:pt x="190" y="1"/>
                  </a:moveTo>
                  <a:cubicBezTo>
                    <a:pt x="120" y="55"/>
                    <a:pt x="71" y="88"/>
                    <a:pt x="0" y="137"/>
                  </a:cubicBezTo>
                  <a:lnTo>
                    <a:pt x="17" y="158"/>
                  </a:lnTo>
                  <a:cubicBezTo>
                    <a:pt x="29" y="169"/>
                    <a:pt x="51" y="181"/>
                    <a:pt x="74" y="181"/>
                  </a:cubicBezTo>
                  <a:cubicBezTo>
                    <a:pt x="84" y="181"/>
                    <a:pt x="94" y="179"/>
                    <a:pt x="104" y="174"/>
                  </a:cubicBezTo>
                  <a:cubicBezTo>
                    <a:pt x="153" y="174"/>
                    <a:pt x="207" y="104"/>
                    <a:pt x="190" y="34"/>
                  </a:cubicBezTo>
                  <a:lnTo>
                    <a:pt x="19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8" name="Google Shape;20468;p54"/>
            <p:cNvSpPr/>
            <p:nvPr/>
          </p:nvSpPr>
          <p:spPr>
            <a:xfrm>
              <a:off x="4896600" y="29828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4" y="1"/>
                  </a:moveTo>
                  <a:cubicBezTo>
                    <a:pt x="54" y="17"/>
                    <a:pt x="0" y="87"/>
                    <a:pt x="17" y="157"/>
                  </a:cubicBezTo>
                  <a:cubicBezTo>
                    <a:pt x="17" y="190"/>
                    <a:pt x="38" y="223"/>
                    <a:pt x="71" y="244"/>
                  </a:cubicBezTo>
                  <a:cubicBezTo>
                    <a:pt x="87" y="260"/>
                    <a:pt x="120" y="260"/>
                    <a:pt x="141" y="260"/>
                  </a:cubicBezTo>
                  <a:cubicBezTo>
                    <a:pt x="174" y="260"/>
                    <a:pt x="190" y="244"/>
                    <a:pt x="207" y="207"/>
                  </a:cubicBezTo>
                  <a:cubicBezTo>
                    <a:pt x="223" y="174"/>
                    <a:pt x="244" y="141"/>
                    <a:pt x="244" y="104"/>
                  </a:cubicBezTo>
                  <a:cubicBezTo>
                    <a:pt x="223" y="71"/>
                    <a:pt x="207" y="54"/>
                    <a:pt x="190" y="17"/>
                  </a:cubicBezTo>
                  <a:cubicBezTo>
                    <a:pt x="174" y="17"/>
                    <a:pt x="174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9" name="Google Shape;20469;p54"/>
            <p:cNvSpPr/>
            <p:nvPr/>
          </p:nvSpPr>
          <p:spPr>
            <a:xfrm>
              <a:off x="4567700" y="2872425"/>
              <a:ext cx="5575" cy="6675"/>
            </a:xfrm>
            <a:custGeom>
              <a:avLst/>
              <a:gdLst/>
              <a:ahLst/>
              <a:cxnLst/>
              <a:rect l="l" t="t" r="r" b="b"/>
              <a:pathLst>
                <a:path w="223" h="267" extrusionOk="0">
                  <a:moveTo>
                    <a:pt x="83" y="0"/>
                  </a:moveTo>
                  <a:cubicBezTo>
                    <a:pt x="66" y="21"/>
                    <a:pt x="33" y="37"/>
                    <a:pt x="17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0" y="190"/>
                    <a:pt x="17" y="227"/>
                    <a:pt x="33" y="243"/>
                  </a:cubicBezTo>
                  <a:cubicBezTo>
                    <a:pt x="57" y="255"/>
                    <a:pt x="82" y="267"/>
                    <a:pt x="101" y="267"/>
                  </a:cubicBezTo>
                  <a:cubicBezTo>
                    <a:pt x="108" y="267"/>
                    <a:pt x="115" y="265"/>
                    <a:pt x="120" y="260"/>
                  </a:cubicBezTo>
                  <a:cubicBezTo>
                    <a:pt x="186" y="260"/>
                    <a:pt x="223" y="190"/>
                    <a:pt x="223" y="124"/>
                  </a:cubicBezTo>
                  <a:cubicBezTo>
                    <a:pt x="206" y="87"/>
                    <a:pt x="186" y="54"/>
                    <a:pt x="169" y="37"/>
                  </a:cubicBezTo>
                  <a:cubicBezTo>
                    <a:pt x="169" y="21"/>
                    <a:pt x="153" y="21"/>
                    <a:pt x="153" y="21"/>
                  </a:cubicBezTo>
                  <a:cubicBezTo>
                    <a:pt x="136" y="0"/>
                    <a:pt x="103" y="0"/>
                    <a:pt x="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0" name="Google Shape;20470;p54"/>
            <p:cNvSpPr/>
            <p:nvPr/>
          </p:nvSpPr>
          <p:spPr>
            <a:xfrm>
              <a:off x="4690050" y="302345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8" y="0"/>
                  </a:moveTo>
                  <a:cubicBezTo>
                    <a:pt x="85" y="0"/>
                    <a:pt x="65" y="12"/>
                    <a:pt x="54" y="24"/>
                  </a:cubicBezTo>
                  <a:cubicBezTo>
                    <a:pt x="33" y="40"/>
                    <a:pt x="17" y="77"/>
                    <a:pt x="17" y="110"/>
                  </a:cubicBezTo>
                  <a:cubicBezTo>
                    <a:pt x="0" y="143"/>
                    <a:pt x="17" y="180"/>
                    <a:pt x="33" y="213"/>
                  </a:cubicBezTo>
                  <a:cubicBezTo>
                    <a:pt x="54" y="244"/>
                    <a:pt x="85" y="263"/>
                    <a:pt x="118" y="263"/>
                  </a:cubicBezTo>
                  <a:cubicBezTo>
                    <a:pt x="142" y="263"/>
                    <a:pt x="167" y="253"/>
                    <a:pt x="190" y="230"/>
                  </a:cubicBezTo>
                  <a:cubicBezTo>
                    <a:pt x="239" y="180"/>
                    <a:pt x="239" y="110"/>
                    <a:pt x="206" y="40"/>
                  </a:cubicBezTo>
                  <a:cubicBezTo>
                    <a:pt x="190" y="24"/>
                    <a:pt x="173" y="7"/>
                    <a:pt x="157" y="7"/>
                  </a:cubicBezTo>
                  <a:lnTo>
                    <a:pt x="136" y="7"/>
                  </a:lnTo>
                  <a:cubicBezTo>
                    <a:pt x="127" y="2"/>
                    <a:pt x="117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1" name="Google Shape;20471;p54"/>
            <p:cNvSpPr/>
            <p:nvPr/>
          </p:nvSpPr>
          <p:spPr>
            <a:xfrm>
              <a:off x="4606750" y="280242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4" y="1"/>
                  </a:moveTo>
                  <a:cubicBezTo>
                    <a:pt x="67" y="17"/>
                    <a:pt x="50" y="38"/>
                    <a:pt x="34" y="54"/>
                  </a:cubicBezTo>
                  <a:cubicBezTo>
                    <a:pt x="17" y="87"/>
                    <a:pt x="1" y="120"/>
                    <a:pt x="1" y="157"/>
                  </a:cubicBezTo>
                  <a:cubicBezTo>
                    <a:pt x="17" y="190"/>
                    <a:pt x="34" y="223"/>
                    <a:pt x="50" y="244"/>
                  </a:cubicBezTo>
                  <a:cubicBezTo>
                    <a:pt x="62" y="255"/>
                    <a:pt x="84" y="267"/>
                    <a:pt x="107" y="267"/>
                  </a:cubicBezTo>
                  <a:cubicBezTo>
                    <a:pt x="117" y="267"/>
                    <a:pt x="127" y="265"/>
                    <a:pt x="137" y="260"/>
                  </a:cubicBezTo>
                  <a:cubicBezTo>
                    <a:pt x="191" y="260"/>
                    <a:pt x="240" y="190"/>
                    <a:pt x="223" y="120"/>
                  </a:cubicBezTo>
                  <a:cubicBezTo>
                    <a:pt x="223" y="87"/>
                    <a:pt x="207" y="54"/>
                    <a:pt x="191" y="38"/>
                  </a:cubicBezTo>
                  <a:cubicBezTo>
                    <a:pt x="170" y="17"/>
                    <a:pt x="170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2" name="Google Shape;20472;p54"/>
            <p:cNvSpPr/>
            <p:nvPr/>
          </p:nvSpPr>
          <p:spPr>
            <a:xfrm>
              <a:off x="4954225" y="2975175"/>
              <a:ext cx="6400" cy="6525"/>
            </a:xfrm>
            <a:custGeom>
              <a:avLst/>
              <a:gdLst/>
              <a:ahLst/>
              <a:cxnLst/>
              <a:rect l="l" t="t" r="r" b="b"/>
              <a:pathLst>
                <a:path w="256" h="261" extrusionOk="0">
                  <a:moveTo>
                    <a:pt x="119" y="0"/>
                  </a:moveTo>
                  <a:cubicBezTo>
                    <a:pt x="76" y="0"/>
                    <a:pt x="41" y="32"/>
                    <a:pt x="17" y="83"/>
                  </a:cubicBezTo>
                  <a:cubicBezTo>
                    <a:pt x="0" y="153"/>
                    <a:pt x="33" y="219"/>
                    <a:pt x="83" y="256"/>
                  </a:cubicBezTo>
                  <a:cubicBezTo>
                    <a:pt x="92" y="259"/>
                    <a:pt x="101" y="260"/>
                    <a:pt x="111" y="260"/>
                  </a:cubicBezTo>
                  <a:cubicBezTo>
                    <a:pt x="159" y="260"/>
                    <a:pt x="209" y="228"/>
                    <a:pt x="223" y="170"/>
                  </a:cubicBezTo>
                  <a:cubicBezTo>
                    <a:pt x="256" y="116"/>
                    <a:pt x="223" y="34"/>
                    <a:pt x="169" y="13"/>
                  </a:cubicBezTo>
                  <a:cubicBezTo>
                    <a:pt x="152" y="4"/>
                    <a:pt x="135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3" name="Google Shape;20473;p54"/>
            <p:cNvSpPr/>
            <p:nvPr/>
          </p:nvSpPr>
          <p:spPr>
            <a:xfrm>
              <a:off x="4760025" y="3006925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04" y="0"/>
                  </a:moveTo>
                  <a:cubicBezTo>
                    <a:pt x="54" y="17"/>
                    <a:pt x="1" y="83"/>
                    <a:pt x="17" y="153"/>
                  </a:cubicBezTo>
                  <a:cubicBezTo>
                    <a:pt x="17" y="186"/>
                    <a:pt x="38" y="223"/>
                    <a:pt x="54" y="240"/>
                  </a:cubicBezTo>
                  <a:cubicBezTo>
                    <a:pt x="78" y="251"/>
                    <a:pt x="93" y="263"/>
                    <a:pt x="113" y="263"/>
                  </a:cubicBezTo>
                  <a:cubicBezTo>
                    <a:pt x="121" y="263"/>
                    <a:pt x="130" y="261"/>
                    <a:pt x="141" y="256"/>
                  </a:cubicBezTo>
                  <a:cubicBezTo>
                    <a:pt x="207" y="256"/>
                    <a:pt x="244" y="186"/>
                    <a:pt x="223" y="120"/>
                  </a:cubicBezTo>
                  <a:cubicBezTo>
                    <a:pt x="223" y="83"/>
                    <a:pt x="207" y="50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4" name="Google Shape;20474;p54"/>
            <p:cNvSpPr/>
            <p:nvPr/>
          </p:nvSpPr>
          <p:spPr>
            <a:xfrm>
              <a:off x="4623875" y="2784275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39" y="1"/>
                  </a:moveTo>
                  <a:cubicBezTo>
                    <a:pt x="87" y="1"/>
                    <a:pt x="48" y="33"/>
                    <a:pt x="21" y="92"/>
                  </a:cubicBezTo>
                  <a:cubicBezTo>
                    <a:pt x="0" y="162"/>
                    <a:pt x="37" y="228"/>
                    <a:pt x="87" y="248"/>
                  </a:cubicBezTo>
                  <a:cubicBezTo>
                    <a:pt x="103" y="265"/>
                    <a:pt x="124" y="265"/>
                    <a:pt x="140" y="265"/>
                  </a:cubicBezTo>
                  <a:cubicBezTo>
                    <a:pt x="173" y="265"/>
                    <a:pt x="206" y="228"/>
                    <a:pt x="227" y="178"/>
                  </a:cubicBezTo>
                  <a:cubicBezTo>
                    <a:pt x="244" y="125"/>
                    <a:pt x="244" y="75"/>
                    <a:pt x="206" y="42"/>
                  </a:cubicBezTo>
                  <a:cubicBezTo>
                    <a:pt x="190" y="22"/>
                    <a:pt x="190" y="22"/>
                    <a:pt x="173" y="5"/>
                  </a:cubicBezTo>
                  <a:cubicBezTo>
                    <a:pt x="161" y="2"/>
                    <a:pt x="150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5" name="Google Shape;20475;p54"/>
            <p:cNvSpPr/>
            <p:nvPr/>
          </p:nvSpPr>
          <p:spPr>
            <a:xfrm>
              <a:off x="4631600" y="2842925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22" y="0"/>
                  </a:moveTo>
                  <a:cubicBezTo>
                    <a:pt x="78" y="0"/>
                    <a:pt x="45" y="32"/>
                    <a:pt x="21" y="83"/>
                  </a:cubicBezTo>
                  <a:cubicBezTo>
                    <a:pt x="0" y="149"/>
                    <a:pt x="38" y="219"/>
                    <a:pt x="87" y="252"/>
                  </a:cubicBezTo>
                  <a:cubicBezTo>
                    <a:pt x="97" y="256"/>
                    <a:pt x="108" y="258"/>
                    <a:pt x="118" y="258"/>
                  </a:cubicBezTo>
                  <a:cubicBezTo>
                    <a:pt x="164" y="258"/>
                    <a:pt x="210" y="224"/>
                    <a:pt x="227" y="170"/>
                  </a:cubicBezTo>
                  <a:cubicBezTo>
                    <a:pt x="260" y="100"/>
                    <a:pt x="227" y="30"/>
                    <a:pt x="174" y="13"/>
                  </a:cubicBezTo>
                  <a:cubicBezTo>
                    <a:pt x="155" y="4"/>
                    <a:pt x="138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6" name="Google Shape;20476;p54"/>
            <p:cNvSpPr/>
            <p:nvPr/>
          </p:nvSpPr>
          <p:spPr>
            <a:xfrm>
              <a:off x="4628200" y="281315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36" y="0"/>
                  </a:moveTo>
                  <a:cubicBezTo>
                    <a:pt x="120" y="0"/>
                    <a:pt x="87" y="21"/>
                    <a:pt x="71" y="37"/>
                  </a:cubicBezTo>
                  <a:cubicBezTo>
                    <a:pt x="17" y="87"/>
                    <a:pt x="0" y="157"/>
                    <a:pt x="54" y="227"/>
                  </a:cubicBezTo>
                  <a:cubicBezTo>
                    <a:pt x="71" y="244"/>
                    <a:pt x="87" y="260"/>
                    <a:pt x="120" y="260"/>
                  </a:cubicBezTo>
                  <a:cubicBezTo>
                    <a:pt x="131" y="265"/>
                    <a:pt x="140" y="267"/>
                    <a:pt x="148" y="267"/>
                  </a:cubicBezTo>
                  <a:cubicBezTo>
                    <a:pt x="168" y="267"/>
                    <a:pt x="183" y="255"/>
                    <a:pt x="207" y="244"/>
                  </a:cubicBezTo>
                  <a:cubicBezTo>
                    <a:pt x="223" y="207"/>
                    <a:pt x="240" y="190"/>
                    <a:pt x="240" y="157"/>
                  </a:cubicBezTo>
                  <a:cubicBezTo>
                    <a:pt x="240" y="124"/>
                    <a:pt x="240" y="87"/>
                    <a:pt x="223" y="54"/>
                  </a:cubicBezTo>
                  <a:cubicBezTo>
                    <a:pt x="207" y="37"/>
                    <a:pt x="190" y="21"/>
                    <a:pt x="174" y="21"/>
                  </a:cubicBezTo>
                  <a:cubicBezTo>
                    <a:pt x="157" y="21"/>
                    <a:pt x="157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7" name="Google Shape;20477;p54"/>
            <p:cNvSpPr/>
            <p:nvPr/>
          </p:nvSpPr>
          <p:spPr>
            <a:xfrm>
              <a:off x="4638925" y="2827275"/>
              <a:ext cx="6500" cy="6475"/>
            </a:xfrm>
            <a:custGeom>
              <a:avLst/>
              <a:gdLst/>
              <a:ahLst/>
              <a:cxnLst/>
              <a:rect l="l" t="t" r="r" b="b"/>
              <a:pathLst>
                <a:path w="260" h="259" extrusionOk="0">
                  <a:moveTo>
                    <a:pt x="144" y="0"/>
                  </a:moveTo>
                  <a:cubicBezTo>
                    <a:pt x="98" y="0"/>
                    <a:pt x="51" y="30"/>
                    <a:pt x="37" y="74"/>
                  </a:cubicBezTo>
                  <a:cubicBezTo>
                    <a:pt x="0" y="140"/>
                    <a:pt x="37" y="227"/>
                    <a:pt x="87" y="243"/>
                  </a:cubicBezTo>
                  <a:cubicBezTo>
                    <a:pt x="106" y="254"/>
                    <a:pt x="123" y="258"/>
                    <a:pt x="140" y="258"/>
                  </a:cubicBezTo>
                  <a:cubicBezTo>
                    <a:pt x="183" y="258"/>
                    <a:pt x="216" y="225"/>
                    <a:pt x="243" y="177"/>
                  </a:cubicBezTo>
                  <a:cubicBezTo>
                    <a:pt x="260" y="107"/>
                    <a:pt x="223" y="37"/>
                    <a:pt x="173" y="4"/>
                  </a:cubicBezTo>
                  <a:cubicBezTo>
                    <a:pt x="164" y="1"/>
                    <a:pt x="154" y="0"/>
                    <a:pt x="1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8" name="Google Shape;20478;p54"/>
            <p:cNvSpPr/>
            <p:nvPr/>
          </p:nvSpPr>
          <p:spPr>
            <a:xfrm>
              <a:off x="4635525" y="27968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87" y="1"/>
                  </a:moveTo>
                  <a:cubicBezTo>
                    <a:pt x="70" y="1"/>
                    <a:pt x="33" y="17"/>
                    <a:pt x="17" y="55"/>
                  </a:cubicBezTo>
                  <a:cubicBezTo>
                    <a:pt x="0" y="88"/>
                    <a:pt x="0" y="121"/>
                    <a:pt x="0" y="158"/>
                  </a:cubicBezTo>
                  <a:cubicBezTo>
                    <a:pt x="0" y="191"/>
                    <a:pt x="17" y="207"/>
                    <a:pt x="50" y="240"/>
                  </a:cubicBezTo>
                  <a:cubicBezTo>
                    <a:pt x="70" y="261"/>
                    <a:pt x="103" y="261"/>
                    <a:pt x="120" y="261"/>
                  </a:cubicBezTo>
                  <a:cubicBezTo>
                    <a:pt x="190" y="240"/>
                    <a:pt x="223" y="174"/>
                    <a:pt x="223" y="104"/>
                  </a:cubicBezTo>
                  <a:cubicBezTo>
                    <a:pt x="223" y="71"/>
                    <a:pt x="206" y="55"/>
                    <a:pt x="173" y="17"/>
                  </a:cubicBezTo>
                  <a:cubicBezTo>
                    <a:pt x="173" y="17"/>
                    <a:pt x="15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9" name="Google Shape;20479;p54"/>
            <p:cNvSpPr/>
            <p:nvPr/>
          </p:nvSpPr>
          <p:spPr>
            <a:xfrm>
              <a:off x="4638925" y="2873750"/>
              <a:ext cx="6500" cy="6625"/>
            </a:xfrm>
            <a:custGeom>
              <a:avLst/>
              <a:gdLst/>
              <a:ahLst/>
              <a:cxnLst/>
              <a:rect l="l" t="t" r="r" b="b"/>
              <a:pathLst>
                <a:path w="260" h="265" extrusionOk="0">
                  <a:moveTo>
                    <a:pt x="140" y="1"/>
                  </a:moveTo>
                  <a:cubicBezTo>
                    <a:pt x="103" y="1"/>
                    <a:pt x="87" y="17"/>
                    <a:pt x="54" y="34"/>
                  </a:cubicBezTo>
                  <a:cubicBezTo>
                    <a:pt x="0" y="87"/>
                    <a:pt x="0" y="153"/>
                    <a:pt x="37" y="223"/>
                  </a:cubicBezTo>
                  <a:cubicBezTo>
                    <a:pt x="54" y="240"/>
                    <a:pt x="87" y="256"/>
                    <a:pt x="120" y="256"/>
                  </a:cubicBezTo>
                  <a:cubicBezTo>
                    <a:pt x="126" y="262"/>
                    <a:pt x="133" y="265"/>
                    <a:pt x="141" y="265"/>
                  </a:cubicBezTo>
                  <a:cubicBezTo>
                    <a:pt x="159" y="265"/>
                    <a:pt x="178" y="251"/>
                    <a:pt x="190" y="240"/>
                  </a:cubicBezTo>
                  <a:cubicBezTo>
                    <a:pt x="243" y="190"/>
                    <a:pt x="260" y="104"/>
                    <a:pt x="206" y="50"/>
                  </a:cubicBezTo>
                  <a:cubicBezTo>
                    <a:pt x="206" y="34"/>
                    <a:pt x="190" y="17"/>
                    <a:pt x="173" y="17"/>
                  </a:cubicBezTo>
                  <a:cubicBezTo>
                    <a:pt x="157" y="17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0" name="Google Shape;20480;p54"/>
            <p:cNvSpPr/>
            <p:nvPr/>
          </p:nvSpPr>
          <p:spPr>
            <a:xfrm>
              <a:off x="4640675" y="290590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87" y="1"/>
                  </a:moveTo>
                  <a:cubicBezTo>
                    <a:pt x="70" y="1"/>
                    <a:pt x="33" y="38"/>
                    <a:pt x="17" y="55"/>
                  </a:cubicBezTo>
                  <a:cubicBezTo>
                    <a:pt x="0" y="88"/>
                    <a:pt x="0" y="125"/>
                    <a:pt x="0" y="158"/>
                  </a:cubicBezTo>
                  <a:cubicBezTo>
                    <a:pt x="0" y="191"/>
                    <a:pt x="17" y="228"/>
                    <a:pt x="50" y="244"/>
                  </a:cubicBezTo>
                  <a:cubicBezTo>
                    <a:pt x="70" y="261"/>
                    <a:pt x="103" y="261"/>
                    <a:pt x="120" y="261"/>
                  </a:cubicBezTo>
                  <a:cubicBezTo>
                    <a:pt x="190" y="244"/>
                    <a:pt x="223" y="191"/>
                    <a:pt x="223" y="104"/>
                  </a:cubicBezTo>
                  <a:cubicBezTo>
                    <a:pt x="223" y="71"/>
                    <a:pt x="206" y="55"/>
                    <a:pt x="173" y="22"/>
                  </a:cubicBezTo>
                  <a:lnTo>
                    <a:pt x="153" y="22"/>
                  </a:lnTo>
                  <a:cubicBezTo>
                    <a:pt x="136" y="1"/>
                    <a:pt x="120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1" name="Google Shape;20481;p54"/>
            <p:cNvSpPr/>
            <p:nvPr/>
          </p:nvSpPr>
          <p:spPr>
            <a:xfrm>
              <a:off x="4641075" y="2810375"/>
              <a:ext cx="5600" cy="6725"/>
            </a:xfrm>
            <a:custGeom>
              <a:avLst/>
              <a:gdLst/>
              <a:ahLst/>
              <a:cxnLst/>
              <a:rect l="l" t="t" r="r" b="b"/>
              <a:pathLst>
                <a:path w="224" h="269" extrusionOk="0">
                  <a:moveTo>
                    <a:pt x="121" y="1"/>
                  </a:moveTo>
                  <a:cubicBezTo>
                    <a:pt x="115" y="1"/>
                    <a:pt x="109" y="3"/>
                    <a:pt x="104" y="8"/>
                  </a:cubicBezTo>
                  <a:cubicBezTo>
                    <a:pt x="87" y="8"/>
                    <a:pt x="54" y="29"/>
                    <a:pt x="34" y="45"/>
                  </a:cubicBezTo>
                  <a:cubicBezTo>
                    <a:pt x="17" y="62"/>
                    <a:pt x="1" y="111"/>
                    <a:pt x="17" y="148"/>
                  </a:cubicBezTo>
                  <a:cubicBezTo>
                    <a:pt x="17" y="181"/>
                    <a:pt x="34" y="214"/>
                    <a:pt x="54" y="235"/>
                  </a:cubicBezTo>
                  <a:cubicBezTo>
                    <a:pt x="71" y="252"/>
                    <a:pt x="104" y="268"/>
                    <a:pt x="137" y="268"/>
                  </a:cubicBezTo>
                  <a:cubicBezTo>
                    <a:pt x="190" y="252"/>
                    <a:pt x="223" y="198"/>
                    <a:pt x="223" y="132"/>
                  </a:cubicBezTo>
                  <a:lnTo>
                    <a:pt x="223" y="111"/>
                  </a:lnTo>
                  <a:cubicBezTo>
                    <a:pt x="223" y="62"/>
                    <a:pt x="190" y="29"/>
                    <a:pt x="157" y="8"/>
                  </a:cubicBezTo>
                  <a:cubicBezTo>
                    <a:pt x="144" y="8"/>
                    <a:pt x="132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2" name="Google Shape;20482;p54"/>
            <p:cNvSpPr/>
            <p:nvPr/>
          </p:nvSpPr>
          <p:spPr>
            <a:xfrm>
              <a:off x="4620875" y="2954125"/>
              <a:ext cx="6525" cy="6750"/>
            </a:xfrm>
            <a:custGeom>
              <a:avLst/>
              <a:gdLst/>
              <a:ahLst/>
              <a:cxnLst/>
              <a:rect l="l" t="t" r="r" b="b"/>
              <a:pathLst>
                <a:path w="261" h="270" extrusionOk="0">
                  <a:moveTo>
                    <a:pt x="122" y="1"/>
                  </a:moveTo>
                  <a:cubicBezTo>
                    <a:pt x="78" y="1"/>
                    <a:pt x="44" y="32"/>
                    <a:pt x="17" y="84"/>
                  </a:cubicBezTo>
                  <a:cubicBezTo>
                    <a:pt x="1" y="154"/>
                    <a:pt x="38" y="236"/>
                    <a:pt x="87" y="257"/>
                  </a:cubicBezTo>
                  <a:cubicBezTo>
                    <a:pt x="102" y="266"/>
                    <a:pt x="117" y="270"/>
                    <a:pt x="131" y="270"/>
                  </a:cubicBezTo>
                  <a:cubicBezTo>
                    <a:pt x="172" y="270"/>
                    <a:pt x="211" y="238"/>
                    <a:pt x="223" y="187"/>
                  </a:cubicBezTo>
                  <a:cubicBezTo>
                    <a:pt x="260" y="117"/>
                    <a:pt x="223" y="30"/>
                    <a:pt x="174" y="14"/>
                  </a:cubicBezTo>
                  <a:cubicBezTo>
                    <a:pt x="155" y="5"/>
                    <a:pt x="138" y="1"/>
                    <a:pt x="1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3" name="Google Shape;20483;p54"/>
            <p:cNvSpPr/>
            <p:nvPr/>
          </p:nvSpPr>
          <p:spPr>
            <a:xfrm>
              <a:off x="4618300" y="3017650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41" y="0"/>
                  </a:moveTo>
                  <a:cubicBezTo>
                    <a:pt x="104" y="0"/>
                    <a:pt x="87" y="0"/>
                    <a:pt x="54" y="33"/>
                  </a:cubicBezTo>
                  <a:cubicBezTo>
                    <a:pt x="17" y="66"/>
                    <a:pt x="1" y="153"/>
                    <a:pt x="38" y="206"/>
                  </a:cubicBezTo>
                  <a:cubicBezTo>
                    <a:pt x="54" y="239"/>
                    <a:pt x="87" y="256"/>
                    <a:pt x="120" y="256"/>
                  </a:cubicBezTo>
                  <a:cubicBezTo>
                    <a:pt x="141" y="256"/>
                    <a:pt x="174" y="256"/>
                    <a:pt x="190" y="223"/>
                  </a:cubicBezTo>
                  <a:cubicBezTo>
                    <a:pt x="223" y="206"/>
                    <a:pt x="244" y="169"/>
                    <a:pt x="244" y="136"/>
                  </a:cubicBezTo>
                  <a:cubicBezTo>
                    <a:pt x="244" y="103"/>
                    <a:pt x="244" y="66"/>
                    <a:pt x="207" y="50"/>
                  </a:cubicBezTo>
                  <a:cubicBezTo>
                    <a:pt x="207" y="33"/>
                    <a:pt x="190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4" name="Google Shape;20484;p54"/>
            <p:cNvSpPr/>
            <p:nvPr/>
          </p:nvSpPr>
          <p:spPr>
            <a:xfrm>
              <a:off x="4639325" y="2857875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4" y="1"/>
                  </a:moveTo>
                  <a:cubicBezTo>
                    <a:pt x="38" y="1"/>
                    <a:pt x="1" y="67"/>
                    <a:pt x="21" y="137"/>
                  </a:cubicBezTo>
                  <a:cubicBezTo>
                    <a:pt x="21" y="170"/>
                    <a:pt x="38" y="207"/>
                    <a:pt x="54" y="223"/>
                  </a:cubicBezTo>
                  <a:cubicBezTo>
                    <a:pt x="87" y="256"/>
                    <a:pt x="104" y="256"/>
                    <a:pt x="141" y="256"/>
                  </a:cubicBezTo>
                  <a:cubicBezTo>
                    <a:pt x="190" y="240"/>
                    <a:pt x="244" y="170"/>
                    <a:pt x="227" y="104"/>
                  </a:cubicBezTo>
                  <a:cubicBezTo>
                    <a:pt x="227" y="67"/>
                    <a:pt x="207" y="34"/>
                    <a:pt x="190" y="17"/>
                  </a:cubicBezTo>
                  <a:cubicBezTo>
                    <a:pt x="174" y="17"/>
                    <a:pt x="174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5" name="Google Shape;20485;p54"/>
            <p:cNvSpPr/>
            <p:nvPr/>
          </p:nvSpPr>
          <p:spPr>
            <a:xfrm>
              <a:off x="4614500" y="3034350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03" y="0"/>
                  </a:moveTo>
                  <a:cubicBezTo>
                    <a:pt x="66" y="17"/>
                    <a:pt x="33" y="37"/>
                    <a:pt x="17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0" y="190"/>
                    <a:pt x="17" y="223"/>
                    <a:pt x="50" y="243"/>
                  </a:cubicBezTo>
                  <a:cubicBezTo>
                    <a:pt x="66" y="260"/>
                    <a:pt x="103" y="260"/>
                    <a:pt x="136" y="260"/>
                  </a:cubicBezTo>
                  <a:cubicBezTo>
                    <a:pt x="190" y="260"/>
                    <a:pt x="223" y="190"/>
                    <a:pt x="223" y="120"/>
                  </a:cubicBezTo>
                  <a:cubicBezTo>
                    <a:pt x="223" y="87"/>
                    <a:pt x="206" y="54"/>
                    <a:pt x="169" y="37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6" name="Google Shape;20486;p54"/>
            <p:cNvSpPr/>
            <p:nvPr/>
          </p:nvSpPr>
          <p:spPr>
            <a:xfrm>
              <a:off x="4617475" y="28935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7" y="0"/>
                  </a:moveTo>
                  <a:cubicBezTo>
                    <a:pt x="104" y="0"/>
                    <a:pt x="71" y="0"/>
                    <a:pt x="50" y="17"/>
                  </a:cubicBezTo>
                  <a:cubicBezTo>
                    <a:pt x="1" y="66"/>
                    <a:pt x="1" y="153"/>
                    <a:pt x="34" y="206"/>
                  </a:cubicBezTo>
                  <a:cubicBezTo>
                    <a:pt x="50" y="239"/>
                    <a:pt x="87" y="256"/>
                    <a:pt x="104" y="256"/>
                  </a:cubicBezTo>
                  <a:cubicBezTo>
                    <a:pt x="137" y="256"/>
                    <a:pt x="174" y="239"/>
                    <a:pt x="190" y="223"/>
                  </a:cubicBezTo>
                  <a:cubicBezTo>
                    <a:pt x="207" y="206"/>
                    <a:pt x="223" y="169"/>
                    <a:pt x="223" y="136"/>
                  </a:cubicBezTo>
                  <a:cubicBezTo>
                    <a:pt x="240" y="103"/>
                    <a:pt x="223" y="66"/>
                    <a:pt x="207" y="50"/>
                  </a:cubicBezTo>
                  <a:cubicBezTo>
                    <a:pt x="190" y="17"/>
                    <a:pt x="174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7" name="Google Shape;20487;p54"/>
            <p:cNvSpPr/>
            <p:nvPr/>
          </p:nvSpPr>
          <p:spPr>
            <a:xfrm>
              <a:off x="4617075" y="29901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20" y="0"/>
                  </a:moveTo>
                  <a:cubicBezTo>
                    <a:pt x="103" y="0"/>
                    <a:pt x="66" y="0"/>
                    <a:pt x="50" y="33"/>
                  </a:cubicBezTo>
                  <a:cubicBezTo>
                    <a:pt x="17" y="54"/>
                    <a:pt x="17" y="87"/>
                    <a:pt x="0" y="120"/>
                  </a:cubicBezTo>
                  <a:cubicBezTo>
                    <a:pt x="0" y="157"/>
                    <a:pt x="17" y="190"/>
                    <a:pt x="33" y="207"/>
                  </a:cubicBezTo>
                  <a:cubicBezTo>
                    <a:pt x="52" y="237"/>
                    <a:pt x="83" y="256"/>
                    <a:pt x="117" y="256"/>
                  </a:cubicBezTo>
                  <a:cubicBezTo>
                    <a:pt x="141" y="256"/>
                    <a:pt x="167" y="246"/>
                    <a:pt x="190" y="223"/>
                  </a:cubicBezTo>
                  <a:cubicBezTo>
                    <a:pt x="239" y="190"/>
                    <a:pt x="239" y="103"/>
                    <a:pt x="206" y="54"/>
                  </a:cubicBezTo>
                  <a:cubicBezTo>
                    <a:pt x="190" y="33"/>
                    <a:pt x="169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8" name="Google Shape;20488;p54"/>
            <p:cNvSpPr/>
            <p:nvPr/>
          </p:nvSpPr>
          <p:spPr>
            <a:xfrm>
              <a:off x="4619225" y="28484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0"/>
                  </a:moveTo>
                  <a:cubicBezTo>
                    <a:pt x="34" y="0"/>
                    <a:pt x="1" y="70"/>
                    <a:pt x="1" y="136"/>
                  </a:cubicBezTo>
                  <a:cubicBezTo>
                    <a:pt x="17" y="174"/>
                    <a:pt x="34" y="207"/>
                    <a:pt x="50" y="223"/>
                  </a:cubicBezTo>
                  <a:cubicBezTo>
                    <a:pt x="67" y="260"/>
                    <a:pt x="104" y="260"/>
                    <a:pt x="137" y="260"/>
                  </a:cubicBezTo>
                  <a:cubicBezTo>
                    <a:pt x="186" y="240"/>
                    <a:pt x="240" y="174"/>
                    <a:pt x="223" y="103"/>
                  </a:cubicBezTo>
                  <a:cubicBezTo>
                    <a:pt x="223" y="70"/>
                    <a:pt x="207" y="33"/>
                    <a:pt x="186" y="17"/>
                  </a:cubicBezTo>
                  <a:cubicBezTo>
                    <a:pt x="170" y="17"/>
                    <a:pt x="170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9" name="Google Shape;20489;p54"/>
            <p:cNvSpPr/>
            <p:nvPr/>
          </p:nvSpPr>
          <p:spPr>
            <a:xfrm>
              <a:off x="4620875" y="279825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12" y="0"/>
                  </a:moveTo>
                  <a:cubicBezTo>
                    <a:pt x="71" y="0"/>
                    <a:pt x="32" y="33"/>
                    <a:pt x="17" y="81"/>
                  </a:cubicBezTo>
                  <a:cubicBezTo>
                    <a:pt x="1" y="102"/>
                    <a:pt x="1" y="118"/>
                    <a:pt x="1" y="135"/>
                  </a:cubicBezTo>
                  <a:cubicBezTo>
                    <a:pt x="17" y="184"/>
                    <a:pt x="38" y="238"/>
                    <a:pt x="71" y="254"/>
                  </a:cubicBezTo>
                  <a:cubicBezTo>
                    <a:pt x="84" y="259"/>
                    <a:pt x="96" y="261"/>
                    <a:pt x="108" y="261"/>
                  </a:cubicBezTo>
                  <a:cubicBezTo>
                    <a:pt x="140" y="261"/>
                    <a:pt x="166" y="245"/>
                    <a:pt x="190" y="221"/>
                  </a:cubicBezTo>
                  <a:cubicBezTo>
                    <a:pt x="207" y="205"/>
                    <a:pt x="207" y="184"/>
                    <a:pt x="223" y="168"/>
                  </a:cubicBezTo>
                  <a:cubicBezTo>
                    <a:pt x="244" y="102"/>
                    <a:pt x="207" y="32"/>
                    <a:pt x="157" y="15"/>
                  </a:cubicBezTo>
                  <a:cubicBezTo>
                    <a:pt x="143" y="5"/>
                    <a:pt x="127" y="0"/>
                    <a:pt x="1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0" name="Google Shape;20490;p54"/>
            <p:cNvSpPr/>
            <p:nvPr/>
          </p:nvSpPr>
          <p:spPr>
            <a:xfrm>
              <a:off x="4606350" y="2973200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6" y="1"/>
                  </a:moveTo>
                  <a:cubicBezTo>
                    <a:pt x="83" y="1"/>
                    <a:pt x="61" y="14"/>
                    <a:pt x="50" y="26"/>
                  </a:cubicBezTo>
                  <a:cubicBezTo>
                    <a:pt x="0" y="75"/>
                    <a:pt x="0" y="162"/>
                    <a:pt x="33" y="216"/>
                  </a:cubicBezTo>
                  <a:cubicBezTo>
                    <a:pt x="50" y="232"/>
                    <a:pt x="83" y="249"/>
                    <a:pt x="103" y="265"/>
                  </a:cubicBezTo>
                  <a:cubicBezTo>
                    <a:pt x="136" y="265"/>
                    <a:pt x="169" y="249"/>
                    <a:pt x="186" y="232"/>
                  </a:cubicBezTo>
                  <a:cubicBezTo>
                    <a:pt x="239" y="178"/>
                    <a:pt x="239" y="113"/>
                    <a:pt x="207" y="42"/>
                  </a:cubicBezTo>
                  <a:cubicBezTo>
                    <a:pt x="186" y="26"/>
                    <a:pt x="169" y="9"/>
                    <a:pt x="153" y="9"/>
                  </a:cubicBezTo>
                  <a:lnTo>
                    <a:pt x="136" y="9"/>
                  </a:lnTo>
                  <a:cubicBezTo>
                    <a:pt x="127" y="3"/>
                    <a:pt x="116" y="1"/>
                    <a:pt x="1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1" name="Google Shape;20491;p54"/>
            <p:cNvSpPr/>
            <p:nvPr/>
          </p:nvSpPr>
          <p:spPr>
            <a:xfrm>
              <a:off x="4629950" y="2983725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87" y="1"/>
                  </a:moveTo>
                  <a:cubicBezTo>
                    <a:pt x="66" y="1"/>
                    <a:pt x="33" y="17"/>
                    <a:pt x="17" y="50"/>
                  </a:cubicBezTo>
                  <a:cubicBezTo>
                    <a:pt x="1" y="83"/>
                    <a:pt x="1" y="120"/>
                    <a:pt x="1" y="153"/>
                  </a:cubicBezTo>
                  <a:cubicBezTo>
                    <a:pt x="1" y="186"/>
                    <a:pt x="17" y="223"/>
                    <a:pt x="50" y="240"/>
                  </a:cubicBezTo>
                  <a:cubicBezTo>
                    <a:pt x="66" y="256"/>
                    <a:pt x="104" y="256"/>
                    <a:pt x="120" y="256"/>
                  </a:cubicBezTo>
                  <a:cubicBezTo>
                    <a:pt x="190" y="240"/>
                    <a:pt x="223" y="186"/>
                    <a:pt x="223" y="104"/>
                  </a:cubicBezTo>
                  <a:cubicBezTo>
                    <a:pt x="207" y="67"/>
                    <a:pt x="207" y="50"/>
                    <a:pt x="170" y="17"/>
                  </a:cubicBezTo>
                  <a:lnTo>
                    <a:pt x="153" y="17"/>
                  </a:lnTo>
                  <a:cubicBezTo>
                    <a:pt x="137" y="1"/>
                    <a:pt x="104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2" name="Google Shape;20492;p54"/>
            <p:cNvSpPr/>
            <p:nvPr/>
          </p:nvSpPr>
          <p:spPr>
            <a:xfrm>
              <a:off x="4608400" y="2909825"/>
              <a:ext cx="5700" cy="6425"/>
            </a:xfrm>
            <a:custGeom>
              <a:avLst/>
              <a:gdLst/>
              <a:ahLst/>
              <a:cxnLst/>
              <a:rect l="l" t="t" r="r" b="b"/>
              <a:pathLst>
                <a:path w="228" h="257" extrusionOk="0">
                  <a:moveTo>
                    <a:pt x="104" y="1"/>
                  </a:moveTo>
                  <a:cubicBezTo>
                    <a:pt x="71" y="1"/>
                    <a:pt x="54" y="17"/>
                    <a:pt x="38" y="34"/>
                  </a:cubicBezTo>
                  <a:cubicBezTo>
                    <a:pt x="21" y="50"/>
                    <a:pt x="1" y="104"/>
                    <a:pt x="1" y="137"/>
                  </a:cubicBezTo>
                  <a:cubicBezTo>
                    <a:pt x="21" y="174"/>
                    <a:pt x="21" y="207"/>
                    <a:pt x="54" y="223"/>
                  </a:cubicBezTo>
                  <a:cubicBezTo>
                    <a:pt x="71" y="256"/>
                    <a:pt x="104" y="256"/>
                    <a:pt x="141" y="256"/>
                  </a:cubicBezTo>
                  <a:cubicBezTo>
                    <a:pt x="190" y="240"/>
                    <a:pt x="228" y="190"/>
                    <a:pt x="228" y="120"/>
                  </a:cubicBezTo>
                  <a:lnTo>
                    <a:pt x="228" y="104"/>
                  </a:lnTo>
                  <a:cubicBezTo>
                    <a:pt x="228" y="50"/>
                    <a:pt x="190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3" name="Google Shape;20493;p54"/>
            <p:cNvSpPr/>
            <p:nvPr/>
          </p:nvSpPr>
          <p:spPr>
            <a:xfrm>
              <a:off x="4608000" y="3005175"/>
              <a:ext cx="5575" cy="6625"/>
            </a:xfrm>
            <a:custGeom>
              <a:avLst/>
              <a:gdLst/>
              <a:ahLst/>
              <a:cxnLst/>
              <a:rect l="l" t="t" r="r" b="b"/>
              <a:pathLst>
                <a:path w="223" h="265" extrusionOk="0">
                  <a:moveTo>
                    <a:pt x="87" y="0"/>
                  </a:moveTo>
                  <a:cubicBezTo>
                    <a:pt x="70" y="17"/>
                    <a:pt x="37" y="33"/>
                    <a:pt x="1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0" y="190"/>
                    <a:pt x="17" y="223"/>
                    <a:pt x="37" y="239"/>
                  </a:cubicBezTo>
                  <a:cubicBezTo>
                    <a:pt x="61" y="251"/>
                    <a:pt x="76" y="265"/>
                    <a:pt x="94" y="265"/>
                  </a:cubicBezTo>
                  <a:cubicBezTo>
                    <a:pt x="102" y="265"/>
                    <a:pt x="110" y="262"/>
                    <a:pt x="120" y="256"/>
                  </a:cubicBezTo>
                  <a:cubicBezTo>
                    <a:pt x="190" y="256"/>
                    <a:pt x="223" y="190"/>
                    <a:pt x="223" y="120"/>
                  </a:cubicBezTo>
                  <a:cubicBezTo>
                    <a:pt x="206" y="87"/>
                    <a:pt x="190" y="50"/>
                    <a:pt x="173" y="33"/>
                  </a:cubicBezTo>
                  <a:cubicBezTo>
                    <a:pt x="173" y="17"/>
                    <a:pt x="157" y="17"/>
                    <a:pt x="157" y="17"/>
                  </a:cubicBezTo>
                  <a:cubicBezTo>
                    <a:pt x="120" y="0"/>
                    <a:pt x="103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4" name="Google Shape;20494;p54"/>
            <p:cNvSpPr/>
            <p:nvPr/>
          </p:nvSpPr>
          <p:spPr>
            <a:xfrm>
              <a:off x="4611500" y="28656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0" y="1"/>
                  </a:moveTo>
                  <a:cubicBezTo>
                    <a:pt x="83" y="1"/>
                    <a:pt x="66" y="1"/>
                    <a:pt x="33" y="34"/>
                  </a:cubicBezTo>
                  <a:cubicBezTo>
                    <a:pt x="17" y="50"/>
                    <a:pt x="1" y="87"/>
                    <a:pt x="1" y="120"/>
                  </a:cubicBezTo>
                  <a:cubicBezTo>
                    <a:pt x="1" y="153"/>
                    <a:pt x="1" y="191"/>
                    <a:pt x="17" y="207"/>
                  </a:cubicBezTo>
                  <a:cubicBezTo>
                    <a:pt x="33" y="240"/>
                    <a:pt x="66" y="257"/>
                    <a:pt x="104" y="257"/>
                  </a:cubicBezTo>
                  <a:cubicBezTo>
                    <a:pt x="120" y="257"/>
                    <a:pt x="153" y="257"/>
                    <a:pt x="170" y="224"/>
                  </a:cubicBezTo>
                  <a:cubicBezTo>
                    <a:pt x="223" y="191"/>
                    <a:pt x="240" y="104"/>
                    <a:pt x="186" y="50"/>
                  </a:cubicBezTo>
                  <a:cubicBezTo>
                    <a:pt x="186" y="34"/>
                    <a:pt x="17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5" name="Google Shape;20495;p54"/>
            <p:cNvSpPr/>
            <p:nvPr/>
          </p:nvSpPr>
          <p:spPr>
            <a:xfrm>
              <a:off x="4603250" y="3022375"/>
              <a:ext cx="5700" cy="6600"/>
            </a:xfrm>
            <a:custGeom>
              <a:avLst/>
              <a:gdLst/>
              <a:ahLst/>
              <a:cxnLst/>
              <a:rect l="l" t="t" r="r" b="b"/>
              <a:pathLst>
                <a:path w="228" h="264" extrusionOk="0">
                  <a:moveTo>
                    <a:pt x="87" y="1"/>
                  </a:moveTo>
                  <a:cubicBezTo>
                    <a:pt x="87" y="17"/>
                    <a:pt x="71" y="17"/>
                    <a:pt x="71" y="17"/>
                  </a:cubicBezTo>
                  <a:cubicBezTo>
                    <a:pt x="21" y="34"/>
                    <a:pt x="1" y="104"/>
                    <a:pt x="1" y="153"/>
                  </a:cubicBezTo>
                  <a:cubicBezTo>
                    <a:pt x="1" y="186"/>
                    <a:pt x="21" y="223"/>
                    <a:pt x="54" y="240"/>
                  </a:cubicBezTo>
                  <a:cubicBezTo>
                    <a:pt x="66" y="252"/>
                    <a:pt x="86" y="263"/>
                    <a:pt x="104" y="263"/>
                  </a:cubicBezTo>
                  <a:cubicBezTo>
                    <a:pt x="111" y="263"/>
                    <a:pt x="118" y="261"/>
                    <a:pt x="124" y="256"/>
                  </a:cubicBezTo>
                  <a:cubicBezTo>
                    <a:pt x="190" y="256"/>
                    <a:pt x="227" y="186"/>
                    <a:pt x="227" y="120"/>
                  </a:cubicBezTo>
                  <a:cubicBezTo>
                    <a:pt x="227" y="104"/>
                    <a:pt x="207" y="83"/>
                    <a:pt x="207" y="83"/>
                  </a:cubicBezTo>
                  <a:cubicBezTo>
                    <a:pt x="207" y="50"/>
                    <a:pt x="174" y="34"/>
                    <a:pt x="157" y="17"/>
                  </a:cubicBezTo>
                  <a:cubicBezTo>
                    <a:pt x="141" y="1"/>
                    <a:pt x="104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6" name="Google Shape;20496;p54"/>
            <p:cNvSpPr/>
            <p:nvPr/>
          </p:nvSpPr>
          <p:spPr>
            <a:xfrm>
              <a:off x="4599850" y="2989700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4" y="1"/>
                  </a:moveTo>
                  <a:cubicBezTo>
                    <a:pt x="34" y="17"/>
                    <a:pt x="1" y="87"/>
                    <a:pt x="17" y="153"/>
                  </a:cubicBezTo>
                  <a:cubicBezTo>
                    <a:pt x="17" y="191"/>
                    <a:pt x="34" y="224"/>
                    <a:pt x="54" y="240"/>
                  </a:cubicBezTo>
                  <a:cubicBezTo>
                    <a:pt x="77" y="252"/>
                    <a:pt x="92" y="265"/>
                    <a:pt x="111" y="265"/>
                  </a:cubicBezTo>
                  <a:cubicBezTo>
                    <a:pt x="118" y="265"/>
                    <a:pt x="127" y="263"/>
                    <a:pt x="137" y="256"/>
                  </a:cubicBezTo>
                  <a:cubicBezTo>
                    <a:pt x="174" y="256"/>
                    <a:pt x="190" y="240"/>
                    <a:pt x="207" y="207"/>
                  </a:cubicBezTo>
                  <a:cubicBezTo>
                    <a:pt x="223" y="191"/>
                    <a:pt x="240" y="153"/>
                    <a:pt x="223" y="120"/>
                  </a:cubicBezTo>
                  <a:cubicBezTo>
                    <a:pt x="223" y="87"/>
                    <a:pt x="207" y="50"/>
                    <a:pt x="190" y="34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7" name="Google Shape;20497;p54"/>
            <p:cNvSpPr/>
            <p:nvPr/>
          </p:nvSpPr>
          <p:spPr>
            <a:xfrm>
              <a:off x="4606750" y="29570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34" y="17"/>
                    <a:pt x="1" y="87"/>
                    <a:pt x="1" y="158"/>
                  </a:cubicBezTo>
                  <a:cubicBezTo>
                    <a:pt x="17" y="191"/>
                    <a:pt x="34" y="207"/>
                    <a:pt x="50" y="244"/>
                  </a:cubicBezTo>
                  <a:cubicBezTo>
                    <a:pt x="67" y="261"/>
                    <a:pt x="104" y="261"/>
                    <a:pt x="137" y="261"/>
                  </a:cubicBezTo>
                  <a:cubicBezTo>
                    <a:pt x="191" y="244"/>
                    <a:pt x="240" y="174"/>
                    <a:pt x="223" y="104"/>
                  </a:cubicBezTo>
                  <a:cubicBezTo>
                    <a:pt x="223" y="71"/>
                    <a:pt x="207" y="55"/>
                    <a:pt x="191" y="17"/>
                  </a:cubicBezTo>
                  <a:cubicBezTo>
                    <a:pt x="170" y="17"/>
                    <a:pt x="17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8" name="Google Shape;20498;p54"/>
            <p:cNvSpPr/>
            <p:nvPr/>
          </p:nvSpPr>
          <p:spPr>
            <a:xfrm>
              <a:off x="4606350" y="2926425"/>
              <a:ext cx="6400" cy="6525"/>
            </a:xfrm>
            <a:custGeom>
              <a:avLst/>
              <a:gdLst/>
              <a:ahLst/>
              <a:cxnLst/>
              <a:rect l="l" t="t" r="r" b="b"/>
              <a:pathLst>
                <a:path w="256" h="261" extrusionOk="0">
                  <a:moveTo>
                    <a:pt x="144" y="1"/>
                  </a:moveTo>
                  <a:cubicBezTo>
                    <a:pt x="99" y="1"/>
                    <a:pt x="47" y="36"/>
                    <a:pt x="33" y="91"/>
                  </a:cubicBezTo>
                  <a:cubicBezTo>
                    <a:pt x="0" y="145"/>
                    <a:pt x="33" y="231"/>
                    <a:pt x="83" y="248"/>
                  </a:cubicBezTo>
                  <a:cubicBezTo>
                    <a:pt x="97" y="257"/>
                    <a:pt x="112" y="261"/>
                    <a:pt x="128" y="261"/>
                  </a:cubicBezTo>
                  <a:cubicBezTo>
                    <a:pt x="171" y="261"/>
                    <a:pt x="215" y="229"/>
                    <a:pt x="239" y="178"/>
                  </a:cubicBezTo>
                  <a:cubicBezTo>
                    <a:pt x="256" y="108"/>
                    <a:pt x="223" y="42"/>
                    <a:pt x="169" y="5"/>
                  </a:cubicBezTo>
                  <a:cubicBezTo>
                    <a:pt x="162" y="2"/>
                    <a:pt x="153" y="1"/>
                    <a:pt x="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9" name="Google Shape;20499;p54"/>
            <p:cNvSpPr/>
            <p:nvPr/>
          </p:nvSpPr>
          <p:spPr>
            <a:xfrm>
              <a:off x="4632525" y="28904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4" y="1"/>
                  </a:moveTo>
                  <a:cubicBezTo>
                    <a:pt x="50" y="21"/>
                    <a:pt x="1" y="87"/>
                    <a:pt x="17" y="157"/>
                  </a:cubicBezTo>
                  <a:cubicBezTo>
                    <a:pt x="17" y="190"/>
                    <a:pt x="34" y="227"/>
                    <a:pt x="50" y="244"/>
                  </a:cubicBezTo>
                  <a:cubicBezTo>
                    <a:pt x="76" y="255"/>
                    <a:pt x="92" y="267"/>
                    <a:pt x="111" y="267"/>
                  </a:cubicBezTo>
                  <a:cubicBezTo>
                    <a:pt x="119" y="267"/>
                    <a:pt x="127" y="265"/>
                    <a:pt x="137" y="260"/>
                  </a:cubicBezTo>
                  <a:cubicBezTo>
                    <a:pt x="170" y="260"/>
                    <a:pt x="190" y="244"/>
                    <a:pt x="207" y="207"/>
                  </a:cubicBezTo>
                  <a:cubicBezTo>
                    <a:pt x="223" y="190"/>
                    <a:pt x="240" y="157"/>
                    <a:pt x="240" y="124"/>
                  </a:cubicBezTo>
                  <a:cubicBezTo>
                    <a:pt x="223" y="87"/>
                    <a:pt x="207" y="54"/>
                    <a:pt x="190" y="38"/>
                  </a:cubicBezTo>
                  <a:cubicBezTo>
                    <a:pt x="170" y="21"/>
                    <a:pt x="170" y="21"/>
                    <a:pt x="153" y="21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0" name="Google Shape;20500;p54"/>
            <p:cNvSpPr/>
            <p:nvPr/>
          </p:nvSpPr>
          <p:spPr>
            <a:xfrm>
              <a:off x="4620050" y="2923525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37" y="1"/>
                  </a:moveTo>
                  <a:cubicBezTo>
                    <a:pt x="120" y="1"/>
                    <a:pt x="87" y="17"/>
                    <a:pt x="71" y="38"/>
                  </a:cubicBezTo>
                  <a:cubicBezTo>
                    <a:pt x="17" y="71"/>
                    <a:pt x="1" y="158"/>
                    <a:pt x="50" y="207"/>
                  </a:cubicBezTo>
                  <a:cubicBezTo>
                    <a:pt x="71" y="244"/>
                    <a:pt x="87" y="261"/>
                    <a:pt x="120" y="261"/>
                  </a:cubicBezTo>
                  <a:cubicBezTo>
                    <a:pt x="153" y="261"/>
                    <a:pt x="174" y="261"/>
                    <a:pt x="207" y="244"/>
                  </a:cubicBezTo>
                  <a:cubicBezTo>
                    <a:pt x="240" y="191"/>
                    <a:pt x="256" y="104"/>
                    <a:pt x="223" y="55"/>
                  </a:cubicBezTo>
                  <a:cubicBezTo>
                    <a:pt x="207" y="38"/>
                    <a:pt x="190" y="17"/>
                    <a:pt x="174" y="17"/>
                  </a:cubicBezTo>
                  <a:cubicBezTo>
                    <a:pt x="153" y="1"/>
                    <a:pt x="153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1" name="Google Shape;20501;p54"/>
            <p:cNvSpPr/>
            <p:nvPr/>
          </p:nvSpPr>
          <p:spPr>
            <a:xfrm>
              <a:off x="4629025" y="2941050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47" y="1"/>
                  </a:moveTo>
                  <a:cubicBezTo>
                    <a:pt x="101" y="1"/>
                    <a:pt x="48" y="33"/>
                    <a:pt x="21" y="92"/>
                  </a:cubicBezTo>
                  <a:cubicBezTo>
                    <a:pt x="0" y="162"/>
                    <a:pt x="38" y="228"/>
                    <a:pt x="87" y="244"/>
                  </a:cubicBezTo>
                  <a:cubicBezTo>
                    <a:pt x="102" y="254"/>
                    <a:pt x="117" y="259"/>
                    <a:pt x="133" y="259"/>
                  </a:cubicBezTo>
                  <a:cubicBezTo>
                    <a:pt x="174" y="259"/>
                    <a:pt x="217" y="226"/>
                    <a:pt x="244" y="178"/>
                  </a:cubicBezTo>
                  <a:cubicBezTo>
                    <a:pt x="260" y="108"/>
                    <a:pt x="227" y="38"/>
                    <a:pt x="174" y="5"/>
                  </a:cubicBezTo>
                  <a:cubicBezTo>
                    <a:pt x="165" y="2"/>
                    <a:pt x="156" y="1"/>
                    <a:pt x="1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2" name="Google Shape;20502;p54"/>
            <p:cNvSpPr/>
            <p:nvPr/>
          </p:nvSpPr>
          <p:spPr>
            <a:xfrm>
              <a:off x="4635925" y="2923125"/>
              <a:ext cx="5600" cy="6675"/>
            </a:xfrm>
            <a:custGeom>
              <a:avLst/>
              <a:gdLst/>
              <a:ahLst/>
              <a:cxnLst/>
              <a:rect l="l" t="t" r="r" b="b"/>
              <a:pathLst>
                <a:path w="224" h="267" extrusionOk="0">
                  <a:moveTo>
                    <a:pt x="104" y="0"/>
                  </a:moveTo>
                  <a:cubicBezTo>
                    <a:pt x="87" y="0"/>
                    <a:pt x="87" y="17"/>
                    <a:pt x="71" y="17"/>
                  </a:cubicBezTo>
                  <a:cubicBezTo>
                    <a:pt x="17" y="33"/>
                    <a:pt x="1" y="104"/>
                    <a:pt x="1" y="157"/>
                  </a:cubicBezTo>
                  <a:cubicBezTo>
                    <a:pt x="1" y="190"/>
                    <a:pt x="17" y="223"/>
                    <a:pt x="54" y="240"/>
                  </a:cubicBezTo>
                  <a:cubicBezTo>
                    <a:pt x="66" y="254"/>
                    <a:pt x="86" y="267"/>
                    <a:pt x="109" y="267"/>
                  </a:cubicBezTo>
                  <a:cubicBezTo>
                    <a:pt x="118" y="267"/>
                    <a:pt x="127" y="265"/>
                    <a:pt x="137" y="260"/>
                  </a:cubicBezTo>
                  <a:cubicBezTo>
                    <a:pt x="190" y="260"/>
                    <a:pt x="223" y="190"/>
                    <a:pt x="223" y="120"/>
                  </a:cubicBezTo>
                  <a:cubicBezTo>
                    <a:pt x="223" y="104"/>
                    <a:pt x="223" y="87"/>
                    <a:pt x="207" y="87"/>
                  </a:cubicBezTo>
                  <a:cubicBezTo>
                    <a:pt x="207" y="54"/>
                    <a:pt x="174" y="17"/>
                    <a:pt x="157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3" name="Google Shape;20503;p54"/>
            <p:cNvSpPr/>
            <p:nvPr/>
          </p:nvSpPr>
          <p:spPr>
            <a:xfrm>
              <a:off x="4625625" y="2907775"/>
              <a:ext cx="5575" cy="6825"/>
            </a:xfrm>
            <a:custGeom>
              <a:avLst/>
              <a:gdLst/>
              <a:ahLst/>
              <a:cxnLst/>
              <a:rect l="l" t="t" r="r" b="b"/>
              <a:pathLst>
                <a:path w="223" h="273" extrusionOk="0">
                  <a:moveTo>
                    <a:pt x="129" y="0"/>
                  </a:moveTo>
                  <a:cubicBezTo>
                    <a:pt x="120" y="0"/>
                    <a:pt x="112" y="4"/>
                    <a:pt x="103" y="13"/>
                  </a:cubicBezTo>
                  <a:cubicBezTo>
                    <a:pt x="33" y="13"/>
                    <a:pt x="0" y="83"/>
                    <a:pt x="0" y="153"/>
                  </a:cubicBezTo>
                  <a:cubicBezTo>
                    <a:pt x="0" y="186"/>
                    <a:pt x="17" y="219"/>
                    <a:pt x="54" y="235"/>
                  </a:cubicBezTo>
                  <a:cubicBezTo>
                    <a:pt x="70" y="256"/>
                    <a:pt x="103" y="272"/>
                    <a:pt x="136" y="272"/>
                  </a:cubicBezTo>
                  <a:cubicBezTo>
                    <a:pt x="190" y="256"/>
                    <a:pt x="223" y="186"/>
                    <a:pt x="223" y="116"/>
                  </a:cubicBezTo>
                  <a:cubicBezTo>
                    <a:pt x="223" y="83"/>
                    <a:pt x="206" y="50"/>
                    <a:pt x="174" y="29"/>
                  </a:cubicBezTo>
                  <a:lnTo>
                    <a:pt x="157" y="13"/>
                  </a:lnTo>
                  <a:cubicBezTo>
                    <a:pt x="147" y="4"/>
                    <a:pt x="137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4" name="Google Shape;20504;p54"/>
            <p:cNvSpPr/>
            <p:nvPr/>
          </p:nvSpPr>
          <p:spPr>
            <a:xfrm>
              <a:off x="4623875" y="2878300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27" y="1"/>
                  </a:moveTo>
                  <a:cubicBezTo>
                    <a:pt x="118" y="1"/>
                    <a:pt x="110" y="3"/>
                    <a:pt x="103" y="8"/>
                  </a:cubicBezTo>
                  <a:cubicBezTo>
                    <a:pt x="54" y="8"/>
                    <a:pt x="0" y="74"/>
                    <a:pt x="21" y="144"/>
                  </a:cubicBezTo>
                  <a:cubicBezTo>
                    <a:pt x="21" y="177"/>
                    <a:pt x="37" y="214"/>
                    <a:pt x="70" y="231"/>
                  </a:cubicBezTo>
                  <a:cubicBezTo>
                    <a:pt x="87" y="247"/>
                    <a:pt x="124" y="264"/>
                    <a:pt x="140" y="264"/>
                  </a:cubicBezTo>
                  <a:cubicBezTo>
                    <a:pt x="173" y="247"/>
                    <a:pt x="206" y="231"/>
                    <a:pt x="227" y="214"/>
                  </a:cubicBezTo>
                  <a:cubicBezTo>
                    <a:pt x="244" y="177"/>
                    <a:pt x="244" y="144"/>
                    <a:pt x="244" y="111"/>
                  </a:cubicBezTo>
                  <a:cubicBezTo>
                    <a:pt x="227" y="74"/>
                    <a:pt x="227" y="41"/>
                    <a:pt x="190" y="25"/>
                  </a:cubicBezTo>
                  <a:lnTo>
                    <a:pt x="173" y="8"/>
                  </a:lnTo>
                  <a:cubicBezTo>
                    <a:pt x="162" y="8"/>
                    <a:pt x="144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5" name="Google Shape;20505;p54"/>
            <p:cNvSpPr/>
            <p:nvPr/>
          </p:nvSpPr>
          <p:spPr>
            <a:xfrm>
              <a:off x="4623875" y="28281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29" y="0"/>
                  </a:moveTo>
                  <a:cubicBezTo>
                    <a:pt x="82" y="0"/>
                    <a:pt x="35" y="33"/>
                    <a:pt x="21" y="91"/>
                  </a:cubicBezTo>
                  <a:cubicBezTo>
                    <a:pt x="0" y="161"/>
                    <a:pt x="37" y="227"/>
                    <a:pt x="87" y="248"/>
                  </a:cubicBezTo>
                  <a:cubicBezTo>
                    <a:pt x="101" y="256"/>
                    <a:pt x="116" y="260"/>
                    <a:pt x="131" y="260"/>
                  </a:cubicBezTo>
                  <a:cubicBezTo>
                    <a:pt x="172" y="260"/>
                    <a:pt x="212" y="229"/>
                    <a:pt x="227" y="177"/>
                  </a:cubicBezTo>
                  <a:cubicBezTo>
                    <a:pt x="244" y="107"/>
                    <a:pt x="227" y="41"/>
                    <a:pt x="157" y="4"/>
                  </a:cubicBezTo>
                  <a:cubicBezTo>
                    <a:pt x="148" y="1"/>
                    <a:pt x="138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6" name="Google Shape;20506;p54"/>
            <p:cNvSpPr/>
            <p:nvPr/>
          </p:nvSpPr>
          <p:spPr>
            <a:xfrm>
              <a:off x="4625625" y="28628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0" y="1"/>
                  </a:moveTo>
                  <a:cubicBezTo>
                    <a:pt x="114" y="1"/>
                    <a:pt x="109" y="2"/>
                    <a:pt x="103" y="8"/>
                  </a:cubicBezTo>
                  <a:cubicBezTo>
                    <a:pt x="33" y="8"/>
                    <a:pt x="0" y="74"/>
                    <a:pt x="17" y="144"/>
                  </a:cubicBezTo>
                  <a:cubicBezTo>
                    <a:pt x="17" y="214"/>
                    <a:pt x="70" y="263"/>
                    <a:pt x="136" y="263"/>
                  </a:cubicBezTo>
                  <a:cubicBezTo>
                    <a:pt x="174" y="247"/>
                    <a:pt x="190" y="230"/>
                    <a:pt x="206" y="214"/>
                  </a:cubicBezTo>
                  <a:cubicBezTo>
                    <a:pt x="223" y="177"/>
                    <a:pt x="239" y="144"/>
                    <a:pt x="223" y="111"/>
                  </a:cubicBezTo>
                  <a:cubicBezTo>
                    <a:pt x="223" y="74"/>
                    <a:pt x="206" y="41"/>
                    <a:pt x="190" y="24"/>
                  </a:cubicBezTo>
                  <a:cubicBezTo>
                    <a:pt x="174" y="24"/>
                    <a:pt x="174" y="8"/>
                    <a:pt x="157" y="8"/>
                  </a:cubicBezTo>
                  <a:cubicBezTo>
                    <a:pt x="143" y="8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7" name="Google Shape;20507;p54"/>
            <p:cNvSpPr/>
            <p:nvPr/>
          </p:nvSpPr>
          <p:spPr>
            <a:xfrm>
              <a:off x="4619225" y="29703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50" y="1"/>
                    <a:pt x="1" y="71"/>
                    <a:pt x="17" y="141"/>
                  </a:cubicBezTo>
                  <a:cubicBezTo>
                    <a:pt x="17" y="174"/>
                    <a:pt x="34" y="207"/>
                    <a:pt x="67" y="228"/>
                  </a:cubicBezTo>
                  <a:cubicBezTo>
                    <a:pt x="83" y="261"/>
                    <a:pt x="120" y="261"/>
                    <a:pt x="137" y="261"/>
                  </a:cubicBezTo>
                  <a:cubicBezTo>
                    <a:pt x="207" y="244"/>
                    <a:pt x="240" y="174"/>
                    <a:pt x="240" y="104"/>
                  </a:cubicBezTo>
                  <a:cubicBezTo>
                    <a:pt x="223" y="71"/>
                    <a:pt x="223" y="38"/>
                    <a:pt x="186" y="21"/>
                  </a:cubicBezTo>
                  <a:lnTo>
                    <a:pt x="17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8" name="Google Shape;20508;p54"/>
            <p:cNvSpPr/>
            <p:nvPr/>
          </p:nvSpPr>
          <p:spPr>
            <a:xfrm>
              <a:off x="4818475" y="3042150"/>
              <a:ext cx="5575" cy="3450"/>
            </a:xfrm>
            <a:custGeom>
              <a:avLst/>
              <a:gdLst/>
              <a:ahLst/>
              <a:cxnLst/>
              <a:rect l="l" t="t" r="r" b="b"/>
              <a:pathLst>
                <a:path w="223" h="138" extrusionOk="0">
                  <a:moveTo>
                    <a:pt x="110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0" y="100"/>
                    <a:pt x="0" y="117"/>
                    <a:pt x="0" y="117"/>
                  </a:cubicBezTo>
                  <a:lnTo>
                    <a:pt x="223" y="137"/>
                  </a:lnTo>
                  <a:cubicBezTo>
                    <a:pt x="223" y="84"/>
                    <a:pt x="206" y="34"/>
                    <a:pt x="153" y="14"/>
                  </a:cubicBezTo>
                  <a:cubicBezTo>
                    <a:pt x="140" y="5"/>
                    <a:pt x="125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9" name="Google Shape;20509;p54"/>
            <p:cNvSpPr/>
            <p:nvPr/>
          </p:nvSpPr>
          <p:spPr>
            <a:xfrm>
              <a:off x="4739000" y="30287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4" y="0"/>
                  </a:moveTo>
                  <a:cubicBezTo>
                    <a:pt x="34" y="17"/>
                    <a:pt x="1" y="87"/>
                    <a:pt x="17" y="157"/>
                  </a:cubicBezTo>
                  <a:cubicBezTo>
                    <a:pt x="17" y="215"/>
                    <a:pt x="58" y="263"/>
                    <a:pt x="113" y="263"/>
                  </a:cubicBezTo>
                  <a:cubicBezTo>
                    <a:pt x="120" y="263"/>
                    <a:pt x="128" y="262"/>
                    <a:pt x="137" y="260"/>
                  </a:cubicBezTo>
                  <a:cubicBezTo>
                    <a:pt x="174" y="260"/>
                    <a:pt x="190" y="240"/>
                    <a:pt x="207" y="207"/>
                  </a:cubicBezTo>
                  <a:cubicBezTo>
                    <a:pt x="223" y="174"/>
                    <a:pt x="240" y="137"/>
                    <a:pt x="223" y="104"/>
                  </a:cubicBezTo>
                  <a:cubicBezTo>
                    <a:pt x="223" y="71"/>
                    <a:pt x="207" y="54"/>
                    <a:pt x="190" y="17"/>
                  </a:cubicBezTo>
                  <a:cubicBezTo>
                    <a:pt x="174" y="17"/>
                    <a:pt x="174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0" name="Google Shape;20510;p54"/>
            <p:cNvSpPr/>
            <p:nvPr/>
          </p:nvSpPr>
          <p:spPr>
            <a:xfrm>
              <a:off x="4664275" y="301072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4" y="1"/>
                  </a:moveTo>
                  <a:cubicBezTo>
                    <a:pt x="54" y="17"/>
                    <a:pt x="0" y="88"/>
                    <a:pt x="17" y="158"/>
                  </a:cubicBezTo>
                  <a:cubicBezTo>
                    <a:pt x="17" y="191"/>
                    <a:pt x="33" y="224"/>
                    <a:pt x="54" y="240"/>
                  </a:cubicBezTo>
                  <a:cubicBezTo>
                    <a:pt x="78" y="255"/>
                    <a:pt x="101" y="267"/>
                    <a:pt x="119" y="267"/>
                  </a:cubicBezTo>
                  <a:cubicBezTo>
                    <a:pt x="126" y="267"/>
                    <a:pt x="132" y="265"/>
                    <a:pt x="136" y="261"/>
                  </a:cubicBezTo>
                  <a:cubicBezTo>
                    <a:pt x="174" y="261"/>
                    <a:pt x="190" y="240"/>
                    <a:pt x="207" y="207"/>
                  </a:cubicBezTo>
                  <a:cubicBezTo>
                    <a:pt x="223" y="191"/>
                    <a:pt x="240" y="158"/>
                    <a:pt x="240" y="121"/>
                  </a:cubicBezTo>
                  <a:cubicBezTo>
                    <a:pt x="223" y="88"/>
                    <a:pt x="207" y="55"/>
                    <a:pt x="190" y="34"/>
                  </a:cubicBezTo>
                  <a:cubicBezTo>
                    <a:pt x="190" y="17"/>
                    <a:pt x="174" y="17"/>
                    <a:pt x="174" y="17"/>
                  </a:cubicBezTo>
                  <a:cubicBezTo>
                    <a:pt x="15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1" name="Google Shape;20511;p54"/>
            <p:cNvSpPr/>
            <p:nvPr/>
          </p:nvSpPr>
          <p:spPr>
            <a:xfrm>
              <a:off x="4752300" y="3039900"/>
              <a:ext cx="6100" cy="4775"/>
            </a:xfrm>
            <a:custGeom>
              <a:avLst/>
              <a:gdLst/>
              <a:ahLst/>
              <a:cxnLst/>
              <a:rect l="l" t="t" r="r" b="b"/>
              <a:pathLst>
                <a:path w="244" h="191" extrusionOk="0">
                  <a:moveTo>
                    <a:pt x="141" y="1"/>
                  </a:moveTo>
                  <a:cubicBezTo>
                    <a:pt x="103" y="1"/>
                    <a:pt x="87" y="1"/>
                    <a:pt x="54" y="21"/>
                  </a:cubicBezTo>
                  <a:cubicBezTo>
                    <a:pt x="17" y="71"/>
                    <a:pt x="0" y="141"/>
                    <a:pt x="38" y="190"/>
                  </a:cubicBezTo>
                  <a:lnTo>
                    <a:pt x="223" y="190"/>
                  </a:lnTo>
                  <a:cubicBezTo>
                    <a:pt x="244" y="157"/>
                    <a:pt x="244" y="87"/>
                    <a:pt x="207" y="54"/>
                  </a:cubicBezTo>
                  <a:cubicBezTo>
                    <a:pt x="207" y="38"/>
                    <a:pt x="190" y="2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2" name="Google Shape;20512;p54"/>
            <p:cNvSpPr/>
            <p:nvPr/>
          </p:nvSpPr>
          <p:spPr>
            <a:xfrm>
              <a:off x="4744975" y="3008650"/>
              <a:ext cx="6525" cy="6750"/>
            </a:xfrm>
            <a:custGeom>
              <a:avLst/>
              <a:gdLst/>
              <a:ahLst/>
              <a:cxnLst/>
              <a:rect l="l" t="t" r="r" b="b"/>
              <a:pathLst>
                <a:path w="261" h="270" extrusionOk="0">
                  <a:moveTo>
                    <a:pt x="131" y="1"/>
                  </a:moveTo>
                  <a:cubicBezTo>
                    <a:pt x="91" y="1"/>
                    <a:pt x="50" y="32"/>
                    <a:pt x="38" y="84"/>
                  </a:cubicBezTo>
                  <a:cubicBezTo>
                    <a:pt x="1" y="154"/>
                    <a:pt x="38" y="241"/>
                    <a:pt x="87" y="257"/>
                  </a:cubicBezTo>
                  <a:cubicBezTo>
                    <a:pt x="106" y="266"/>
                    <a:pt x="123" y="270"/>
                    <a:pt x="139" y="270"/>
                  </a:cubicBezTo>
                  <a:cubicBezTo>
                    <a:pt x="183" y="270"/>
                    <a:pt x="217" y="239"/>
                    <a:pt x="244" y="187"/>
                  </a:cubicBezTo>
                  <a:cubicBezTo>
                    <a:pt x="260" y="117"/>
                    <a:pt x="227" y="34"/>
                    <a:pt x="174" y="14"/>
                  </a:cubicBezTo>
                  <a:cubicBezTo>
                    <a:pt x="161" y="5"/>
                    <a:pt x="146" y="1"/>
                    <a:pt x="1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3" name="Google Shape;20513;p54"/>
            <p:cNvSpPr/>
            <p:nvPr/>
          </p:nvSpPr>
          <p:spPr>
            <a:xfrm>
              <a:off x="4698600" y="3035900"/>
              <a:ext cx="5700" cy="6600"/>
            </a:xfrm>
            <a:custGeom>
              <a:avLst/>
              <a:gdLst/>
              <a:ahLst/>
              <a:cxnLst/>
              <a:rect l="l" t="t" r="r" b="b"/>
              <a:pathLst>
                <a:path w="228" h="264" extrusionOk="0">
                  <a:moveTo>
                    <a:pt x="118" y="1"/>
                  </a:moveTo>
                  <a:cubicBezTo>
                    <a:pt x="109" y="1"/>
                    <a:pt x="99" y="3"/>
                    <a:pt x="87" y="8"/>
                  </a:cubicBezTo>
                  <a:cubicBezTo>
                    <a:pt x="37" y="8"/>
                    <a:pt x="0" y="78"/>
                    <a:pt x="0" y="144"/>
                  </a:cubicBezTo>
                  <a:cubicBezTo>
                    <a:pt x="0" y="181"/>
                    <a:pt x="21" y="214"/>
                    <a:pt x="54" y="231"/>
                  </a:cubicBezTo>
                  <a:cubicBezTo>
                    <a:pt x="70" y="247"/>
                    <a:pt x="103" y="264"/>
                    <a:pt x="124" y="264"/>
                  </a:cubicBezTo>
                  <a:cubicBezTo>
                    <a:pt x="157" y="247"/>
                    <a:pt x="190" y="231"/>
                    <a:pt x="207" y="214"/>
                  </a:cubicBezTo>
                  <a:cubicBezTo>
                    <a:pt x="227" y="181"/>
                    <a:pt x="227" y="144"/>
                    <a:pt x="227" y="111"/>
                  </a:cubicBezTo>
                  <a:cubicBezTo>
                    <a:pt x="227" y="78"/>
                    <a:pt x="207" y="41"/>
                    <a:pt x="174" y="25"/>
                  </a:cubicBezTo>
                  <a:lnTo>
                    <a:pt x="157" y="8"/>
                  </a:lnTo>
                  <a:cubicBezTo>
                    <a:pt x="146" y="8"/>
                    <a:pt x="135" y="1"/>
                    <a:pt x="1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4" name="Google Shape;20514;p54"/>
            <p:cNvSpPr/>
            <p:nvPr/>
          </p:nvSpPr>
          <p:spPr>
            <a:xfrm>
              <a:off x="4666025" y="2995275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04" y="1"/>
                  </a:moveTo>
                  <a:cubicBezTo>
                    <a:pt x="34" y="17"/>
                    <a:pt x="1" y="87"/>
                    <a:pt x="1" y="157"/>
                  </a:cubicBezTo>
                  <a:cubicBezTo>
                    <a:pt x="15" y="215"/>
                    <a:pt x="55" y="263"/>
                    <a:pt x="111" y="263"/>
                  </a:cubicBezTo>
                  <a:cubicBezTo>
                    <a:pt x="120" y="263"/>
                    <a:pt x="128" y="262"/>
                    <a:pt x="137" y="260"/>
                  </a:cubicBezTo>
                  <a:cubicBezTo>
                    <a:pt x="170" y="260"/>
                    <a:pt x="190" y="240"/>
                    <a:pt x="207" y="207"/>
                  </a:cubicBezTo>
                  <a:cubicBezTo>
                    <a:pt x="223" y="190"/>
                    <a:pt x="223" y="157"/>
                    <a:pt x="223" y="120"/>
                  </a:cubicBezTo>
                  <a:cubicBezTo>
                    <a:pt x="223" y="87"/>
                    <a:pt x="207" y="54"/>
                    <a:pt x="190" y="33"/>
                  </a:cubicBezTo>
                  <a:cubicBezTo>
                    <a:pt x="170" y="17"/>
                    <a:pt x="170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5" name="Google Shape;20515;p54"/>
            <p:cNvSpPr/>
            <p:nvPr/>
          </p:nvSpPr>
          <p:spPr>
            <a:xfrm>
              <a:off x="4679325" y="3006925"/>
              <a:ext cx="5600" cy="6000"/>
            </a:xfrm>
            <a:custGeom>
              <a:avLst/>
              <a:gdLst/>
              <a:ahLst/>
              <a:cxnLst/>
              <a:rect l="l" t="t" r="r" b="b"/>
              <a:pathLst>
                <a:path w="224" h="240" extrusionOk="0">
                  <a:moveTo>
                    <a:pt x="70" y="0"/>
                  </a:moveTo>
                  <a:cubicBezTo>
                    <a:pt x="70" y="17"/>
                    <a:pt x="50" y="17"/>
                    <a:pt x="50" y="17"/>
                  </a:cubicBezTo>
                  <a:cubicBezTo>
                    <a:pt x="0" y="50"/>
                    <a:pt x="0" y="136"/>
                    <a:pt x="33" y="186"/>
                  </a:cubicBezTo>
                  <a:cubicBezTo>
                    <a:pt x="50" y="223"/>
                    <a:pt x="87" y="240"/>
                    <a:pt x="120" y="240"/>
                  </a:cubicBezTo>
                  <a:cubicBezTo>
                    <a:pt x="136" y="240"/>
                    <a:pt x="174" y="240"/>
                    <a:pt x="190" y="223"/>
                  </a:cubicBezTo>
                  <a:cubicBezTo>
                    <a:pt x="207" y="207"/>
                    <a:pt x="223" y="186"/>
                    <a:pt x="223" y="169"/>
                  </a:cubicBezTo>
                  <a:cubicBezTo>
                    <a:pt x="174" y="120"/>
                    <a:pt x="120" y="66"/>
                    <a:pt x="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6" name="Google Shape;20516;p54"/>
            <p:cNvSpPr/>
            <p:nvPr/>
          </p:nvSpPr>
          <p:spPr>
            <a:xfrm>
              <a:off x="4755800" y="2998275"/>
              <a:ext cx="2100" cy="1350"/>
            </a:xfrm>
            <a:custGeom>
              <a:avLst/>
              <a:gdLst/>
              <a:ahLst/>
              <a:cxnLst/>
              <a:rect l="l" t="t" r="r" b="b"/>
              <a:pathLst>
                <a:path w="84" h="54" extrusionOk="0">
                  <a:moveTo>
                    <a:pt x="83" y="0"/>
                  </a:moveTo>
                  <a:cubicBezTo>
                    <a:pt x="50" y="17"/>
                    <a:pt x="34" y="37"/>
                    <a:pt x="1" y="54"/>
                  </a:cubicBezTo>
                  <a:cubicBezTo>
                    <a:pt x="34" y="54"/>
                    <a:pt x="67" y="37"/>
                    <a:pt x="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7" name="Google Shape;20517;p54"/>
            <p:cNvSpPr/>
            <p:nvPr/>
          </p:nvSpPr>
          <p:spPr>
            <a:xfrm>
              <a:off x="4911650" y="2981575"/>
              <a:ext cx="5600" cy="6575"/>
            </a:xfrm>
            <a:custGeom>
              <a:avLst/>
              <a:gdLst/>
              <a:ahLst/>
              <a:cxnLst/>
              <a:rect l="l" t="t" r="r" b="b"/>
              <a:pathLst>
                <a:path w="224" h="263" extrusionOk="0">
                  <a:moveTo>
                    <a:pt x="87" y="0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0" y="190"/>
                    <a:pt x="17" y="223"/>
                    <a:pt x="54" y="239"/>
                  </a:cubicBezTo>
                  <a:cubicBezTo>
                    <a:pt x="66" y="251"/>
                    <a:pt x="86" y="263"/>
                    <a:pt x="102" y="263"/>
                  </a:cubicBezTo>
                  <a:cubicBezTo>
                    <a:pt x="109" y="263"/>
                    <a:pt x="115" y="261"/>
                    <a:pt x="120" y="256"/>
                  </a:cubicBezTo>
                  <a:cubicBezTo>
                    <a:pt x="190" y="256"/>
                    <a:pt x="223" y="190"/>
                    <a:pt x="223" y="120"/>
                  </a:cubicBezTo>
                  <a:cubicBezTo>
                    <a:pt x="223" y="87"/>
                    <a:pt x="207" y="50"/>
                    <a:pt x="174" y="33"/>
                  </a:cubicBezTo>
                  <a:cubicBezTo>
                    <a:pt x="174" y="17"/>
                    <a:pt x="157" y="17"/>
                    <a:pt x="157" y="17"/>
                  </a:cubicBezTo>
                  <a:cubicBezTo>
                    <a:pt x="136" y="0"/>
                    <a:pt x="120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8" name="Google Shape;20518;p54"/>
            <p:cNvSpPr/>
            <p:nvPr/>
          </p:nvSpPr>
          <p:spPr>
            <a:xfrm>
              <a:off x="4903500" y="29986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37" y="1"/>
                  </a:moveTo>
                  <a:cubicBezTo>
                    <a:pt x="104" y="1"/>
                    <a:pt x="71" y="21"/>
                    <a:pt x="50" y="38"/>
                  </a:cubicBezTo>
                  <a:cubicBezTo>
                    <a:pt x="34" y="54"/>
                    <a:pt x="17" y="87"/>
                    <a:pt x="17" y="124"/>
                  </a:cubicBezTo>
                  <a:cubicBezTo>
                    <a:pt x="1" y="157"/>
                    <a:pt x="17" y="190"/>
                    <a:pt x="34" y="227"/>
                  </a:cubicBezTo>
                  <a:cubicBezTo>
                    <a:pt x="50" y="244"/>
                    <a:pt x="87" y="260"/>
                    <a:pt x="104" y="260"/>
                  </a:cubicBezTo>
                  <a:cubicBezTo>
                    <a:pt x="113" y="265"/>
                    <a:pt x="123" y="267"/>
                    <a:pt x="133" y="267"/>
                  </a:cubicBezTo>
                  <a:cubicBezTo>
                    <a:pt x="157" y="267"/>
                    <a:pt x="179" y="255"/>
                    <a:pt x="190" y="244"/>
                  </a:cubicBezTo>
                  <a:cubicBezTo>
                    <a:pt x="240" y="190"/>
                    <a:pt x="240" y="104"/>
                    <a:pt x="207" y="54"/>
                  </a:cubicBezTo>
                  <a:cubicBezTo>
                    <a:pt x="190" y="38"/>
                    <a:pt x="174" y="21"/>
                    <a:pt x="153" y="21"/>
                  </a:cubicBezTo>
                  <a:lnTo>
                    <a:pt x="1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9" name="Google Shape;20519;p54"/>
            <p:cNvSpPr/>
            <p:nvPr/>
          </p:nvSpPr>
          <p:spPr>
            <a:xfrm>
              <a:off x="4903925" y="2966525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57" y="0"/>
                  </a:moveTo>
                  <a:cubicBezTo>
                    <a:pt x="120" y="0"/>
                    <a:pt x="87" y="0"/>
                    <a:pt x="70" y="17"/>
                  </a:cubicBezTo>
                  <a:cubicBezTo>
                    <a:pt x="54" y="33"/>
                    <a:pt x="33" y="50"/>
                    <a:pt x="17" y="87"/>
                  </a:cubicBezTo>
                  <a:cubicBezTo>
                    <a:pt x="0" y="103"/>
                    <a:pt x="0" y="136"/>
                    <a:pt x="17" y="173"/>
                  </a:cubicBezTo>
                  <a:cubicBezTo>
                    <a:pt x="17" y="206"/>
                    <a:pt x="54" y="239"/>
                    <a:pt x="87" y="239"/>
                  </a:cubicBezTo>
                  <a:cubicBezTo>
                    <a:pt x="100" y="249"/>
                    <a:pt x="115" y="254"/>
                    <a:pt x="130" y="254"/>
                  </a:cubicBezTo>
                  <a:cubicBezTo>
                    <a:pt x="170" y="254"/>
                    <a:pt x="211" y="221"/>
                    <a:pt x="223" y="173"/>
                  </a:cubicBezTo>
                  <a:cubicBezTo>
                    <a:pt x="239" y="103"/>
                    <a:pt x="223" y="33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0" name="Google Shape;20520;p54"/>
            <p:cNvSpPr/>
            <p:nvPr/>
          </p:nvSpPr>
          <p:spPr>
            <a:xfrm>
              <a:off x="4909475" y="3026600"/>
              <a:ext cx="6125" cy="6700"/>
            </a:xfrm>
            <a:custGeom>
              <a:avLst/>
              <a:gdLst/>
              <a:ahLst/>
              <a:cxnLst/>
              <a:rect l="l" t="t" r="r" b="b"/>
              <a:pathLst>
                <a:path w="245" h="268" extrusionOk="0">
                  <a:moveTo>
                    <a:pt x="141" y="1"/>
                  </a:moveTo>
                  <a:cubicBezTo>
                    <a:pt x="120" y="1"/>
                    <a:pt x="87" y="17"/>
                    <a:pt x="71" y="38"/>
                  </a:cubicBezTo>
                  <a:cubicBezTo>
                    <a:pt x="17" y="87"/>
                    <a:pt x="1" y="158"/>
                    <a:pt x="54" y="224"/>
                  </a:cubicBezTo>
                  <a:cubicBezTo>
                    <a:pt x="71" y="244"/>
                    <a:pt x="87" y="261"/>
                    <a:pt x="120" y="261"/>
                  </a:cubicBezTo>
                  <a:cubicBezTo>
                    <a:pt x="131" y="265"/>
                    <a:pt x="140" y="267"/>
                    <a:pt x="149" y="267"/>
                  </a:cubicBezTo>
                  <a:cubicBezTo>
                    <a:pt x="169" y="267"/>
                    <a:pt x="184" y="256"/>
                    <a:pt x="207" y="244"/>
                  </a:cubicBezTo>
                  <a:cubicBezTo>
                    <a:pt x="223" y="207"/>
                    <a:pt x="244" y="191"/>
                    <a:pt x="244" y="158"/>
                  </a:cubicBezTo>
                  <a:cubicBezTo>
                    <a:pt x="244" y="120"/>
                    <a:pt x="244" y="87"/>
                    <a:pt x="223" y="54"/>
                  </a:cubicBezTo>
                  <a:cubicBezTo>
                    <a:pt x="207" y="38"/>
                    <a:pt x="190" y="17"/>
                    <a:pt x="174" y="17"/>
                  </a:cubicBezTo>
                  <a:cubicBezTo>
                    <a:pt x="157" y="17"/>
                    <a:pt x="157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1" name="Google Shape;20521;p54"/>
            <p:cNvSpPr/>
            <p:nvPr/>
          </p:nvSpPr>
          <p:spPr>
            <a:xfrm>
              <a:off x="4906075" y="29489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11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1" y="154"/>
                    <a:pt x="17" y="220"/>
                    <a:pt x="87" y="257"/>
                  </a:cubicBezTo>
                  <a:lnTo>
                    <a:pt x="137" y="257"/>
                  </a:lnTo>
                  <a:cubicBezTo>
                    <a:pt x="174" y="257"/>
                    <a:pt x="207" y="220"/>
                    <a:pt x="223" y="170"/>
                  </a:cubicBezTo>
                  <a:cubicBezTo>
                    <a:pt x="240" y="133"/>
                    <a:pt x="223" y="84"/>
                    <a:pt x="207" y="51"/>
                  </a:cubicBezTo>
                  <a:cubicBezTo>
                    <a:pt x="190" y="30"/>
                    <a:pt x="174" y="14"/>
                    <a:pt x="153" y="14"/>
                  </a:cubicBezTo>
                  <a:cubicBezTo>
                    <a:pt x="140" y="5"/>
                    <a:pt x="126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2" name="Google Shape;20522;p54"/>
            <p:cNvSpPr/>
            <p:nvPr/>
          </p:nvSpPr>
          <p:spPr>
            <a:xfrm>
              <a:off x="4848575" y="3041150"/>
              <a:ext cx="6000" cy="4450"/>
            </a:xfrm>
            <a:custGeom>
              <a:avLst/>
              <a:gdLst/>
              <a:ahLst/>
              <a:cxnLst/>
              <a:rect l="l" t="t" r="r" b="b"/>
              <a:pathLst>
                <a:path w="240" h="178" extrusionOk="0">
                  <a:moveTo>
                    <a:pt x="126" y="0"/>
                  </a:moveTo>
                  <a:cubicBezTo>
                    <a:pt x="81" y="0"/>
                    <a:pt x="30" y="33"/>
                    <a:pt x="17" y="91"/>
                  </a:cubicBezTo>
                  <a:cubicBezTo>
                    <a:pt x="0" y="107"/>
                    <a:pt x="0" y="140"/>
                    <a:pt x="17" y="177"/>
                  </a:cubicBezTo>
                  <a:lnTo>
                    <a:pt x="223" y="177"/>
                  </a:lnTo>
                  <a:cubicBezTo>
                    <a:pt x="239" y="107"/>
                    <a:pt x="223" y="37"/>
                    <a:pt x="153" y="4"/>
                  </a:cubicBezTo>
                  <a:cubicBezTo>
                    <a:pt x="144" y="2"/>
                    <a:pt x="135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3" name="Google Shape;20523;p54"/>
            <p:cNvSpPr/>
            <p:nvPr/>
          </p:nvSpPr>
          <p:spPr>
            <a:xfrm>
              <a:off x="4894950" y="302942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0"/>
                  </a:moveTo>
                  <a:cubicBezTo>
                    <a:pt x="115" y="0"/>
                    <a:pt x="109" y="2"/>
                    <a:pt x="104" y="7"/>
                  </a:cubicBezTo>
                  <a:cubicBezTo>
                    <a:pt x="66" y="7"/>
                    <a:pt x="50" y="28"/>
                    <a:pt x="33" y="61"/>
                  </a:cubicBezTo>
                  <a:cubicBezTo>
                    <a:pt x="17" y="78"/>
                    <a:pt x="0" y="111"/>
                    <a:pt x="0" y="148"/>
                  </a:cubicBezTo>
                  <a:cubicBezTo>
                    <a:pt x="17" y="181"/>
                    <a:pt x="33" y="214"/>
                    <a:pt x="50" y="234"/>
                  </a:cubicBezTo>
                  <a:cubicBezTo>
                    <a:pt x="66" y="251"/>
                    <a:pt x="104" y="267"/>
                    <a:pt x="137" y="267"/>
                  </a:cubicBezTo>
                  <a:cubicBezTo>
                    <a:pt x="186" y="251"/>
                    <a:pt x="240" y="181"/>
                    <a:pt x="223" y="111"/>
                  </a:cubicBezTo>
                  <a:cubicBezTo>
                    <a:pt x="223" y="78"/>
                    <a:pt x="207" y="45"/>
                    <a:pt x="186" y="28"/>
                  </a:cubicBezTo>
                  <a:cubicBezTo>
                    <a:pt x="170" y="28"/>
                    <a:pt x="170" y="7"/>
                    <a:pt x="153" y="7"/>
                  </a:cubicBezTo>
                  <a:cubicBezTo>
                    <a:pt x="142" y="7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4" name="Google Shape;20524;p54"/>
            <p:cNvSpPr/>
            <p:nvPr/>
          </p:nvSpPr>
          <p:spPr>
            <a:xfrm>
              <a:off x="4900100" y="30138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43" y="1"/>
                  </a:moveTo>
                  <a:cubicBezTo>
                    <a:pt x="133" y="1"/>
                    <a:pt x="120" y="5"/>
                    <a:pt x="104" y="13"/>
                  </a:cubicBezTo>
                  <a:cubicBezTo>
                    <a:pt x="50" y="13"/>
                    <a:pt x="1" y="83"/>
                    <a:pt x="17" y="153"/>
                  </a:cubicBezTo>
                  <a:cubicBezTo>
                    <a:pt x="17" y="186"/>
                    <a:pt x="34" y="219"/>
                    <a:pt x="67" y="240"/>
                  </a:cubicBezTo>
                  <a:cubicBezTo>
                    <a:pt x="78" y="251"/>
                    <a:pt x="100" y="263"/>
                    <a:pt x="118" y="263"/>
                  </a:cubicBezTo>
                  <a:cubicBezTo>
                    <a:pt x="125" y="263"/>
                    <a:pt x="132" y="261"/>
                    <a:pt x="137" y="256"/>
                  </a:cubicBezTo>
                  <a:cubicBezTo>
                    <a:pt x="207" y="256"/>
                    <a:pt x="240" y="186"/>
                    <a:pt x="240" y="116"/>
                  </a:cubicBezTo>
                  <a:cubicBezTo>
                    <a:pt x="223" y="67"/>
                    <a:pt x="207" y="34"/>
                    <a:pt x="170" y="13"/>
                  </a:cubicBezTo>
                  <a:cubicBezTo>
                    <a:pt x="161" y="5"/>
                    <a:pt x="153" y="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5" name="Google Shape;20525;p54"/>
            <p:cNvSpPr/>
            <p:nvPr/>
          </p:nvSpPr>
          <p:spPr>
            <a:xfrm>
              <a:off x="4833100" y="3040425"/>
              <a:ext cx="6000" cy="5175"/>
            </a:xfrm>
            <a:custGeom>
              <a:avLst/>
              <a:gdLst/>
              <a:ahLst/>
              <a:cxnLst/>
              <a:rect l="l" t="t" r="r" b="b"/>
              <a:pathLst>
                <a:path w="240" h="207" extrusionOk="0">
                  <a:moveTo>
                    <a:pt x="104" y="0"/>
                  </a:moveTo>
                  <a:cubicBezTo>
                    <a:pt x="50" y="17"/>
                    <a:pt x="1" y="66"/>
                    <a:pt x="17" y="153"/>
                  </a:cubicBezTo>
                  <a:cubicBezTo>
                    <a:pt x="17" y="169"/>
                    <a:pt x="17" y="186"/>
                    <a:pt x="34" y="206"/>
                  </a:cubicBezTo>
                  <a:lnTo>
                    <a:pt x="223" y="206"/>
                  </a:lnTo>
                  <a:cubicBezTo>
                    <a:pt x="223" y="169"/>
                    <a:pt x="240" y="136"/>
                    <a:pt x="240" y="103"/>
                  </a:cubicBezTo>
                  <a:cubicBezTo>
                    <a:pt x="223" y="66"/>
                    <a:pt x="207" y="33"/>
                    <a:pt x="186" y="17"/>
                  </a:cubicBezTo>
                  <a:cubicBezTo>
                    <a:pt x="186" y="17"/>
                    <a:pt x="170" y="17"/>
                    <a:pt x="1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6" name="Google Shape;20526;p54"/>
            <p:cNvSpPr/>
            <p:nvPr/>
          </p:nvSpPr>
          <p:spPr>
            <a:xfrm>
              <a:off x="4578825" y="2964775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20" y="0"/>
                  </a:moveTo>
                  <a:cubicBezTo>
                    <a:pt x="87" y="0"/>
                    <a:pt x="50" y="0"/>
                    <a:pt x="34" y="37"/>
                  </a:cubicBezTo>
                  <a:cubicBezTo>
                    <a:pt x="17" y="54"/>
                    <a:pt x="1" y="87"/>
                    <a:pt x="1" y="120"/>
                  </a:cubicBezTo>
                  <a:cubicBezTo>
                    <a:pt x="1" y="157"/>
                    <a:pt x="1" y="190"/>
                    <a:pt x="17" y="206"/>
                  </a:cubicBezTo>
                  <a:cubicBezTo>
                    <a:pt x="34" y="243"/>
                    <a:pt x="71" y="260"/>
                    <a:pt x="87" y="260"/>
                  </a:cubicBezTo>
                  <a:cubicBezTo>
                    <a:pt x="120" y="260"/>
                    <a:pt x="153" y="260"/>
                    <a:pt x="174" y="223"/>
                  </a:cubicBezTo>
                  <a:cubicBezTo>
                    <a:pt x="223" y="190"/>
                    <a:pt x="223" y="103"/>
                    <a:pt x="190" y="54"/>
                  </a:cubicBezTo>
                  <a:cubicBezTo>
                    <a:pt x="174" y="37"/>
                    <a:pt x="174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7" name="Google Shape;20527;p54"/>
            <p:cNvSpPr/>
            <p:nvPr/>
          </p:nvSpPr>
          <p:spPr>
            <a:xfrm>
              <a:off x="4575825" y="3008975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88" y="1"/>
                  </a:moveTo>
                  <a:cubicBezTo>
                    <a:pt x="67" y="1"/>
                    <a:pt x="50" y="21"/>
                    <a:pt x="34" y="38"/>
                  </a:cubicBezTo>
                  <a:cubicBezTo>
                    <a:pt x="17" y="71"/>
                    <a:pt x="1" y="104"/>
                    <a:pt x="1" y="158"/>
                  </a:cubicBezTo>
                  <a:cubicBezTo>
                    <a:pt x="1" y="191"/>
                    <a:pt x="17" y="207"/>
                    <a:pt x="50" y="228"/>
                  </a:cubicBezTo>
                  <a:cubicBezTo>
                    <a:pt x="67" y="261"/>
                    <a:pt x="104" y="261"/>
                    <a:pt x="121" y="261"/>
                  </a:cubicBezTo>
                  <a:cubicBezTo>
                    <a:pt x="191" y="244"/>
                    <a:pt x="224" y="191"/>
                    <a:pt x="224" y="125"/>
                  </a:cubicBezTo>
                  <a:lnTo>
                    <a:pt x="224" y="104"/>
                  </a:lnTo>
                  <a:cubicBezTo>
                    <a:pt x="207" y="54"/>
                    <a:pt x="191" y="21"/>
                    <a:pt x="1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8" name="Google Shape;20528;p54"/>
            <p:cNvSpPr/>
            <p:nvPr/>
          </p:nvSpPr>
          <p:spPr>
            <a:xfrm>
              <a:off x="4579250" y="2932325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108" y="1"/>
                  </a:moveTo>
                  <a:cubicBezTo>
                    <a:pt x="92" y="1"/>
                    <a:pt x="73" y="9"/>
                    <a:pt x="54" y="28"/>
                  </a:cubicBezTo>
                  <a:cubicBezTo>
                    <a:pt x="33" y="28"/>
                    <a:pt x="17" y="61"/>
                    <a:pt x="0" y="78"/>
                  </a:cubicBezTo>
                  <a:lnTo>
                    <a:pt x="0" y="164"/>
                  </a:lnTo>
                  <a:cubicBezTo>
                    <a:pt x="17" y="201"/>
                    <a:pt x="33" y="234"/>
                    <a:pt x="70" y="251"/>
                  </a:cubicBezTo>
                  <a:cubicBezTo>
                    <a:pt x="83" y="260"/>
                    <a:pt x="98" y="264"/>
                    <a:pt x="112" y="264"/>
                  </a:cubicBezTo>
                  <a:cubicBezTo>
                    <a:pt x="153" y="264"/>
                    <a:pt x="194" y="232"/>
                    <a:pt x="206" y="181"/>
                  </a:cubicBezTo>
                  <a:cubicBezTo>
                    <a:pt x="223" y="115"/>
                    <a:pt x="206" y="28"/>
                    <a:pt x="136" y="12"/>
                  </a:cubicBezTo>
                  <a:cubicBezTo>
                    <a:pt x="129" y="5"/>
                    <a:pt x="120" y="1"/>
                    <a:pt x="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9" name="Google Shape;20529;p54"/>
            <p:cNvSpPr/>
            <p:nvPr/>
          </p:nvSpPr>
          <p:spPr>
            <a:xfrm>
              <a:off x="4584400" y="29927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0"/>
                  </a:moveTo>
                  <a:cubicBezTo>
                    <a:pt x="120" y="0"/>
                    <a:pt x="87" y="0"/>
                    <a:pt x="70" y="33"/>
                  </a:cubicBezTo>
                  <a:cubicBezTo>
                    <a:pt x="17" y="71"/>
                    <a:pt x="0" y="157"/>
                    <a:pt x="54" y="207"/>
                  </a:cubicBezTo>
                  <a:cubicBezTo>
                    <a:pt x="70" y="240"/>
                    <a:pt x="87" y="260"/>
                    <a:pt x="120" y="260"/>
                  </a:cubicBezTo>
                  <a:cubicBezTo>
                    <a:pt x="157" y="260"/>
                    <a:pt x="173" y="260"/>
                    <a:pt x="206" y="223"/>
                  </a:cubicBezTo>
                  <a:cubicBezTo>
                    <a:pt x="223" y="207"/>
                    <a:pt x="239" y="174"/>
                    <a:pt x="239" y="136"/>
                  </a:cubicBezTo>
                  <a:cubicBezTo>
                    <a:pt x="239" y="104"/>
                    <a:pt x="239" y="71"/>
                    <a:pt x="223" y="54"/>
                  </a:cubicBezTo>
                  <a:cubicBezTo>
                    <a:pt x="206" y="33"/>
                    <a:pt x="190" y="17"/>
                    <a:pt x="1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0" name="Google Shape;20530;p54"/>
            <p:cNvSpPr/>
            <p:nvPr/>
          </p:nvSpPr>
          <p:spPr>
            <a:xfrm>
              <a:off x="4581000" y="29148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25" y="1"/>
                  </a:moveTo>
                  <a:cubicBezTo>
                    <a:pt x="80" y="1"/>
                    <a:pt x="30" y="31"/>
                    <a:pt x="17" y="75"/>
                  </a:cubicBezTo>
                  <a:cubicBezTo>
                    <a:pt x="0" y="141"/>
                    <a:pt x="17" y="227"/>
                    <a:pt x="87" y="244"/>
                  </a:cubicBezTo>
                  <a:cubicBezTo>
                    <a:pt x="103" y="260"/>
                    <a:pt x="120" y="260"/>
                    <a:pt x="136" y="260"/>
                  </a:cubicBezTo>
                  <a:cubicBezTo>
                    <a:pt x="169" y="244"/>
                    <a:pt x="206" y="227"/>
                    <a:pt x="223" y="178"/>
                  </a:cubicBezTo>
                  <a:cubicBezTo>
                    <a:pt x="239" y="124"/>
                    <a:pt x="223" y="75"/>
                    <a:pt x="206" y="38"/>
                  </a:cubicBezTo>
                  <a:cubicBezTo>
                    <a:pt x="190" y="21"/>
                    <a:pt x="169" y="21"/>
                    <a:pt x="153" y="5"/>
                  </a:cubicBezTo>
                  <a:cubicBezTo>
                    <a:pt x="144" y="2"/>
                    <a:pt x="135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1" name="Google Shape;20531;p54"/>
            <p:cNvSpPr/>
            <p:nvPr/>
          </p:nvSpPr>
          <p:spPr>
            <a:xfrm>
              <a:off x="4564200" y="2965325"/>
              <a:ext cx="6100" cy="6550"/>
            </a:xfrm>
            <a:custGeom>
              <a:avLst/>
              <a:gdLst/>
              <a:ahLst/>
              <a:cxnLst/>
              <a:rect l="l" t="t" r="r" b="b"/>
              <a:pathLst>
                <a:path w="244" h="262" extrusionOk="0">
                  <a:moveTo>
                    <a:pt x="120" y="1"/>
                  </a:moveTo>
                  <a:cubicBezTo>
                    <a:pt x="77" y="1"/>
                    <a:pt x="44" y="33"/>
                    <a:pt x="17" y="81"/>
                  </a:cubicBezTo>
                  <a:cubicBezTo>
                    <a:pt x="0" y="151"/>
                    <a:pt x="37" y="221"/>
                    <a:pt x="87" y="254"/>
                  </a:cubicBezTo>
                  <a:cubicBezTo>
                    <a:pt x="98" y="254"/>
                    <a:pt x="109" y="262"/>
                    <a:pt x="121" y="262"/>
                  </a:cubicBezTo>
                  <a:cubicBezTo>
                    <a:pt x="127" y="262"/>
                    <a:pt x="133" y="260"/>
                    <a:pt x="140" y="254"/>
                  </a:cubicBezTo>
                  <a:cubicBezTo>
                    <a:pt x="173" y="254"/>
                    <a:pt x="206" y="221"/>
                    <a:pt x="223" y="184"/>
                  </a:cubicBezTo>
                  <a:cubicBezTo>
                    <a:pt x="243" y="135"/>
                    <a:pt x="243" y="81"/>
                    <a:pt x="206" y="48"/>
                  </a:cubicBezTo>
                  <a:cubicBezTo>
                    <a:pt x="190" y="32"/>
                    <a:pt x="190" y="15"/>
                    <a:pt x="173" y="15"/>
                  </a:cubicBezTo>
                  <a:cubicBezTo>
                    <a:pt x="154" y="5"/>
                    <a:pt x="13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2" name="Google Shape;20532;p54"/>
            <p:cNvSpPr/>
            <p:nvPr/>
          </p:nvSpPr>
          <p:spPr>
            <a:xfrm>
              <a:off x="4573675" y="3025675"/>
              <a:ext cx="6425" cy="6675"/>
            </a:xfrm>
            <a:custGeom>
              <a:avLst/>
              <a:gdLst/>
              <a:ahLst/>
              <a:cxnLst/>
              <a:rect l="l" t="t" r="r" b="b"/>
              <a:pathLst>
                <a:path w="257" h="267" extrusionOk="0">
                  <a:moveTo>
                    <a:pt x="139" y="1"/>
                  </a:moveTo>
                  <a:cubicBezTo>
                    <a:pt x="86" y="1"/>
                    <a:pt x="44" y="33"/>
                    <a:pt x="17" y="91"/>
                  </a:cubicBezTo>
                  <a:cubicBezTo>
                    <a:pt x="0" y="157"/>
                    <a:pt x="33" y="228"/>
                    <a:pt x="87" y="261"/>
                  </a:cubicBezTo>
                  <a:cubicBezTo>
                    <a:pt x="96" y="264"/>
                    <a:pt x="106" y="266"/>
                    <a:pt x="116" y="266"/>
                  </a:cubicBezTo>
                  <a:cubicBezTo>
                    <a:pt x="161" y="266"/>
                    <a:pt x="210" y="232"/>
                    <a:pt x="223" y="178"/>
                  </a:cubicBezTo>
                  <a:cubicBezTo>
                    <a:pt x="256" y="108"/>
                    <a:pt x="223" y="38"/>
                    <a:pt x="174" y="5"/>
                  </a:cubicBezTo>
                  <a:cubicBezTo>
                    <a:pt x="162" y="2"/>
                    <a:pt x="150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3" name="Google Shape;20533;p54"/>
            <p:cNvSpPr/>
            <p:nvPr/>
          </p:nvSpPr>
          <p:spPr>
            <a:xfrm>
              <a:off x="4562950" y="3011850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11" y="1"/>
                  </a:moveTo>
                  <a:cubicBezTo>
                    <a:pt x="92" y="1"/>
                    <a:pt x="76" y="14"/>
                    <a:pt x="50" y="26"/>
                  </a:cubicBezTo>
                  <a:cubicBezTo>
                    <a:pt x="1" y="76"/>
                    <a:pt x="1" y="162"/>
                    <a:pt x="34" y="216"/>
                  </a:cubicBezTo>
                  <a:cubicBezTo>
                    <a:pt x="50" y="232"/>
                    <a:pt x="87" y="249"/>
                    <a:pt x="120" y="265"/>
                  </a:cubicBezTo>
                  <a:cubicBezTo>
                    <a:pt x="137" y="265"/>
                    <a:pt x="170" y="249"/>
                    <a:pt x="190" y="232"/>
                  </a:cubicBezTo>
                  <a:cubicBezTo>
                    <a:pt x="223" y="216"/>
                    <a:pt x="223" y="179"/>
                    <a:pt x="240" y="146"/>
                  </a:cubicBezTo>
                  <a:cubicBezTo>
                    <a:pt x="240" y="113"/>
                    <a:pt x="223" y="76"/>
                    <a:pt x="207" y="43"/>
                  </a:cubicBezTo>
                  <a:cubicBezTo>
                    <a:pt x="207" y="26"/>
                    <a:pt x="190" y="26"/>
                    <a:pt x="170" y="10"/>
                  </a:cubicBezTo>
                  <a:lnTo>
                    <a:pt x="137" y="10"/>
                  </a:lnTo>
                  <a:cubicBezTo>
                    <a:pt x="127" y="3"/>
                    <a:pt x="118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4" name="Google Shape;20534;p54"/>
            <p:cNvSpPr/>
            <p:nvPr/>
          </p:nvSpPr>
          <p:spPr>
            <a:xfrm>
              <a:off x="4651800" y="2998100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95" y="0"/>
                  </a:moveTo>
                  <a:cubicBezTo>
                    <a:pt x="76" y="0"/>
                    <a:pt x="61" y="12"/>
                    <a:pt x="38" y="24"/>
                  </a:cubicBezTo>
                  <a:cubicBezTo>
                    <a:pt x="17" y="61"/>
                    <a:pt x="1" y="77"/>
                    <a:pt x="1" y="110"/>
                  </a:cubicBezTo>
                  <a:cubicBezTo>
                    <a:pt x="1" y="147"/>
                    <a:pt x="1" y="180"/>
                    <a:pt x="17" y="213"/>
                  </a:cubicBezTo>
                  <a:cubicBezTo>
                    <a:pt x="38" y="230"/>
                    <a:pt x="71" y="250"/>
                    <a:pt x="104" y="267"/>
                  </a:cubicBezTo>
                  <a:cubicBezTo>
                    <a:pt x="120" y="267"/>
                    <a:pt x="157" y="250"/>
                    <a:pt x="174" y="230"/>
                  </a:cubicBezTo>
                  <a:cubicBezTo>
                    <a:pt x="223" y="180"/>
                    <a:pt x="244" y="110"/>
                    <a:pt x="190" y="44"/>
                  </a:cubicBezTo>
                  <a:cubicBezTo>
                    <a:pt x="190" y="24"/>
                    <a:pt x="174" y="24"/>
                    <a:pt x="157" y="7"/>
                  </a:cubicBezTo>
                  <a:lnTo>
                    <a:pt x="120" y="7"/>
                  </a:lnTo>
                  <a:cubicBezTo>
                    <a:pt x="110" y="2"/>
                    <a:pt x="102" y="0"/>
                    <a:pt x="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5" name="Google Shape;20535;p54"/>
            <p:cNvSpPr/>
            <p:nvPr/>
          </p:nvSpPr>
          <p:spPr>
            <a:xfrm>
              <a:off x="4653975" y="2948150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22" y="1"/>
                  </a:moveTo>
                  <a:cubicBezTo>
                    <a:pt x="78" y="1"/>
                    <a:pt x="44" y="32"/>
                    <a:pt x="17" y="84"/>
                  </a:cubicBezTo>
                  <a:cubicBezTo>
                    <a:pt x="0" y="150"/>
                    <a:pt x="33" y="220"/>
                    <a:pt x="87" y="253"/>
                  </a:cubicBezTo>
                  <a:lnTo>
                    <a:pt x="136" y="253"/>
                  </a:lnTo>
                  <a:cubicBezTo>
                    <a:pt x="173" y="253"/>
                    <a:pt x="206" y="220"/>
                    <a:pt x="223" y="187"/>
                  </a:cubicBezTo>
                  <a:cubicBezTo>
                    <a:pt x="239" y="133"/>
                    <a:pt x="239" y="84"/>
                    <a:pt x="206" y="47"/>
                  </a:cubicBezTo>
                  <a:cubicBezTo>
                    <a:pt x="190" y="30"/>
                    <a:pt x="190" y="14"/>
                    <a:pt x="173" y="14"/>
                  </a:cubicBezTo>
                  <a:cubicBezTo>
                    <a:pt x="155" y="5"/>
                    <a:pt x="138" y="1"/>
                    <a:pt x="1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6" name="Google Shape;20536;p54"/>
            <p:cNvSpPr/>
            <p:nvPr/>
          </p:nvSpPr>
          <p:spPr>
            <a:xfrm>
              <a:off x="4657875" y="3026025"/>
              <a:ext cx="5600" cy="6700"/>
            </a:xfrm>
            <a:custGeom>
              <a:avLst/>
              <a:gdLst/>
              <a:ahLst/>
              <a:cxnLst/>
              <a:rect l="l" t="t" r="r" b="b"/>
              <a:pathLst>
                <a:path w="224" h="268" extrusionOk="0">
                  <a:moveTo>
                    <a:pt x="107" y="1"/>
                  </a:moveTo>
                  <a:cubicBezTo>
                    <a:pt x="84" y="1"/>
                    <a:pt x="62" y="12"/>
                    <a:pt x="50" y="24"/>
                  </a:cubicBezTo>
                  <a:cubicBezTo>
                    <a:pt x="1" y="77"/>
                    <a:pt x="1" y="164"/>
                    <a:pt x="34" y="214"/>
                  </a:cubicBezTo>
                  <a:cubicBezTo>
                    <a:pt x="50" y="230"/>
                    <a:pt x="67" y="247"/>
                    <a:pt x="104" y="267"/>
                  </a:cubicBezTo>
                  <a:cubicBezTo>
                    <a:pt x="137" y="267"/>
                    <a:pt x="170" y="247"/>
                    <a:pt x="186" y="230"/>
                  </a:cubicBezTo>
                  <a:cubicBezTo>
                    <a:pt x="207" y="214"/>
                    <a:pt x="223" y="181"/>
                    <a:pt x="223" y="143"/>
                  </a:cubicBezTo>
                  <a:cubicBezTo>
                    <a:pt x="223" y="110"/>
                    <a:pt x="223" y="77"/>
                    <a:pt x="207" y="40"/>
                  </a:cubicBezTo>
                  <a:cubicBezTo>
                    <a:pt x="186" y="24"/>
                    <a:pt x="170" y="7"/>
                    <a:pt x="153" y="7"/>
                  </a:cubicBezTo>
                  <a:lnTo>
                    <a:pt x="137" y="7"/>
                  </a:lnTo>
                  <a:cubicBezTo>
                    <a:pt x="127" y="3"/>
                    <a:pt x="117" y="1"/>
                    <a:pt x="1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7" name="Google Shape;20537;p54"/>
            <p:cNvSpPr/>
            <p:nvPr/>
          </p:nvSpPr>
          <p:spPr>
            <a:xfrm>
              <a:off x="4596875" y="3040275"/>
              <a:ext cx="5575" cy="3575"/>
            </a:xfrm>
            <a:custGeom>
              <a:avLst/>
              <a:gdLst/>
              <a:ahLst/>
              <a:cxnLst/>
              <a:rect l="l" t="t" r="r" b="b"/>
              <a:pathLst>
                <a:path w="223" h="143" extrusionOk="0">
                  <a:moveTo>
                    <a:pt x="117" y="1"/>
                  </a:moveTo>
                  <a:cubicBezTo>
                    <a:pt x="67" y="1"/>
                    <a:pt x="27" y="35"/>
                    <a:pt x="0" y="89"/>
                  </a:cubicBezTo>
                  <a:lnTo>
                    <a:pt x="0" y="142"/>
                  </a:lnTo>
                  <a:lnTo>
                    <a:pt x="223" y="142"/>
                  </a:lnTo>
                  <a:cubicBezTo>
                    <a:pt x="223" y="89"/>
                    <a:pt x="190" y="39"/>
                    <a:pt x="153" y="6"/>
                  </a:cubicBezTo>
                  <a:cubicBezTo>
                    <a:pt x="140" y="2"/>
                    <a:pt x="128" y="1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8" name="Google Shape;20538;p54"/>
            <p:cNvSpPr/>
            <p:nvPr/>
          </p:nvSpPr>
          <p:spPr>
            <a:xfrm>
              <a:off x="4652225" y="296580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5" y="0"/>
                  </a:moveTo>
                  <a:cubicBezTo>
                    <a:pt x="88" y="0"/>
                    <a:pt x="70" y="4"/>
                    <a:pt x="54" y="13"/>
                  </a:cubicBezTo>
                  <a:cubicBezTo>
                    <a:pt x="37" y="29"/>
                    <a:pt x="21" y="46"/>
                    <a:pt x="0" y="79"/>
                  </a:cubicBezTo>
                  <a:lnTo>
                    <a:pt x="0" y="165"/>
                  </a:lnTo>
                  <a:cubicBezTo>
                    <a:pt x="21" y="202"/>
                    <a:pt x="37" y="235"/>
                    <a:pt x="70" y="252"/>
                  </a:cubicBezTo>
                  <a:cubicBezTo>
                    <a:pt x="79" y="255"/>
                    <a:pt x="89" y="256"/>
                    <a:pt x="98" y="256"/>
                  </a:cubicBezTo>
                  <a:cubicBezTo>
                    <a:pt x="145" y="256"/>
                    <a:pt x="193" y="223"/>
                    <a:pt x="206" y="165"/>
                  </a:cubicBezTo>
                  <a:cubicBezTo>
                    <a:pt x="243" y="116"/>
                    <a:pt x="206" y="29"/>
                    <a:pt x="157" y="13"/>
                  </a:cubicBezTo>
                  <a:cubicBezTo>
                    <a:pt x="140" y="4"/>
                    <a:pt x="123" y="0"/>
                    <a:pt x="1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9" name="Google Shape;20539;p54"/>
            <p:cNvSpPr/>
            <p:nvPr/>
          </p:nvSpPr>
          <p:spPr>
            <a:xfrm>
              <a:off x="4659525" y="2980925"/>
              <a:ext cx="6125" cy="6650"/>
            </a:xfrm>
            <a:custGeom>
              <a:avLst/>
              <a:gdLst/>
              <a:ahLst/>
              <a:cxnLst/>
              <a:rect l="l" t="t" r="r" b="b"/>
              <a:pathLst>
                <a:path w="245" h="266" extrusionOk="0">
                  <a:moveTo>
                    <a:pt x="121" y="1"/>
                  </a:moveTo>
                  <a:cubicBezTo>
                    <a:pt x="115" y="1"/>
                    <a:pt x="109" y="3"/>
                    <a:pt x="104" y="10"/>
                  </a:cubicBezTo>
                  <a:cubicBezTo>
                    <a:pt x="38" y="10"/>
                    <a:pt x="1" y="76"/>
                    <a:pt x="1" y="146"/>
                  </a:cubicBezTo>
                  <a:cubicBezTo>
                    <a:pt x="17" y="179"/>
                    <a:pt x="38" y="216"/>
                    <a:pt x="54" y="232"/>
                  </a:cubicBezTo>
                  <a:cubicBezTo>
                    <a:pt x="71" y="249"/>
                    <a:pt x="104" y="265"/>
                    <a:pt x="141" y="265"/>
                  </a:cubicBezTo>
                  <a:cubicBezTo>
                    <a:pt x="190" y="249"/>
                    <a:pt x="244" y="179"/>
                    <a:pt x="223" y="113"/>
                  </a:cubicBezTo>
                  <a:cubicBezTo>
                    <a:pt x="223" y="76"/>
                    <a:pt x="207" y="43"/>
                    <a:pt x="190" y="26"/>
                  </a:cubicBezTo>
                  <a:cubicBezTo>
                    <a:pt x="174" y="26"/>
                    <a:pt x="174" y="10"/>
                    <a:pt x="157" y="10"/>
                  </a:cubicBezTo>
                  <a:cubicBezTo>
                    <a:pt x="146" y="10"/>
                    <a:pt x="134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0" name="Google Shape;20540;p54"/>
            <p:cNvSpPr/>
            <p:nvPr/>
          </p:nvSpPr>
          <p:spPr>
            <a:xfrm>
              <a:off x="4643250" y="3028775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87" y="0"/>
                  </a:moveTo>
                  <a:cubicBezTo>
                    <a:pt x="50" y="0"/>
                    <a:pt x="33" y="17"/>
                    <a:pt x="17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0" y="190"/>
                    <a:pt x="17" y="207"/>
                    <a:pt x="33" y="223"/>
                  </a:cubicBezTo>
                  <a:cubicBezTo>
                    <a:pt x="70" y="260"/>
                    <a:pt x="87" y="260"/>
                    <a:pt x="120" y="260"/>
                  </a:cubicBezTo>
                  <a:cubicBezTo>
                    <a:pt x="190" y="240"/>
                    <a:pt x="223" y="174"/>
                    <a:pt x="223" y="104"/>
                  </a:cubicBezTo>
                  <a:cubicBezTo>
                    <a:pt x="207" y="71"/>
                    <a:pt x="190" y="33"/>
                    <a:pt x="174" y="17"/>
                  </a:cubicBezTo>
                  <a:cubicBezTo>
                    <a:pt x="153" y="17"/>
                    <a:pt x="153" y="17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1" name="Google Shape;20541;p54"/>
            <p:cNvSpPr/>
            <p:nvPr/>
          </p:nvSpPr>
          <p:spPr>
            <a:xfrm>
              <a:off x="4648400" y="301332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4" y="0"/>
                  </a:moveTo>
                  <a:cubicBezTo>
                    <a:pt x="33" y="0"/>
                    <a:pt x="1" y="70"/>
                    <a:pt x="1" y="136"/>
                  </a:cubicBezTo>
                  <a:cubicBezTo>
                    <a:pt x="17" y="173"/>
                    <a:pt x="17" y="206"/>
                    <a:pt x="50" y="223"/>
                  </a:cubicBezTo>
                  <a:cubicBezTo>
                    <a:pt x="71" y="260"/>
                    <a:pt x="104" y="260"/>
                    <a:pt x="137" y="260"/>
                  </a:cubicBezTo>
                  <a:cubicBezTo>
                    <a:pt x="190" y="239"/>
                    <a:pt x="240" y="173"/>
                    <a:pt x="223" y="103"/>
                  </a:cubicBezTo>
                  <a:cubicBezTo>
                    <a:pt x="223" y="54"/>
                    <a:pt x="19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2" name="Google Shape;20542;p54"/>
            <p:cNvSpPr/>
            <p:nvPr/>
          </p:nvSpPr>
          <p:spPr>
            <a:xfrm>
              <a:off x="4569750" y="2995275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04" y="1"/>
                  </a:moveTo>
                  <a:cubicBezTo>
                    <a:pt x="71" y="17"/>
                    <a:pt x="54" y="33"/>
                    <a:pt x="38" y="54"/>
                  </a:cubicBezTo>
                  <a:cubicBezTo>
                    <a:pt x="21" y="87"/>
                    <a:pt x="1" y="120"/>
                    <a:pt x="21" y="157"/>
                  </a:cubicBezTo>
                  <a:cubicBezTo>
                    <a:pt x="21" y="190"/>
                    <a:pt x="38" y="223"/>
                    <a:pt x="54" y="240"/>
                  </a:cubicBezTo>
                  <a:cubicBezTo>
                    <a:pt x="78" y="254"/>
                    <a:pt x="93" y="267"/>
                    <a:pt x="113" y="267"/>
                  </a:cubicBezTo>
                  <a:cubicBezTo>
                    <a:pt x="121" y="267"/>
                    <a:pt x="130" y="265"/>
                    <a:pt x="141" y="260"/>
                  </a:cubicBezTo>
                  <a:cubicBezTo>
                    <a:pt x="190" y="260"/>
                    <a:pt x="244" y="190"/>
                    <a:pt x="227" y="120"/>
                  </a:cubicBezTo>
                  <a:cubicBezTo>
                    <a:pt x="227" y="87"/>
                    <a:pt x="207" y="54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1"/>
                    <a:pt x="124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3" name="Google Shape;20543;p54"/>
            <p:cNvSpPr/>
            <p:nvPr/>
          </p:nvSpPr>
          <p:spPr>
            <a:xfrm>
              <a:off x="4958850" y="3000675"/>
              <a:ext cx="6525" cy="6575"/>
            </a:xfrm>
            <a:custGeom>
              <a:avLst/>
              <a:gdLst/>
              <a:ahLst/>
              <a:cxnLst/>
              <a:rect l="l" t="t" r="r" b="b"/>
              <a:pathLst>
                <a:path w="261" h="263" extrusionOk="0">
                  <a:moveTo>
                    <a:pt x="122" y="0"/>
                  </a:moveTo>
                  <a:cubicBezTo>
                    <a:pt x="104" y="0"/>
                    <a:pt x="82" y="12"/>
                    <a:pt x="71" y="24"/>
                  </a:cubicBezTo>
                  <a:cubicBezTo>
                    <a:pt x="21" y="77"/>
                    <a:pt x="1" y="164"/>
                    <a:pt x="54" y="213"/>
                  </a:cubicBezTo>
                  <a:cubicBezTo>
                    <a:pt x="73" y="244"/>
                    <a:pt x="105" y="263"/>
                    <a:pt x="137" y="263"/>
                  </a:cubicBezTo>
                  <a:cubicBezTo>
                    <a:pt x="161" y="263"/>
                    <a:pt x="186" y="253"/>
                    <a:pt x="207" y="230"/>
                  </a:cubicBezTo>
                  <a:cubicBezTo>
                    <a:pt x="260" y="180"/>
                    <a:pt x="260" y="110"/>
                    <a:pt x="227" y="44"/>
                  </a:cubicBezTo>
                  <a:cubicBezTo>
                    <a:pt x="207" y="24"/>
                    <a:pt x="190" y="24"/>
                    <a:pt x="174" y="7"/>
                  </a:cubicBezTo>
                  <a:lnTo>
                    <a:pt x="141" y="7"/>
                  </a:lnTo>
                  <a:cubicBezTo>
                    <a:pt x="136" y="2"/>
                    <a:pt x="129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4" name="Google Shape;20544;p54"/>
            <p:cNvSpPr/>
            <p:nvPr/>
          </p:nvSpPr>
          <p:spPr>
            <a:xfrm>
              <a:off x="4566350" y="2796025"/>
              <a:ext cx="5600" cy="4400"/>
            </a:xfrm>
            <a:custGeom>
              <a:avLst/>
              <a:gdLst/>
              <a:ahLst/>
              <a:cxnLst/>
              <a:rect l="l" t="t" r="r" b="b"/>
              <a:pathLst>
                <a:path w="224" h="176" extrusionOk="0">
                  <a:moveTo>
                    <a:pt x="223" y="1"/>
                  </a:moveTo>
                  <a:cubicBezTo>
                    <a:pt x="174" y="17"/>
                    <a:pt x="104" y="34"/>
                    <a:pt x="54" y="34"/>
                  </a:cubicBezTo>
                  <a:cubicBezTo>
                    <a:pt x="34" y="34"/>
                    <a:pt x="17" y="50"/>
                    <a:pt x="1" y="50"/>
                  </a:cubicBezTo>
                  <a:cubicBezTo>
                    <a:pt x="1" y="104"/>
                    <a:pt x="34" y="154"/>
                    <a:pt x="71" y="170"/>
                  </a:cubicBezTo>
                  <a:cubicBezTo>
                    <a:pt x="83" y="174"/>
                    <a:pt x="95" y="176"/>
                    <a:pt x="106" y="176"/>
                  </a:cubicBezTo>
                  <a:cubicBezTo>
                    <a:pt x="156" y="176"/>
                    <a:pt x="197" y="141"/>
                    <a:pt x="223" y="88"/>
                  </a:cubicBezTo>
                  <a:lnTo>
                    <a:pt x="2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5" name="Google Shape;20545;p54"/>
            <p:cNvSpPr/>
            <p:nvPr/>
          </p:nvSpPr>
          <p:spPr>
            <a:xfrm>
              <a:off x="4561200" y="3026600"/>
              <a:ext cx="3425" cy="6625"/>
            </a:xfrm>
            <a:custGeom>
              <a:avLst/>
              <a:gdLst/>
              <a:ahLst/>
              <a:cxnLst/>
              <a:rect l="l" t="t" r="r" b="b"/>
              <a:pathLst>
                <a:path w="137" h="265" extrusionOk="0">
                  <a:moveTo>
                    <a:pt x="1" y="1"/>
                  </a:moveTo>
                  <a:lnTo>
                    <a:pt x="1" y="261"/>
                  </a:lnTo>
                  <a:cubicBezTo>
                    <a:pt x="10" y="263"/>
                    <a:pt x="19" y="265"/>
                    <a:pt x="27" y="265"/>
                  </a:cubicBezTo>
                  <a:cubicBezTo>
                    <a:pt x="70" y="265"/>
                    <a:pt x="106" y="232"/>
                    <a:pt x="120" y="174"/>
                  </a:cubicBezTo>
                  <a:cubicBezTo>
                    <a:pt x="137" y="120"/>
                    <a:pt x="104" y="38"/>
                    <a:pt x="54" y="17"/>
                  </a:cubicBezTo>
                  <a:cubicBezTo>
                    <a:pt x="34" y="1"/>
                    <a:pt x="17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6" name="Google Shape;20546;p54"/>
            <p:cNvSpPr/>
            <p:nvPr/>
          </p:nvSpPr>
          <p:spPr>
            <a:xfrm>
              <a:off x="4977400" y="3003000"/>
              <a:ext cx="1675" cy="3025"/>
            </a:xfrm>
            <a:custGeom>
              <a:avLst/>
              <a:gdLst/>
              <a:ahLst/>
              <a:cxnLst/>
              <a:rect l="l" t="t" r="r" b="b"/>
              <a:pathLst>
                <a:path w="67" h="121" extrusionOk="0">
                  <a:moveTo>
                    <a:pt x="1" y="1"/>
                  </a:moveTo>
                  <a:lnTo>
                    <a:pt x="1" y="34"/>
                  </a:lnTo>
                  <a:cubicBezTo>
                    <a:pt x="17" y="71"/>
                    <a:pt x="34" y="104"/>
                    <a:pt x="67" y="120"/>
                  </a:cubicBezTo>
                  <a:cubicBezTo>
                    <a:pt x="34" y="71"/>
                    <a:pt x="17" y="34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7" name="Google Shape;20547;p54"/>
            <p:cNvSpPr/>
            <p:nvPr/>
          </p:nvSpPr>
          <p:spPr>
            <a:xfrm>
              <a:off x="4566775" y="3041325"/>
              <a:ext cx="5175" cy="2100"/>
            </a:xfrm>
            <a:custGeom>
              <a:avLst/>
              <a:gdLst/>
              <a:ahLst/>
              <a:cxnLst/>
              <a:rect l="l" t="t" r="r" b="b"/>
              <a:pathLst>
                <a:path w="207" h="84" extrusionOk="0">
                  <a:moveTo>
                    <a:pt x="96" y="1"/>
                  </a:moveTo>
                  <a:cubicBezTo>
                    <a:pt x="53" y="1"/>
                    <a:pt x="12" y="32"/>
                    <a:pt x="0" y="84"/>
                  </a:cubicBezTo>
                  <a:lnTo>
                    <a:pt x="206" y="84"/>
                  </a:lnTo>
                  <a:cubicBezTo>
                    <a:pt x="190" y="47"/>
                    <a:pt x="173" y="30"/>
                    <a:pt x="140" y="14"/>
                  </a:cubicBezTo>
                  <a:cubicBezTo>
                    <a:pt x="126" y="5"/>
                    <a:pt x="111" y="1"/>
                    <a:pt x="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8" name="Google Shape;20548;p54"/>
            <p:cNvSpPr/>
            <p:nvPr/>
          </p:nvSpPr>
          <p:spPr>
            <a:xfrm>
              <a:off x="4962350" y="303272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19" y="1"/>
                  </a:moveTo>
                  <a:cubicBezTo>
                    <a:pt x="76" y="1"/>
                    <a:pt x="41" y="34"/>
                    <a:pt x="17" y="82"/>
                  </a:cubicBezTo>
                  <a:cubicBezTo>
                    <a:pt x="1" y="152"/>
                    <a:pt x="34" y="238"/>
                    <a:pt x="87" y="255"/>
                  </a:cubicBezTo>
                  <a:cubicBezTo>
                    <a:pt x="98" y="255"/>
                    <a:pt x="109" y="262"/>
                    <a:pt x="120" y="262"/>
                  </a:cubicBezTo>
                  <a:cubicBezTo>
                    <a:pt x="126" y="262"/>
                    <a:pt x="131" y="260"/>
                    <a:pt x="137" y="255"/>
                  </a:cubicBezTo>
                  <a:cubicBezTo>
                    <a:pt x="170" y="255"/>
                    <a:pt x="207" y="222"/>
                    <a:pt x="224" y="185"/>
                  </a:cubicBezTo>
                  <a:cubicBezTo>
                    <a:pt x="240" y="135"/>
                    <a:pt x="240" y="82"/>
                    <a:pt x="207" y="49"/>
                  </a:cubicBezTo>
                  <a:cubicBezTo>
                    <a:pt x="191" y="32"/>
                    <a:pt x="191" y="16"/>
                    <a:pt x="170" y="16"/>
                  </a:cubicBezTo>
                  <a:cubicBezTo>
                    <a:pt x="152" y="5"/>
                    <a:pt x="135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9" name="Google Shape;20549;p54"/>
            <p:cNvSpPr/>
            <p:nvPr/>
          </p:nvSpPr>
          <p:spPr>
            <a:xfrm>
              <a:off x="4966175" y="2987125"/>
              <a:ext cx="5175" cy="6175"/>
            </a:xfrm>
            <a:custGeom>
              <a:avLst/>
              <a:gdLst/>
              <a:ahLst/>
              <a:cxnLst/>
              <a:rect l="l" t="t" r="r" b="b"/>
              <a:pathLst>
                <a:path w="207" h="247" extrusionOk="0">
                  <a:moveTo>
                    <a:pt x="87" y="1"/>
                  </a:moveTo>
                  <a:cubicBezTo>
                    <a:pt x="38" y="17"/>
                    <a:pt x="0" y="71"/>
                    <a:pt x="17" y="137"/>
                  </a:cubicBezTo>
                  <a:cubicBezTo>
                    <a:pt x="17" y="174"/>
                    <a:pt x="38" y="207"/>
                    <a:pt x="71" y="223"/>
                  </a:cubicBezTo>
                  <a:cubicBezTo>
                    <a:pt x="82" y="235"/>
                    <a:pt x="102" y="247"/>
                    <a:pt x="120" y="247"/>
                  </a:cubicBezTo>
                  <a:cubicBezTo>
                    <a:pt x="127" y="247"/>
                    <a:pt x="135" y="245"/>
                    <a:pt x="141" y="240"/>
                  </a:cubicBezTo>
                  <a:cubicBezTo>
                    <a:pt x="174" y="240"/>
                    <a:pt x="190" y="223"/>
                    <a:pt x="207" y="207"/>
                  </a:cubicBezTo>
                  <a:cubicBezTo>
                    <a:pt x="174" y="137"/>
                    <a:pt x="141" y="7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0" name="Google Shape;20550;p54"/>
            <p:cNvSpPr/>
            <p:nvPr/>
          </p:nvSpPr>
          <p:spPr>
            <a:xfrm>
              <a:off x="4976900" y="3032175"/>
              <a:ext cx="5675" cy="6525"/>
            </a:xfrm>
            <a:custGeom>
              <a:avLst/>
              <a:gdLst/>
              <a:ahLst/>
              <a:cxnLst/>
              <a:rect l="l" t="t" r="r" b="b"/>
              <a:pathLst>
                <a:path w="227" h="261" extrusionOk="0">
                  <a:moveTo>
                    <a:pt x="124" y="1"/>
                  </a:moveTo>
                  <a:cubicBezTo>
                    <a:pt x="87" y="1"/>
                    <a:pt x="54" y="1"/>
                    <a:pt x="37" y="38"/>
                  </a:cubicBezTo>
                  <a:cubicBezTo>
                    <a:pt x="21" y="54"/>
                    <a:pt x="0" y="87"/>
                    <a:pt x="0" y="124"/>
                  </a:cubicBezTo>
                  <a:cubicBezTo>
                    <a:pt x="0" y="157"/>
                    <a:pt x="0" y="190"/>
                    <a:pt x="21" y="207"/>
                  </a:cubicBezTo>
                  <a:cubicBezTo>
                    <a:pt x="37" y="244"/>
                    <a:pt x="70" y="260"/>
                    <a:pt x="87" y="260"/>
                  </a:cubicBezTo>
                  <a:cubicBezTo>
                    <a:pt x="124" y="260"/>
                    <a:pt x="157" y="260"/>
                    <a:pt x="173" y="227"/>
                  </a:cubicBezTo>
                  <a:cubicBezTo>
                    <a:pt x="227" y="190"/>
                    <a:pt x="227" y="104"/>
                    <a:pt x="190" y="54"/>
                  </a:cubicBezTo>
                  <a:cubicBezTo>
                    <a:pt x="173" y="38"/>
                    <a:pt x="173" y="21"/>
                    <a:pt x="157" y="21"/>
                  </a:cubicBezTo>
                  <a:cubicBezTo>
                    <a:pt x="140" y="1"/>
                    <a:pt x="124" y="1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1" name="Google Shape;20551;p54"/>
            <p:cNvSpPr/>
            <p:nvPr/>
          </p:nvSpPr>
          <p:spPr>
            <a:xfrm>
              <a:off x="4610975" y="2786550"/>
              <a:ext cx="5700" cy="5600"/>
            </a:xfrm>
            <a:custGeom>
              <a:avLst/>
              <a:gdLst/>
              <a:ahLst/>
              <a:cxnLst/>
              <a:rect l="l" t="t" r="r" b="b"/>
              <a:pathLst>
                <a:path w="228" h="224" extrusionOk="0">
                  <a:moveTo>
                    <a:pt x="191" y="1"/>
                  </a:moveTo>
                  <a:cubicBezTo>
                    <a:pt x="125" y="1"/>
                    <a:pt x="71" y="17"/>
                    <a:pt x="22" y="17"/>
                  </a:cubicBezTo>
                  <a:cubicBezTo>
                    <a:pt x="1" y="71"/>
                    <a:pt x="1" y="137"/>
                    <a:pt x="38" y="174"/>
                  </a:cubicBezTo>
                  <a:cubicBezTo>
                    <a:pt x="54" y="207"/>
                    <a:pt x="71" y="223"/>
                    <a:pt x="104" y="223"/>
                  </a:cubicBezTo>
                  <a:cubicBezTo>
                    <a:pt x="141" y="223"/>
                    <a:pt x="158" y="223"/>
                    <a:pt x="191" y="190"/>
                  </a:cubicBezTo>
                  <a:cubicBezTo>
                    <a:pt x="207" y="174"/>
                    <a:pt x="228" y="137"/>
                    <a:pt x="228" y="104"/>
                  </a:cubicBezTo>
                  <a:cubicBezTo>
                    <a:pt x="228" y="71"/>
                    <a:pt x="228" y="34"/>
                    <a:pt x="207" y="17"/>
                  </a:cubicBezTo>
                  <a:lnTo>
                    <a:pt x="1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2" name="Google Shape;20552;p54"/>
            <p:cNvSpPr/>
            <p:nvPr/>
          </p:nvSpPr>
          <p:spPr>
            <a:xfrm>
              <a:off x="4900925" y="3043000"/>
              <a:ext cx="5600" cy="3000"/>
            </a:xfrm>
            <a:custGeom>
              <a:avLst/>
              <a:gdLst/>
              <a:ahLst/>
              <a:cxnLst/>
              <a:rect l="l" t="t" r="r" b="b"/>
              <a:pathLst>
                <a:path w="224" h="120" extrusionOk="0">
                  <a:moveTo>
                    <a:pt x="87" y="0"/>
                  </a:moveTo>
                  <a:cubicBezTo>
                    <a:pt x="71" y="17"/>
                    <a:pt x="50" y="17"/>
                    <a:pt x="34" y="33"/>
                  </a:cubicBezTo>
                  <a:cubicBezTo>
                    <a:pt x="17" y="66"/>
                    <a:pt x="1" y="83"/>
                    <a:pt x="1" y="120"/>
                  </a:cubicBezTo>
                  <a:lnTo>
                    <a:pt x="223" y="120"/>
                  </a:lnTo>
                  <a:cubicBezTo>
                    <a:pt x="207" y="66"/>
                    <a:pt x="190" y="33"/>
                    <a:pt x="153" y="17"/>
                  </a:cubicBezTo>
                  <a:cubicBezTo>
                    <a:pt x="137" y="0"/>
                    <a:pt x="104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3" name="Google Shape;20553;p54"/>
            <p:cNvSpPr/>
            <p:nvPr/>
          </p:nvSpPr>
          <p:spPr>
            <a:xfrm>
              <a:off x="4739000" y="3044225"/>
              <a:ext cx="3025" cy="450"/>
            </a:xfrm>
            <a:custGeom>
              <a:avLst/>
              <a:gdLst/>
              <a:ahLst/>
              <a:cxnLst/>
              <a:rect l="l" t="t" r="r" b="b"/>
              <a:pathLst>
                <a:path w="121" h="18" extrusionOk="0">
                  <a:moveTo>
                    <a:pt x="34" y="1"/>
                  </a:moveTo>
                  <a:cubicBezTo>
                    <a:pt x="34" y="1"/>
                    <a:pt x="17" y="17"/>
                    <a:pt x="1" y="17"/>
                  </a:cubicBezTo>
                  <a:lnTo>
                    <a:pt x="120" y="17"/>
                  </a:lnTo>
                  <a:cubicBezTo>
                    <a:pt x="104" y="17"/>
                    <a:pt x="104" y="17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4" name="Google Shape;20554;p54"/>
            <p:cNvSpPr/>
            <p:nvPr/>
          </p:nvSpPr>
          <p:spPr>
            <a:xfrm>
              <a:off x="4581400" y="3039500"/>
              <a:ext cx="5600" cy="3925"/>
            </a:xfrm>
            <a:custGeom>
              <a:avLst/>
              <a:gdLst/>
              <a:ahLst/>
              <a:cxnLst/>
              <a:rect l="l" t="t" r="r" b="b"/>
              <a:pathLst>
                <a:path w="224" h="157" extrusionOk="0">
                  <a:moveTo>
                    <a:pt x="104" y="0"/>
                  </a:moveTo>
                  <a:cubicBezTo>
                    <a:pt x="34" y="17"/>
                    <a:pt x="1" y="87"/>
                    <a:pt x="1" y="157"/>
                  </a:cubicBezTo>
                  <a:lnTo>
                    <a:pt x="223" y="157"/>
                  </a:lnTo>
                  <a:lnTo>
                    <a:pt x="223" y="103"/>
                  </a:lnTo>
                  <a:cubicBezTo>
                    <a:pt x="223" y="70"/>
                    <a:pt x="207" y="54"/>
                    <a:pt x="174" y="17"/>
                  </a:cubicBezTo>
                  <a:lnTo>
                    <a:pt x="153" y="17"/>
                  </a:ln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5" name="Google Shape;20555;p54"/>
            <p:cNvSpPr/>
            <p:nvPr/>
          </p:nvSpPr>
          <p:spPr>
            <a:xfrm>
              <a:off x="4916400" y="29614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10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0" y="150"/>
                    <a:pt x="17" y="236"/>
                    <a:pt x="70" y="253"/>
                  </a:cubicBezTo>
                  <a:cubicBezTo>
                    <a:pt x="88" y="263"/>
                    <a:pt x="106" y="267"/>
                    <a:pt x="124" y="267"/>
                  </a:cubicBezTo>
                  <a:cubicBezTo>
                    <a:pt x="170" y="267"/>
                    <a:pt x="211" y="235"/>
                    <a:pt x="223" y="187"/>
                  </a:cubicBezTo>
                  <a:cubicBezTo>
                    <a:pt x="239" y="117"/>
                    <a:pt x="206" y="30"/>
                    <a:pt x="153" y="14"/>
                  </a:cubicBezTo>
                  <a:cubicBezTo>
                    <a:pt x="139" y="5"/>
                    <a:pt x="125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6" name="Google Shape;20556;p54"/>
            <p:cNvSpPr/>
            <p:nvPr/>
          </p:nvSpPr>
          <p:spPr>
            <a:xfrm>
              <a:off x="4649225" y="3042175"/>
              <a:ext cx="4775" cy="2075"/>
            </a:xfrm>
            <a:custGeom>
              <a:avLst/>
              <a:gdLst/>
              <a:ahLst/>
              <a:cxnLst/>
              <a:rect l="l" t="t" r="r" b="b"/>
              <a:pathLst>
                <a:path w="191" h="83" extrusionOk="0">
                  <a:moveTo>
                    <a:pt x="112" y="0"/>
                  </a:moveTo>
                  <a:cubicBezTo>
                    <a:pt x="104" y="0"/>
                    <a:pt x="95" y="5"/>
                    <a:pt x="87" y="13"/>
                  </a:cubicBezTo>
                  <a:cubicBezTo>
                    <a:pt x="54" y="13"/>
                    <a:pt x="38" y="33"/>
                    <a:pt x="17" y="50"/>
                  </a:cubicBezTo>
                  <a:lnTo>
                    <a:pt x="0" y="66"/>
                  </a:lnTo>
                  <a:lnTo>
                    <a:pt x="190" y="83"/>
                  </a:lnTo>
                  <a:cubicBezTo>
                    <a:pt x="190" y="50"/>
                    <a:pt x="157" y="33"/>
                    <a:pt x="141" y="13"/>
                  </a:cubicBezTo>
                  <a:cubicBezTo>
                    <a:pt x="130" y="5"/>
                    <a:pt x="121" y="0"/>
                    <a:pt x="1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7" name="Google Shape;20557;p54"/>
            <p:cNvSpPr/>
            <p:nvPr/>
          </p:nvSpPr>
          <p:spPr>
            <a:xfrm>
              <a:off x="4681075" y="3038675"/>
              <a:ext cx="5600" cy="5575"/>
            </a:xfrm>
            <a:custGeom>
              <a:avLst/>
              <a:gdLst/>
              <a:ahLst/>
              <a:cxnLst/>
              <a:rect l="l" t="t" r="r" b="b"/>
              <a:pathLst>
                <a:path w="224" h="223" extrusionOk="0">
                  <a:moveTo>
                    <a:pt x="83" y="0"/>
                  </a:moveTo>
                  <a:cubicBezTo>
                    <a:pt x="66" y="0"/>
                    <a:pt x="33" y="17"/>
                    <a:pt x="1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0" y="173"/>
                    <a:pt x="17" y="206"/>
                    <a:pt x="33" y="223"/>
                  </a:cubicBezTo>
                  <a:lnTo>
                    <a:pt x="186" y="223"/>
                  </a:lnTo>
                  <a:cubicBezTo>
                    <a:pt x="207" y="190"/>
                    <a:pt x="223" y="153"/>
                    <a:pt x="223" y="103"/>
                  </a:cubicBezTo>
                  <a:cubicBezTo>
                    <a:pt x="207" y="70"/>
                    <a:pt x="207" y="33"/>
                    <a:pt x="170" y="17"/>
                  </a:cubicBezTo>
                  <a:cubicBezTo>
                    <a:pt x="170" y="17"/>
                    <a:pt x="153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8" name="Google Shape;20558;p54"/>
            <p:cNvSpPr/>
            <p:nvPr/>
          </p:nvSpPr>
          <p:spPr>
            <a:xfrm>
              <a:off x="4666025" y="3040425"/>
              <a:ext cx="5600" cy="3825"/>
            </a:xfrm>
            <a:custGeom>
              <a:avLst/>
              <a:gdLst/>
              <a:ahLst/>
              <a:cxnLst/>
              <a:rect l="l" t="t" r="r" b="b"/>
              <a:pathLst>
                <a:path w="224" h="153" extrusionOk="0">
                  <a:moveTo>
                    <a:pt x="104" y="0"/>
                  </a:moveTo>
                  <a:cubicBezTo>
                    <a:pt x="34" y="17"/>
                    <a:pt x="1" y="83"/>
                    <a:pt x="1" y="153"/>
                  </a:cubicBezTo>
                  <a:lnTo>
                    <a:pt x="223" y="153"/>
                  </a:lnTo>
                  <a:lnTo>
                    <a:pt x="223" y="120"/>
                  </a:lnTo>
                  <a:cubicBezTo>
                    <a:pt x="223" y="83"/>
                    <a:pt x="207" y="50"/>
                    <a:pt x="170" y="33"/>
                  </a:cubicBezTo>
                  <a:cubicBezTo>
                    <a:pt x="170" y="17"/>
                    <a:pt x="153" y="17"/>
                    <a:pt x="153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9" name="Google Shape;20559;p54"/>
            <p:cNvSpPr/>
            <p:nvPr/>
          </p:nvSpPr>
          <p:spPr>
            <a:xfrm>
              <a:off x="4917625" y="3041250"/>
              <a:ext cx="6100" cy="4750"/>
            </a:xfrm>
            <a:custGeom>
              <a:avLst/>
              <a:gdLst/>
              <a:ahLst/>
              <a:cxnLst/>
              <a:rect l="l" t="t" r="r" b="b"/>
              <a:pathLst>
                <a:path w="244" h="190" extrusionOk="0">
                  <a:moveTo>
                    <a:pt x="104" y="0"/>
                  </a:moveTo>
                  <a:cubicBezTo>
                    <a:pt x="54" y="17"/>
                    <a:pt x="1" y="87"/>
                    <a:pt x="21" y="153"/>
                  </a:cubicBezTo>
                  <a:cubicBezTo>
                    <a:pt x="21" y="173"/>
                    <a:pt x="21" y="173"/>
                    <a:pt x="38" y="190"/>
                  </a:cubicBezTo>
                  <a:lnTo>
                    <a:pt x="227" y="190"/>
                  </a:lnTo>
                  <a:cubicBezTo>
                    <a:pt x="227" y="173"/>
                    <a:pt x="244" y="136"/>
                    <a:pt x="244" y="103"/>
                  </a:cubicBezTo>
                  <a:cubicBezTo>
                    <a:pt x="227" y="70"/>
                    <a:pt x="207" y="50"/>
                    <a:pt x="190" y="17"/>
                  </a:cubicBezTo>
                  <a:cubicBezTo>
                    <a:pt x="190" y="17"/>
                    <a:pt x="174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0" name="Google Shape;20560;p54"/>
            <p:cNvSpPr/>
            <p:nvPr/>
          </p:nvSpPr>
          <p:spPr>
            <a:xfrm>
              <a:off x="4924950" y="302402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03" y="1"/>
                  </a:moveTo>
                  <a:cubicBezTo>
                    <a:pt x="37" y="17"/>
                    <a:pt x="0" y="71"/>
                    <a:pt x="0" y="157"/>
                  </a:cubicBezTo>
                  <a:cubicBezTo>
                    <a:pt x="17" y="190"/>
                    <a:pt x="37" y="207"/>
                    <a:pt x="54" y="223"/>
                  </a:cubicBezTo>
                  <a:cubicBezTo>
                    <a:pt x="70" y="261"/>
                    <a:pt x="103" y="261"/>
                    <a:pt x="140" y="261"/>
                  </a:cubicBezTo>
                  <a:cubicBezTo>
                    <a:pt x="157" y="261"/>
                    <a:pt x="190" y="223"/>
                    <a:pt x="206" y="207"/>
                  </a:cubicBezTo>
                  <a:cubicBezTo>
                    <a:pt x="223" y="174"/>
                    <a:pt x="223" y="141"/>
                    <a:pt x="223" y="104"/>
                  </a:cubicBezTo>
                  <a:cubicBezTo>
                    <a:pt x="223" y="71"/>
                    <a:pt x="206" y="38"/>
                    <a:pt x="190" y="17"/>
                  </a:cubicBezTo>
                  <a:cubicBezTo>
                    <a:pt x="173" y="17"/>
                    <a:pt x="173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1" name="Google Shape;20561;p54"/>
            <p:cNvSpPr/>
            <p:nvPr/>
          </p:nvSpPr>
          <p:spPr>
            <a:xfrm>
              <a:off x="4924125" y="29763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5" y="1"/>
                  </a:moveTo>
                  <a:cubicBezTo>
                    <a:pt x="80" y="1"/>
                    <a:pt x="30" y="30"/>
                    <a:pt x="17" y="71"/>
                  </a:cubicBezTo>
                  <a:cubicBezTo>
                    <a:pt x="0" y="141"/>
                    <a:pt x="17" y="228"/>
                    <a:pt x="87" y="244"/>
                  </a:cubicBezTo>
                  <a:cubicBezTo>
                    <a:pt x="100" y="253"/>
                    <a:pt x="115" y="257"/>
                    <a:pt x="129" y="257"/>
                  </a:cubicBezTo>
                  <a:cubicBezTo>
                    <a:pt x="170" y="257"/>
                    <a:pt x="211" y="226"/>
                    <a:pt x="223" y="174"/>
                  </a:cubicBezTo>
                  <a:cubicBezTo>
                    <a:pt x="239" y="108"/>
                    <a:pt x="223" y="38"/>
                    <a:pt x="153" y="5"/>
                  </a:cubicBezTo>
                  <a:cubicBezTo>
                    <a:pt x="144" y="2"/>
                    <a:pt x="135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2" name="Google Shape;20562;p54"/>
            <p:cNvSpPr/>
            <p:nvPr/>
          </p:nvSpPr>
          <p:spPr>
            <a:xfrm>
              <a:off x="4931425" y="2960575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19" y="1"/>
                  </a:moveTo>
                  <a:cubicBezTo>
                    <a:pt x="76" y="1"/>
                    <a:pt x="41" y="34"/>
                    <a:pt x="17" y="82"/>
                  </a:cubicBezTo>
                  <a:cubicBezTo>
                    <a:pt x="1" y="152"/>
                    <a:pt x="34" y="222"/>
                    <a:pt x="88" y="255"/>
                  </a:cubicBezTo>
                  <a:cubicBezTo>
                    <a:pt x="96" y="258"/>
                    <a:pt x="105" y="259"/>
                    <a:pt x="114" y="259"/>
                  </a:cubicBezTo>
                  <a:cubicBezTo>
                    <a:pt x="159" y="259"/>
                    <a:pt x="210" y="226"/>
                    <a:pt x="224" y="168"/>
                  </a:cubicBezTo>
                  <a:cubicBezTo>
                    <a:pt x="257" y="119"/>
                    <a:pt x="224" y="32"/>
                    <a:pt x="170" y="16"/>
                  </a:cubicBezTo>
                  <a:cubicBezTo>
                    <a:pt x="152" y="5"/>
                    <a:pt x="135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3" name="Google Shape;20563;p54"/>
            <p:cNvSpPr/>
            <p:nvPr/>
          </p:nvSpPr>
          <p:spPr>
            <a:xfrm>
              <a:off x="4931850" y="299095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4" y="0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17" y="190"/>
                    <a:pt x="17" y="227"/>
                    <a:pt x="50" y="244"/>
                  </a:cubicBezTo>
                  <a:cubicBezTo>
                    <a:pt x="65" y="255"/>
                    <a:pt x="85" y="267"/>
                    <a:pt x="108" y="267"/>
                  </a:cubicBezTo>
                  <a:cubicBezTo>
                    <a:pt x="117" y="267"/>
                    <a:pt x="127" y="265"/>
                    <a:pt x="137" y="260"/>
                  </a:cubicBezTo>
                  <a:cubicBezTo>
                    <a:pt x="190" y="260"/>
                    <a:pt x="240" y="190"/>
                    <a:pt x="223" y="124"/>
                  </a:cubicBezTo>
                  <a:cubicBezTo>
                    <a:pt x="223" y="87"/>
                    <a:pt x="207" y="54"/>
                    <a:pt x="174" y="37"/>
                  </a:cubicBezTo>
                  <a:cubicBezTo>
                    <a:pt x="174" y="21"/>
                    <a:pt x="153" y="21"/>
                    <a:pt x="153" y="21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4" name="Google Shape;20564;p54"/>
            <p:cNvSpPr/>
            <p:nvPr/>
          </p:nvSpPr>
          <p:spPr>
            <a:xfrm>
              <a:off x="4913400" y="2933850"/>
              <a:ext cx="5175" cy="4200"/>
            </a:xfrm>
            <a:custGeom>
              <a:avLst/>
              <a:gdLst/>
              <a:ahLst/>
              <a:cxnLst/>
              <a:rect l="l" t="t" r="r" b="b"/>
              <a:pathLst>
                <a:path w="207" h="168" extrusionOk="0">
                  <a:moveTo>
                    <a:pt x="0" y="0"/>
                  </a:moveTo>
                  <a:lnTo>
                    <a:pt x="0" y="54"/>
                  </a:lnTo>
                  <a:cubicBezTo>
                    <a:pt x="0" y="103"/>
                    <a:pt x="33" y="140"/>
                    <a:pt x="66" y="157"/>
                  </a:cubicBezTo>
                  <a:cubicBezTo>
                    <a:pt x="82" y="164"/>
                    <a:pt x="99" y="168"/>
                    <a:pt x="117" y="168"/>
                  </a:cubicBezTo>
                  <a:cubicBezTo>
                    <a:pt x="142" y="168"/>
                    <a:pt x="168" y="160"/>
                    <a:pt x="190" y="140"/>
                  </a:cubicBezTo>
                  <a:cubicBezTo>
                    <a:pt x="190" y="120"/>
                    <a:pt x="207" y="120"/>
                    <a:pt x="207" y="103"/>
                  </a:cubicBezTo>
                  <a:cubicBezTo>
                    <a:pt x="137" y="70"/>
                    <a:pt x="66" y="37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5" name="Google Shape;20565;p54"/>
            <p:cNvSpPr/>
            <p:nvPr/>
          </p:nvSpPr>
          <p:spPr>
            <a:xfrm>
              <a:off x="4955050" y="3017750"/>
              <a:ext cx="5575" cy="6475"/>
            </a:xfrm>
            <a:custGeom>
              <a:avLst/>
              <a:gdLst/>
              <a:ahLst/>
              <a:cxnLst/>
              <a:rect l="l" t="t" r="r" b="b"/>
              <a:pathLst>
                <a:path w="223" h="259" extrusionOk="0">
                  <a:moveTo>
                    <a:pt x="114" y="0"/>
                  </a:moveTo>
                  <a:cubicBezTo>
                    <a:pt x="103" y="0"/>
                    <a:pt x="95" y="4"/>
                    <a:pt x="87" y="13"/>
                  </a:cubicBezTo>
                  <a:cubicBezTo>
                    <a:pt x="70" y="13"/>
                    <a:pt x="33" y="29"/>
                    <a:pt x="17" y="62"/>
                  </a:cubicBezTo>
                  <a:cubicBezTo>
                    <a:pt x="0" y="83"/>
                    <a:pt x="0" y="116"/>
                    <a:pt x="0" y="149"/>
                  </a:cubicBezTo>
                  <a:cubicBezTo>
                    <a:pt x="0" y="186"/>
                    <a:pt x="17" y="219"/>
                    <a:pt x="33" y="235"/>
                  </a:cubicBezTo>
                  <a:cubicBezTo>
                    <a:pt x="59" y="247"/>
                    <a:pt x="75" y="259"/>
                    <a:pt x="94" y="259"/>
                  </a:cubicBezTo>
                  <a:cubicBezTo>
                    <a:pt x="102" y="259"/>
                    <a:pt x="110" y="257"/>
                    <a:pt x="120" y="252"/>
                  </a:cubicBezTo>
                  <a:cubicBezTo>
                    <a:pt x="190" y="252"/>
                    <a:pt x="223" y="186"/>
                    <a:pt x="223" y="116"/>
                  </a:cubicBezTo>
                  <a:cubicBezTo>
                    <a:pt x="206" y="83"/>
                    <a:pt x="190" y="46"/>
                    <a:pt x="173" y="29"/>
                  </a:cubicBezTo>
                  <a:cubicBezTo>
                    <a:pt x="173" y="13"/>
                    <a:pt x="153" y="13"/>
                    <a:pt x="153" y="13"/>
                  </a:cubicBezTo>
                  <a:cubicBezTo>
                    <a:pt x="136" y="4"/>
                    <a:pt x="124" y="0"/>
                    <a:pt x="1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6" name="Google Shape;20566;p54"/>
            <p:cNvSpPr/>
            <p:nvPr/>
          </p:nvSpPr>
          <p:spPr>
            <a:xfrm>
              <a:off x="4920725" y="29467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103" y="1"/>
                    <a:pt x="83" y="1"/>
                    <a:pt x="50" y="17"/>
                  </a:cubicBezTo>
                  <a:cubicBezTo>
                    <a:pt x="0" y="71"/>
                    <a:pt x="0" y="157"/>
                    <a:pt x="33" y="207"/>
                  </a:cubicBezTo>
                  <a:cubicBezTo>
                    <a:pt x="50" y="244"/>
                    <a:pt x="83" y="260"/>
                    <a:pt x="120" y="260"/>
                  </a:cubicBezTo>
                  <a:cubicBezTo>
                    <a:pt x="136" y="260"/>
                    <a:pt x="169" y="260"/>
                    <a:pt x="186" y="223"/>
                  </a:cubicBezTo>
                  <a:cubicBezTo>
                    <a:pt x="223" y="207"/>
                    <a:pt x="223" y="174"/>
                    <a:pt x="239" y="141"/>
                  </a:cubicBezTo>
                  <a:cubicBezTo>
                    <a:pt x="239" y="104"/>
                    <a:pt x="223" y="71"/>
                    <a:pt x="206" y="54"/>
                  </a:cubicBezTo>
                  <a:cubicBezTo>
                    <a:pt x="206" y="38"/>
                    <a:pt x="186" y="17"/>
                    <a:pt x="1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7" name="Google Shape;20567;p54"/>
            <p:cNvSpPr/>
            <p:nvPr/>
          </p:nvSpPr>
          <p:spPr>
            <a:xfrm>
              <a:off x="4918150" y="2996100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103" y="0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14" y="218"/>
                    <a:pt x="54" y="263"/>
                    <a:pt x="110" y="263"/>
                  </a:cubicBezTo>
                  <a:cubicBezTo>
                    <a:pt x="118" y="263"/>
                    <a:pt x="127" y="262"/>
                    <a:pt x="136" y="260"/>
                  </a:cubicBezTo>
                  <a:cubicBezTo>
                    <a:pt x="153" y="260"/>
                    <a:pt x="186" y="244"/>
                    <a:pt x="206" y="207"/>
                  </a:cubicBezTo>
                  <a:cubicBezTo>
                    <a:pt x="223" y="190"/>
                    <a:pt x="223" y="157"/>
                    <a:pt x="223" y="124"/>
                  </a:cubicBezTo>
                  <a:cubicBezTo>
                    <a:pt x="223" y="87"/>
                    <a:pt x="206" y="54"/>
                    <a:pt x="169" y="38"/>
                  </a:cubicBezTo>
                  <a:cubicBezTo>
                    <a:pt x="169" y="21"/>
                    <a:pt x="153" y="21"/>
                    <a:pt x="153" y="21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8" name="Google Shape;20568;p54"/>
            <p:cNvSpPr/>
            <p:nvPr/>
          </p:nvSpPr>
          <p:spPr>
            <a:xfrm>
              <a:off x="4916400" y="30115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22"/>
                    <a:pt x="0" y="88"/>
                    <a:pt x="17" y="158"/>
                  </a:cubicBezTo>
                  <a:cubicBezTo>
                    <a:pt x="17" y="191"/>
                    <a:pt x="33" y="228"/>
                    <a:pt x="50" y="244"/>
                  </a:cubicBezTo>
                  <a:cubicBezTo>
                    <a:pt x="87" y="261"/>
                    <a:pt x="103" y="261"/>
                    <a:pt x="136" y="261"/>
                  </a:cubicBezTo>
                  <a:cubicBezTo>
                    <a:pt x="173" y="261"/>
                    <a:pt x="190" y="244"/>
                    <a:pt x="206" y="207"/>
                  </a:cubicBezTo>
                  <a:cubicBezTo>
                    <a:pt x="223" y="174"/>
                    <a:pt x="239" y="141"/>
                    <a:pt x="223" y="104"/>
                  </a:cubicBezTo>
                  <a:cubicBezTo>
                    <a:pt x="223" y="71"/>
                    <a:pt x="206" y="55"/>
                    <a:pt x="190" y="38"/>
                  </a:cubicBezTo>
                  <a:cubicBezTo>
                    <a:pt x="173" y="22"/>
                    <a:pt x="173" y="22"/>
                    <a:pt x="153" y="22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9" name="Google Shape;20569;p54"/>
            <p:cNvSpPr/>
            <p:nvPr/>
          </p:nvSpPr>
          <p:spPr>
            <a:xfrm>
              <a:off x="4931425" y="3007325"/>
              <a:ext cx="6025" cy="6425"/>
            </a:xfrm>
            <a:custGeom>
              <a:avLst/>
              <a:gdLst/>
              <a:ahLst/>
              <a:cxnLst/>
              <a:rect l="l" t="t" r="r" b="b"/>
              <a:pathLst>
                <a:path w="241" h="257" extrusionOk="0">
                  <a:moveTo>
                    <a:pt x="137" y="1"/>
                  </a:moveTo>
                  <a:cubicBezTo>
                    <a:pt x="104" y="1"/>
                    <a:pt x="67" y="1"/>
                    <a:pt x="50" y="34"/>
                  </a:cubicBezTo>
                  <a:cubicBezTo>
                    <a:pt x="1" y="67"/>
                    <a:pt x="1" y="153"/>
                    <a:pt x="34" y="207"/>
                  </a:cubicBezTo>
                  <a:cubicBezTo>
                    <a:pt x="50" y="240"/>
                    <a:pt x="88" y="257"/>
                    <a:pt x="104" y="257"/>
                  </a:cubicBezTo>
                  <a:cubicBezTo>
                    <a:pt x="137" y="257"/>
                    <a:pt x="170" y="257"/>
                    <a:pt x="191" y="224"/>
                  </a:cubicBezTo>
                  <a:cubicBezTo>
                    <a:pt x="240" y="191"/>
                    <a:pt x="240" y="104"/>
                    <a:pt x="207" y="50"/>
                  </a:cubicBezTo>
                  <a:cubicBezTo>
                    <a:pt x="191" y="34"/>
                    <a:pt x="170" y="17"/>
                    <a:pt x="1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0" name="Google Shape;20570;p54"/>
            <p:cNvSpPr/>
            <p:nvPr/>
          </p:nvSpPr>
          <p:spPr>
            <a:xfrm>
              <a:off x="4950300" y="30365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4" y="1"/>
                  </a:moveTo>
                  <a:cubicBezTo>
                    <a:pt x="54" y="17"/>
                    <a:pt x="0" y="87"/>
                    <a:pt x="17" y="157"/>
                  </a:cubicBezTo>
                  <a:cubicBezTo>
                    <a:pt x="17" y="190"/>
                    <a:pt x="33" y="223"/>
                    <a:pt x="54" y="240"/>
                  </a:cubicBezTo>
                  <a:cubicBezTo>
                    <a:pt x="78" y="255"/>
                    <a:pt x="93" y="267"/>
                    <a:pt x="112" y="267"/>
                  </a:cubicBezTo>
                  <a:cubicBezTo>
                    <a:pt x="119" y="267"/>
                    <a:pt x="127" y="265"/>
                    <a:pt x="137" y="260"/>
                  </a:cubicBezTo>
                  <a:cubicBezTo>
                    <a:pt x="174" y="260"/>
                    <a:pt x="190" y="240"/>
                    <a:pt x="207" y="207"/>
                  </a:cubicBezTo>
                  <a:cubicBezTo>
                    <a:pt x="223" y="190"/>
                    <a:pt x="240" y="157"/>
                    <a:pt x="223" y="120"/>
                  </a:cubicBezTo>
                  <a:cubicBezTo>
                    <a:pt x="223" y="87"/>
                    <a:pt x="207" y="54"/>
                    <a:pt x="190" y="34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1" name="Google Shape;20571;p54"/>
            <p:cNvSpPr/>
            <p:nvPr/>
          </p:nvSpPr>
          <p:spPr>
            <a:xfrm>
              <a:off x="4944325" y="30043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3" y="0"/>
                  </a:moveTo>
                  <a:cubicBezTo>
                    <a:pt x="50" y="17"/>
                    <a:pt x="0" y="83"/>
                    <a:pt x="17" y="153"/>
                  </a:cubicBezTo>
                  <a:cubicBezTo>
                    <a:pt x="17" y="186"/>
                    <a:pt x="33" y="223"/>
                    <a:pt x="50" y="239"/>
                  </a:cubicBezTo>
                  <a:cubicBezTo>
                    <a:pt x="87" y="256"/>
                    <a:pt x="120" y="256"/>
                    <a:pt x="136" y="256"/>
                  </a:cubicBezTo>
                  <a:cubicBezTo>
                    <a:pt x="207" y="239"/>
                    <a:pt x="239" y="186"/>
                    <a:pt x="239" y="103"/>
                  </a:cubicBezTo>
                  <a:cubicBezTo>
                    <a:pt x="223" y="66"/>
                    <a:pt x="207" y="50"/>
                    <a:pt x="190" y="33"/>
                  </a:cubicBezTo>
                  <a:cubicBezTo>
                    <a:pt x="190" y="17"/>
                    <a:pt x="169" y="17"/>
                    <a:pt x="169" y="17"/>
                  </a:cubicBezTo>
                  <a:cubicBezTo>
                    <a:pt x="153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2" name="Google Shape;20572;p54"/>
            <p:cNvSpPr/>
            <p:nvPr/>
          </p:nvSpPr>
          <p:spPr>
            <a:xfrm>
              <a:off x="4945975" y="29882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0" y="0"/>
                  </a:moveTo>
                  <a:cubicBezTo>
                    <a:pt x="84" y="0"/>
                    <a:pt x="35" y="35"/>
                    <a:pt x="21" y="91"/>
                  </a:cubicBezTo>
                  <a:cubicBezTo>
                    <a:pt x="0" y="161"/>
                    <a:pt x="37" y="231"/>
                    <a:pt x="87" y="248"/>
                  </a:cubicBezTo>
                  <a:cubicBezTo>
                    <a:pt x="101" y="256"/>
                    <a:pt x="116" y="260"/>
                    <a:pt x="131" y="260"/>
                  </a:cubicBezTo>
                  <a:cubicBezTo>
                    <a:pt x="172" y="260"/>
                    <a:pt x="212" y="229"/>
                    <a:pt x="227" y="177"/>
                  </a:cubicBezTo>
                  <a:cubicBezTo>
                    <a:pt x="244" y="107"/>
                    <a:pt x="227" y="41"/>
                    <a:pt x="173" y="4"/>
                  </a:cubicBezTo>
                  <a:cubicBezTo>
                    <a:pt x="162" y="2"/>
                    <a:pt x="151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3" name="Google Shape;20573;p54"/>
            <p:cNvSpPr/>
            <p:nvPr/>
          </p:nvSpPr>
          <p:spPr>
            <a:xfrm>
              <a:off x="4932675" y="3039300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21" y="1"/>
                  </a:moveTo>
                  <a:cubicBezTo>
                    <a:pt x="115" y="1"/>
                    <a:pt x="109" y="3"/>
                    <a:pt x="104" y="8"/>
                  </a:cubicBezTo>
                  <a:cubicBezTo>
                    <a:pt x="71" y="8"/>
                    <a:pt x="54" y="25"/>
                    <a:pt x="38" y="62"/>
                  </a:cubicBezTo>
                  <a:cubicBezTo>
                    <a:pt x="17" y="78"/>
                    <a:pt x="0" y="111"/>
                    <a:pt x="17" y="148"/>
                  </a:cubicBezTo>
                  <a:cubicBezTo>
                    <a:pt x="17" y="181"/>
                    <a:pt x="38" y="214"/>
                    <a:pt x="54" y="231"/>
                  </a:cubicBezTo>
                  <a:cubicBezTo>
                    <a:pt x="87" y="251"/>
                    <a:pt x="104" y="268"/>
                    <a:pt x="141" y="268"/>
                  </a:cubicBezTo>
                  <a:cubicBezTo>
                    <a:pt x="207" y="251"/>
                    <a:pt x="244" y="181"/>
                    <a:pt x="223" y="111"/>
                  </a:cubicBezTo>
                  <a:cubicBezTo>
                    <a:pt x="223" y="78"/>
                    <a:pt x="207" y="45"/>
                    <a:pt x="190" y="25"/>
                  </a:cubicBezTo>
                  <a:cubicBezTo>
                    <a:pt x="174" y="25"/>
                    <a:pt x="174" y="8"/>
                    <a:pt x="157" y="8"/>
                  </a:cubicBezTo>
                  <a:cubicBezTo>
                    <a:pt x="146" y="8"/>
                    <a:pt x="133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4" name="Google Shape;20574;p54"/>
            <p:cNvSpPr/>
            <p:nvPr/>
          </p:nvSpPr>
          <p:spPr>
            <a:xfrm>
              <a:off x="4942150" y="302402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20" y="1"/>
                  </a:moveTo>
                  <a:cubicBezTo>
                    <a:pt x="104" y="1"/>
                    <a:pt x="71" y="17"/>
                    <a:pt x="50" y="38"/>
                  </a:cubicBezTo>
                  <a:cubicBezTo>
                    <a:pt x="17" y="54"/>
                    <a:pt x="1" y="87"/>
                    <a:pt x="1" y="120"/>
                  </a:cubicBezTo>
                  <a:cubicBezTo>
                    <a:pt x="1" y="157"/>
                    <a:pt x="17" y="190"/>
                    <a:pt x="34" y="223"/>
                  </a:cubicBezTo>
                  <a:cubicBezTo>
                    <a:pt x="55" y="253"/>
                    <a:pt x="84" y="267"/>
                    <a:pt x="116" y="267"/>
                  </a:cubicBezTo>
                  <a:cubicBezTo>
                    <a:pt x="141" y="267"/>
                    <a:pt x="167" y="259"/>
                    <a:pt x="190" y="244"/>
                  </a:cubicBezTo>
                  <a:cubicBezTo>
                    <a:pt x="223" y="190"/>
                    <a:pt x="240" y="104"/>
                    <a:pt x="207" y="54"/>
                  </a:cubicBezTo>
                  <a:cubicBezTo>
                    <a:pt x="190" y="38"/>
                    <a:pt x="174" y="17"/>
                    <a:pt x="153" y="17"/>
                  </a:cubicBezTo>
                  <a:cubicBezTo>
                    <a:pt x="137" y="17"/>
                    <a:pt x="13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5" name="Google Shape;20575;p54"/>
            <p:cNvSpPr/>
            <p:nvPr/>
          </p:nvSpPr>
          <p:spPr>
            <a:xfrm>
              <a:off x="4933600" y="2946325"/>
              <a:ext cx="4250" cy="3925"/>
            </a:xfrm>
            <a:custGeom>
              <a:avLst/>
              <a:gdLst/>
              <a:ahLst/>
              <a:cxnLst/>
              <a:rect l="l" t="t" r="r" b="b"/>
              <a:pathLst>
                <a:path w="170" h="157" extrusionOk="0">
                  <a:moveTo>
                    <a:pt x="1" y="0"/>
                  </a:moveTo>
                  <a:lnTo>
                    <a:pt x="1" y="54"/>
                  </a:lnTo>
                  <a:cubicBezTo>
                    <a:pt x="1" y="87"/>
                    <a:pt x="17" y="120"/>
                    <a:pt x="50" y="136"/>
                  </a:cubicBezTo>
                  <a:cubicBezTo>
                    <a:pt x="67" y="157"/>
                    <a:pt x="104" y="157"/>
                    <a:pt x="137" y="157"/>
                  </a:cubicBezTo>
                  <a:cubicBezTo>
                    <a:pt x="137" y="157"/>
                    <a:pt x="153" y="157"/>
                    <a:pt x="170" y="136"/>
                  </a:cubicBezTo>
                  <a:cubicBezTo>
                    <a:pt x="120" y="103"/>
                    <a:pt x="50" y="54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6" name="Google Shape;20576;p54"/>
            <p:cNvSpPr/>
            <p:nvPr/>
          </p:nvSpPr>
          <p:spPr>
            <a:xfrm>
              <a:off x="4656950" y="2780575"/>
              <a:ext cx="5600" cy="4925"/>
            </a:xfrm>
            <a:custGeom>
              <a:avLst/>
              <a:gdLst/>
              <a:ahLst/>
              <a:cxnLst/>
              <a:rect l="l" t="t" r="r" b="b"/>
              <a:pathLst>
                <a:path w="224" h="197" extrusionOk="0">
                  <a:moveTo>
                    <a:pt x="17" y="1"/>
                  </a:moveTo>
                  <a:cubicBezTo>
                    <a:pt x="1" y="34"/>
                    <a:pt x="1" y="50"/>
                    <a:pt x="1" y="87"/>
                  </a:cubicBezTo>
                  <a:cubicBezTo>
                    <a:pt x="1" y="120"/>
                    <a:pt x="17" y="153"/>
                    <a:pt x="54" y="170"/>
                  </a:cubicBezTo>
                  <a:cubicBezTo>
                    <a:pt x="66" y="184"/>
                    <a:pt x="86" y="197"/>
                    <a:pt x="110" y="197"/>
                  </a:cubicBezTo>
                  <a:cubicBezTo>
                    <a:pt x="120" y="197"/>
                    <a:pt x="130" y="195"/>
                    <a:pt x="141" y="190"/>
                  </a:cubicBezTo>
                  <a:cubicBezTo>
                    <a:pt x="157" y="190"/>
                    <a:pt x="190" y="170"/>
                    <a:pt x="207" y="137"/>
                  </a:cubicBezTo>
                  <a:cubicBezTo>
                    <a:pt x="223" y="120"/>
                    <a:pt x="223" y="87"/>
                    <a:pt x="223" y="50"/>
                  </a:cubicBezTo>
                  <a:cubicBezTo>
                    <a:pt x="223" y="34"/>
                    <a:pt x="223" y="17"/>
                    <a:pt x="207" y="17"/>
                  </a:cubicBezTo>
                  <a:cubicBezTo>
                    <a:pt x="141" y="1"/>
                    <a:pt x="87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7" name="Google Shape;20577;p54"/>
            <p:cNvSpPr/>
            <p:nvPr/>
          </p:nvSpPr>
          <p:spPr>
            <a:xfrm>
              <a:off x="4851975" y="2990525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103" y="1"/>
                  </a:moveTo>
                  <a:cubicBezTo>
                    <a:pt x="33" y="17"/>
                    <a:pt x="0" y="87"/>
                    <a:pt x="0" y="158"/>
                  </a:cubicBezTo>
                  <a:cubicBezTo>
                    <a:pt x="17" y="191"/>
                    <a:pt x="17" y="223"/>
                    <a:pt x="50" y="244"/>
                  </a:cubicBezTo>
                  <a:cubicBezTo>
                    <a:pt x="64" y="256"/>
                    <a:pt x="85" y="267"/>
                    <a:pt x="108" y="267"/>
                  </a:cubicBezTo>
                  <a:cubicBezTo>
                    <a:pt x="117" y="267"/>
                    <a:pt x="127" y="265"/>
                    <a:pt x="136" y="261"/>
                  </a:cubicBezTo>
                  <a:cubicBezTo>
                    <a:pt x="153" y="261"/>
                    <a:pt x="190" y="244"/>
                    <a:pt x="206" y="207"/>
                  </a:cubicBezTo>
                  <a:cubicBezTo>
                    <a:pt x="223" y="191"/>
                    <a:pt x="223" y="158"/>
                    <a:pt x="223" y="120"/>
                  </a:cubicBezTo>
                  <a:cubicBezTo>
                    <a:pt x="223" y="87"/>
                    <a:pt x="206" y="54"/>
                    <a:pt x="173" y="38"/>
                  </a:cubicBezTo>
                  <a:cubicBezTo>
                    <a:pt x="173" y="17"/>
                    <a:pt x="153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8" name="Google Shape;20578;p54"/>
            <p:cNvSpPr/>
            <p:nvPr/>
          </p:nvSpPr>
          <p:spPr>
            <a:xfrm>
              <a:off x="4859700" y="30060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0"/>
                  </a:moveTo>
                  <a:cubicBezTo>
                    <a:pt x="71" y="0"/>
                    <a:pt x="50" y="17"/>
                    <a:pt x="33" y="54"/>
                  </a:cubicBezTo>
                  <a:cubicBezTo>
                    <a:pt x="17" y="87"/>
                    <a:pt x="0" y="120"/>
                    <a:pt x="17" y="157"/>
                  </a:cubicBezTo>
                  <a:cubicBezTo>
                    <a:pt x="17" y="190"/>
                    <a:pt x="33" y="206"/>
                    <a:pt x="50" y="244"/>
                  </a:cubicBezTo>
                  <a:cubicBezTo>
                    <a:pt x="71" y="260"/>
                    <a:pt x="104" y="260"/>
                    <a:pt x="137" y="260"/>
                  </a:cubicBezTo>
                  <a:cubicBezTo>
                    <a:pt x="190" y="244"/>
                    <a:pt x="240" y="173"/>
                    <a:pt x="223" y="103"/>
                  </a:cubicBezTo>
                  <a:cubicBezTo>
                    <a:pt x="223" y="70"/>
                    <a:pt x="207" y="54"/>
                    <a:pt x="190" y="17"/>
                  </a:cubicBezTo>
                  <a:cubicBezTo>
                    <a:pt x="174" y="17"/>
                    <a:pt x="174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9" name="Google Shape;20579;p54"/>
            <p:cNvSpPr/>
            <p:nvPr/>
          </p:nvSpPr>
          <p:spPr>
            <a:xfrm>
              <a:off x="4854950" y="3023200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4" y="1"/>
                  </a:moveTo>
                  <a:cubicBezTo>
                    <a:pt x="87" y="1"/>
                    <a:pt x="87" y="17"/>
                    <a:pt x="87" y="17"/>
                  </a:cubicBezTo>
                  <a:cubicBezTo>
                    <a:pt x="34" y="34"/>
                    <a:pt x="1" y="87"/>
                    <a:pt x="17" y="153"/>
                  </a:cubicBezTo>
                  <a:cubicBezTo>
                    <a:pt x="17" y="190"/>
                    <a:pt x="34" y="223"/>
                    <a:pt x="54" y="240"/>
                  </a:cubicBezTo>
                  <a:cubicBezTo>
                    <a:pt x="78" y="252"/>
                    <a:pt x="93" y="265"/>
                    <a:pt x="111" y="265"/>
                  </a:cubicBezTo>
                  <a:cubicBezTo>
                    <a:pt x="119" y="265"/>
                    <a:pt x="127" y="263"/>
                    <a:pt x="137" y="256"/>
                  </a:cubicBezTo>
                  <a:cubicBezTo>
                    <a:pt x="207" y="256"/>
                    <a:pt x="240" y="190"/>
                    <a:pt x="223" y="120"/>
                  </a:cubicBezTo>
                  <a:lnTo>
                    <a:pt x="223" y="87"/>
                  </a:lnTo>
                  <a:cubicBezTo>
                    <a:pt x="207" y="50"/>
                    <a:pt x="190" y="17"/>
                    <a:pt x="157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0" name="Google Shape;20580;p54"/>
            <p:cNvSpPr/>
            <p:nvPr/>
          </p:nvSpPr>
          <p:spPr>
            <a:xfrm>
              <a:off x="4872575" y="2925700"/>
              <a:ext cx="6000" cy="5175"/>
            </a:xfrm>
            <a:custGeom>
              <a:avLst/>
              <a:gdLst/>
              <a:ahLst/>
              <a:cxnLst/>
              <a:rect l="l" t="t" r="r" b="b"/>
              <a:pathLst>
                <a:path w="240" h="207" extrusionOk="0">
                  <a:moveTo>
                    <a:pt x="207" y="1"/>
                  </a:moveTo>
                  <a:cubicBezTo>
                    <a:pt x="137" y="1"/>
                    <a:pt x="71" y="1"/>
                    <a:pt x="17" y="17"/>
                  </a:cubicBezTo>
                  <a:cubicBezTo>
                    <a:pt x="1" y="54"/>
                    <a:pt x="1" y="120"/>
                    <a:pt x="17" y="157"/>
                  </a:cubicBezTo>
                  <a:cubicBezTo>
                    <a:pt x="34" y="190"/>
                    <a:pt x="71" y="207"/>
                    <a:pt x="104" y="207"/>
                  </a:cubicBezTo>
                  <a:cubicBezTo>
                    <a:pt x="120" y="207"/>
                    <a:pt x="153" y="207"/>
                    <a:pt x="174" y="174"/>
                  </a:cubicBezTo>
                  <a:cubicBezTo>
                    <a:pt x="223" y="137"/>
                    <a:pt x="240" y="54"/>
                    <a:pt x="2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1" name="Google Shape;20581;p54"/>
            <p:cNvSpPr/>
            <p:nvPr/>
          </p:nvSpPr>
          <p:spPr>
            <a:xfrm>
              <a:off x="4858350" y="2927875"/>
              <a:ext cx="6125" cy="5900"/>
            </a:xfrm>
            <a:custGeom>
              <a:avLst/>
              <a:gdLst/>
              <a:ahLst/>
              <a:cxnLst/>
              <a:rect l="l" t="t" r="r" b="b"/>
              <a:pathLst>
                <a:path w="245" h="236" extrusionOk="0">
                  <a:moveTo>
                    <a:pt x="191" y="0"/>
                  </a:moveTo>
                  <a:cubicBezTo>
                    <a:pt x="141" y="17"/>
                    <a:pt x="87" y="33"/>
                    <a:pt x="38" y="50"/>
                  </a:cubicBezTo>
                  <a:lnTo>
                    <a:pt x="21" y="50"/>
                  </a:lnTo>
                  <a:cubicBezTo>
                    <a:pt x="1" y="120"/>
                    <a:pt x="38" y="206"/>
                    <a:pt x="87" y="223"/>
                  </a:cubicBezTo>
                  <a:cubicBezTo>
                    <a:pt x="102" y="232"/>
                    <a:pt x="117" y="236"/>
                    <a:pt x="132" y="236"/>
                  </a:cubicBezTo>
                  <a:cubicBezTo>
                    <a:pt x="173" y="236"/>
                    <a:pt x="212" y="204"/>
                    <a:pt x="228" y="153"/>
                  </a:cubicBezTo>
                  <a:cubicBezTo>
                    <a:pt x="244" y="103"/>
                    <a:pt x="228" y="33"/>
                    <a:pt x="1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2" name="Google Shape;20582;p54"/>
            <p:cNvSpPr/>
            <p:nvPr/>
          </p:nvSpPr>
          <p:spPr>
            <a:xfrm>
              <a:off x="4851150" y="294280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26" y="1"/>
                  </a:moveTo>
                  <a:cubicBezTo>
                    <a:pt x="81" y="1"/>
                    <a:pt x="30" y="34"/>
                    <a:pt x="17" y="92"/>
                  </a:cubicBezTo>
                  <a:cubicBezTo>
                    <a:pt x="0" y="158"/>
                    <a:pt x="17" y="228"/>
                    <a:pt x="83" y="261"/>
                  </a:cubicBezTo>
                  <a:cubicBezTo>
                    <a:pt x="92" y="264"/>
                    <a:pt x="101" y="265"/>
                    <a:pt x="111" y="265"/>
                  </a:cubicBezTo>
                  <a:cubicBezTo>
                    <a:pt x="159" y="265"/>
                    <a:pt x="209" y="232"/>
                    <a:pt x="223" y="174"/>
                  </a:cubicBezTo>
                  <a:cubicBezTo>
                    <a:pt x="239" y="108"/>
                    <a:pt x="223" y="38"/>
                    <a:pt x="153" y="5"/>
                  </a:cubicBezTo>
                  <a:cubicBezTo>
                    <a:pt x="144" y="2"/>
                    <a:pt x="135" y="1"/>
                    <a:pt x="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3" name="Google Shape;20583;p54"/>
            <p:cNvSpPr/>
            <p:nvPr/>
          </p:nvSpPr>
          <p:spPr>
            <a:xfrm>
              <a:off x="4858875" y="2957975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83" y="0"/>
                  </a:moveTo>
                  <a:cubicBezTo>
                    <a:pt x="33" y="0"/>
                    <a:pt x="0" y="66"/>
                    <a:pt x="0" y="136"/>
                  </a:cubicBezTo>
                  <a:cubicBezTo>
                    <a:pt x="0" y="169"/>
                    <a:pt x="17" y="206"/>
                    <a:pt x="50" y="223"/>
                  </a:cubicBezTo>
                  <a:cubicBezTo>
                    <a:pt x="66" y="256"/>
                    <a:pt x="104" y="256"/>
                    <a:pt x="120" y="256"/>
                  </a:cubicBezTo>
                  <a:cubicBezTo>
                    <a:pt x="186" y="239"/>
                    <a:pt x="223" y="169"/>
                    <a:pt x="223" y="103"/>
                  </a:cubicBezTo>
                  <a:cubicBezTo>
                    <a:pt x="223" y="66"/>
                    <a:pt x="207" y="33"/>
                    <a:pt x="170" y="17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4" name="Google Shape;20584;p54"/>
            <p:cNvSpPr/>
            <p:nvPr/>
          </p:nvSpPr>
          <p:spPr>
            <a:xfrm>
              <a:off x="4858350" y="2973825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25" y="1"/>
                  </a:moveTo>
                  <a:cubicBezTo>
                    <a:pt x="104" y="1"/>
                    <a:pt x="71" y="17"/>
                    <a:pt x="54" y="34"/>
                  </a:cubicBezTo>
                  <a:cubicBezTo>
                    <a:pt x="1" y="88"/>
                    <a:pt x="1" y="153"/>
                    <a:pt x="38" y="224"/>
                  </a:cubicBezTo>
                  <a:cubicBezTo>
                    <a:pt x="54" y="240"/>
                    <a:pt x="71" y="257"/>
                    <a:pt x="104" y="257"/>
                  </a:cubicBezTo>
                  <a:cubicBezTo>
                    <a:pt x="115" y="261"/>
                    <a:pt x="124" y="263"/>
                    <a:pt x="132" y="263"/>
                  </a:cubicBezTo>
                  <a:cubicBezTo>
                    <a:pt x="152" y="263"/>
                    <a:pt x="167" y="252"/>
                    <a:pt x="191" y="240"/>
                  </a:cubicBezTo>
                  <a:cubicBezTo>
                    <a:pt x="244" y="191"/>
                    <a:pt x="244" y="104"/>
                    <a:pt x="207" y="50"/>
                  </a:cubicBezTo>
                  <a:cubicBezTo>
                    <a:pt x="191" y="34"/>
                    <a:pt x="174" y="17"/>
                    <a:pt x="158" y="17"/>
                  </a:cubicBezTo>
                  <a:cubicBezTo>
                    <a:pt x="158" y="17"/>
                    <a:pt x="141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5" name="Google Shape;20585;p54"/>
            <p:cNvSpPr/>
            <p:nvPr/>
          </p:nvSpPr>
          <p:spPr>
            <a:xfrm>
              <a:off x="4880725" y="3030825"/>
              <a:ext cx="5600" cy="6375"/>
            </a:xfrm>
            <a:custGeom>
              <a:avLst/>
              <a:gdLst/>
              <a:ahLst/>
              <a:cxnLst/>
              <a:rect l="l" t="t" r="r" b="b"/>
              <a:pathLst>
                <a:path w="224" h="255" extrusionOk="0">
                  <a:moveTo>
                    <a:pt x="122" y="1"/>
                  </a:moveTo>
                  <a:cubicBezTo>
                    <a:pt x="65" y="1"/>
                    <a:pt x="14" y="33"/>
                    <a:pt x="1" y="92"/>
                  </a:cubicBezTo>
                  <a:lnTo>
                    <a:pt x="1" y="141"/>
                  </a:lnTo>
                  <a:cubicBezTo>
                    <a:pt x="1" y="195"/>
                    <a:pt x="34" y="228"/>
                    <a:pt x="71" y="244"/>
                  </a:cubicBezTo>
                  <a:cubicBezTo>
                    <a:pt x="84" y="251"/>
                    <a:pt x="101" y="255"/>
                    <a:pt x="118" y="255"/>
                  </a:cubicBezTo>
                  <a:cubicBezTo>
                    <a:pt x="142" y="255"/>
                    <a:pt x="164" y="247"/>
                    <a:pt x="174" y="228"/>
                  </a:cubicBezTo>
                  <a:cubicBezTo>
                    <a:pt x="190" y="211"/>
                    <a:pt x="207" y="195"/>
                    <a:pt x="207" y="178"/>
                  </a:cubicBezTo>
                  <a:cubicBezTo>
                    <a:pt x="223" y="108"/>
                    <a:pt x="207" y="38"/>
                    <a:pt x="157" y="5"/>
                  </a:cubicBezTo>
                  <a:cubicBezTo>
                    <a:pt x="145" y="2"/>
                    <a:pt x="133" y="1"/>
                    <a:pt x="1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6" name="Google Shape;20586;p54"/>
            <p:cNvSpPr/>
            <p:nvPr/>
          </p:nvSpPr>
          <p:spPr>
            <a:xfrm>
              <a:off x="4877325" y="300342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4" y="0"/>
                  </a:moveTo>
                  <a:cubicBezTo>
                    <a:pt x="33" y="0"/>
                    <a:pt x="0" y="70"/>
                    <a:pt x="17" y="140"/>
                  </a:cubicBezTo>
                  <a:cubicBezTo>
                    <a:pt x="17" y="173"/>
                    <a:pt x="33" y="206"/>
                    <a:pt x="50" y="223"/>
                  </a:cubicBezTo>
                  <a:cubicBezTo>
                    <a:pt x="87" y="260"/>
                    <a:pt x="104" y="260"/>
                    <a:pt x="137" y="260"/>
                  </a:cubicBezTo>
                  <a:cubicBezTo>
                    <a:pt x="170" y="243"/>
                    <a:pt x="190" y="223"/>
                    <a:pt x="207" y="206"/>
                  </a:cubicBezTo>
                  <a:cubicBezTo>
                    <a:pt x="223" y="173"/>
                    <a:pt x="240" y="140"/>
                    <a:pt x="223" y="103"/>
                  </a:cubicBezTo>
                  <a:cubicBezTo>
                    <a:pt x="223" y="70"/>
                    <a:pt x="207" y="37"/>
                    <a:pt x="190" y="17"/>
                  </a:cubicBezTo>
                  <a:cubicBezTo>
                    <a:pt x="170" y="17"/>
                    <a:pt x="170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7" name="Google Shape;20587;p54"/>
            <p:cNvSpPr/>
            <p:nvPr/>
          </p:nvSpPr>
          <p:spPr>
            <a:xfrm>
              <a:off x="4846000" y="2933425"/>
              <a:ext cx="2600" cy="1375"/>
            </a:xfrm>
            <a:custGeom>
              <a:avLst/>
              <a:gdLst/>
              <a:ahLst/>
              <a:cxnLst/>
              <a:rect l="l" t="t" r="r" b="b"/>
              <a:pathLst>
                <a:path w="104" h="55" extrusionOk="0">
                  <a:moveTo>
                    <a:pt x="103" y="1"/>
                  </a:moveTo>
                  <a:lnTo>
                    <a:pt x="103" y="1"/>
                  </a:lnTo>
                  <a:cubicBezTo>
                    <a:pt x="66" y="17"/>
                    <a:pt x="33" y="34"/>
                    <a:pt x="0" y="54"/>
                  </a:cubicBezTo>
                  <a:cubicBezTo>
                    <a:pt x="33" y="54"/>
                    <a:pt x="66" y="34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8" name="Google Shape;20588;p54"/>
            <p:cNvSpPr/>
            <p:nvPr/>
          </p:nvSpPr>
          <p:spPr>
            <a:xfrm>
              <a:off x="4873000" y="2955025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11" y="0"/>
                  </a:moveTo>
                  <a:cubicBezTo>
                    <a:pt x="69" y="0"/>
                    <a:pt x="29" y="33"/>
                    <a:pt x="17" y="81"/>
                  </a:cubicBezTo>
                  <a:cubicBezTo>
                    <a:pt x="0" y="151"/>
                    <a:pt x="17" y="221"/>
                    <a:pt x="87" y="254"/>
                  </a:cubicBezTo>
                  <a:cubicBezTo>
                    <a:pt x="96" y="257"/>
                    <a:pt x="105" y="258"/>
                    <a:pt x="114" y="258"/>
                  </a:cubicBezTo>
                  <a:cubicBezTo>
                    <a:pt x="159" y="258"/>
                    <a:pt x="209" y="228"/>
                    <a:pt x="223" y="184"/>
                  </a:cubicBezTo>
                  <a:cubicBezTo>
                    <a:pt x="239" y="118"/>
                    <a:pt x="223" y="31"/>
                    <a:pt x="157" y="15"/>
                  </a:cubicBezTo>
                  <a:cubicBezTo>
                    <a:pt x="142" y="5"/>
                    <a:pt x="127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9" name="Google Shape;20589;p54"/>
            <p:cNvSpPr/>
            <p:nvPr/>
          </p:nvSpPr>
          <p:spPr>
            <a:xfrm>
              <a:off x="4883725" y="3016850"/>
              <a:ext cx="6100" cy="6800"/>
            </a:xfrm>
            <a:custGeom>
              <a:avLst/>
              <a:gdLst/>
              <a:ahLst/>
              <a:cxnLst/>
              <a:rect l="l" t="t" r="r" b="b"/>
              <a:pathLst>
                <a:path w="244" h="272" extrusionOk="0">
                  <a:moveTo>
                    <a:pt x="111" y="1"/>
                  </a:moveTo>
                  <a:cubicBezTo>
                    <a:pt x="71" y="1"/>
                    <a:pt x="32" y="34"/>
                    <a:pt x="17" y="82"/>
                  </a:cubicBezTo>
                  <a:cubicBezTo>
                    <a:pt x="0" y="152"/>
                    <a:pt x="17" y="238"/>
                    <a:pt x="70" y="255"/>
                  </a:cubicBezTo>
                  <a:cubicBezTo>
                    <a:pt x="87" y="271"/>
                    <a:pt x="103" y="271"/>
                    <a:pt x="120" y="271"/>
                  </a:cubicBezTo>
                  <a:cubicBezTo>
                    <a:pt x="173" y="255"/>
                    <a:pt x="206" y="238"/>
                    <a:pt x="223" y="185"/>
                  </a:cubicBezTo>
                  <a:cubicBezTo>
                    <a:pt x="243" y="135"/>
                    <a:pt x="223" y="82"/>
                    <a:pt x="206" y="49"/>
                  </a:cubicBezTo>
                  <a:cubicBezTo>
                    <a:pt x="190" y="32"/>
                    <a:pt x="173" y="16"/>
                    <a:pt x="157" y="16"/>
                  </a:cubicBezTo>
                  <a:cubicBezTo>
                    <a:pt x="142" y="6"/>
                    <a:pt x="127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0" name="Google Shape;20590;p54"/>
            <p:cNvSpPr/>
            <p:nvPr/>
          </p:nvSpPr>
          <p:spPr>
            <a:xfrm>
              <a:off x="4870425" y="301847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36" y="0"/>
                  </a:moveTo>
                  <a:cubicBezTo>
                    <a:pt x="103" y="0"/>
                    <a:pt x="70" y="0"/>
                    <a:pt x="54" y="17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4" y="239"/>
                    <a:pt x="87" y="260"/>
                    <a:pt x="103" y="260"/>
                  </a:cubicBezTo>
                  <a:cubicBezTo>
                    <a:pt x="136" y="260"/>
                    <a:pt x="173" y="239"/>
                    <a:pt x="190" y="223"/>
                  </a:cubicBezTo>
                  <a:cubicBezTo>
                    <a:pt x="223" y="206"/>
                    <a:pt x="223" y="173"/>
                    <a:pt x="239" y="136"/>
                  </a:cubicBezTo>
                  <a:cubicBezTo>
                    <a:pt x="239" y="103"/>
                    <a:pt x="223" y="70"/>
                    <a:pt x="206" y="54"/>
                  </a:cubicBezTo>
                  <a:cubicBezTo>
                    <a:pt x="190" y="17"/>
                    <a:pt x="190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1" name="Google Shape;20591;p54"/>
            <p:cNvSpPr/>
            <p:nvPr/>
          </p:nvSpPr>
          <p:spPr>
            <a:xfrm>
              <a:off x="4871250" y="2970950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32" y="1"/>
                  </a:moveTo>
                  <a:cubicBezTo>
                    <a:pt x="123" y="1"/>
                    <a:pt x="114" y="5"/>
                    <a:pt x="103" y="13"/>
                  </a:cubicBezTo>
                  <a:cubicBezTo>
                    <a:pt x="54" y="13"/>
                    <a:pt x="0" y="79"/>
                    <a:pt x="21" y="149"/>
                  </a:cubicBezTo>
                  <a:cubicBezTo>
                    <a:pt x="21" y="182"/>
                    <a:pt x="37" y="219"/>
                    <a:pt x="54" y="236"/>
                  </a:cubicBezTo>
                  <a:cubicBezTo>
                    <a:pt x="77" y="247"/>
                    <a:pt x="92" y="259"/>
                    <a:pt x="112" y="259"/>
                  </a:cubicBezTo>
                  <a:cubicBezTo>
                    <a:pt x="120" y="259"/>
                    <a:pt x="130" y="257"/>
                    <a:pt x="140" y="252"/>
                  </a:cubicBezTo>
                  <a:cubicBezTo>
                    <a:pt x="206" y="252"/>
                    <a:pt x="243" y="182"/>
                    <a:pt x="227" y="116"/>
                  </a:cubicBezTo>
                  <a:cubicBezTo>
                    <a:pt x="227" y="79"/>
                    <a:pt x="206" y="46"/>
                    <a:pt x="190" y="29"/>
                  </a:cubicBezTo>
                  <a:cubicBezTo>
                    <a:pt x="173" y="13"/>
                    <a:pt x="173" y="13"/>
                    <a:pt x="157" y="13"/>
                  </a:cubicBezTo>
                  <a:cubicBezTo>
                    <a:pt x="149" y="5"/>
                    <a:pt x="140" y="1"/>
                    <a:pt x="1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2" name="Google Shape;20592;p54"/>
            <p:cNvSpPr/>
            <p:nvPr/>
          </p:nvSpPr>
          <p:spPr>
            <a:xfrm>
              <a:off x="4866600" y="3035275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83" y="0"/>
                  </a:moveTo>
                  <a:cubicBezTo>
                    <a:pt x="67" y="0"/>
                    <a:pt x="34" y="17"/>
                    <a:pt x="17" y="50"/>
                  </a:cubicBezTo>
                  <a:cubicBezTo>
                    <a:pt x="1" y="83"/>
                    <a:pt x="1" y="120"/>
                    <a:pt x="1" y="153"/>
                  </a:cubicBezTo>
                  <a:cubicBezTo>
                    <a:pt x="1" y="186"/>
                    <a:pt x="17" y="206"/>
                    <a:pt x="34" y="239"/>
                  </a:cubicBezTo>
                  <a:cubicBezTo>
                    <a:pt x="67" y="256"/>
                    <a:pt x="104" y="256"/>
                    <a:pt x="120" y="256"/>
                  </a:cubicBezTo>
                  <a:cubicBezTo>
                    <a:pt x="186" y="239"/>
                    <a:pt x="223" y="169"/>
                    <a:pt x="223" y="103"/>
                  </a:cubicBezTo>
                  <a:cubicBezTo>
                    <a:pt x="207" y="66"/>
                    <a:pt x="186" y="50"/>
                    <a:pt x="170" y="17"/>
                  </a:cubicBezTo>
                  <a:cubicBezTo>
                    <a:pt x="170" y="17"/>
                    <a:pt x="153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3" name="Google Shape;20593;p54"/>
            <p:cNvSpPr/>
            <p:nvPr/>
          </p:nvSpPr>
          <p:spPr>
            <a:xfrm>
              <a:off x="4869175" y="29907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93" y="1"/>
                  </a:moveTo>
                  <a:cubicBezTo>
                    <a:pt x="72" y="1"/>
                    <a:pt x="57" y="13"/>
                    <a:pt x="34" y="28"/>
                  </a:cubicBezTo>
                  <a:cubicBezTo>
                    <a:pt x="17" y="61"/>
                    <a:pt x="1" y="77"/>
                    <a:pt x="1" y="110"/>
                  </a:cubicBezTo>
                  <a:cubicBezTo>
                    <a:pt x="1" y="148"/>
                    <a:pt x="1" y="181"/>
                    <a:pt x="17" y="213"/>
                  </a:cubicBezTo>
                  <a:cubicBezTo>
                    <a:pt x="46" y="245"/>
                    <a:pt x="83" y="264"/>
                    <a:pt x="118" y="264"/>
                  </a:cubicBezTo>
                  <a:cubicBezTo>
                    <a:pt x="142" y="264"/>
                    <a:pt x="166" y="255"/>
                    <a:pt x="186" y="234"/>
                  </a:cubicBezTo>
                  <a:cubicBezTo>
                    <a:pt x="223" y="181"/>
                    <a:pt x="240" y="110"/>
                    <a:pt x="186" y="44"/>
                  </a:cubicBezTo>
                  <a:cubicBezTo>
                    <a:pt x="186" y="28"/>
                    <a:pt x="170" y="28"/>
                    <a:pt x="153" y="7"/>
                  </a:cubicBezTo>
                  <a:lnTo>
                    <a:pt x="120" y="7"/>
                  </a:lnTo>
                  <a:cubicBezTo>
                    <a:pt x="110" y="3"/>
                    <a:pt x="101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4" name="Google Shape;20594;p54"/>
            <p:cNvSpPr/>
            <p:nvPr/>
          </p:nvSpPr>
          <p:spPr>
            <a:xfrm>
              <a:off x="4839500" y="30236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0"/>
                  </a:moveTo>
                  <a:cubicBezTo>
                    <a:pt x="103" y="0"/>
                    <a:pt x="70" y="0"/>
                    <a:pt x="54" y="33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4" y="239"/>
                    <a:pt x="87" y="260"/>
                    <a:pt x="103" y="260"/>
                  </a:cubicBezTo>
                  <a:cubicBezTo>
                    <a:pt x="136" y="260"/>
                    <a:pt x="174" y="260"/>
                    <a:pt x="190" y="239"/>
                  </a:cubicBezTo>
                  <a:cubicBezTo>
                    <a:pt x="239" y="190"/>
                    <a:pt x="239" y="103"/>
                    <a:pt x="207" y="54"/>
                  </a:cubicBezTo>
                  <a:cubicBezTo>
                    <a:pt x="190" y="33"/>
                    <a:pt x="190" y="17"/>
                    <a:pt x="174" y="17"/>
                  </a:cubicBezTo>
                  <a:cubicBezTo>
                    <a:pt x="157" y="0"/>
                    <a:pt x="136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5" name="Google Shape;20595;p54"/>
            <p:cNvSpPr/>
            <p:nvPr/>
          </p:nvSpPr>
          <p:spPr>
            <a:xfrm>
              <a:off x="4816300" y="2966200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13" y="0"/>
                  </a:moveTo>
                  <a:cubicBezTo>
                    <a:pt x="70" y="0"/>
                    <a:pt x="29" y="32"/>
                    <a:pt x="17" y="83"/>
                  </a:cubicBezTo>
                  <a:cubicBezTo>
                    <a:pt x="1" y="149"/>
                    <a:pt x="17" y="219"/>
                    <a:pt x="87" y="252"/>
                  </a:cubicBezTo>
                  <a:lnTo>
                    <a:pt x="137" y="252"/>
                  </a:lnTo>
                  <a:cubicBezTo>
                    <a:pt x="174" y="252"/>
                    <a:pt x="207" y="219"/>
                    <a:pt x="223" y="166"/>
                  </a:cubicBezTo>
                  <a:cubicBezTo>
                    <a:pt x="240" y="133"/>
                    <a:pt x="223" y="83"/>
                    <a:pt x="207" y="46"/>
                  </a:cubicBezTo>
                  <a:cubicBezTo>
                    <a:pt x="190" y="30"/>
                    <a:pt x="174" y="13"/>
                    <a:pt x="157" y="13"/>
                  </a:cubicBezTo>
                  <a:cubicBezTo>
                    <a:pt x="143" y="4"/>
                    <a:pt x="128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6" name="Google Shape;20596;p54"/>
            <p:cNvSpPr/>
            <p:nvPr/>
          </p:nvSpPr>
          <p:spPr>
            <a:xfrm>
              <a:off x="4815075" y="3012500"/>
              <a:ext cx="5575" cy="6575"/>
            </a:xfrm>
            <a:custGeom>
              <a:avLst/>
              <a:gdLst/>
              <a:ahLst/>
              <a:cxnLst/>
              <a:rect l="l" t="t" r="r" b="b"/>
              <a:pathLst>
                <a:path w="223" h="263" extrusionOk="0">
                  <a:moveTo>
                    <a:pt x="136" y="0"/>
                  </a:moveTo>
                  <a:cubicBezTo>
                    <a:pt x="103" y="0"/>
                    <a:pt x="66" y="17"/>
                    <a:pt x="50" y="33"/>
                  </a:cubicBezTo>
                  <a:cubicBezTo>
                    <a:pt x="0" y="87"/>
                    <a:pt x="0" y="153"/>
                    <a:pt x="33" y="223"/>
                  </a:cubicBezTo>
                  <a:cubicBezTo>
                    <a:pt x="50" y="239"/>
                    <a:pt x="83" y="256"/>
                    <a:pt x="103" y="256"/>
                  </a:cubicBezTo>
                  <a:cubicBezTo>
                    <a:pt x="113" y="260"/>
                    <a:pt x="123" y="262"/>
                    <a:pt x="132" y="262"/>
                  </a:cubicBezTo>
                  <a:cubicBezTo>
                    <a:pt x="154" y="262"/>
                    <a:pt x="174" y="251"/>
                    <a:pt x="186" y="239"/>
                  </a:cubicBezTo>
                  <a:cubicBezTo>
                    <a:pt x="206" y="206"/>
                    <a:pt x="223" y="190"/>
                    <a:pt x="223" y="153"/>
                  </a:cubicBezTo>
                  <a:cubicBezTo>
                    <a:pt x="223" y="120"/>
                    <a:pt x="223" y="87"/>
                    <a:pt x="206" y="50"/>
                  </a:cubicBezTo>
                  <a:cubicBezTo>
                    <a:pt x="186" y="33"/>
                    <a:pt x="169" y="17"/>
                    <a:pt x="153" y="17"/>
                  </a:cubicBezTo>
                  <a:lnTo>
                    <a:pt x="1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7" name="Google Shape;20597;p54"/>
            <p:cNvSpPr/>
            <p:nvPr/>
          </p:nvSpPr>
          <p:spPr>
            <a:xfrm>
              <a:off x="4825800" y="30265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25" y="1"/>
                  </a:moveTo>
                  <a:cubicBezTo>
                    <a:pt x="80" y="1"/>
                    <a:pt x="30" y="31"/>
                    <a:pt x="17" y="75"/>
                  </a:cubicBezTo>
                  <a:cubicBezTo>
                    <a:pt x="0" y="145"/>
                    <a:pt x="17" y="228"/>
                    <a:pt x="87" y="248"/>
                  </a:cubicBezTo>
                  <a:cubicBezTo>
                    <a:pt x="100" y="257"/>
                    <a:pt x="114" y="261"/>
                    <a:pt x="129" y="261"/>
                  </a:cubicBezTo>
                  <a:cubicBezTo>
                    <a:pt x="170" y="261"/>
                    <a:pt x="211" y="230"/>
                    <a:pt x="223" y="178"/>
                  </a:cubicBezTo>
                  <a:cubicBezTo>
                    <a:pt x="239" y="108"/>
                    <a:pt x="223" y="42"/>
                    <a:pt x="153" y="5"/>
                  </a:cubicBezTo>
                  <a:cubicBezTo>
                    <a:pt x="144" y="2"/>
                    <a:pt x="135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8" name="Google Shape;20598;p54"/>
            <p:cNvSpPr/>
            <p:nvPr/>
          </p:nvSpPr>
          <p:spPr>
            <a:xfrm>
              <a:off x="4810325" y="3027400"/>
              <a:ext cx="6425" cy="6650"/>
            </a:xfrm>
            <a:custGeom>
              <a:avLst/>
              <a:gdLst/>
              <a:ahLst/>
              <a:cxnLst/>
              <a:rect l="l" t="t" r="r" b="b"/>
              <a:pathLst>
                <a:path w="257" h="266" extrusionOk="0">
                  <a:moveTo>
                    <a:pt x="134" y="0"/>
                  </a:moveTo>
                  <a:cubicBezTo>
                    <a:pt x="84" y="0"/>
                    <a:pt x="44" y="35"/>
                    <a:pt x="17" y="88"/>
                  </a:cubicBezTo>
                  <a:cubicBezTo>
                    <a:pt x="1" y="159"/>
                    <a:pt x="34" y="229"/>
                    <a:pt x="87" y="262"/>
                  </a:cubicBezTo>
                  <a:cubicBezTo>
                    <a:pt x="96" y="264"/>
                    <a:pt x="105" y="266"/>
                    <a:pt x="114" y="266"/>
                  </a:cubicBezTo>
                  <a:cubicBezTo>
                    <a:pt x="159" y="266"/>
                    <a:pt x="210" y="233"/>
                    <a:pt x="223" y="175"/>
                  </a:cubicBezTo>
                  <a:cubicBezTo>
                    <a:pt x="256" y="109"/>
                    <a:pt x="223" y="39"/>
                    <a:pt x="170" y="6"/>
                  </a:cubicBezTo>
                  <a:cubicBezTo>
                    <a:pt x="157" y="2"/>
                    <a:pt x="145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9" name="Google Shape;20599;p54"/>
            <p:cNvSpPr/>
            <p:nvPr/>
          </p:nvSpPr>
          <p:spPr>
            <a:xfrm>
              <a:off x="4821875" y="29961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0"/>
                  </a:moveTo>
                  <a:cubicBezTo>
                    <a:pt x="70" y="0"/>
                    <a:pt x="54" y="21"/>
                    <a:pt x="17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17" y="190"/>
                    <a:pt x="17" y="207"/>
                    <a:pt x="54" y="244"/>
                  </a:cubicBezTo>
                  <a:cubicBezTo>
                    <a:pt x="70" y="260"/>
                    <a:pt x="103" y="260"/>
                    <a:pt x="141" y="260"/>
                  </a:cubicBezTo>
                  <a:cubicBezTo>
                    <a:pt x="190" y="244"/>
                    <a:pt x="244" y="174"/>
                    <a:pt x="223" y="104"/>
                  </a:cubicBezTo>
                  <a:cubicBezTo>
                    <a:pt x="223" y="71"/>
                    <a:pt x="207" y="54"/>
                    <a:pt x="174" y="21"/>
                  </a:cubicBez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0" name="Google Shape;20600;p54"/>
            <p:cNvSpPr/>
            <p:nvPr/>
          </p:nvSpPr>
          <p:spPr>
            <a:xfrm>
              <a:off x="4800025" y="3014950"/>
              <a:ext cx="6400" cy="6525"/>
            </a:xfrm>
            <a:custGeom>
              <a:avLst/>
              <a:gdLst/>
              <a:ahLst/>
              <a:cxnLst/>
              <a:rect l="l" t="t" r="r" b="b"/>
              <a:pathLst>
                <a:path w="256" h="261" extrusionOk="0">
                  <a:moveTo>
                    <a:pt x="142" y="1"/>
                  </a:moveTo>
                  <a:cubicBezTo>
                    <a:pt x="97" y="1"/>
                    <a:pt x="47" y="30"/>
                    <a:pt x="33" y="71"/>
                  </a:cubicBezTo>
                  <a:cubicBezTo>
                    <a:pt x="0" y="141"/>
                    <a:pt x="33" y="228"/>
                    <a:pt x="87" y="244"/>
                  </a:cubicBezTo>
                  <a:cubicBezTo>
                    <a:pt x="103" y="261"/>
                    <a:pt x="120" y="261"/>
                    <a:pt x="136" y="261"/>
                  </a:cubicBezTo>
                  <a:cubicBezTo>
                    <a:pt x="190" y="244"/>
                    <a:pt x="223" y="228"/>
                    <a:pt x="239" y="174"/>
                  </a:cubicBezTo>
                  <a:cubicBezTo>
                    <a:pt x="256" y="125"/>
                    <a:pt x="239" y="71"/>
                    <a:pt x="206" y="38"/>
                  </a:cubicBezTo>
                  <a:cubicBezTo>
                    <a:pt x="206" y="22"/>
                    <a:pt x="190" y="22"/>
                    <a:pt x="169" y="5"/>
                  </a:cubicBezTo>
                  <a:cubicBezTo>
                    <a:pt x="161" y="2"/>
                    <a:pt x="151" y="1"/>
                    <a:pt x="1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1" name="Google Shape;20601;p54"/>
            <p:cNvSpPr/>
            <p:nvPr/>
          </p:nvSpPr>
          <p:spPr>
            <a:xfrm>
              <a:off x="4807750" y="2997525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94" y="1"/>
                  </a:moveTo>
                  <a:cubicBezTo>
                    <a:pt x="54" y="1"/>
                    <a:pt x="13" y="32"/>
                    <a:pt x="1" y="84"/>
                  </a:cubicBezTo>
                  <a:lnTo>
                    <a:pt x="1" y="133"/>
                  </a:lnTo>
                  <a:cubicBezTo>
                    <a:pt x="1" y="187"/>
                    <a:pt x="17" y="236"/>
                    <a:pt x="66" y="253"/>
                  </a:cubicBezTo>
                  <a:cubicBezTo>
                    <a:pt x="77" y="258"/>
                    <a:pt x="88" y="261"/>
                    <a:pt x="99" y="261"/>
                  </a:cubicBezTo>
                  <a:cubicBezTo>
                    <a:pt x="128" y="261"/>
                    <a:pt x="158" y="244"/>
                    <a:pt x="170" y="220"/>
                  </a:cubicBezTo>
                  <a:cubicBezTo>
                    <a:pt x="190" y="203"/>
                    <a:pt x="207" y="203"/>
                    <a:pt x="207" y="170"/>
                  </a:cubicBezTo>
                  <a:cubicBezTo>
                    <a:pt x="223" y="100"/>
                    <a:pt x="207" y="30"/>
                    <a:pt x="137" y="14"/>
                  </a:cubicBezTo>
                  <a:cubicBezTo>
                    <a:pt x="123" y="5"/>
                    <a:pt x="109" y="1"/>
                    <a:pt x="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2" name="Google Shape;20602;p54"/>
            <p:cNvSpPr/>
            <p:nvPr/>
          </p:nvSpPr>
          <p:spPr>
            <a:xfrm>
              <a:off x="4804250" y="2969925"/>
              <a:ext cx="5700" cy="6525"/>
            </a:xfrm>
            <a:custGeom>
              <a:avLst/>
              <a:gdLst/>
              <a:ahLst/>
              <a:cxnLst/>
              <a:rect l="l" t="t" r="r" b="b"/>
              <a:pathLst>
                <a:path w="228" h="261" extrusionOk="0">
                  <a:moveTo>
                    <a:pt x="103" y="0"/>
                  </a:moveTo>
                  <a:cubicBezTo>
                    <a:pt x="37" y="17"/>
                    <a:pt x="0" y="87"/>
                    <a:pt x="0" y="157"/>
                  </a:cubicBezTo>
                  <a:cubicBezTo>
                    <a:pt x="21" y="190"/>
                    <a:pt x="37" y="223"/>
                    <a:pt x="54" y="244"/>
                  </a:cubicBezTo>
                  <a:cubicBezTo>
                    <a:pt x="70" y="260"/>
                    <a:pt x="103" y="260"/>
                    <a:pt x="141" y="260"/>
                  </a:cubicBezTo>
                  <a:cubicBezTo>
                    <a:pt x="157" y="260"/>
                    <a:pt x="190" y="244"/>
                    <a:pt x="206" y="206"/>
                  </a:cubicBezTo>
                  <a:cubicBezTo>
                    <a:pt x="227" y="173"/>
                    <a:pt x="227" y="140"/>
                    <a:pt x="227" y="103"/>
                  </a:cubicBezTo>
                  <a:cubicBezTo>
                    <a:pt x="227" y="70"/>
                    <a:pt x="206" y="54"/>
                    <a:pt x="190" y="37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0"/>
                    <a:pt x="12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3" name="Google Shape;20603;p54"/>
            <p:cNvSpPr/>
            <p:nvPr/>
          </p:nvSpPr>
          <p:spPr>
            <a:xfrm>
              <a:off x="4885875" y="2967350"/>
              <a:ext cx="6525" cy="6400"/>
            </a:xfrm>
            <a:custGeom>
              <a:avLst/>
              <a:gdLst/>
              <a:ahLst/>
              <a:cxnLst/>
              <a:rect l="l" t="t" r="r" b="b"/>
              <a:pathLst>
                <a:path w="261" h="256" extrusionOk="0">
                  <a:moveTo>
                    <a:pt x="137" y="0"/>
                  </a:moveTo>
                  <a:cubicBezTo>
                    <a:pt x="120" y="0"/>
                    <a:pt x="87" y="0"/>
                    <a:pt x="71" y="37"/>
                  </a:cubicBezTo>
                  <a:cubicBezTo>
                    <a:pt x="17" y="70"/>
                    <a:pt x="1" y="157"/>
                    <a:pt x="54" y="206"/>
                  </a:cubicBezTo>
                  <a:cubicBezTo>
                    <a:pt x="73" y="237"/>
                    <a:pt x="104" y="256"/>
                    <a:pt x="137" y="256"/>
                  </a:cubicBezTo>
                  <a:cubicBezTo>
                    <a:pt x="161" y="256"/>
                    <a:pt x="186" y="246"/>
                    <a:pt x="207" y="223"/>
                  </a:cubicBezTo>
                  <a:cubicBezTo>
                    <a:pt x="240" y="190"/>
                    <a:pt x="260" y="103"/>
                    <a:pt x="223" y="54"/>
                  </a:cubicBezTo>
                  <a:cubicBezTo>
                    <a:pt x="207" y="37"/>
                    <a:pt x="190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4" name="Google Shape;20604;p54"/>
            <p:cNvSpPr/>
            <p:nvPr/>
          </p:nvSpPr>
          <p:spPr>
            <a:xfrm>
              <a:off x="4836500" y="29933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12" y="1"/>
                  </a:moveTo>
                  <a:cubicBezTo>
                    <a:pt x="93" y="1"/>
                    <a:pt x="77" y="13"/>
                    <a:pt x="50" y="28"/>
                  </a:cubicBezTo>
                  <a:cubicBezTo>
                    <a:pt x="17" y="78"/>
                    <a:pt x="1" y="164"/>
                    <a:pt x="34" y="214"/>
                  </a:cubicBezTo>
                  <a:cubicBezTo>
                    <a:pt x="50" y="251"/>
                    <a:pt x="87" y="267"/>
                    <a:pt x="120" y="267"/>
                  </a:cubicBezTo>
                  <a:cubicBezTo>
                    <a:pt x="137" y="267"/>
                    <a:pt x="174" y="251"/>
                    <a:pt x="190" y="234"/>
                  </a:cubicBezTo>
                  <a:cubicBezTo>
                    <a:pt x="223" y="214"/>
                    <a:pt x="240" y="181"/>
                    <a:pt x="240" y="148"/>
                  </a:cubicBezTo>
                  <a:cubicBezTo>
                    <a:pt x="240" y="110"/>
                    <a:pt x="223" y="78"/>
                    <a:pt x="207" y="45"/>
                  </a:cubicBezTo>
                  <a:cubicBezTo>
                    <a:pt x="207" y="28"/>
                    <a:pt x="190" y="28"/>
                    <a:pt x="174" y="7"/>
                  </a:cubicBezTo>
                  <a:lnTo>
                    <a:pt x="137" y="7"/>
                  </a:lnTo>
                  <a:cubicBezTo>
                    <a:pt x="127" y="3"/>
                    <a:pt x="119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5" name="Google Shape;20605;p54"/>
            <p:cNvSpPr/>
            <p:nvPr/>
          </p:nvSpPr>
          <p:spPr>
            <a:xfrm>
              <a:off x="4844650" y="300775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4" y="0"/>
                  </a:moveTo>
                  <a:cubicBezTo>
                    <a:pt x="54" y="17"/>
                    <a:pt x="1" y="87"/>
                    <a:pt x="17" y="153"/>
                  </a:cubicBezTo>
                  <a:cubicBezTo>
                    <a:pt x="17" y="190"/>
                    <a:pt x="33" y="223"/>
                    <a:pt x="54" y="240"/>
                  </a:cubicBezTo>
                  <a:cubicBezTo>
                    <a:pt x="77" y="251"/>
                    <a:pt x="92" y="265"/>
                    <a:pt x="111" y="265"/>
                  </a:cubicBezTo>
                  <a:cubicBezTo>
                    <a:pt x="118" y="265"/>
                    <a:pt x="127" y="262"/>
                    <a:pt x="137" y="256"/>
                  </a:cubicBezTo>
                  <a:cubicBezTo>
                    <a:pt x="207" y="256"/>
                    <a:pt x="240" y="190"/>
                    <a:pt x="223" y="120"/>
                  </a:cubicBezTo>
                  <a:cubicBezTo>
                    <a:pt x="223" y="87"/>
                    <a:pt x="207" y="50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6" name="Google Shape;20606;p54"/>
            <p:cNvSpPr/>
            <p:nvPr/>
          </p:nvSpPr>
          <p:spPr>
            <a:xfrm>
              <a:off x="4843425" y="2978200"/>
              <a:ext cx="5575" cy="6550"/>
            </a:xfrm>
            <a:custGeom>
              <a:avLst/>
              <a:gdLst/>
              <a:ahLst/>
              <a:cxnLst/>
              <a:rect l="l" t="t" r="r" b="b"/>
              <a:pathLst>
                <a:path w="223" h="262" extrusionOk="0">
                  <a:moveTo>
                    <a:pt x="128" y="0"/>
                  </a:moveTo>
                  <a:cubicBezTo>
                    <a:pt x="120" y="0"/>
                    <a:pt x="111" y="5"/>
                    <a:pt x="103" y="16"/>
                  </a:cubicBezTo>
                  <a:cubicBezTo>
                    <a:pt x="33" y="16"/>
                    <a:pt x="0" y="82"/>
                    <a:pt x="0" y="152"/>
                  </a:cubicBezTo>
                  <a:cubicBezTo>
                    <a:pt x="17" y="185"/>
                    <a:pt x="33" y="222"/>
                    <a:pt x="50" y="238"/>
                  </a:cubicBezTo>
                  <a:cubicBezTo>
                    <a:pt x="61" y="250"/>
                    <a:pt x="83" y="262"/>
                    <a:pt x="107" y="262"/>
                  </a:cubicBezTo>
                  <a:cubicBezTo>
                    <a:pt x="116" y="262"/>
                    <a:pt x="126" y="260"/>
                    <a:pt x="136" y="255"/>
                  </a:cubicBezTo>
                  <a:cubicBezTo>
                    <a:pt x="169" y="255"/>
                    <a:pt x="186" y="238"/>
                    <a:pt x="206" y="201"/>
                  </a:cubicBezTo>
                  <a:cubicBezTo>
                    <a:pt x="223" y="185"/>
                    <a:pt x="223" y="152"/>
                    <a:pt x="223" y="119"/>
                  </a:cubicBezTo>
                  <a:cubicBezTo>
                    <a:pt x="223" y="82"/>
                    <a:pt x="206" y="49"/>
                    <a:pt x="186" y="32"/>
                  </a:cubicBezTo>
                  <a:cubicBezTo>
                    <a:pt x="169" y="16"/>
                    <a:pt x="169" y="16"/>
                    <a:pt x="153" y="16"/>
                  </a:cubicBezTo>
                  <a:cubicBezTo>
                    <a:pt x="144" y="5"/>
                    <a:pt x="136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7" name="Google Shape;20607;p54"/>
            <p:cNvSpPr/>
            <p:nvPr/>
          </p:nvSpPr>
          <p:spPr>
            <a:xfrm>
              <a:off x="4838250" y="2948475"/>
              <a:ext cx="6025" cy="6425"/>
            </a:xfrm>
            <a:custGeom>
              <a:avLst/>
              <a:gdLst/>
              <a:ahLst/>
              <a:cxnLst/>
              <a:rect l="l" t="t" r="r" b="b"/>
              <a:pathLst>
                <a:path w="241" h="257" extrusionOk="0">
                  <a:moveTo>
                    <a:pt x="104" y="1"/>
                  </a:moveTo>
                  <a:cubicBezTo>
                    <a:pt x="50" y="1"/>
                    <a:pt x="1" y="71"/>
                    <a:pt x="17" y="137"/>
                  </a:cubicBezTo>
                  <a:cubicBezTo>
                    <a:pt x="17" y="174"/>
                    <a:pt x="34" y="207"/>
                    <a:pt x="50" y="223"/>
                  </a:cubicBezTo>
                  <a:cubicBezTo>
                    <a:pt x="83" y="256"/>
                    <a:pt x="120" y="256"/>
                    <a:pt x="137" y="256"/>
                  </a:cubicBezTo>
                  <a:cubicBezTo>
                    <a:pt x="207" y="240"/>
                    <a:pt x="240" y="174"/>
                    <a:pt x="240" y="104"/>
                  </a:cubicBezTo>
                  <a:cubicBezTo>
                    <a:pt x="224" y="71"/>
                    <a:pt x="207" y="34"/>
                    <a:pt x="186" y="17"/>
                  </a:cubicBezTo>
                  <a:lnTo>
                    <a:pt x="17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8" name="Google Shape;20608;p54"/>
            <p:cNvSpPr/>
            <p:nvPr/>
          </p:nvSpPr>
          <p:spPr>
            <a:xfrm>
              <a:off x="4844650" y="296290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33" y="0"/>
                  </a:moveTo>
                  <a:cubicBezTo>
                    <a:pt x="124" y="0"/>
                    <a:pt x="115" y="2"/>
                    <a:pt x="104" y="9"/>
                  </a:cubicBezTo>
                  <a:cubicBezTo>
                    <a:pt x="54" y="9"/>
                    <a:pt x="1" y="75"/>
                    <a:pt x="17" y="145"/>
                  </a:cubicBezTo>
                  <a:cubicBezTo>
                    <a:pt x="33" y="215"/>
                    <a:pt x="87" y="265"/>
                    <a:pt x="137" y="265"/>
                  </a:cubicBezTo>
                  <a:cubicBezTo>
                    <a:pt x="174" y="248"/>
                    <a:pt x="207" y="232"/>
                    <a:pt x="223" y="215"/>
                  </a:cubicBezTo>
                  <a:cubicBezTo>
                    <a:pt x="240" y="178"/>
                    <a:pt x="240" y="145"/>
                    <a:pt x="240" y="112"/>
                  </a:cubicBezTo>
                  <a:cubicBezTo>
                    <a:pt x="223" y="75"/>
                    <a:pt x="223" y="42"/>
                    <a:pt x="190" y="26"/>
                  </a:cubicBezTo>
                  <a:lnTo>
                    <a:pt x="174" y="9"/>
                  </a:lnTo>
                  <a:cubicBezTo>
                    <a:pt x="163" y="9"/>
                    <a:pt x="150" y="0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9" name="Google Shape;20609;p54"/>
            <p:cNvSpPr/>
            <p:nvPr/>
          </p:nvSpPr>
          <p:spPr>
            <a:xfrm>
              <a:off x="4830525" y="296570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7" y="0"/>
                  </a:moveTo>
                  <a:cubicBezTo>
                    <a:pt x="104" y="0"/>
                    <a:pt x="67" y="0"/>
                    <a:pt x="50" y="17"/>
                  </a:cubicBezTo>
                  <a:cubicBezTo>
                    <a:pt x="17" y="50"/>
                    <a:pt x="17" y="66"/>
                    <a:pt x="1" y="103"/>
                  </a:cubicBezTo>
                  <a:cubicBezTo>
                    <a:pt x="1" y="153"/>
                    <a:pt x="17" y="169"/>
                    <a:pt x="34" y="206"/>
                  </a:cubicBezTo>
                  <a:cubicBezTo>
                    <a:pt x="50" y="239"/>
                    <a:pt x="67" y="256"/>
                    <a:pt x="104" y="256"/>
                  </a:cubicBezTo>
                  <a:cubicBezTo>
                    <a:pt x="137" y="256"/>
                    <a:pt x="170" y="239"/>
                    <a:pt x="186" y="223"/>
                  </a:cubicBezTo>
                  <a:cubicBezTo>
                    <a:pt x="240" y="186"/>
                    <a:pt x="240" y="103"/>
                    <a:pt x="207" y="50"/>
                  </a:cubicBezTo>
                  <a:cubicBezTo>
                    <a:pt x="186" y="33"/>
                    <a:pt x="17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0" name="Google Shape;20610;p54"/>
            <p:cNvSpPr/>
            <p:nvPr/>
          </p:nvSpPr>
          <p:spPr>
            <a:xfrm>
              <a:off x="4827425" y="3009725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23" y="1"/>
                  </a:moveTo>
                  <a:cubicBezTo>
                    <a:pt x="117" y="1"/>
                    <a:pt x="111" y="2"/>
                    <a:pt x="104" y="8"/>
                  </a:cubicBezTo>
                  <a:cubicBezTo>
                    <a:pt x="88" y="8"/>
                    <a:pt x="71" y="24"/>
                    <a:pt x="55" y="41"/>
                  </a:cubicBezTo>
                  <a:cubicBezTo>
                    <a:pt x="22" y="57"/>
                    <a:pt x="1" y="111"/>
                    <a:pt x="22" y="144"/>
                  </a:cubicBezTo>
                  <a:cubicBezTo>
                    <a:pt x="22" y="177"/>
                    <a:pt x="38" y="214"/>
                    <a:pt x="55" y="231"/>
                  </a:cubicBezTo>
                  <a:cubicBezTo>
                    <a:pt x="88" y="247"/>
                    <a:pt x="104" y="264"/>
                    <a:pt x="141" y="264"/>
                  </a:cubicBezTo>
                  <a:cubicBezTo>
                    <a:pt x="191" y="247"/>
                    <a:pt x="244" y="198"/>
                    <a:pt x="244" y="128"/>
                  </a:cubicBezTo>
                  <a:lnTo>
                    <a:pt x="244" y="111"/>
                  </a:lnTo>
                  <a:cubicBezTo>
                    <a:pt x="228" y="57"/>
                    <a:pt x="207" y="24"/>
                    <a:pt x="158" y="8"/>
                  </a:cubicBezTo>
                  <a:cubicBezTo>
                    <a:pt x="147" y="8"/>
                    <a:pt x="136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1" name="Google Shape;20611;p54"/>
            <p:cNvSpPr/>
            <p:nvPr/>
          </p:nvSpPr>
          <p:spPr>
            <a:xfrm>
              <a:off x="4595525" y="2790700"/>
              <a:ext cx="5700" cy="6600"/>
            </a:xfrm>
            <a:custGeom>
              <a:avLst/>
              <a:gdLst/>
              <a:ahLst/>
              <a:cxnLst/>
              <a:rect l="l" t="t" r="r" b="b"/>
              <a:pathLst>
                <a:path w="228" h="264" extrusionOk="0">
                  <a:moveTo>
                    <a:pt x="123" y="0"/>
                  </a:moveTo>
                  <a:cubicBezTo>
                    <a:pt x="117" y="0"/>
                    <a:pt x="110" y="2"/>
                    <a:pt x="104" y="8"/>
                  </a:cubicBezTo>
                  <a:lnTo>
                    <a:pt x="71" y="8"/>
                  </a:lnTo>
                  <a:cubicBezTo>
                    <a:pt x="21" y="24"/>
                    <a:pt x="0" y="94"/>
                    <a:pt x="0" y="144"/>
                  </a:cubicBezTo>
                  <a:cubicBezTo>
                    <a:pt x="0" y="177"/>
                    <a:pt x="21" y="214"/>
                    <a:pt x="54" y="230"/>
                  </a:cubicBezTo>
                  <a:cubicBezTo>
                    <a:pt x="71" y="247"/>
                    <a:pt x="104" y="263"/>
                    <a:pt x="141" y="263"/>
                  </a:cubicBezTo>
                  <a:cubicBezTo>
                    <a:pt x="190" y="247"/>
                    <a:pt x="227" y="177"/>
                    <a:pt x="227" y="111"/>
                  </a:cubicBezTo>
                  <a:cubicBezTo>
                    <a:pt x="227" y="94"/>
                    <a:pt x="227" y="94"/>
                    <a:pt x="207" y="74"/>
                  </a:cubicBezTo>
                  <a:cubicBezTo>
                    <a:pt x="207" y="41"/>
                    <a:pt x="174" y="24"/>
                    <a:pt x="157" y="8"/>
                  </a:cubicBezTo>
                  <a:cubicBezTo>
                    <a:pt x="146" y="8"/>
                    <a:pt x="135" y="0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2" name="Google Shape;20612;p54"/>
            <p:cNvSpPr/>
            <p:nvPr/>
          </p:nvSpPr>
          <p:spPr>
            <a:xfrm>
              <a:off x="4561625" y="2857250"/>
              <a:ext cx="3925" cy="6625"/>
            </a:xfrm>
            <a:custGeom>
              <a:avLst/>
              <a:gdLst/>
              <a:ahLst/>
              <a:cxnLst/>
              <a:rect l="l" t="t" r="r" b="b"/>
              <a:pathLst>
                <a:path w="157" h="265" extrusionOk="0">
                  <a:moveTo>
                    <a:pt x="36" y="0"/>
                  </a:moveTo>
                  <a:cubicBezTo>
                    <a:pt x="30" y="0"/>
                    <a:pt x="23" y="2"/>
                    <a:pt x="17" y="9"/>
                  </a:cubicBezTo>
                  <a:lnTo>
                    <a:pt x="0" y="9"/>
                  </a:lnTo>
                  <a:lnTo>
                    <a:pt x="0" y="248"/>
                  </a:lnTo>
                  <a:cubicBezTo>
                    <a:pt x="17" y="265"/>
                    <a:pt x="37" y="265"/>
                    <a:pt x="54" y="265"/>
                  </a:cubicBezTo>
                  <a:cubicBezTo>
                    <a:pt x="87" y="248"/>
                    <a:pt x="103" y="232"/>
                    <a:pt x="120" y="215"/>
                  </a:cubicBezTo>
                  <a:cubicBezTo>
                    <a:pt x="140" y="178"/>
                    <a:pt x="157" y="145"/>
                    <a:pt x="140" y="112"/>
                  </a:cubicBezTo>
                  <a:cubicBezTo>
                    <a:pt x="140" y="75"/>
                    <a:pt x="120" y="42"/>
                    <a:pt x="103" y="26"/>
                  </a:cubicBezTo>
                  <a:cubicBezTo>
                    <a:pt x="87" y="26"/>
                    <a:pt x="87" y="9"/>
                    <a:pt x="70" y="9"/>
                  </a:cubicBezTo>
                  <a:cubicBezTo>
                    <a:pt x="59" y="9"/>
                    <a:pt x="48" y="0"/>
                    <a:pt x="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3" name="Google Shape;20613;p54"/>
            <p:cNvSpPr/>
            <p:nvPr/>
          </p:nvSpPr>
          <p:spPr>
            <a:xfrm>
              <a:off x="4578000" y="28848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1"/>
                  </a:moveTo>
                  <a:cubicBezTo>
                    <a:pt x="104" y="1"/>
                    <a:pt x="83" y="17"/>
                    <a:pt x="50" y="38"/>
                  </a:cubicBezTo>
                  <a:cubicBezTo>
                    <a:pt x="17" y="71"/>
                    <a:pt x="1" y="158"/>
                    <a:pt x="34" y="207"/>
                  </a:cubicBezTo>
                  <a:cubicBezTo>
                    <a:pt x="67" y="244"/>
                    <a:pt x="83" y="261"/>
                    <a:pt x="120" y="261"/>
                  </a:cubicBezTo>
                  <a:cubicBezTo>
                    <a:pt x="153" y="261"/>
                    <a:pt x="170" y="261"/>
                    <a:pt x="207" y="244"/>
                  </a:cubicBezTo>
                  <a:cubicBezTo>
                    <a:pt x="223" y="207"/>
                    <a:pt x="240" y="191"/>
                    <a:pt x="240" y="158"/>
                  </a:cubicBezTo>
                  <a:cubicBezTo>
                    <a:pt x="240" y="120"/>
                    <a:pt x="240" y="87"/>
                    <a:pt x="207" y="54"/>
                  </a:cubicBezTo>
                  <a:cubicBezTo>
                    <a:pt x="207" y="38"/>
                    <a:pt x="186" y="17"/>
                    <a:pt x="170" y="17"/>
                  </a:cubicBezTo>
                  <a:cubicBezTo>
                    <a:pt x="153" y="1"/>
                    <a:pt x="153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4" name="Google Shape;20614;p54"/>
            <p:cNvSpPr/>
            <p:nvPr/>
          </p:nvSpPr>
          <p:spPr>
            <a:xfrm>
              <a:off x="4568100" y="29193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4" y="1"/>
                  </a:moveTo>
                  <a:cubicBezTo>
                    <a:pt x="50" y="17"/>
                    <a:pt x="1" y="83"/>
                    <a:pt x="17" y="153"/>
                  </a:cubicBezTo>
                  <a:cubicBezTo>
                    <a:pt x="17" y="186"/>
                    <a:pt x="34" y="224"/>
                    <a:pt x="67" y="240"/>
                  </a:cubicBezTo>
                  <a:cubicBezTo>
                    <a:pt x="81" y="252"/>
                    <a:pt x="102" y="263"/>
                    <a:pt x="119" y="263"/>
                  </a:cubicBezTo>
                  <a:cubicBezTo>
                    <a:pt x="126" y="263"/>
                    <a:pt x="132" y="261"/>
                    <a:pt x="137" y="257"/>
                  </a:cubicBezTo>
                  <a:cubicBezTo>
                    <a:pt x="207" y="257"/>
                    <a:pt x="240" y="186"/>
                    <a:pt x="240" y="121"/>
                  </a:cubicBezTo>
                  <a:cubicBezTo>
                    <a:pt x="223" y="83"/>
                    <a:pt x="223" y="50"/>
                    <a:pt x="190" y="34"/>
                  </a:cubicBezTo>
                  <a:cubicBezTo>
                    <a:pt x="190" y="17"/>
                    <a:pt x="170" y="17"/>
                    <a:pt x="170" y="17"/>
                  </a:cubicBezTo>
                  <a:cubicBezTo>
                    <a:pt x="153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5" name="Google Shape;20615;p54"/>
            <p:cNvSpPr/>
            <p:nvPr/>
          </p:nvSpPr>
          <p:spPr>
            <a:xfrm>
              <a:off x="4576650" y="2857475"/>
              <a:ext cx="6025" cy="6525"/>
            </a:xfrm>
            <a:custGeom>
              <a:avLst/>
              <a:gdLst/>
              <a:ahLst/>
              <a:cxnLst/>
              <a:rect l="l" t="t" r="r" b="b"/>
              <a:pathLst>
                <a:path w="241" h="261" extrusionOk="0">
                  <a:moveTo>
                    <a:pt x="137" y="0"/>
                  </a:moveTo>
                  <a:cubicBezTo>
                    <a:pt x="104" y="0"/>
                    <a:pt x="71" y="0"/>
                    <a:pt x="55" y="33"/>
                  </a:cubicBezTo>
                  <a:cubicBezTo>
                    <a:pt x="17" y="50"/>
                    <a:pt x="17" y="83"/>
                    <a:pt x="1" y="120"/>
                  </a:cubicBezTo>
                  <a:cubicBezTo>
                    <a:pt x="1" y="153"/>
                    <a:pt x="17" y="186"/>
                    <a:pt x="34" y="206"/>
                  </a:cubicBezTo>
                  <a:cubicBezTo>
                    <a:pt x="56" y="245"/>
                    <a:pt x="87" y="261"/>
                    <a:pt x="121" y="261"/>
                  </a:cubicBezTo>
                  <a:cubicBezTo>
                    <a:pt x="144" y="261"/>
                    <a:pt x="168" y="253"/>
                    <a:pt x="191" y="239"/>
                  </a:cubicBezTo>
                  <a:cubicBezTo>
                    <a:pt x="240" y="186"/>
                    <a:pt x="240" y="103"/>
                    <a:pt x="207" y="50"/>
                  </a:cubicBezTo>
                  <a:cubicBezTo>
                    <a:pt x="191" y="33"/>
                    <a:pt x="174" y="17"/>
                    <a:pt x="158" y="17"/>
                  </a:cubicBezTo>
                  <a:cubicBezTo>
                    <a:pt x="158" y="0"/>
                    <a:pt x="137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6" name="Google Shape;20616;p54"/>
            <p:cNvSpPr/>
            <p:nvPr/>
          </p:nvSpPr>
          <p:spPr>
            <a:xfrm>
              <a:off x="4573675" y="28075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7" y="190"/>
                    <a:pt x="33" y="223"/>
                    <a:pt x="50" y="244"/>
                  </a:cubicBezTo>
                  <a:cubicBezTo>
                    <a:pt x="70" y="260"/>
                    <a:pt x="103" y="260"/>
                    <a:pt x="136" y="260"/>
                  </a:cubicBezTo>
                  <a:cubicBezTo>
                    <a:pt x="190" y="260"/>
                    <a:pt x="240" y="190"/>
                    <a:pt x="223" y="120"/>
                  </a:cubicBezTo>
                  <a:cubicBezTo>
                    <a:pt x="223" y="87"/>
                    <a:pt x="207" y="54"/>
                    <a:pt x="190" y="38"/>
                  </a:cubicBezTo>
                  <a:cubicBezTo>
                    <a:pt x="174" y="17"/>
                    <a:pt x="174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7" name="Google Shape;20617;p54"/>
            <p:cNvSpPr/>
            <p:nvPr/>
          </p:nvSpPr>
          <p:spPr>
            <a:xfrm>
              <a:off x="4571500" y="29489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4" y="0"/>
                  </a:moveTo>
                  <a:cubicBezTo>
                    <a:pt x="54" y="0"/>
                    <a:pt x="1" y="70"/>
                    <a:pt x="17" y="136"/>
                  </a:cubicBezTo>
                  <a:cubicBezTo>
                    <a:pt x="17" y="190"/>
                    <a:pt x="34" y="223"/>
                    <a:pt x="71" y="239"/>
                  </a:cubicBezTo>
                  <a:cubicBezTo>
                    <a:pt x="87" y="239"/>
                    <a:pt x="120" y="260"/>
                    <a:pt x="137" y="260"/>
                  </a:cubicBezTo>
                  <a:cubicBezTo>
                    <a:pt x="174" y="239"/>
                    <a:pt x="190" y="223"/>
                    <a:pt x="207" y="206"/>
                  </a:cubicBezTo>
                  <a:cubicBezTo>
                    <a:pt x="240" y="173"/>
                    <a:pt x="240" y="136"/>
                    <a:pt x="240" y="103"/>
                  </a:cubicBezTo>
                  <a:cubicBezTo>
                    <a:pt x="223" y="70"/>
                    <a:pt x="207" y="33"/>
                    <a:pt x="190" y="17"/>
                  </a:cubicBezTo>
                  <a:lnTo>
                    <a:pt x="1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8" name="Google Shape;20618;p54"/>
            <p:cNvSpPr/>
            <p:nvPr/>
          </p:nvSpPr>
          <p:spPr>
            <a:xfrm>
              <a:off x="4574075" y="2901675"/>
              <a:ext cx="6025" cy="6600"/>
            </a:xfrm>
            <a:custGeom>
              <a:avLst/>
              <a:gdLst/>
              <a:ahLst/>
              <a:cxnLst/>
              <a:rect l="l" t="t" r="r" b="b"/>
              <a:pathLst>
                <a:path w="241" h="264" extrusionOk="0">
                  <a:moveTo>
                    <a:pt x="104" y="1"/>
                  </a:moveTo>
                  <a:cubicBezTo>
                    <a:pt x="71" y="17"/>
                    <a:pt x="34" y="34"/>
                    <a:pt x="17" y="50"/>
                  </a:cubicBezTo>
                  <a:cubicBezTo>
                    <a:pt x="1" y="88"/>
                    <a:pt x="1" y="120"/>
                    <a:pt x="1" y="153"/>
                  </a:cubicBezTo>
                  <a:cubicBezTo>
                    <a:pt x="17" y="191"/>
                    <a:pt x="17" y="224"/>
                    <a:pt x="54" y="240"/>
                  </a:cubicBezTo>
                  <a:cubicBezTo>
                    <a:pt x="66" y="252"/>
                    <a:pt x="86" y="263"/>
                    <a:pt x="108" y="263"/>
                  </a:cubicBezTo>
                  <a:cubicBezTo>
                    <a:pt x="118" y="263"/>
                    <a:pt x="127" y="261"/>
                    <a:pt x="137" y="257"/>
                  </a:cubicBezTo>
                  <a:cubicBezTo>
                    <a:pt x="191" y="257"/>
                    <a:pt x="240" y="191"/>
                    <a:pt x="224" y="120"/>
                  </a:cubicBezTo>
                  <a:cubicBezTo>
                    <a:pt x="224" y="88"/>
                    <a:pt x="207" y="50"/>
                    <a:pt x="174" y="34"/>
                  </a:cubicBezTo>
                  <a:cubicBezTo>
                    <a:pt x="174" y="17"/>
                    <a:pt x="158" y="17"/>
                    <a:pt x="158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9" name="Google Shape;20619;p54"/>
            <p:cNvSpPr/>
            <p:nvPr/>
          </p:nvSpPr>
          <p:spPr>
            <a:xfrm>
              <a:off x="4575425" y="2979825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04" y="0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0" y="190"/>
                    <a:pt x="17" y="223"/>
                    <a:pt x="50" y="239"/>
                  </a:cubicBezTo>
                  <a:cubicBezTo>
                    <a:pt x="66" y="260"/>
                    <a:pt x="104" y="260"/>
                    <a:pt x="137" y="260"/>
                  </a:cubicBezTo>
                  <a:cubicBezTo>
                    <a:pt x="186" y="239"/>
                    <a:pt x="223" y="190"/>
                    <a:pt x="223" y="103"/>
                  </a:cubicBezTo>
                  <a:cubicBezTo>
                    <a:pt x="223" y="70"/>
                    <a:pt x="186" y="17"/>
                    <a:pt x="153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0" name="Google Shape;20620;p54"/>
            <p:cNvSpPr/>
            <p:nvPr/>
          </p:nvSpPr>
          <p:spPr>
            <a:xfrm>
              <a:off x="4561625" y="2909000"/>
              <a:ext cx="425" cy="3025"/>
            </a:xfrm>
            <a:custGeom>
              <a:avLst/>
              <a:gdLst/>
              <a:ahLst/>
              <a:cxnLst/>
              <a:rect l="l" t="t" r="r" b="b"/>
              <a:pathLst>
                <a:path w="17" h="121" extrusionOk="0">
                  <a:moveTo>
                    <a:pt x="0" y="1"/>
                  </a:moveTo>
                  <a:lnTo>
                    <a:pt x="0" y="120"/>
                  </a:lnTo>
                  <a:cubicBezTo>
                    <a:pt x="17" y="83"/>
                    <a:pt x="17" y="3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1" name="Google Shape;20621;p54"/>
            <p:cNvSpPr/>
            <p:nvPr/>
          </p:nvSpPr>
          <p:spPr>
            <a:xfrm>
              <a:off x="4566350" y="28243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34" y="17"/>
                    <a:pt x="1" y="87"/>
                    <a:pt x="1" y="153"/>
                  </a:cubicBezTo>
                  <a:cubicBezTo>
                    <a:pt x="17" y="190"/>
                    <a:pt x="34" y="223"/>
                    <a:pt x="54" y="240"/>
                  </a:cubicBezTo>
                  <a:cubicBezTo>
                    <a:pt x="71" y="256"/>
                    <a:pt x="104" y="256"/>
                    <a:pt x="137" y="256"/>
                  </a:cubicBezTo>
                  <a:cubicBezTo>
                    <a:pt x="190" y="256"/>
                    <a:pt x="240" y="190"/>
                    <a:pt x="223" y="120"/>
                  </a:cubicBezTo>
                  <a:cubicBezTo>
                    <a:pt x="223" y="87"/>
                    <a:pt x="207" y="50"/>
                    <a:pt x="190" y="34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2" name="Google Shape;20622;p54"/>
            <p:cNvSpPr/>
            <p:nvPr/>
          </p:nvSpPr>
          <p:spPr>
            <a:xfrm>
              <a:off x="4565950" y="284067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36" y="0"/>
                  </a:moveTo>
                  <a:cubicBezTo>
                    <a:pt x="103" y="0"/>
                    <a:pt x="70" y="0"/>
                    <a:pt x="50" y="17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0" y="239"/>
                    <a:pt x="87" y="260"/>
                    <a:pt x="103" y="260"/>
                  </a:cubicBezTo>
                  <a:cubicBezTo>
                    <a:pt x="136" y="260"/>
                    <a:pt x="173" y="239"/>
                    <a:pt x="190" y="223"/>
                  </a:cubicBezTo>
                  <a:cubicBezTo>
                    <a:pt x="239" y="190"/>
                    <a:pt x="239" y="103"/>
                    <a:pt x="206" y="54"/>
                  </a:cubicBezTo>
                  <a:cubicBezTo>
                    <a:pt x="190" y="33"/>
                    <a:pt x="19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3" name="Google Shape;20623;p54"/>
            <p:cNvSpPr/>
            <p:nvPr/>
          </p:nvSpPr>
          <p:spPr>
            <a:xfrm>
              <a:off x="4560800" y="2809425"/>
              <a:ext cx="4350" cy="6475"/>
            </a:xfrm>
            <a:custGeom>
              <a:avLst/>
              <a:gdLst/>
              <a:ahLst/>
              <a:cxnLst/>
              <a:rect l="l" t="t" r="r" b="b"/>
              <a:pathLst>
                <a:path w="174" h="259" extrusionOk="0">
                  <a:moveTo>
                    <a:pt x="42" y="1"/>
                  </a:moveTo>
                  <a:cubicBezTo>
                    <a:pt x="29" y="1"/>
                    <a:pt x="17" y="5"/>
                    <a:pt x="0" y="13"/>
                  </a:cubicBezTo>
                  <a:cubicBezTo>
                    <a:pt x="17" y="100"/>
                    <a:pt x="17" y="186"/>
                    <a:pt x="33" y="252"/>
                  </a:cubicBezTo>
                  <a:cubicBezTo>
                    <a:pt x="40" y="256"/>
                    <a:pt x="48" y="258"/>
                    <a:pt x="56" y="258"/>
                  </a:cubicBezTo>
                  <a:cubicBezTo>
                    <a:pt x="88" y="258"/>
                    <a:pt x="123" y="226"/>
                    <a:pt x="136" y="186"/>
                  </a:cubicBezTo>
                  <a:cubicBezTo>
                    <a:pt x="173" y="116"/>
                    <a:pt x="136" y="30"/>
                    <a:pt x="87" y="13"/>
                  </a:cubicBezTo>
                  <a:cubicBezTo>
                    <a:pt x="68" y="5"/>
                    <a:pt x="55" y="1"/>
                    <a:pt x="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4" name="Google Shape;20624;p54"/>
            <p:cNvSpPr/>
            <p:nvPr/>
          </p:nvSpPr>
          <p:spPr>
            <a:xfrm>
              <a:off x="4562950" y="2889850"/>
              <a:ext cx="5600" cy="6700"/>
            </a:xfrm>
            <a:custGeom>
              <a:avLst/>
              <a:gdLst/>
              <a:ahLst/>
              <a:cxnLst/>
              <a:rect l="l" t="t" r="r" b="b"/>
              <a:pathLst>
                <a:path w="224" h="268" extrusionOk="0">
                  <a:moveTo>
                    <a:pt x="115" y="1"/>
                  </a:moveTo>
                  <a:cubicBezTo>
                    <a:pt x="107" y="1"/>
                    <a:pt x="98" y="3"/>
                    <a:pt x="87" y="8"/>
                  </a:cubicBezTo>
                  <a:lnTo>
                    <a:pt x="67" y="8"/>
                  </a:lnTo>
                  <a:cubicBezTo>
                    <a:pt x="17" y="45"/>
                    <a:pt x="1" y="95"/>
                    <a:pt x="1" y="148"/>
                  </a:cubicBezTo>
                  <a:cubicBezTo>
                    <a:pt x="1" y="181"/>
                    <a:pt x="17" y="214"/>
                    <a:pt x="50" y="231"/>
                  </a:cubicBezTo>
                  <a:cubicBezTo>
                    <a:pt x="67" y="268"/>
                    <a:pt x="104" y="268"/>
                    <a:pt x="120" y="268"/>
                  </a:cubicBezTo>
                  <a:cubicBezTo>
                    <a:pt x="190" y="251"/>
                    <a:pt x="223" y="181"/>
                    <a:pt x="223" y="111"/>
                  </a:cubicBezTo>
                  <a:cubicBezTo>
                    <a:pt x="223" y="95"/>
                    <a:pt x="207" y="95"/>
                    <a:pt x="207" y="78"/>
                  </a:cubicBezTo>
                  <a:cubicBezTo>
                    <a:pt x="207" y="45"/>
                    <a:pt x="170" y="25"/>
                    <a:pt x="153" y="8"/>
                  </a:cubicBezTo>
                  <a:cubicBezTo>
                    <a:pt x="142" y="8"/>
                    <a:pt x="131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5" name="Google Shape;20625;p54"/>
            <p:cNvSpPr/>
            <p:nvPr/>
          </p:nvSpPr>
          <p:spPr>
            <a:xfrm>
              <a:off x="4561625" y="2951050"/>
              <a:ext cx="950" cy="5175"/>
            </a:xfrm>
            <a:custGeom>
              <a:avLst/>
              <a:gdLst/>
              <a:ahLst/>
              <a:cxnLst/>
              <a:rect l="l" t="t" r="r" b="b"/>
              <a:pathLst>
                <a:path w="38" h="207" extrusionOk="0">
                  <a:moveTo>
                    <a:pt x="0" y="1"/>
                  </a:moveTo>
                  <a:lnTo>
                    <a:pt x="0" y="207"/>
                  </a:lnTo>
                  <a:cubicBezTo>
                    <a:pt x="17" y="174"/>
                    <a:pt x="37" y="120"/>
                    <a:pt x="37" y="87"/>
                  </a:cubicBezTo>
                  <a:cubicBezTo>
                    <a:pt x="17" y="50"/>
                    <a:pt x="17" y="3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6" name="Google Shape;20626;p54"/>
            <p:cNvSpPr/>
            <p:nvPr/>
          </p:nvSpPr>
          <p:spPr>
            <a:xfrm>
              <a:off x="4561625" y="2933250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85" y="1"/>
                  </a:moveTo>
                  <a:cubicBezTo>
                    <a:pt x="69" y="1"/>
                    <a:pt x="49" y="13"/>
                    <a:pt x="37" y="24"/>
                  </a:cubicBezTo>
                  <a:cubicBezTo>
                    <a:pt x="17" y="41"/>
                    <a:pt x="0" y="61"/>
                    <a:pt x="0" y="94"/>
                  </a:cubicBezTo>
                  <a:lnTo>
                    <a:pt x="0" y="164"/>
                  </a:lnTo>
                  <a:cubicBezTo>
                    <a:pt x="0" y="181"/>
                    <a:pt x="0" y="197"/>
                    <a:pt x="17" y="214"/>
                  </a:cubicBezTo>
                  <a:cubicBezTo>
                    <a:pt x="38" y="245"/>
                    <a:pt x="69" y="263"/>
                    <a:pt x="101" y="263"/>
                  </a:cubicBezTo>
                  <a:cubicBezTo>
                    <a:pt x="125" y="263"/>
                    <a:pt x="150" y="253"/>
                    <a:pt x="173" y="230"/>
                  </a:cubicBezTo>
                  <a:cubicBezTo>
                    <a:pt x="206" y="181"/>
                    <a:pt x="223" y="111"/>
                    <a:pt x="190" y="41"/>
                  </a:cubicBezTo>
                  <a:cubicBezTo>
                    <a:pt x="173" y="24"/>
                    <a:pt x="157" y="8"/>
                    <a:pt x="140" y="8"/>
                  </a:cubicBezTo>
                  <a:lnTo>
                    <a:pt x="103" y="8"/>
                  </a:lnTo>
                  <a:cubicBezTo>
                    <a:pt x="98" y="3"/>
                    <a:pt x="92" y="1"/>
                    <a:pt x="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7" name="Google Shape;20627;p54"/>
            <p:cNvSpPr/>
            <p:nvPr/>
          </p:nvSpPr>
          <p:spPr>
            <a:xfrm>
              <a:off x="4579250" y="2837675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87" y="1"/>
                  </a:moveTo>
                  <a:cubicBezTo>
                    <a:pt x="33" y="17"/>
                    <a:pt x="0" y="71"/>
                    <a:pt x="0" y="153"/>
                  </a:cubicBezTo>
                  <a:cubicBezTo>
                    <a:pt x="0" y="190"/>
                    <a:pt x="17" y="207"/>
                    <a:pt x="54" y="240"/>
                  </a:cubicBezTo>
                  <a:cubicBezTo>
                    <a:pt x="70" y="256"/>
                    <a:pt x="103" y="256"/>
                    <a:pt x="120" y="256"/>
                  </a:cubicBezTo>
                  <a:cubicBezTo>
                    <a:pt x="190" y="240"/>
                    <a:pt x="223" y="174"/>
                    <a:pt x="223" y="104"/>
                  </a:cubicBezTo>
                  <a:cubicBezTo>
                    <a:pt x="223" y="71"/>
                    <a:pt x="206" y="50"/>
                    <a:pt x="173" y="17"/>
                  </a:cubicBezTo>
                  <a:cubicBezTo>
                    <a:pt x="173" y="17"/>
                    <a:pt x="15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8" name="Google Shape;20628;p54"/>
            <p:cNvSpPr/>
            <p:nvPr/>
          </p:nvSpPr>
          <p:spPr>
            <a:xfrm>
              <a:off x="4613550" y="2815575"/>
              <a:ext cx="6125" cy="6675"/>
            </a:xfrm>
            <a:custGeom>
              <a:avLst/>
              <a:gdLst/>
              <a:ahLst/>
              <a:cxnLst/>
              <a:rect l="l" t="t" r="r" b="b"/>
              <a:pathLst>
                <a:path w="245" h="267" extrusionOk="0">
                  <a:moveTo>
                    <a:pt x="128" y="1"/>
                  </a:moveTo>
                  <a:cubicBezTo>
                    <a:pt x="82" y="1"/>
                    <a:pt x="47" y="23"/>
                    <a:pt x="22" y="77"/>
                  </a:cubicBezTo>
                  <a:cubicBezTo>
                    <a:pt x="1" y="147"/>
                    <a:pt x="38" y="233"/>
                    <a:pt x="88" y="250"/>
                  </a:cubicBezTo>
                  <a:cubicBezTo>
                    <a:pt x="104" y="266"/>
                    <a:pt x="125" y="266"/>
                    <a:pt x="141" y="266"/>
                  </a:cubicBezTo>
                  <a:cubicBezTo>
                    <a:pt x="174" y="250"/>
                    <a:pt x="207" y="233"/>
                    <a:pt x="228" y="180"/>
                  </a:cubicBezTo>
                  <a:cubicBezTo>
                    <a:pt x="244" y="130"/>
                    <a:pt x="244" y="77"/>
                    <a:pt x="207" y="44"/>
                  </a:cubicBezTo>
                  <a:cubicBezTo>
                    <a:pt x="191" y="27"/>
                    <a:pt x="191" y="6"/>
                    <a:pt x="174" y="6"/>
                  </a:cubicBezTo>
                  <a:cubicBezTo>
                    <a:pt x="158" y="3"/>
                    <a:pt x="143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9" name="Google Shape;20629;p54"/>
            <p:cNvSpPr/>
            <p:nvPr/>
          </p:nvSpPr>
          <p:spPr>
            <a:xfrm>
              <a:off x="4640675" y="27814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3" y="1"/>
                  </a:moveTo>
                  <a:cubicBezTo>
                    <a:pt x="120" y="1"/>
                    <a:pt x="87" y="17"/>
                    <a:pt x="70" y="17"/>
                  </a:cubicBezTo>
                  <a:cubicBezTo>
                    <a:pt x="17" y="33"/>
                    <a:pt x="0" y="87"/>
                    <a:pt x="17" y="137"/>
                  </a:cubicBezTo>
                  <a:cubicBezTo>
                    <a:pt x="17" y="174"/>
                    <a:pt x="33" y="207"/>
                    <a:pt x="50" y="223"/>
                  </a:cubicBezTo>
                  <a:cubicBezTo>
                    <a:pt x="87" y="260"/>
                    <a:pt x="103" y="260"/>
                    <a:pt x="136" y="260"/>
                  </a:cubicBezTo>
                  <a:cubicBezTo>
                    <a:pt x="190" y="240"/>
                    <a:pt x="239" y="174"/>
                    <a:pt x="223" y="104"/>
                  </a:cubicBezTo>
                  <a:cubicBezTo>
                    <a:pt x="223" y="54"/>
                    <a:pt x="19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0" name="Google Shape;20630;p54"/>
            <p:cNvSpPr/>
            <p:nvPr/>
          </p:nvSpPr>
          <p:spPr>
            <a:xfrm>
              <a:off x="4611925" y="283305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03" y="0"/>
                  </a:moveTo>
                  <a:cubicBezTo>
                    <a:pt x="86" y="0"/>
                    <a:pt x="68" y="4"/>
                    <a:pt x="49" y="12"/>
                  </a:cubicBezTo>
                  <a:cubicBezTo>
                    <a:pt x="33" y="29"/>
                    <a:pt x="16" y="50"/>
                    <a:pt x="0" y="83"/>
                  </a:cubicBezTo>
                  <a:lnTo>
                    <a:pt x="0" y="169"/>
                  </a:lnTo>
                  <a:cubicBezTo>
                    <a:pt x="16" y="202"/>
                    <a:pt x="33" y="235"/>
                    <a:pt x="66" y="256"/>
                  </a:cubicBezTo>
                  <a:cubicBezTo>
                    <a:pt x="78" y="260"/>
                    <a:pt x="92" y="262"/>
                    <a:pt x="105" y="262"/>
                  </a:cubicBezTo>
                  <a:cubicBezTo>
                    <a:pt x="149" y="262"/>
                    <a:pt x="194" y="239"/>
                    <a:pt x="206" y="186"/>
                  </a:cubicBezTo>
                  <a:cubicBezTo>
                    <a:pt x="239" y="116"/>
                    <a:pt x="206" y="29"/>
                    <a:pt x="153" y="12"/>
                  </a:cubicBezTo>
                  <a:cubicBezTo>
                    <a:pt x="136" y="4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1" name="Google Shape;20631;p54"/>
            <p:cNvSpPr/>
            <p:nvPr/>
          </p:nvSpPr>
          <p:spPr>
            <a:xfrm>
              <a:off x="4798275" y="3032300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04" y="1"/>
                  </a:moveTo>
                  <a:cubicBezTo>
                    <a:pt x="87" y="1"/>
                    <a:pt x="70" y="6"/>
                    <a:pt x="54" y="16"/>
                  </a:cubicBezTo>
                  <a:cubicBezTo>
                    <a:pt x="33" y="33"/>
                    <a:pt x="17" y="66"/>
                    <a:pt x="17" y="82"/>
                  </a:cubicBezTo>
                  <a:cubicBezTo>
                    <a:pt x="0" y="119"/>
                    <a:pt x="0" y="152"/>
                    <a:pt x="0" y="169"/>
                  </a:cubicBezTo>
                  <a:cubicBezTo>
                    <a:pt x="17" y="202"/>
                    <a:pt x="33" y="239"/>
                    <a:pt x="70" y="255"/>
                  </a:cubicBezTo>
                  <a:cubicBezTo>
                    <a:pt x="88" y="264"/>
                    <a:pt x="104" y="268"/>
                    <a:pt x="120" y="268"/>
                  </a:cubicBezTo>
                  <a:cubicBezTo>
                    <a:pt x="163" y="268"/>
                    <a:pt x="199" y="237"/>
                    <a:pt x="223" y="185"/>
                  </a:cubicBezTo>
                  <a:cubicBezTo>
                    <a:pt x="239" y="119"/>
                    <a:pt x="206" y="33"/>
                    <a:pt x="157" y="16"/>
                  </a:cubicBezTo>
                  <a:cubicBezTo>
                    <a:pt x="138" y="6"/>
                    <a:pt x="121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2" name="Google Shape;20632;p54"/>
            <p:cNvSpPr/>
            <p:nvPr/>
          </p:nvSpPr>
          <p:spPr>
            <a:xfrm>
              <a:off x="4580575" y="2821700"/>
              <a:ext cx="6425" cy="6425"/>
            </a:xfrm>
            <a:custGeom>
              <a:avLst/>
              <a:gdLst/>
              <a:ahLst/>
              <a:cxnLst/>
              <a:rect l="l" t="t" r="r" b="b"/>
              <a:pathLst>
                <a:path w="257" h="257" extrusionOk="0">
                  <a:moveTo>
                    <a:pt x="136" y="0"/>
                  </a:moveTo>
                  <a:cubicBezTo>
                    <a:pt x="85" y="0"/>
                    <a:pt x="44" y="30"/>
                    <a:pt x="17" y="71"/>
                  </a:cubicBezTo>
                  <a:cubicBezTo>
                    <a:pt x="1" y="141"/>
                    <a:pt x="34" y="227"/>
                    <a:pt x="83" y="244"/>
                  </a:cubicBezTo>
                  <a:cubicBezTo>
                    <a:pt x="97" y="253"/>
                    <a:pt x="113" y="257"/>
                    <a:pt x="128" y="257"/>
                  </a:cubicBezTo>
                  <a:cubicBezTo>
                    <a:pt x="170" y="257"/>
                    <a:pt x="211" y="225"/>
                    <a:pt x="223" y="174"/>
                  </a:cubicBezTo>
                  <a:cubicBezTo>
                    <a:pt x="256" y="108"/>
                    <a:pt x="223" y="38"/>
                    <a:pt x="170" y="5"/>
                  </a:cubicBezTo>
                  <a:cubicBezTo>
                    <a:pt x="158" y="2"/>
                    <a:pt x="147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3" name="Google Shape;20633;p54"/>
            <p:cNvSpPr/>
            <p:nvPr/>
          </p:nvSpPr>
          <p:spPr>
            <a:xfrm>
              <a:off x="4945150" y="2958375"/>
              <a:ext cx="5575" cy="6000"/>
            </a:xfrm>
            <a:custGeom>
              <a:avLst/>
              <a:gdLst/>
              <a:ahLst/>
              <a:cxnLst/>
              <a:rect l="l" t="t" r="r" b="b"/>
              <a:pathLst>
                <a:path w="223" h="240" extrusionOk="0">
                  <a:moveTo>
                    <a:pt x="54" y="1"/>
                  </a:moveTo>
                  <a:cubicBezTo>
                    <a:pt x="17" y="50"/>
                    <a:pt x="0" y="137"/>
                    <a:pt x="54" y="190"/>
                  </a:cubicBezTo>
                  <a:cubicBezTo>
                    <a:pt x="70" y="207"/>
                    <a:pt x="87" y="223"/>
                    <a:pt x="120" y="240"/>
                  </a:cubicBezTo>
                  <a:cubicBezTo>
                    <a:pt x="157" y="240"/>
                    <a:pt x="174" y="223"/>
                    <a:pt x="206" y="207"/>
                  </a:cubicBezTo>
                  <a:cubicBezTo>
                    <a:pt x="206" y="190"/>
                    <a:pt x="223" y="190"/>
                    <a:pt x="223" y="170"/>
                  </a:cubicBezTo>
                  <a:cubicBezTo>
                    <a:pt x="174" y="120"/>
                    <a:pt x="120" y="50"/>
                    <a:pt x="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4" name="Google Shape;20634;p54"/>
            <p:cNvSpPr/>
            <p:nvPr/>
          </p:nvSpPr>
          <p:spPr>
            <a:xfrm>
              <a:off x="4893200" y="29536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50" y="1"/>
                    <a:pt x="0" y="71"/>
                    <a:pt x="17" y="137"/>
                  </a:cubicBezTo>
                  <a:cubicBezTo>
                    <a:pt x="17" y="174"/>
                    <a:pt x="33" y="207"/>
                    <a:pt x="50" y="223"/>
                  </a:cubicBezTo>
                  <a:cubicBezTo>
                    <a:pt x="87" y="256"/>
                    <a:pt x="103" y="256"/>
                    <a:pt x="136" y="256"/>
                  </a:cubicBezTo>
                  <a:cubicBezTo>
                    <a:pt x="207" y="240"/>
                    <a:pt x="240" y="174"/>
                    <a:pt x="240" y="104"/>
                  </a:cubicBezTo>
                  <a:cubicBezTo>
                    <a:pt x="223" y="71"/>
                    <a:pt x="207" y="34"/>
                    <a:pt x="190" y="17"/>
                  </a:cubicBezTo>
                  <a:cubicBezTo>
                    <a:pt x="190" y="17"/>
                    <a:pt x="174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5" name="Google Shape;20635;p54"/>
            <p:cNvSpPr/>
            <p:nvPr/>
          </p:nvSpPr>
          <p:spPr>
            <a:xfrm>
              <a:off x="4899175" y="293600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87" y="1"/>
                  </a:moveTo>
                  <a:cubicBezTo>
                    <a:pt x="71" y="1"/>
                    <a:pt x="38" y="17"/>
                    <a:pt x="17" y="54"/>
                  </a:cubicBezTo>
                  <a:cubicBezTo>
                    <a:pt x="1" y="71"/>
                    <a:pt x="1" y="104"/>
                    <a:pt x="1" y="137"/>
                  </a:cubicBezTo>
                  <a:cubicBezTo>
                    <a:pt x="1" y="174"/>
                    <a:pt x="17" y="207"/>
                    <a:pt x="54" y="223"/>
                  </a:cubicBezTo>
                  <a:cubicBezTo>
                    <a:pt x="71" y="261"/>
                    <a:pt x="104" y="261"/>
                    <a:pt x="120" y="261"/>
                  </a:cubicBezTo>
                  <a:cubicBezTo>
                    <a:pt x="190" y="240"/>
                    <a:pt x="223" y="174"/>
                    <a:pt x="223" y="104"/>
                  </a:cubicBezTo>
                  <a:cubicBezTo>
                    <a:pt x="223" y="71"/>
                    <a:pt x="207" y="34"/>
                    <a:pt x="174" y="17"/>
                  </a:cubicBezTo>
                  <a:cubicBezTo>
                    <a:pt x="174" y="17"/>
                    <a:pt x="15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6" name="Google Shape;20636;p54"/>
            <p:cNvSpPr/>
            <p:nvPr/>
          </p:nvSpPr>
          <p:spPr>
            <a:xfrm>
              <a:off x="4888050" y="2926525"/>
              <a:ext cx="5575" cy="3950"/>
            </a:xfrm>
            <a:custGeom>
              <a:avLst/>
              <a:gdLst/>
              <a:ahLst/>
              <a:cxnLst/>
              <a:rect l="l" t="t" r="r" b="b"/>
              <a:pathLst>
                <a:path w="223" h="158" extrusionOk="0">
                  <a:moveTo>
                    <a:pt x="0" y="1"/>
                  </a:moveTo>
                  <a:lnTo>
                    <a:pt x="0" y="54"/>
                  </a:lnTo>
                  <a:cubicBezTo>
                    <a:pt x="0" y="87"/>
                    <a:pt x="17" y="124"/>
                    <a:pt x="33" y="141"/>
                  </a:cubicBezTo>
                  <a:cubicBezTo>
                    <a:pt x="70" y="157"/>
                    <a:pt x="103" y="157"/>
                    <a:pt x="120" y="157"/>
                  </a:cubicBezTo>
                  <a:cubicBezTo>
                    <a:pt x="173" y="157"/>
                    <a:pt x="223" y="87"/>
                    <a:pt x="223" y="38"/>
                  </a:cubicBezTo>
                  <a:cubicBezTo>
                    <a:pt x="153" y="21"/>
                    <a:pt x="87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7" name="Google Shape;20637;p54"/>
            <p:cNvSpPr/>
            <p:nvPr/>
          </p:nvSpPr>
          <p:spPr>
            <a:xfrm>
              <a:off x="4889275" y="29995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29" y="0"/>
                  </a:moveTo>
                  <a:cubicBezTo>
                    <a:pt x="83" y="0"/>
                    <a:pt x="35" y="33"/>
                    <a:pt x="21" y="91"/>
                  </a:cubicBezTo>
                  <a:cubicBezTo>
                    <a:pt x="1" y="141"/>
                    <a:pt x="21" y="227"/>
                    <a:pt x="87" y="244"/>
                  </a:cubicBezTo>
                  <a:cubicBezTo>
                    <a:pt x="104" y="260"/>
                    <a:pt x="124" y="260"/>
                    <a:pt x="141" y="260"/>
                  </a:cubicBezTo>
                  <a:cubicBezTo>
                    <a:pt x="174" y="260"/>
                    <a:pt x="207" y="227"/>
                    <a:pt x="227" y="174"/>
                  </a:cubicBezTo>
                  <a:cubicBezTo>
                    <a:pt x="244" y="124"/>
                    <a:pt x="227" y="71"/>
                    <a:pt x="207" y="38"/>
                  </a:cubicBezTo>
                  <a:cubicBezTo>
                    <a:pt x="190" y="21"/>
                    <a:pt x="174" y="21"/>
                    <a:pt x="157" y="5"/>
                  </a:cubicBezTo>
                  <a:cubicBezTo>
                    <a:pt x="148" y="2"/>
                    <a:pt x="139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8" name="Google Shape;20638;p54"/>
            <p:cNvSpPr/>
            <p:nvPr/>
          </p:nvSpPr>
          <p:spPr>
            <a:xfrm>
              <a:off x="4588725" y="2808550"/>
              <a:ext cx="6400" cy="6475"/>
            </a:xfrm>
            <a:custGeom>
              <a:avLst/>
              <a:gdLst/>
              <a:ahLst/>
              <a:cxnLst/>
              <a:rect l="l" t="t" r="r" b="b"/>
              <a:pathLst>
                <a:path w="256" h="259" extrusionOk="0">
                  <a:moveTo>
                    <a:pt x="126" y="1"/>
                  </a:moveTo>
                  <a:cubicBezTo>
                    <a:pt x="86" y="1"/>
                    <a:pt x="45" y="33"/>
                    <a:pt x="33" y="81"/>
                  </a:cubicBezTo>
                  <a:cubicBezTo>
                    <a:pt x="0" y="151"/>
                    <a:pt x="33" y="221"/>
                    <a:pt x="87" y="254"/>
                  </a:cubicBezTo>
                  <a:cubicBezTo>
                    <a:pt x="98" y="257"/>
                    <a:pt x="109" y="259"/>
                    <a:pt x="120" y="259"/>
                  </a:cubicBezTo>
                  <a:cubicBezTo>
                    <a:pt x="171" y="259"/>
                    <a:pt x="212" y="226"/>
                    <a:pt x="239" y="168"/>
                  </a:cubicBezTo>
                  <a:cubicBezTo>
                    <a:pt x="256" y="102"/>
                    <a:pt x="223" y="32"/>
                    <a:pt x="169" y="15"/>
                  </a:cubicBezTo>
                  <a:cubicBezTo>
                    <a:pt x="156" y="5"/>
                    <a:pt x="141" y="1"/>
                    <a:pt x="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9" name="Google Shape;20639;p54"/>
            <p:cNvSpPr/>
            <p:nvPr/>
          </p:nvSpPr>
          <p:spPr>
            <a:xfrm>
              <a:off x="4584800" y="286982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04" y="1"/>
                  </a:moveTo>
                  <a:cubicBezTo>
                    <a:pt x="54" y="22"/>
                    <a:pt x="1" y="88"/>
                    <a:pt x="17" y="158"/>
                  </a:cubicBezTo>
                  <a:cubicBezTo>
                    <a:pt x="17" y="191"/>
                    <a:pt x="38" y="228"/>
                    <a:pt x="71" y="244"/>
                  </a:cubicBezTo>
                  <a:cubicBezTo>
                    <a:pt x="82" y="256"/>
                    <a:pt x="102" y="268"/>
                    <a:pt x="120" y="268"/>
                  </a:cubicBezTo>
                  <a:cubicBezTo>
                    <a:pt x="128" y="268"/>
                    <a:pt x="135" y="266"/>
                    <a:pt x="141" y="261"/>
                  </a:cubicBezTo>
                  <a:cubicBezTo>
                    <a:pt x="174" y="261"/>
                    <a:pt x="207" y="244"/>
                    <a:pt x="223" y="207"/>
                  </a:cubicBezTo>
                  <a:cubicBezTo>
                    <a:pt x="244" y="191"/>
                    <a:pt x="244" y="158"/>
                    <a:pt x="244" y="125"/>
                  </a:cubicBezTo>
                  <a:cubicBezTo>
                    <a:pt x="223" y="88"/>
                    <a:pt x="223" y="55"/>
                    <a:pt x="190" y="38"/>
                  </a:cubicBezTo>
                  <a:cubicBezTo>
                    <a:pt x="190" y="22"/>
                    <a:pt x="174" y="22"/>
                    <a:pt x="174" y="22"/>
                  </a:cubicBezTo>
                  <a:cubicBezTo>
                    <a:pt x="15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0" name="Google Shape;20640;p54"/>
            <p:cNvSpPr/>
            <p:nvPr/>
          </p:nvSpPr>
          <p:spPr>
            <a:xfrm>
              <a:off x="4593875" y="28337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37" y="1"/>
                  </a:moveTo>
                  <a:cubicBezTo>
                    <a:pt x="104" y="1"/>
                    <a:pt x="66" y="22"/>
                    <a:pt x="50" y="38"/>
                  </a:cubicBezTo>
                  <a:cubicBezTo>
                    <a:pt x="0" y="88"/>
                    <a:pt x="0" y="158"/>
                    <a:pt x="33" y="228"/>
                  </a:cubicBezTo>
                  <a:cubicBezTo>
                    <a:pt x="52" y="255"/>
                    <a:pt x="81" y="267"/>
                    <a:pt x="113" y="267"/>
                  </a:cubicBezTo>
                  <a:cubicBezTo>
                    <a:pt x="139" y="267"/>
                    <a:pt x="166" y="259"/>
                    <a:pt x="190" y="244"/>
                  </a:cubicBezTo>
                  <a:cubicBezTo>
                    <a:pt x="240" y="191"/>
                    <a:pt x="240" y="104"/>
                    <a:pt x="207" y="55"/>
                  </a:cubicBezTo>
                  <a:cubicBezTo>
                    <a:pt x="190" y="38"/>
                    <a:pt x="170" y="22"/>
                    <a:pt x="153" y="22"/>
                  </a:cubicBezTo>
                  <a:lnTo>
                    <a:pt x="1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1" name="Google Shape;20641;p54"/>
            <p:cNvSpPr/>
            <p:nvPr/>
          </p:nvSpPr>
          <p:spPr>
            <a:xfrm>
              <a:off x="4604600" y="2849350"/>
              <a:ext cx="5575" cy="6550"/>
            </a:xfrm>
            <a:custGeom>
              <a:avLst/>
              <a:gdLst/>
              <a:ahLst/>
              <a:cxnLst/>
              <a:rect l="l" t="t" r="r" b="b"/>
              <a:pathLst>
                <a:path w="223" h="262" extrusionOk="0">
                  <a:moveTo>
                    <a:pt x="114" y="1"/>
                  </a:moveTo>
                  <a:cubicBezTo>
                    <a:pt x="107" y="1"/>
                    <a:pt x="103" y="6"/>
                    <a:pt x="103" y="16"/>
                  </a:cubicBezTo>
                  <a:cubicBezTo>
                    <a:pt x="33" y="16"/>
                    <a:pt x="0" y="82"/>
                    <a:pt x="0" y="152"/>
                  </a:cubicBezTo>
                  <a:cubicBezTo>
                    <a:pt x="0" y="185"/>
                    <a:pt x="33" y="222"/>
                    <a:pt x="50" y="239"/>
                  </a:cubicBezTo>
                  <a:cubicBezTo>
                    <a:pt x="64" y="250"/>
                    <a:pt x="85" y="262"/>
                    <a:pt x="102" y="262"/>
                  </a:cubicBezTo>
                  <a:cubicBezTo>
                    <a:pt x="109" y="262"/>
                    <a:pt x="115" y="260"/>
                    <a:pt x="120" y="255"/>
                  </a:cubicBezTo>
                  <a:cubicBezTo>
                    <a:pt x="153" y="255"/>
                    <a:pt x="190" y="239"/>
                    <a:pt x="206" y="202"/>
                  </a:cubicBezTo>
                  <a:cubicBezTo>
                    <a:pt x="223" y="185"/>
                    <a:pt x="223" y="152"/>
                    <a:pt x="223" y="119"/>
                  </a:cubicBezTo>
                  <a:cubicBezTo>
                    <a:pt x="223" y="82"/>
                    <a:pt x="206" y="49"/>
                    <a:pt x="173" y="32"/>
                  </a:cubicBezTo>
                  <a:cubicBezTo>
                    <a:pt x="173" y="16"/>
                    <a:pt x="153" y="16"/>
                    <a:pt x="153" y="16"/>
                  </a:cubicBezTo>
                  <a:lnTo>
                    <a:pt x="136" y="16"/>
                  </a:lnTo>
                  <a:cubicBezTo>
                    <a:pt x="128" y="6"/>
                    <a:pt x="120" y="1"/>
                    <a:pt x="1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2" name="Google Shape;20642;p54"/>
            <p:cNvSpPr/>
            <p:nvPr/>
          </p:nvSpPr>
          <p:spPr>
            <a:xfrm>
              <a:off x="4561625" y="2982800"/>
              <a:ext cx="3000" cy="6525"/>
            </a:xfrm>
            <a:custGeom>
              <a:avLst/>
              <a:gdLst/>
              <a:ahLst/>
              <a:cxnLst/>
              <a:rect l="l" t="t" r="r" b="b"/>
              <a:pathLst>
                <a:path w="120" h="261" extrusionOk="0">
                  <a:moveTo>
                    <a:pt x="0" y="1"/>
                  </a:moveTo>
                  <a:lnTo>
                    <a:pt x="0" y="260"/>
                  </a:lnTo>
                  <a:cubicBezTo>
                    <a:pt x="54" y="260"/>
                    <a:pt x="87" y="223"/>
                    <a:pt x="103" y="174"/>
                  </a:cubicBezTo>
                  <a:cubicBezTo>
                    <a:pt x="120" y="141"/>
                    <a:pt x="103" y="87"/>
                    <a:pt x="87" y="38"/>
                  </a:cubicBezTo>
                  <a:cubicBezTo>
                    <a:pt x="70" y="38"/>
                    <a:pt x="54" y="17"/>
                    <a:pt x="37" y="17"/>
                  </a:cubicBezTo>
                  <a:cubicBezTo>
                    <a:pt x="17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3" name="Google Shape;20643;p54"/>
            <p:cNvSpPr/>
            <p:nvPr/>
          </p:nvSpPr>
          <p:spPr>
            <a:xfrm>
              <a:off x="4601200" y="2820050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103" y="1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0" y="190"/>
                    <a:pt x="17" y="223"/>
                    <a:pt x="50" y="240"/>
                  </a:cubicBezTo>
                  <a:cubicBezTo>
                    <a:pt x="61" y="254"/>
                    <a:pt x="84" y="267"/>
                    <a:pt x="108" y="267"/>
                  </a:cubicBezTo>
                  <a:cubicBezTo>
                    <a:pt x="117" y="267"/>
                    <a:pt x="127" y="265"/>
                    <a:pt x="136" y="260"/>
                  </a:cubicBezTo>
                  <a:cubicBezTo>
                    <a:pt x="186" y="260"/>
                    <a:pt x="223" y="190"/>
                    <a:pt x="223" y="120"/>
                  </a:cubicBezTo>
                  <a:cubicBezTo>
                    <a:pt x="223" y="87"/>
                    <a:pt x="206" y="54"/>
                    <a:pt x="169" y="34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4" name="Google Shape;20644;p54"/>
            <p:cNvSpPr/>
            <p:nvPr/>
          </p:nvSpPr>
          <p:spPr>
            <a:xfrm>
              <a:off x="4596875" y="2866125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21" y="0"/>
                  </a:moveTo>
                  <a:cubicBezTo>
                    <a:pt x="76" y="0"/>
                    <a:pt x="41" y="31"/>
                    <a:pt x="17" y="83"/>
                  </a:cubicBezTo>
                  <a:cubicBezTo>
                    <a:pt x="0" y="149"/>
                    <a:pt x="33" y="219"/>
                    <a:pt x="87" y="252"/>
                  </a:cubicBezTo>
                  <a:lnTo>
                    <a:pt x="136" y="252"/>
                  </a:lnTo>
                  <a:cubicBezTo>
                    <a:pt x="173" y="252"/>
                    <a:pt x="223" y="219"/>
                    <a:pt x="223" y="186"/>
                  </a:cubicBezTo>
                  <a:cubicBezTo>
                    <a:pt x="239" y="132"/>
                    <a:pt x="239" y="83"/>
                    <a:pt x="206" y="46"/>
                  </a:cubicBezTo>
                  <a:cubicBezTo>
                    <a:pt x="206" y="29"/>
                    <a:pt x="190" y="13"/>
                    <a:pt x="173" y="13"/>
                  </a:cubicBezTo>
                  <a:cubicBezTo>
                    <a:pt x="155" y="4"/>
                    <a:pt x="137" y="0"/>
                    <a:pt x="1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645" name="Google Shape;20645;p54"/>
          <p:cNvSpPr/>
          <p:nvPr/>
        </p:nvSpPr>
        <p:spPr>
          <a:xfrm rot="10800000" flipH="1">
            <a:off x="410206" y="1976937"/>
            <a:ext cx="846599" cy="692702"/>
          </a:xfrm>
          <a:custGeom>
            <a:avLst/>
            <a:gdLst/>
            <a:ahLst/>
            <a:cxnLst/>
            <a:rect l="l" t="t" r="r" b="b"/>
            <a:pathLst>
              <a:path w="2442" h="1998" extrusionOk="0">
                <a:moveTo>
                  <a:pt x="1079" y="1"/>
                </a:moveTo>
                <a:cubicBezTo>
                  <a:pt x="952" y="1"/>
                  <a:pt x="821" y="27"/>
                  <a:pt x="689" y="85"/>
                </a:cubicBezTo>
                <a:cubicBezTo>
                  <a:pt x="207" y="274"/>
                  <a:pt x="1" y="703"/>
                  <a:pt x="1" y="1202"/>
                </a:cubicBezTo>
                <a:cubicBezTo>
                  <a:pt x="1" y="1425"/>
                  <a:pt x="17" y="1684"/>
                  <a:pt x="207" y="1837"/>
                </a:cubicBezTo>
                <a:cubicBezTo>
                  <a:pt x="354" y="1956"/>
                  <a:pt x="560" y="1997"/>
                  <a:pt x="754" y="1997"/>
                </a:cubicBezTo>
                <a:cubicBezTo>
                  <a:pt x="790" y="1997"/>
                  <a:pt x="824" y="1996"/>
                  <a:pt x="859" y="1994"/>
                </a:cubicBezTo>
                <a:cubicBezTo>
                  <a:pt x="1514" y="1961"/>
                  <a:pt x="2442" y="1528"/>
                  <a:pt x="2095" y="740"/>
                </a:cubicBezTo>
                <a:cubicBezTo>
                  <a:pt x="1910" y="312"/>
                  <a:pt x="1517" y="1"/>
                  <a:pt x="107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46" name="Google Shape;20646;p54"/>
          <p:cNvSpPr/>
          <p:nvPr/>
        </p:nvSpPr>
        <p:spPr>
          <a:xfrm flipH="1">
            <a:off x="351625" y="3210400"/>
            <a:ext cx="343650" cy="281174"/>
          </a:xfrm>
          <a:custGeom>
            <a:avLst/>
            <a:gdLst/>
            <a:ahLst/>
            <a:cxnLst/>
            <a:rect l="l" t="t" r="r" b="b"/>
            <a:pathLst>
              <a:path w="2442" h="1998" extrusionOk="0">
                <a:moveTo>
                  <a:pt x="1079" y="1"/>
                </a:moveTo>
                <a:cubicBezTo>
                  <a:pt x="952" y="1"/>
                  <a:pt x="821" y="27"/>
                  <a:pt x="689" y="85"/>
                </a:cubicBezTo>
                <a:cubicBezTo>
                  <a:pt x="207" y="274"/>
                  <a:pt x="1" y="703"/>
                  <a:pt x="1" y="1202"/>
                </a:cubicBezTo>
                <a:cubicBezTo>
                  <a:pt x="1" y="1425"/>
                  <a:pt x="17" y="1684"/>
                  <a:pt x="207" y="1837"/>
                </a:cubicBezTo>
                <a:cubicBezTo>
                  <a:pt x="354" y="1956"/>
                  <a:pt x="560" y="1997"/>
                  <a:pt x="754" y="1997"/>
                </a:cubicBezTo>
                <a:cubicBezTo>
                  <a:pt x="790" y="1997"/>
                  <a:pt x="824" y="1996"/>
                  <a:pt x="859" y="1994"/>
                </a:cubicBezTo>
                <a:cubicBezTo>
                  <a:pt x="1514" y="1961"/>
                  <a:pt x="2442" y="1528"/>
                  <a:pt x="2095" y="740"/>
                </a:cubicBezTo>
                <a:cubicBezTo>
                  <a:pt x="1910" y="312"/>
                  <a:pt x="1517" y="1"/>
                  <a:pt x="107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47" name="Google Shape;20647;p54"/>
          <p:cNvSpPr/>
          <p:nvPr/>
        </p:nvSpPr>
        <p:spPr>
          <a:xfrm flipH="1">
            <a:off x="6945632" y="4478376"/>
            <a:ext cx="420427" cy="461299"/>
          </a:xfrm>
          <a:custGeom>
            <a:avLst/>
            <a:gdLst/>
            <a:ahLst/>
            <a:cxnLst/>
            <a:rect l="l" t="t" r="r" b="b"/>
            <a:pathLst>
              <a:path w="2903" h="2718" extrusionOk="0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7">
    <p:spTree>
      <p:nvGrpSpPr>
        <p:cNvPr id="1" name="Shape 20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9" name="Google Shape;20649;p55"/>
          <p:cNvSpPr/>
          <p:nvPr/>
        </p:nvSpPr>
        <p:spPr>
          <a:xfrm rot="10800000">
            <a:off x="-481625" y="-182998"/>
            <a:ext cx="1791600" cy="1887873"/>
          </a:xfrm>
          <a:custGeom>
            <a:avLst/>
            <a:gdLst/>
            <a:ahLst/>
            <a:cxnLst/>
            <a:rect l="l" t="t" r="r" b="b"/>
            <a:pathLst>
              <a:path w="3592" h="3785" extrusionOk="0">
                <a:moveTo>
                  <a:pt x="1450" y="1"/>
                </a:moveTo>
                <a:cubicBezTo>
                  <a:pt x="1202" y="1"/>
                  <a:pt x="970" y="64"/>
                  <a:pt x="809" y="263"/>
                </a:cubicBezTo>
                <a:cubicBezTo>
                  <a:pt x="706" y="400"/>
                  <a:pt x="652" y="589"/>
                  <a:pt x="619" y="762"/>
                </a:cubicBezTo>
                <a:cubicBezTo>
                  <a:pt x="413" y="1772"/>
                  <a:pt x="207" y="2787"/>
                  <a:pt x="1" y="3784"/>
                </a:cubicBezTo>
                <a:lnTo>
                  <a:pt x="3592" y="3784"/>
                </a:lnTo>
                <a:lnTo>
                  <a:pt x="3592" y="400"/>
                </a:lnTo>
                <a:cubicBezTo>
                  <a:pt x="3039" y="263"/>
                  <a:pt x="2442" y="193"/>
                  <a:pt x="2062" y="90"/>
                </a:cubicBezTo>
                <a:cubicBezTo>
                  <a:pt x="1869" y="44"/>
                  <a:pt x="1654" y="1"/>
                  <a:pt x="14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650" name="Google Shape;20650;p55"/>
          <p:cNvGrpSpPr/>
          <p:nvPr/>
        </p:nvGrpSpPr>
        <p:grpSpPr>
          <a:xfrm flipH="1">
            <a:off x="8674412" y="-183011"/>
            <a:ext cx="901674" cy="1575190"/>
            <a:chOff x="5052950" y="2452900"/>
            <a:chExt cx="213900" cy="373675"/>
          </a:xfrm>
        </p:grpSpPr>
        <p:sp>
          <p:nvSpPr>
            <p:cNvPr id="20651" name="Google Shape;20651;p55"/>
            <p:cNvSpPr/>
            <p:nvPr/>
          </p:nvSpPr>
          <p:spPr>
            <a:xfrm>
              <a:off x="5133675" y="2625975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03" y="0"/>
                  </a:moveTo>
                  <a:cubicBezTo>
                    <a:pt x="70" y="17"/>
                    <a:pt x="54" y="33"/>
                    <a:pt x="3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17" y="190"/>
                    <a:pt x="37" y="223"/>
                    <a:pt x="54" y="239"/>
                  </a:cubicBezTo>
                  <a:cubicBezTo>
                    <a:pt x="65" y="251"/>
                    <a:pt x="85" y="263"/>
                    <a:pt x="109" y="263"/>
                  </a:cubicBezTo>
                  <a:cubicBezTo>
                    <a:pt x="119" y="263"/>
                    <a:pt x="129" y="261"/>
                    <a:pt x="140" y="256"/>
                  </a:cubicBezTo>
                  <a:cubicBezTo>
                    <a:pt x="190" y="256"/>
                    <a:pt x="243" y="190"/>
                    <a:pt x="223" y="120"/>
                  </a:cubicBezTo>
                  <a:cubicBezTo>
                    <a:pt x="223" y="87"/>
                    <a:pt x="206" y="50"/>
                    <a:pt x="190" y="33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40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2" name="Google Shape;20652;p55"/>
            <p:cNvSpPr/>
            <p:nvPr/>
          </p:nvSpPr>
          <p:spPr>
            <a:xfrm>
              <a:off x="5133675" y="250135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54" y="21"/>
                    <a:pt x="0" y="71"/>
                    <a:pt x="17" y="157"/>
                  </a:cubicBezTo>
                  <a:cubicBezTo>
                    <a:pt x="17" y="190"/>
                    <a:pt x="37" y="207"/>
                    <a:pt x="54" y="244"/>
                  </a:cubicBezTo>
                  <a:cubicBezTo>
                    <a:pt x="87" y="260"/>
                    <a:pt x="120" y="260"/>
                    <a:pt x="140" y="260"/>
                  </a:cubicBezTo>
                  <a:cubicBezTo>
                    <a:pt x="206" y="244"/>
                    <a:pt x="243" y="174"/>
                    <a:pt x="243" y="104"/>
                  </a:cubicBezTo>
                  <a:cubicBezTo>
                    <a:pt x="223" y="71"/>
                    <a:pt x="206" y="21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3" name="Google Shape;20653;p55"/>
            <p:cNvSpPr/>
            <p:nvPr/>
          </p:nvSpPr>
          <p:spPr>
            <a:xfrm>
              <a:off x="5132025" y="2593950"/>
              <a:ext cx="6400" cy="6675"/>
            </a:xfrm>
            <a:custGeom>
              <a:avLst/>
              <a:gdLst/>
              <a:ahLst/>
              <a:cxnLst/>
              <a:rect l="l" t="t" r="r" b="b"/>
              <a:pathLst>
                <a:path w="256" h="267" extrusionOk="0">
                  <a:moveTo>
                    <a:pt x="118" y="0"/>
                  </a:moveTo>
                  <a:cubicBezTo>
                    <a:pt x="100" y="0"/>
                    <a:pt x="78" y="13"/>
                    <a:pt x="66" y="28"/>
                  </a:cubicBezTo>
                  <a:cubicBezTo>
                    <a:pt x="17" y="77"/>
                    <a:pt x="0" y="164"/>
                    <a:pt x="50" y="213"/>
                  </a:cubicBezTo>
                  <a:cubicBezTo>
                    <a:pt x="66" y="234"/>
                    <a:pt x="83" y="250"/>
                    <a:pt x="120" y="267"/>
                  </a:cubicBezTo>
                  <a:cubicBezTo>
                    <a:pt x="153" y="267"/>
                    <a:pt x="169" y="250"/>
                    <a:pt x="206" y="234"/>
                  </a:cubicBezTo>
                  <a:cubicBezTo>
                    <a:pt x="239" y="180"/>
                    <a:pt x="256" y="110"/>
                    <a:pt x="223" y="44"/>
                  </a:cubicBezTo>
                  <a:cubicBezTo>
                    <a:pt x="206" y="28"/>
                    <a:pt x="186" y="7"/>
                    <a:pt x="169" y="7"/>
                  </a:cubicBezTo>
                  <a:lnTo>
                    <a:pt x="136" y="7"/>
                  </a:lnTo>
                  <a:cubicBezTo>
                    <a:pt x="132" y="2"/>
                    <a:pt x="125" y="0"/>
                    <a:pt x="1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4" name="Google Shape;20654;p55"/>
            <p:cNvSpPr/>
            <p:nvPr/>
          </p:nvSpPr>
          <p:spPr>
            <a:xfrm>
              <a:off x="5134075" y="2530625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4" y="1"/>
                  </a:moveTo>
                  <a:cubicBezTo>
                    <a:pt x="87" y="1"/>
                    <a:pt x="71" y="17"/>
                    <a:pt x="54" y="33"/>
                  </a:cubicBezTo>
                  <a:cubicBezTo>
                    <a:pt x="21" y="50"/>
                    <a:pt x="1" y="104"/>
                    <a:pt x="21" y="137"/>
                  </a:cubicBezTo>
                  <a:cubicBezTo>
                    <a:pt x="21" y="170"/>
                    <a:pt x="38" y="207"/>
                    <a:pt x="54" y="223"/>
                  </a:cubicBezTo>
                  <a:cubicBezTo>
                    <a:pt x="87" y="256"/>
                    <a:pt x="104" y="256"/>
                    <a:pt x="141" y="256"/>
                  </a:cubicBezTo>
                  <a:cubicBezTo>
                    <a:pt x="190" y="240"/>
                    <a:pt x="244" y="190"/>
                    <a:pt x="244" y="120"/>
                  </a:cubicBezTo>
                  <a:lnTo>
                    <a:pt x="244" y="104"/>
                  </a:lnTo>
                  <a:cubicBezTo>
                    <a:pt x="227" y="50"/>
                    <a:pt x="20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5" name="Google Shape;20655;p55"/>
            <p:cNvSpPr/>
            <p:nvPr/>
          </p:nvSpPr>
          <p:spPr>
            <a:xfrm>
              <a:off x="5132425" y="25472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26" y="0"/>
                  </a:moveTo>
                  <a:cubicBezTo>
                    <a:pt x="81" y="0"/>
                    <a:pt x="31" y="33"/>
                    <a:pt x="17" y="91"/>
                  </a:cubicBezTo>
                  <a:cubicBezTo>
                    <a:pt x="1" y="145"/>
                    <a:pt x="17" y="227"/>
                    <a:pt x="87" y="248"/>
                  </a:cubicBezTo>
                  <a:cubicBezTo>
                    <a:pt x="100" y="256"/>
                    <a:pt x="115" y="261"/>
                    <a:pt x="130" y="261"/>
                  </a:cubicBezTo>
                  <a:cubicBezTo>
                    <a:pt x="170" y="261"/>
                    <a:pt x="211" y="229"/>
                    <a:pt x="223" y="178"/>
                  </a:cubicBezTo>
                  <a:cubicBezTo>
                    <a:pt x="240" y="107"/>
                    <a:pt x="223" y="42"/>
                    <a:pt x="153" y="4"/>
                  </a:cubicBezTo>
                  <a:cubicBezTo>
                    <a:pt x="145" y="2"/>
                    <a:pt x="136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6" name="Google Shape;20656;p55"/>
            <p:cNvSpPr/>
            <p:nvPr/>
          </p:nvSpPr>
          <p:spPr>
            <a:xfrm>
              <a:off x="5125925" y="2610500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87" y="1"/>
                  </a:moveTo>
                  <a:cubicBezTo>
                    <a:pt x="38" y="17"/>
                    <a:pt x="1" y="87"/>
                    <a:pt x="1" y="153"/>
                  </a:cubicBezTo>
                  <a:cubicBezTo>
                    <a:pt x="1" y="190"/>
                    <a:pt x="17" y="223"/>
                    <a:pt x="55" y="240"/>
                  </a:cubicBezTo>
                  <a:cubicBezTo>
                    <a:pt x="66" y="252"/>
                    <a:pt x="86" y="263"/>
                    <a:pt x="103" y="263"/>
                  </a:cubicBezTo>
                  <a:cubicBezTo>
                    <a:pt x="109" y="263"/>
                    <a:pt x="116" y="261"/>
                    <a:pt x="120" y="256"/>
                  </a:cubicBezTo>
                  <a:cubicBezTo>
                    <a:pt x="158" y="256"/>
                    <a:pt x="191" y="240"/>
                    <a:pt x="207" y="207"/>
                  </a:cubicBezTo>
                  <a:cubicBezTo>
                    <a:pt x="224" y="190"/>
                    <a:pt x="224" y="153"/>
                    <a:pt x="224" y="120"/>
                  </a:cubicBezTo>
                  <a:cubicBezTo>
                    <a:pt x="224" y="87"/>
                    <a:pt x="207" y="50"/>
                    <a:pt x="174" y="34"/>
                  </a:cubicBezTo>
                  <a:cubicBezTo>
                    <a:pt x="174" y="17"/>
                    <a:pt x="158" y="17"/>
                    <a:pt x="158" y="17"/>
                  </a:cubicBezTo>
                  <a:cubicBezTo>
                    <a:pt x="141" y="1"/>
                    <a:pt x="120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7" name="Google Shape;20657;p55"/>
            <p:cNvSpPr/>
            <p:nvPr/>
          </p:nvSpPr>
          <p:spPr>
            <a:xfrm>
              <a:off x="5128925" y="264307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04" y="1"/>
                  </a:moveTo>
                  <a:cubicBezTo>
                    <a:pt x="87" y="21"/>
                    <a:pt x="87" y="21"/>
                    <a:pt x="71" y="21"/>
                  </a:cubicBezTo>
                  <a:cubicBezTo>
                    <a:pt x="38" y="38"/>
                    <a:pt x="0" y="104"/>
                    <a:pt x="0" y="157"/>
                  </a:cubicBezTo>
                  <a:cubicBezTo>
                    <a:pt x="21" y="190"/>
                    <a:pt x="38" y="227"/>
                    <a:pt x="54" y="244"/>
                  </a:cubicBezTo>
                  <a:cubicBezTo>
                    <a:pt x="66" y="255"/>
                    <a:pt x="86" y="267"/>
                    <a:pt x="109" y="267"/>
                  </a:cubicBezTo>
                  <a:cubicBezTo>
                    <a:pt x="119" y="267"/>
                    <a:pt x="130" y="265"/>
                    <a:pt x="141" y="260"/>
                  </a:cubicBezTo>
                  <a:cubicBezTo>
                    <a:pt x="190" y="260"/>
                    <a:pt x="244" y="190"/>
                    <a:pt x="227" y="124"/>
                  </a:cubicBezTo>
                  <a:lnTo>
                    <a:pt x="227" y="87"/>
                  </a:lnTo>
                  <a:cubicBezTo>
                    <a:pt x="207" y="54"/>
                    <a:pt x="190" y="38"/>
                    <a:pt x="157" y="21"/>
                  </a:cubicBezTo>
                  <a:cubicBezTo>
                    <a:pt x="141" y="1"/>
                    <a:pt x="124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8" name="Google Shape;20658;p55"/>
            <p:cNvSpPr/>
            <p:nvPr/>
          </p:nvSpPr>
          <p:spPr>
            <a:xfrm>
              <a:off x="5132425" y="25778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50" y="17"/>
                    <a:pt x="1" y="87"/>
                    <a:pt x="17" y="157"/>
                  </a:cubicBezTo>
                  <a:cubicBezTo>
                    <a:pt x="17" y="190"/>
                    <a:pt x="34" y="207"/>
                    <a:pt x="50" y="240"/>
                  </a:cubicBezTo>
                  <a:cubicBezTo>
                    <a:pt x="87" y="261"/>
                    <a:pt x="120" y="261"/>
                    <a:pt x="137" y="261"/>
                  </a:cubicBezTo>
                  <a:cubicBezTo>
                    <a:pt x="207" y="240"/>
                    <a:pt x="240" y="174"/>
                    <a:pt x="240" y="104"/>
                  </a:cubicBezTo>
                  <a:cubicBezTo>
                    <a:pt x="223" y="71"/>
                    <a:pt x="207" y="54"/>
                    <a:pt x="190" y="17"/>
                  </a:cubicBezTo>
                  <a:cubicBezTo>
                    <a:pt x="190" y="17"/>
                    <a:pt x="170" y="17"/>
                    <a:pt x="1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9" name="Google Shape;20659;p55"/>
            <p:cNvSpPr/>
            <p:nvPr/>
          </p:nvSpPr>
          <p:spPr>
            <a:xfrm>
              <a:off x="5130275" y="2470125"/>
              <a:ext cx="6000" cy="6825"/>
            </a:xfrm>
            <a:custGeom>
              <a:avLst/>
              <a:gdLst/>
              <a:ahLst/>
              <a:cxnLst/>
              <a:rect l="l" t="t" r="r" b="b"/>
              <a:pathLst>
                <a:path w="240" h="273" extrusionOk="0">
                  <a:moveTo>
                    <a:pt x="126" y="0"/>
                  </a:moveTo>
                  <a:cubicBezTo>
                    <a:pt x="120" y="0"/>
                    <a:pt x="111" y="4"/>
                    <a:pt x="103" y="13"/>
                  </a:cubicBezTo>
                  <a:cubicBezTo>
                    <a:pt x="50" y="13"/>
                    <a:pt x="0" y="83"/>
                    <a:pt x="17" y="153"/>
                  </a:cubicBezTo>
                  <a:cubicBezTo>
                    <a:pt x="17" y="186"/>
                    <a:pt x="33" y="219"/>
                    <a:pt x="70" y="239"/>
                  </a:cubicBezTo>
                  <a:cubicBezTo>
                    <a:pt x="87" y="256"/>
                    <a:pt x="103" y="272"/>
                    <a:pt x="136" y="272"/>
                  </a:cubicBezTo>
                  <a:cubicBezTo>
                    <a:pt x="173" y="256"/>
                    <a:pt x="190" y="239"/>
                    <a:pt x="206" y="202"/>
                  </a:cubicBezTo>
                  <a:cubicBezTo>
                    <a:pt x="223" y="186"/>
                    <a:pt x="239" y="153"/>
                    <a:pt x="223" y="116"/>
                  </a:cubicBezTo>
                  <a:cubicBezTo>
                    <a:pt x="223" y="83"/>
                    <a:pt x="206" y="50"/>
                    <a:pt x="190" y="33"/>
                  </a:cubicBezTo>
                  <a:cubicBezTo>
                    <a:pt x="173" y="13"/>
                    <a:pt x="173" y="13"/>
                    <a:pt x="153" y="13"/>
                  </a:cubicBezTo>
                  <a:lnTo>
                    <a:pt x="136" y="13"/>
                  </a:lnTo>
                  <a:cubicBezTo>
                    <a:pt x="136" y="4"/>
                    <a:pt x="132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0" name="Google Shape;20660;p55"/>
            <p:cNvSpPr/>
            <p:nvPr/>
          </p:nvSpPr>
          <p:spPr>
            <a:xfrm>
              <a:off x="5116975" y="2504300"/>
              <a:ext cx="6400" cy="6550"/>
            </a:xfrm>
            <a:custGeom>
              <a:avLst/>
              <a:gdLst/>
              <a:ahLst/>
              <a:cxnLst/>
              <a:rect l="l" t="t" r="r" b="b"/>
              <a:pathLst>
                <a:path w="256" h="262" extrusionOk="0">
                  <a:moveTo>
                    <a:pt x="140" y="1"/>
                  </a:moveTo>
                  <a:cubicBezTo>
                    <a:pt x="95" y="1"/>
                    <a:pt x="47" y="35"/>
                    <a:pt x="33" y="89"/>
                  </a:cubicBezTo>
                  <a:cubicBezTo>
                    <a:pt x="0" y="159"/>
                    <a:pt x="33" y="229"/>
                    <a:pt x="87" y="262"/>
                  </a:cubicBezTo>
                  <a:lnTo>
                    <a:pt x="136" y="262"/>
                  </a:lnTo>
                  <a:cubicBezTo>
                    <a:pt x="190" y="262"/>
                    <a:pt x="223" y="229"/>
                    <a:pt x="239" y="175"/>
                  </a:cubicBezTo>
                  <a:cubicBezTo>
                    <a:pt x="256" y="126"/>
                    <a:pt x="239" y="72"/>
                    <a:pt x="206" y="39"/>
                  </a:cubicBezTo>
                  <a:cubicBezTo>
                    <a:pt x="206" y="39"/>
                    <a:pt x="190" y="23"/>
                    <a:pt x="169" y="6"/>
                  </a:cubicBezTo>
                  <a:cubicBezTo>
                    <a:pt x="160" y="2"/>
                    <a:pt x="150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1" name="Google Shape;20661;p55"/>
            <p:cNvSpPr/>
            <p:nvPr/>
          </p:nvSpPr>
          <p:spPr>
            <a:xfrm>
              <a:off x="5106650" y="2535675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42" y="0"/>
                  </a:moveTo>
                  <a:cubicBezTo>
                    <a:pt x="97" y="0"/>
                    <a:pt x="47" y="30"/>
                    <a:pt x="34" y="71"/>
                  </a:cubicBezTo>
                  <a:cubicBezTo>
                    <a:pt x="1" y="141"/>
                    <a:pt x="34" y="227"/>
                    <a:pt x="88" y="244"/>
                  </a:cubicBezTo>
                  <a:cubicBezTo>
                    <a:pt x="104" y="260"/>
                    <a:pt x="120" y="260"/>
                    <a:pt x="137" y="260"/>
                  </a:cubicBezTo>
                  <a:cubicBezTo>
                    <a:pt x="191" y="244"/>
                    <a:pt x="224" y="227"/>
                    <a:pt x="240" y="174"/>
                  </a:cubicBezTo>
                  <a:cubicBezTo>
                    <a:pt x="257" y="124"/>
                    <a:pt x="240" y="71"/>
                    <a:pt x="207" y="38"/>
                  </a:cubicBezTo>
                  <a:cubicBezTo>
                    <a:pt x="207" y="21"/>
                    <a:pt x="191" y="21"/>
                    <a:pt x="170" y="5"/>
                  </a:cubicBezTo>
                  <a:cubicBezTo>
                    <a:pt x="161" y="2"/>
                    <a:pt x="152" y="0"/>
                    <a:pt x="1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2" name="Google Shape;20662;p55"/>
            <p:cNvSpPr/>
            <p:nvPr/>
          </p:nvSpPr>
          <p:spPr>
            <a:xfrm>
              <a:off x="5110875" y="2490625"/>
              <a:ext cx="5700" cy="6700"/>
            </a:xfrm>
            <a:custGeom>
              <a:avLst/>
              <a:gdLst/>
              <a:ahLst/>
              <a:cxnLst/>
              <a:rect l="l" t="t" r="r" b="b"/>
              <a:pathLst>
                <a:path w="228" h="268" extrusionOk="0">
                  <a:moveTo>
                    <a:pt x="104" y="1"/>
                  </a:moveTo>
                  <a:cubicBezTo>
                    <a:pt x="38" y="17"/>
                    <a:pt x="1" y="87"/>
                    <a:pt x="1" y="157"/>
                  </a:cubicBezTo>
                  <a:cubicBezTo>
                    <a:pt x="22" y="190"/>
                    <a:pt x="38" y="223"/>
                    <a:pt x="55" y="244"/>
                  </a:cubicBezTo>
                  <a:cubicBezTo>
                    <a:pt x="66" y="256"/>
                    <a:pt x="86" y="267"/>
                    <a:pt x="110" y="267"/>
                  </a:cubicBezTo>
                  <a:cubicBezTo>
                    <a:pt x="120" y="267"/>
                    <a:pt x="130" y="265"/>
                    <a:pt x="141" y="261"/>
                  </a:cubicBezTo>
                  <a:cubicBezTo>
                    <a:pt x="174" y="261"/>
                    <a:pt x="191" y="244"/>
                    <a:pt x="207" y="207"/>
                  </a:cubicBezTo>
                  <a:cubicBezTo>
                    <a:pt x="228" y="190"/>
                    <a:pt x="228" y="157"/>
                    <a:pt x="228" y="120"/>
                  </a:cubicBezTo>
                  <a:cubicBezTo>
                    <a:pt x="228" y="87"/>
                    <a:pt x="207" y="54"/>
                    <a:pt x="191" y="38"/>
                  </a:cubicBezTo>
                  <a:cubicBezTo>
                    <a:pt x="174" y="17"/>
                    <a:pt x="174" y="17"/>
                    <a:pt x="158" y="17"/>
                  </a:cubicBezTo>
                  <a:cubicBezTo>
                    <a:pt x="141" y="1"/>
                    <a:pt x="125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3" name="Google Shape;20663;p55"/>
            <p:cNvSpPr/>
            <p:nvPr/>
          </p:nvSpPr>
          <p:spPr>
            <a:xfrm>
              <a:off x="5099750" y="267710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4" y="0"/>
                  </a:moveTo>
                  <a:cubicBezTo>
                    <a:pt x="54" y="17"/>
                    <a:pt x="1" y="83"/>
                    <a:pt x="17" y="153"/>
                  </a:cubicBezTo>
                  <a:cubicBezTo>
                    <a:pt x="17" y="186"/>
                    <a:pt x="34" y="223"/>
                    <a:pt x="54" y="239"/>
                  </a:cubicBezTo>
                  <a:cubicBezTo>
                    <a:pt x="87" y="256"/>
                    <a:pt x="104" y="256"/>
                    <a:pt x="137" y="256"/>
                  </a:cubicBezTo>
                  <a:cubicBezTo>
                    <a:pt x="207" y="239"/>
                    <a:pt x="240" y="186"/>
                    <a:pt x="223" y="103"/>
                  </a:cubicBezTo>
                  <a:cubicBezTo>
                    <a:pt x="223" y="66"/>
                    <a:pt x="207" y="50"/>
                    <a:pt x="190" y="17"/>
                  </a:cubicBezTo>
                  <a:lnTo>
                    <a:pt x="157" y="17"/>
                  </a:ln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4" name="Google Shape;20664;p55"/>
            <p:cNvSpPr/>
            <p:nvPr/>
          </p:nvSpPr>
          <p:spPr>
            <a:xfrm>
              <a:off x="5122950" y="2486900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12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0" y="150"/>
                    <a:pt x="17" y="220"/>
                    <a:pt x="87" y="253"/>
                  </a:cubicBezTo>
                  <a:lnTo>
                    <a:pt x="136" y="253"/>
                  </a:lnTo>
                  <a:cubicBezTo>
                    <a:pt x="174" y="253"/>
                    <a:pt x="206" y="220"/>
                    <a:pt x="223" y="187"/>
                  </a:cubicBezTo>
                  <a:cubicBezTo>
                    <a:pt x="239" y="133"/>
                    <a:pt x="223" y="84"/>
                    <a:pt x="206" y="47"/>
                  </a:cubicBezTo>
                  <a:cubicBezTo>
                    <a:pt x="190" y="30"/>
                    <a:pt x="174" y="14"/>
                    <a:pt x="157" y="14"/>
                  </a:cubicBezTo>
                  <a:cubicBezTo>
                    <a:pt x="143" y="5"/>
                    <a:pt x="127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5" name="Google Shape;20665;p55"/>
            <p:cNvSpPr/>
            <p:nvPr/>
          </p:nvSpPr>
          <p:spPr>
            <a:xfrm>
              <a:off x="5099350" y="2693200"/>
              <a:ext cx="6400" cy="6600"/>
            </a:xfrm>
            <a:custGeom>
              <a:avLst/>
              <a:gdLst/>
              <a:ahLst/>
              <a:cxnLst/>
              <a:rect l="l" t="t" r="r" b="b"/>
              <a:pathLst>
                <a:path w="256" h="264" extrusionOk="0">
                  <a:moveTo>
                    <a:pt x="111" y="1"/>
                  </a:moveTo>
                  <a:cubicBezTo>
                    <a:pt x="92" y="1"/>
                    <a:pt x="76" y="12"/>
                    <a:pt x="50" y="24"/>
                  </a:cubicBezTo>
                  <a:cubicBezTo>
                    <a:pt x="17" y="78"/>
                    <a:pt x="0" y="160"/>
                    <a:pt x="33" y="214"/>
                  </a:cubicBezTo>
                  <a:cubicBezTo>
                    <a:pt x="50" y="247"/>
                    <a:pt x="87" y="263"/>
                    <a:pt x="120" y="263"/>
                  </a:cubicBezTo>
                  <a:cubicBezTo>
                    <a:pt x="136" y="263"/>
                    <a:pt x="173" y="247"/>
                    <a:pt x="190" y="230"/>
                  </a:cubicBezTo>
                  <a:cubicBezTo>
                    <a:pt x="239" y="181"/>
                    <a:pt x="256" y="111"/>
                    <a:pt x="206" y="41"/>
                  </a:cubicBezTo>
                  <a:cubicBezTo>
                    <a:pt x="206" y="24"/>
                    <a:pt x="190" y="24"/>
                    <a:pt x="173" y="8"/>
                  </a:cubicBezTo>
                  <a:lnTo>
                    <a:pt x="136" y="8"/>
                  </a:lnTo>
                  <a:cubicBezTo>
                    <a:pt x="127" y="3"/>
                    <a:pt x="118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6" name="Google Shape;20666;p55"/>
            <p:cNvSpPr/>
            <p:nvPr/>
          </p:nvSpPr>
          <p:spPr>
            <a:xfrm>
              <a:off x="5124700" y="2562875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27" y="0"/>
                  </a:moveTo>
                  <a:cubicBezTo>
                    <a:pt x="87" y="0"/>
                    <a:pt x="46" y="32"/>
                    <a:pt x="33" y="83"/>
                  </a:cubicBezTo>
                  <a:cubicBezTo>
                    <a:pt x="0" y="154"/>
                    <a:pt x="33" y="219"/>
                    <a:pt x="87" y="257"/>
                  </a:cubicBezTo>
                  <a:cubicBezTo>
                    <a:pt x="99" y="259"/>
                    <a:pt x="110" y="261"/>
                    <a:pt x="121" y="261"/>
                  </a:cubicBezTo>
                  <a:cubicBezTo>
                    <a:pt x="171" y="261"/>
                    <a:pt x="212" y="231"/>
                    <a:pt x="240" y="186"/>
                  </a:cubicBezTo>
                  <a:cubicBezTo>
                    <a:pt x="256" y="116"/>
                    <a:pt x="223" y="34"/>
                    <a:pt x="169" y="13"/>
                  </a:cubicBezTo>
                  <a:cubicBezTo>
                    <a:pt x="156" y="5"/>
                    <a:pt x="142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7" name="Google Shape;20667;p55"/>
            <p:cNvSpPr/>
            <p:nvPr/>
          </p:nvSpPr>
          <p:spPr>
            <a:xfrm>
              <a:off x="5121700" y="25332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7" y="1"/>
                  </a:moveTo>
                  <a:cubicBezTo>
                    <a:pt x="104" y="1"/>
                    <a:pt x="67" y="17"/>
                    <a:pt x="50" y="34"/>
                  </a:cubicBezTo>
                  <a:cubicBezTo>
                    <a:pt x="1" y="87"/>
                    <a:pt x="1" y="153"/>
                    <a:pt x="34" y="223"/>
                  </a:cubicBezTo>
                  <a:cubicBezTo>
                    <a:pt x="50" y="240"/>
                    <a:pt x="83" y="256"/>
                    <a:pt x="104" y="256"/>
                  </a:cubicBezTo>
                  <a:cubicBezTo>
                    <a:pt x="114" y="261"/>
                    <a:pt x="123" y="263"/>
                    <a:pt x="133" y="263"/>
                  </a:cubicBezTo>
                  <a:cubicBezTo>
                    <a:pt x="155" y="263"/>
                    <a:pt x="175" y="251"/>
                    <a:pt x="186" y="240"/>
                  </a:cubicBezTo>
                  <a:cubicBezTo>
                    <a:pt x="207" y="223"/>
                    <a:pt x="224" y="190"/>
                    <a:pt x="224" y="153"/>
                  </a:cubicBezTo>
                  <a:cubicBezTo>
                    <a:pt x="240" y="120"/>
                    <a:pt x="224" y="87"/>
                    <a:pt x="207" y="50"/>
                  </a:cubicBezTo>
                  <a:cubicBezTo>
                    <a:pt x="186" y="34"/>
                    <a:pt x="170" y="17"/>
                    <a:pt x="153" y="17"/>
                  </a:cubicBezTo>
                  <a:lnTo>
                    <a:pt x="1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8" name="Google Shape;20668;p55"/>
            <p:cNvSpPr/>
            <p:nvPr/>
          </p:nvSpPr>
          <p:spPr>
            <a:xfrm>
              <a:off x="5128500" y="2516825"/>
              <a:ext cx="6125" cy="6500"/>
            </a:xfrm>
            <a:custGeom>
              <a:avLst/>
              <a:gdLst/>
              <a:ahLst/>
              <a:cxnLst/>
              <a:rect l="l" t="t" r="r" b="b"/>
              <a:pathLst>
                <a:path w="245" h="260" extrusionOk="0">
                  <a:moveTo>
                    <a:pt x="104" y="0"/>
                  </a:moveTo>
                  <a:cubicBezTo>
                    <a:pt x="71" y="0"/>
                    <a:pt x="55" y="21"/>
                    <a:pt x="38" y="54"/>
                  </a:cubicBezTo>
                  <a:cubicBezTo>
                    <a:pt x="17" y="87"/>
                    <a:pt x="1" y="124"/>
                    <a:pt x="1" y="157"/>
                  </a:cubicBezTo>
                  <a:cubicBezTo>
                    <a:pt x="17" y="190"/>
                    <a:pt x="38" y="227"/>
                    <a:pt x="55" y="243"/>
                  </a:cubicBezTo>
                  <a:cubicBezTo>
                    <a:pt x="71" y="260"/>
                    <a:pt x="104" y="260"/>
                    <a:pt x="141" y="260"/>
                  </a:cubicBezTo>
                  <a:cubicBezTo>
                    <a:pt x="191" y="243"/>
                    <a:pt x="244" y="190"/>
                    <a:pt x="224" y="103"/>
                  </a:cubicBezTo>
                  <a:cubicBezTo>
                    <a:pt x="224" y="70"/>
                    <a:pt x="207" y="54"/>
                    <a:pt x="191" y="21"/>
                  </a:cubicBezTo>
                  <a:lnTo>
                    <a:pt x="158" y="21"/>
                  </a:lnTo>
                  <a:cubicBezTo>
                    <a:pt x="141" y="0"/>
                    <a:pt x="121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9" name="Google Shape;20669;p55"/>
            <p:cNvSpPr/>
            <p:nvPr/>
          </p:nvSpPr>
          <p:spPr>
            <a:xfrm>
              <a:off x="5143150" y="25142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104" y="1"/>
                    <a:pt x="87" y="1"/>
                    <a:pt x="50" y="22"/>
                  </a:cubicBezTo>
                  <a:cubicBezTo>
                    <a:pt x="17" y="71"/>
                    <a:pt x="0" y="158"/>
                    <a:pt x="33" y="207"/>
                  </a:cubicBezTo>
                  <a:cubicBezTo>
                    <a:pt x="50" y="244"/>
                    <a:pt x="87" y="261"/>
                    <a:pt x="120" y="261"/>
                  </a:cubicBezTo>
                  <a:cubicBezTo>
                    <a:pt x="136" y="261"/>
                    <a:pt x="174" y="244"/>
                    <a:pt x="190" y="228"/>
                  </a:cubicBezTo>
                  <a:cubicBezTo>
                    <a:pt x="223" y="207"/>
                    <a:pt x="240" y="174"/>
                    <a:pt x="240" y="141"/>
                  </a:cubicBezTo>
                  <a:cubicBezTo>
                    <a:pt x="240" y="104"/>
                    <a:pt x="240" y="71"/>
                    <a:pt x="207" y="55"/>
                  </a:cubicBezTo>
                  <a:cubicBezTo>
                    <a:pt x="207" y="22"/>
                    <a:pt x="190" y="22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0" name="Google Shape;20670;p55"/>
            <p:cNvSpPr/>
            <p:nvPr/>
          </p:nvSpPr>
          <p:spPr>
            <a:xfrm>
              <a:off x="5139750" y="25611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50" y="17"/>
                    <a:pt x="0" y="83"/>
                    <a:pt x="17" y="153"/>
                  </a:cubicBezTo>
                  <a:cubicBezTo>
                    <a:pt x="17" y="186"/>
                    <a:pt x="33" y="207"/>
                    <a:pt x="66" y="240"/>
                  </a:cubicBezTo>
                  <a:cubicBezTo>
                    <a:pt x="83" y="256"/>
                    <a:pt x="120" y="256"/>
                    <a:pt x="136" y="256"/>
                  </a:cubicBezTo>
                  <a:cubicBezTo>
                    <a:pt x="207" y="240"/>
                    <a:pt x="240" y="170"/>
                    <a:pt x="240" y="104"/>
                  </a:cubicBezTo>
                  <a:cubicBezTo>
                    <a:pt x="223" y="67"/>
                    <a:pt x="207" y="50"/>
                    <a:pt x="186" y="17"/>
                  </a:cubicBezTo>
                  <a:cubicBezTo>
                    <a:pt x="186" y="17"/>
                    <a:pt x="169" y="17"/>
                    <a:pt x="1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1" name="Google Shape;20671;p55"/>
            <p:cNvSpPr/>
            <p:nvPr/>
          </p:nvSpPr>
          <p:spPr>
            <a:xfrm>
              <a:off x="5081300" y="261745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10" y="1"/>
                  </a:moveTo>
                  <a:cubicBezTo>
                    <a:pt x="70" y="1"/>
                    <a:pt x="29" y="33"/>
                    <a:pt x="17" y="81"/>
                  </a:cubicBezTo>
                  <a:cubicBezTo>
                    <a:pt x="1" y="98"/>
                    <a:pt x="1" y="119"/>
                    <a:pt x="1" y="152"/>
                  </a:cubicBezTo>
                  <a:cubicBezTo>
                    <a:pt x="17" y="185"/>
                    <a:pt x="34" y="238"/>
                    <a:pt x="87" y="255"/>
                  </a:cubicBezTo>
                  <a:cubicBezTo>
                    <a:pt x="96" y="259"/>
                    <a:pt x="105" y="261"/>
                    <a:pt x="114" y="261"/>
                  </a:cubicBezTo>
                  <a:cubicBezTo>
                    <a:pt x="138" y="261"/>
                    <a:pt x="163" y="246"/>
                    <a:pt x="190" y="222"/>
                  </a:cubicBezTo>
                  <a:cubicBezTo>
                    <a:pt x="207" y="222"/>
                    <a:pt x="207" y="201"/>
                    <a:pt x="223" y="185"/>
                  </a:cubicBezTo>
                  <a:cubicBezTo>
                    <a:pt x="240" y="119"/>
                    <a:pt x="207" y="32"/>
                    <a:pt x="153" y="15"/>
                  </a:cubicBezTo>
                  <a:cubicBezTo>
                    <a:pt x="140" y="5"/>
                    <a:pt x="125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2" name="Google Shape;20672;p55"/>
            <p:cNvSpPr/>
            <p:nvPr/>
          </p:nvSpPr>
          <p:spPr>
            <a:xfrm>
              <a:off x="5166350" y="2483825"/>
              <a:ext cx="2175" cy="1275"/>
            </a:xfrm>
            <a:custGeom>
              <a:avLst/>
              <a:gdLst/>
              <a:ahLst/>
              <a:cxnLst/>
              <a:rect l="l" t="t" r="r" b="b"/>
              <a:pathLst>
                <a:path w="87" h="51" extrusionOk="0">
                  <a:moveTo>
                    <a:pt x="0" y="1"/>
                  </a:moveTo>
                  <a:cubicBezTo>
                    <a:pt x="0" y="17"/>
                    <a:pt x="0" y="17"/>
                    <a:pt x="17" y="17"/>
                  </a:cubicBezTo>
                  <a:cubicBezTo>
                    <a:pt x="33" y="34"/>
                    <a:pt x="50" y="50"/>
                    <a:pt x="87" y="50"/>
                  </a:cubicBezTo>
                  <a:cubicBezTo>
                    <a:pt x="50" y="34"/>
                    <a:pt x="17" y="1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3" name="Google Shape;20673;p55"/>
            <p:cNvSpPr/>
            <p:nvPr/>
          </p:nvSpPr>
          <p:spPr>
            <a:xfrm>
              <a:off x="5118625" y="2627900"/>
              <a:ext cx="6100" cy="6650"/>
            </a:xfrm>
            <a:custGeom>
              <a:avLst/>
              <a:gdLst/>
              <a:ahLst/>
              <a:cxnLst/>
              <a:rect l="l" t="t" r="r" b="b"/>
              <a:pathLst>
                <a:path w="244" h="266" extrusionOk="0">
                  <a:moveTo>
                    <a:pt x="123" y="1"/>
                  </a:moveTo>
                  <a:cubicBezTo>
                    <a:pt x="117" y="1"/>
                    <a:pt x="110" y="3"/>
                    <a:pt x="103" y="10"/>
                  </a:cubicBezTo>
                  <a:cubicBezTo>
                    <a:pt x="37" y="10"/>
                    <a:pt x="0" y="76"/>
                    <a:pt x="0" y="146"/>
                  </a:cubicBezTo>
                  <a:cubicBezTo>
                    <a:pt x="21" y="179"/>
                    <a:pt x="37" y="216"/>
                    <a:pt x="54" y="232"/>
                  </a:cubicBezTo>
                  <a:cubicBezTo>
                    <a:pt x="70" y="249"/>
                    <a:pt x="103" y="265"/>
                    <a:pt x="140" y="265"/>
                  </a:cubicBezTo>
                  <a:cubicBezTo>
                    <a:pt x="190" y="249"/>
                    <a:pt x="243" y="179"/>
                    <a:pt x="227" y="113"/>
                  </a:cubicBezTo>
                  <a:cubicBezTo>
                    <a:pt x="227" y="76"/>
                    <a:pt x="206" y="43"/>
                    <a:pt x="190" y="26"/>
                  </a:cubicBezTo>
                  <a:cubicBezTo>
                    <a:pt x="173" y="26"/>
                    <a:pt x="173" y="10"/>
                    <a:pt x="157" y="10"/>
                  </a:cubicBezTo>
                  <a:cubicBezTo>
                    <a:pt x="146" y="10"/>
                    <a:pt x="135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4" name="Google Shape;20674;p55"/>
            <p:cNvSpPr/>
            <p:nvPr/>
          </p:nvSpPr>
          <p:spPr>
            <a:xfrm>
              <a:off x="5223025" y="25322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4" y="0"/>
                  </a:moveTo>
                  <a:cubicBezTo>
                    <a:pt x="50" y="21"/>
                    <a:pt x="1" y="87"/>
                    <a:pt x="17" y="157"/>
                  </a:cubicBezTo>
                  <a:cubicBezTo>
                    <a:pt x="17" y="190"/>
                    <a:pt x="34" y="227"/>
                    <a:pt x="50" y="244"/>
                  </a:cubicBezTo>
                  <a:cubicBezTo>
                    <a:pt x="76" y="255"/>
                    <a:pt x="92" y="267"/>
                    <a:pt x="111" y="267"/>
                  </a:cubicBezTo>
                  <a:cubicBezTo>
                    <a:pt x="119" y="267"/>
                    <a:pt x="127" y="265"/>
                    <a:pt x="137" y="260"/>
                  </a:cubicBezTo>
                  <a:cubicBezTo>
                    <a:pt x="174" y="260"/>
                    <a:pt x="190" y="244"/>
                    <a:pt x="207" y="207"/>
                  </a:cubicBezTo>
                  <a:cubicBezTo>
                    <a:pt x="223" y="190"/>
                    <a:pt x="240" y="157"/>
                    <a:pt x="223" y="124"/>
                  </a:cubicBezTo>
                  <a:cubicBezTo>
                    <a:pt x="223" y="87"/>
                    <a:pt x="207" y="54"/>
                    <a:pt x="190" y="38"/>
                  </a:cubicBezTo>
                  <a:cubicBezTo>
                    <a:pt x="174" y="21"/>
                    <a:pt x="174" y="21"/>
                    <a:pt x="153" y="21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5" name="Google Shape;20675;p55"/>
            <p:cNvSpPr/>
            <p:nvPr/>
          </p:nvSpPr>
          <p:spPr>
            <a:xfrm>
              <a:off x="5122950" y="270367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3" y="1"/>
                  </a:moveTo>
                  <a:cubicBezTo>
                    <a:pt x="70" y="17"/>
                    <a:pt x="33" y="34"/>
                    <a:pt x="1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17" y="190"/>
                    <a:pt x="17" y="223"/>
                    <a:pt x="54" y="240"/>
                  </a:cubicBezTo>
                  <a:cubicBezTo>
                    <a:pt x="66" y="252"/>
                    <a:pt x="85" y="265"/>
                    <a:pt x="107" y="265"/>
                  </a:cubicBezTo>
                  <a:cubicBezTo>
                    <a:pt x="117" y="265"/>
                    <a:pt x="127" y="263"/>
                    <a:pt x="136" y="256"/>
                  </a:cubicBezTo>
                  <a:cubicBezTo>
                    <a:pt x="190" y="256"/>
                    <a:pt x="239" y="190"/>
                    <a:pt x="223" y="120"/>
                  </a:cubicBezTo>
                  <a:cubicBezTo>
                    <a:pt x="223" y="87"/>
                    <a:pt x="206" y="50"/>
                    <a:pt x="174" y="34"/>
                  </a:cubicBezTo>
                  <a:cubicBezTo>
                    <a:pt x="174" y="17"/>
                    <a:pt x="157" y="17"/>
                    <a:pt x="157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6" name="Google Shape;20676;p55"/>
            <p:cNvSpPr/>
            <p:nvPr/>
          </p:nvSpPr>
          <p:spPr>
            <a:xfrm>
              <a:off x="5231575" y="254475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4" y="0"/>
                  </a:moveTo>
                  <a:cubicBezTo>
                    <a:pt x="38" y="17"/>
                    <a:pt x="1" y="87"/>
                    <a:pt x="1" y="157"/>
                  </a:cubicBezTo>
                  <a:cubicBezTo>
                    <a:pt x="17" y="190"/>
                    <a:pt x="38" y="206"/>
                    <a:pt x="54" y="244"/>
                  </a:cubicBezTo>
                  <a:cubicBezTo>
                    <a:pt x="71" y="260"/>
                    <a:pt x="104" y="260"/>
                    <a:pt x="141" y="260"/>
                  </a:cubicBezTo>
                  <a:cubicBezTo>
                    <a:pt x="174" y="260"/>
                    <a:pt x="191" y="244"/>
                    <a:pt x="207" y="206"/>
                  </a:cubicBezTo>
                  <a:cubicBezTo>
                    <a:pt x="224" y="174"/>
                    <a:pt x="224" y="141"/>
                    <a:pt x="224" y="103"/>
                  </a:cubicBezTo>
                  <a:cubicBezTo>
                    <a:pt x="224" y="70"/>
                    <a:pt x="207" y="54"/>
                    <a:pt x="191" y="17"/>
                  </a:cubicBezTo>
                  <a:cubicBezTo>
                    <a:pt x="174" y="17"/>
                    <a:pt x="174" y="17"/>
                    <a:pt x="1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7" name="Google Shape;20677;p55"/>
            <p:cNvSpPr/>
            <p:nvPr/>
          </p:nvSpPr>
          <p:spPr>
            <a:xfrm>
              <a:off x="5224275" y="256195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3" y="1"/>
                  </a:moveTo>
                  <a:cubicBezTo>
                    <a:pt x="54" y="17"/>
                    <a:pt x="0" y="87"/>
                    <a:pt x="21" y="153"/>
                  </a:cubicBezTo>
                  <a:cubicBezTo>
                    <a:pt x="21" y="191"/>
                    <a:pt x="37" y="223"/>
                    <a:pt x="54" y="240"/>
                  </a:cubicBezTo>
                  <a:cubicBezTo>
                    <a:pt x="87" y="256"/>
                    <a:pt x="124" y="256"/>
                    <a:pt x="140" y="256"/>
                  </a:cubicBezTo>
                  <a:cubicBezTo>
                    <a:pt x="206" y="256"/>
                    <a:pt x="243" y="191"/>
                    <a:pt x="243" y="104"/>
                  </a:cubicBezTo>
                  <a:cubicBezTo>
                    <a:pt x="227" y="87"/>
                    <a:pt x="206" y="50"/>
                    <a:pt x="190" y="34"/>
                  </a:cubicBezTo>
                  <a:cubicBezTo>
                    <a:pt x="190" y="17"/>
                    <a:pt x="173" y="17"/>
                    <a:pt x="173" y="17"/>
                  </a:cubicBezTo>
                  <a:cubicBezTo>
                    <a:pt x="157" y="1"/>
                    <a:pt x="12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8" name="Google Shape;20678;p55"/>
            <p:cNvSpPr/>
            <p:nvPr/>
          </p:nvSpPr>
          <p:spPr>
            <a:xfrm>
              <a:off x="5110475" y="2613500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41" y="0"/>
                  </a:moveTo>
                  <a:cubicBezTo>
                    <a:pt x="104" y="0"/>
                    <a:pt x="87" y="0"/>
                    <a:pt x="54" y="33"/>
                  </a:cubicBezTo>
                  <a:cubicBezTo>
                    <a:pt x="0" y="70"/>
                    <a:pt x="0" y="153"/>
                    <a:pt x="38" y="206"/>
                  </a:cubicBezTo>
                  <a:cubicBezTo>
                    <a:pt x="54" y="239"/>
                    <a:pt x="87" y="256"/>
                    <a:pt x="120" y="256"/>
                  </a:cubicBezTo>
                  <a:cubicBezTo>
                    <a:pt x="141" y="256"/>
                    <a:pt x="174" y="256"/>
                    <a:pt x="190" y="223"/>
                  </a:cubicBezTo>
                  <a:cubicBezTo>
                    <a:pt x="223" y="206"/>
                    <a:pt x="223" y="173"/>
                    <a:pt x="244" y="136"/>
                  </a:cubicBezTo>
                  <a:cubicBezTo>
                    <a:pt x="244" y="103"/>
                    <a:pt x="223" y="70"/>
                    <a:pt x="207" y="50"/>
                  </a:cubicBezTo>
                  <a:cubicBezTo>
                    <a:pt x="207" y="33"/>
                    <a:pt x="190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9" name="Google Shape;20679;p55"/>
            <p:cNvSpPr/>
            <p:nvPr/>
          </p:nvSpPr>
          <p:spPr>
            <a:xfrm>
              <a:off x="5112225" y="25683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0"/>
                  </a:moveTo>
                  <a:cubicBezTo>
                    <a:pt x="50" y="21"/>
                    <a:pt x="1" y="71"/>
                    <a:pt x="17" y="157"/>
                  </a:cubicBezTo>
                  <a:cubicBezTo>
                    <a:pt x="17" y="190"/>
                    <a:pt x="34" y="207"/>
                    <a:pt x="50" y="244"/>
                  </a:cubicBezTo>
                  <a:cubicBezTo>
                    <a:pt x="87" y="260"/>
                    <a:pt x="104" y="260"/>
                    <a:pt x="137" y="260"/>
                  </a:cubicBezTo>
                  <a:cubicBezTo>
                    <a:pt x="207" y="244"/>
                    <a:pt x="240" y="174"/>
                    <a:pt x="223" y="104"/>
                  </a:cubicBezTo>
                  <a:cubicBezTo>
                    <a:pt x="223" y="71"/>
                    <a:pt x="207" y="54"/>
                    <a:pt x="190" y="21"/>
                  </a:cubicBezTo>
                  <a:cubicBezTo>
                    <a:pt x="174" y="21"/>
                    <a:pt x="174" y="21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0" name="Google Shape;20680;p55"/>
            <p:cNvSpPr/>
            <p:nvPr/>
          </p:nvSpPr>
          <p:spPr>
            <a:xfrm>
              <a:off x="5113475" y="264360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40" y="0"/>
                  </a:moveTo>
                  <a:cubicBezTo>
                    <a:pt x="103" y="0"/>
                    <a:pt x="70" y="17"/>
                    <a:pt x="54" y="33"/>
                  </a:cubicBezTo>
                  <a:cubicBezTo>
                    <a:pt x="0" y="83"/>
                    <a:pt x="0" y="153"/>
                    <a:pt x="37" y="223"/>
                  </a:cubicBezTo>
                  <a:cubicBezTo>
                    <a:pt x="54" y="239"/>
                    <a:pt x="87" y="256"/>
                    <a:pt x="103" y="256"/>
                  </a:cubicBezTo>
                  <a:cubicBezTo>
                    <a:pt x="114" y="261"/>
                    <a:pt x="124" y="263"/>
                    <a:pt x="134" y="263"/>
                  </a:cubicBezTo>
                  <a:cubicBezTo>
                    <a:pt x="158" y="263"/>
                    <a:pt x="178" y="251"/>
                    <a:pt x="190" y="239"/>
                  </a:cubicBezTo>
                  <a:cubicBezTo>
                    <a:pt x="243" y="186"/>
                    <a:pt x="243" y="103"/>
                    <a:pt x="206" y="50"/>
                  </a:cubicBezTo>
                  <a:cubicBezTo>
                    <a:pt x="190" y="33"/>
                    <a:pt x="173" y="17"/>
                    <a:pt x="157" y="17"/>
                  </a:cubicBezTo>
                  <a:lnTo>
                    <a:pt x="1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1" name="Google Shape;20681;p55"/>
            <p:cNvSpPr/>
            <p:nvPr/>
          </p:nvSpPr>
          <p:spPr>
            <a:xfrm>
              <a:off x="5122525" y="266102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8" y="0"/>
                  </a:moveTo>
                  <a:cubicBezTo>
                    <a:pt x="83" y="0"/>
                    <a:pt x="31" y="35"/>
                    <a:pt x="17" y="91"/>
                  </a:cubicBezTo>
                  <a:cubicBezTo>
                    <a:pt x="1" y="161"/>
                    <a:pt x="17" y="231"/>
                    <a:pt x="71" y="264"/>
                  </a:cubicBezTo>
                  <a:cubicBezTo>
                    <a:pt x="82" y="267"/>
                    <a:pt x="94" y="268"/>
                    <a:pt x="105" y="268"/>
                  </a:cubicBezTo>
                  <a:cubicBezTo>
                    <a:pt x="159" y="268"/>
                    <a:pt x="210" y="235"/>
                    <a:pt x="223" y="177"/>
                  </a:cubicBezTo>
                  <a:cubicBezTo>
                    <a:pt x="240" y="107"/>
                    <a:pt x="207" y="41"/>
                    <a:pt x="153" y="4"/>
                  </a:cubicBezTo>
                  <a:cubicBezTo>
                    <a:pt x="146" y="1"/>
                    <a:pt x="137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2" name="Google Shape;20682;p55"/>
            <p:cNvSpPr/>
            <p:nvPr/>
          </p:nvSpPr>
          <p:spPr>
            <a:xfrm>
              <a:off x="5114400" y="25182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94" y="0"/>
                  </a:moveTo>
                  <a:cubicBezTo>
                    <a:pt x="53" y="0"/>
                    <a:pt x="12" y="32"/>
                    <a:pt x="0" y="83"/>
                  </a:cubicBezTo>
                  <a:lnTo>
                    <a:pt x="0" y="133"/>
                  </a:lnTo>
                  <a:cubicBezTo>
                    <a:pt x="0" y="186"/>
                    <a:pt x="17" y="236"/>
                    <a:pt x="66" y="252"/>
                  </a:cubicBezTo>
                  <a:cubicBezTo>
                    <a:pt x="76" y="258"/>
                    <a:pt x="88" y="261"/>
                    <a:pt x="99" y="261"/>
                  </a:cubicBezTo>
                  <a:cubicBezTo>
                    <a:pt x="128" y="261"/>
                    <a:pt x="157" y="243"/>
                    <a:pt x="169" y="219"/>
                  </a:cubicBezTo>
                  <a:cubicBezTo>
                    <a:pt x="190" y="219"/>
                    <a:pt x="206" y="203"/>
                    <a:pt x="206" y="170"/>
                  </a:cubicBezTo>
                  <a:cubicBezTo>
                    <a:pt x="223" y="116"/>
                    <a:pt x="206" y="30"/>
                    <a:pt x="136" y="13"/>
                  </a:cubicBezTo>
                  <a:cubicBezTo>
                    <a:pt x="123" y="4"/>
                    <a:pt x="108" y="0"/>
                    <a:pt x="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3" name="Google Shape;20683;p55"/>
            <p:cNvSpPr/>
            <p:nvPr/>
          </p:nvSpPr>
          <p:spPr>
            <a:xfrm>
              <a:off x="5116975" y="2548100"/>
              <a:ext cx="6400" cy="6675"/>
            </a:xfrm>
            <a:custGeom>
              <a:avLst/>
              <a:gdLst/>
              <a:ahLst/>
              <a:cxnLst/>
              <a:rect l="l" t="t" r="r" b="b"/>
              <a:pathLst>
                <a:path w="256" h="267" extrusionOk="0">
                  <a:moveTo>
                    <a:pt x="134" y="1"/>
                  </a:moveTo>
                  <a:cubicBezTo>
                    <a:pt x="84" y="1"/>
                    <a:pt x="44" y="35"/>
                    <a:pt x="17" y="89"/>
                  </a:cubicBezTo>
                  <a:cubicBezTo>
                    <a:pt x="0" y="159"/>
                    <a:pt x="33" y="229"/>
                    <a:pt x="87" y="262"/>
                  </a:cubicBezTo>
                  <a:cubicBezTo>
                    <a:pt x="95" y="265"/>
                    <a:pt x="104" y="266"/>
                    <a:pt x="114" y="266"/>
                  </a:cubicBezTo>
                  <a:cubicBezTo>
                    <a:pt x="159" y="266"/>
                    <a:pt x="209" y="234"/>
                    <a:pt x="223" y="176"/>
                  </a:cubicBezTo>
                  <a:cubicBezTo>
                    <a:pt x="256" y="110"/>
                    <a:pt x="223" y="40"/>
                    <a:pt x="169" y="7"/>
                  </a:cubicBezTo>
                  <a:cubicBezTo>
                    <a:pt x="157" y="3"/>
                    <a:pt x="145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4" name="Google Shape;20684;p55"/>
            <p:cNvSpPr/>
            <p:nvPr/>
          </p:nvSpPr>
          <p:spPr>
            <a:xfrm>
              <a:off x="5118625" y="25829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54" y="1"/>
                    <a:pt x="0" y="71"/>
                    <a:pt x="21" y="137"/>
                  </a:cubicBezTo>
                  <a:cubicBezTo>
                    <a:pt x="21" y="224"/>
                    <a:pt x="87" y="261"/>
                    <a:pt x="140" y="261"/>
                  </a:cubicBezTo>
                  <a:cubicBezTo>
                    <a:pt x="173" y="240"/>
                    <a:pt x="190" y="224"/>
                    <a:pt x="206" y="207"/>
                  </a:cubicBezTo>
                  <a:cubicBezTo>
                    <a:pt x="227" y="174"/>
                    <a:pt x="243" y="137"/>
                    <a:pt x="243" y="104"/>
                  </a:cubicBezTo>
                  <a:cubicBezTo>
                    <a:pt x="227" y="71"/>
                    <a:pt x="206" y="34"/>
                    <a:pt x="190" y="17"/>
                  </a:cubicBezTo>
                  <a:cubicBezTo>
                    <a:pt x="190" y="17"/>
                    <a:pt x="173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5" name="Google Shape;20685;p55"/>
            <p:cNvSpPr/>
            <p:nvPr/>
          </p:nvSpPr>
          <p:spPr>
            <a:xfrm>
              <a:off x="5117375" y="259845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4" y="0"/>
                  </a:moveTo>
                  <a:cubicBezTo>
                    <a:pt x="34" y="0"/>
                    <a:pt x="1" y="70"/>
                    <a:pt x="1" y="136"/>
                  </a:cubicBezTo>
                  <a:cubicBezTo>
                    <a:pt x="17" y="174"/>
                    <a:pt x="17" y="207"/>
                    <a:pt x="50" y="223"/>
                  </a:cubicBezTo>
                  <a:cubicBezTo>
                    <a:pt x="71" y="260"/>
                    <a:pt x="104" y="260"/>
                    <a:pt x="137" y="260"/>
                  </a:cubicBezTo>
                  <a:cubicBezTo>
                    <a:pt x="153" y="239"/>
                    <a:pt x="190" y="223"/>
                    <a:pt x="207" y="207"/>
                  </a:cubicBezTo>
                  <a:cubicBezTo>
                    <a:pt x="223" y="174"/>
                    <a:pt x="223" y="136"/>
                    <a:pt x="223" y="103"/>
                  </a:cubicBezTo>
                  <a:cubicBezTo>
                    <a:pt x="223" y="70"/>
                    <a:pt x="207" y="33"/>
                    <a:pt x="174" y="17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6" name="Google Shape;20686;p55"/>
            <p:cNvSpPr/>
            <p:nvPr/>
          </p:nvSpPr>
          <p:spPr>
            <a:xfrm>
              <a:off x="5093375" y="24932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3" y="1"/>
                  </a:moveTo>
                  <a:cubicBezTo>
                    <a:pt x="66" y="17"/>
                    <a:pt x="50" y="38"/>
                    <a:pt x="33" y="54"/>
                  </a:cubicBezTo>
                  <a:cubicBezTo>
                    <a:pt x="17" y="87"/>
                    <a:pt x="0" y="120"/>
                    <a:pt x="0" y="158"/>
                  </a:cubicBezTo>
                  <a:cubicBezTo>
                    <a:pt x="17" y="191"/>
                    <a:pt x="33" y="224"/>
                    <a:pt x="50" y="244"/>
                  </a:cubicBezTo>
                  <a:cubicBezTo>
                    <a:pt x="61" y="256"/>
                    <a:pt x="83" y="267"/>
                    <a:pt x="107" y="267"/>
                  </a:cubicBezTo>
                  <a:cubicBezTo>
                    <a:pt x="116" y="267"/>
                    <a:pt x="126" y="265"/>
                    <a:pt x="136" y="261"/>
                  </a:cubicBezTo>
                  <a:cubicBezTo>
                    <a:pt x="186" y="261"/>
                    <a:pt x="239" y="191"/>
                    <a:pt x="223" y="120"/>
                  </a:cubicBezTo>
                  <a:cubicBezTo>
                    <a:pt x="223" y="87"/>
                    <a:pt x="206" y="54"/>
                    <a:pt x="186" y="38"/>
                  </a:cubicBezTo>
                  <a:cubicBezTo>
                    <a:pt x="169" y="17"/>
                    <a:pt x="169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7" name="Google Shape;20687;p55"/>
            <p:cNvSpPr/>
            <p:nvPr/>
          </p:nvSpPr>
          <p:spPr>
            <a:xfrm>
              <a:off x="5078325" y="24953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33" y="17"/>
                    <a:pt x="0" y="71"/>
                    <a:pt x="17" y="157"/>
                  </a:cubicBezTo>
                  <a:cubicBezTo>
                    <a:pt x="17" y="190"/>
                    <a:pt x="33" y="207"/>
                    <a:pt x="50" y="240"/>
                  </a:cubicBezTo>
                  <a:cubicBezTo>
                    <a:pt x="66" y="260"/>
                    <a:pt x="103" y="260"/>
                    <a:pt x="136" y="260"/>
                  </a:cubicBezTo>
                  <a:cubicBezTo>
                    <a:pt x="190" y="240"/>
                    <a:pt x="239" y="174"/>
                    <a:pt x="223" y="104"/>
                  </a:cubicBezTo>
                  <a:cubicBezTo>
                    <a:pt x="223" y="71"/>
                    <a:pt x="206" y="33"/>
                    <a:pt x="190" y="17"/>
                  </a:cubicBezTo>
                  <a:cubicBezTo>
                    <a:pt x="169" y="17"/>
                    <a:pt x="169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8" name="Google Shape;20688;p55"/>
            <p:cNvSpPr/>
            <p:nvPr/>
          </p:nvSpPr>
          <p:spPr>
            <a:xfrm>
              <a:off x="5085625" y="247815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4" y="1"/>
                  </a:moveTo>
                  <a:cubicBezTo>
                    <a:pt x="34" y="1"/>
                    <a:pt x="1" y="71"/>
                    <a:pt x="1" y="141"/>
                  </a:cubicBezTo>
                  <a:cubicBezTo>
                    <a:pt x="1" y="174"/>
                    <a:pt x="17" y="207"/>
                    <a:pt x="50" y="228"/>
                  </a:cubicBezTo>
                  <a:cubicBezTo>
                    <a:pt x="67" y="261"/>
                    <a:pt x="104" y="261"/>
                    <a:pt x="120" y="261"/>
                  </a:cubicBezTo>
                  <a:cubicBezTo>
                    <a:pt x="153" y="244"/>
                    <a:pt x="186" y="228"/>
                    <a:pt x="207" y="207"/>
                  </a:cubicBezTo>
                  <a:cubicBezTo>
                    <a:pt x="223" y="174"/>
                    <a:pt x="223" y="141"/>
                    <a:pt x="223" y="104"/>
                  </a:cubicBezTo>
                  <a:cubicBezTo>
                    <a:pt x="223" y="71"/>
                    <a:pt x="207" y="38"/>
                    <a:pt x="170" y="22"/>
                  </a:cubicBezTo>
                  <a:lnTo>
                    <a:pt x="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9" name="Google Shape;20689;p55"/>
            <p:cNvSpPr/>
            <p:nvPr/>
          </p:nvSpPr>
          <p:spPr>
            <a:xfrm>
              <a:off x="5088625" y="25106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1"/>
                  </a:moveTo>
                  <a:cubicBezTo>
                    <a:pt x="114" y="1"/>
                    <a:pt x="109" y="2"/>
                    <a:pt x="103" y="8"/>
                  </a:cubicBezTo>
                  <a:lnTo>
                    <a:pt x="66" y="8"/>
                  </a:lnTo>
                  <a:cubicBezTo>
                    <a:pt x="33" y="41"/>
                    <a:pt x="0" y="94"/>
                    <a:pt x="17" y="144"/>
                  </a:cubicBezTo>
                  <a:cubicBezTo>
                    <a:pt x="17" y="181"/>
                    <a:pt x="33" y="214"/>
                    <a:pt x="50" y="231"/>
                  </a:cubicBezTo>
                  <a:cubicBezTo>
                    <a:pt x="66" y="268"/>
                    <a:pt x="103" y="268"/>
                    <a:pt x="136" y="268"/>
                  </a:cubicBezTo>
                  <a:cubicBezTo>
                    <a:pt x="190" y="247"/>
                    <a:pt x="240" y="181"/>
                    <a:pt x="223" y="111"/>
                  </a:cubicBezTo>
                  <a:lnTo>
                    <a:pt x="223" y="78"/>
                  </a:lnTo>
                  <a:cubicBezTo>
                    <a:pt x="207" y="41"/>
                    <a:pt x="190" y="24"/>
                    <a:pt x="153" y="8"/>
                  </a:cubicBezTo>
                  <a:cubicBezTo>
                    <a:pt x="142" y="8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0" name="Google Shape;20690;p55"/>
            <p:cNvSpPr/>
            <p:nvPr/>
          </p:nvSpPr>
          <p:spPr>
            <a:xfrm>
              <a:off x="5064100" y="2452900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20" y="1"/>
                  </a:moveTo>
                  <a:cubicBezTo>
                    <a:pt x="103" y="1"/>
                    <a:pt x="70" y="17"/>
                    <a:pt x="54" y="34"/>
                  </a:cubicBezTo>
                  <a:cubicBezTo>
                    <a:pt x="17" y="50"/>
                    <a:pt x="0" y="83"/>
                    <a:pt x="0" y="120"/>
                  </a:cubicBezTo>
                  <a:cubicBezTo>
                    <a:pt x="0" y="153"/>
                    <a:pt x="17" y="186"/>
                    <a:pt x="37" y="223"/>
                  </a:cubicBezTo>
                  <a:cubicBezTo>
                    <a:pt x="54" y="240"/>
                    <a:pt x="70" y="256"/>
                    <a:pt x="103" y="256"/>
                  </a:cubicBezTo>
                  <a:cubicBezTo>
                    <a:pt x="114" y="261"/>
                    <a:pt x="123" y="263"/>
                    <a:pt x="131" y="263"/>
                  </a:cubicBezTo>
                  <a:cubicBezTo>
                    <a:pt x="151" y="263"/>
                    <a:pt x="167" y="252"/>
                    <a:pt x="190" y="240"/>
                  </a:cubicBezTo>
                  <a:cubicBezTo>
                    <a:pt x="223" y="186"/>
                    <a:pt x="243" y="104"/>
                    <a:pt x="206" y="50"/>
                  </a:cubicBezTo>
                  <a:cubicBezTo>
                    <a:pt x="190" y="34"/>
                    <a:pt x="173" y="17"/>
                    <a:pt x="157" y="17"/>
                  </a:cubicBezTo>
                  <a:cubicBezTo>
                    <a:pt x="157" y="1"/>
                    <a:pt x="140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1" name="Google Shape;20691;p55"/>
            <p:cNvSpPr/>
            <p:nvPr/>
          </p:nvSpPr>
          <p:spPr>
            <a:xfrm>
              <a:off x="5082125" y="2528550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13" y="1"/>
                  </a:moveTo>
                  <a:cubicBezTo>
                    <a:pt x="72" y="1"/>
                    <a:pt x="32" y="32"/>
                    <a:pt x="17" y="84"/>
                  </a:cubicBezTo>
                  <a:cubicBezTo>
                    <a:pt x="1" y="149"/>
                    <a:pt x="17" y="220"/>
                    <a:pt x="87" y="253"/>
                  </a:cubicBezTo>
                  <a:cubicBezTo>
                    <a:pt x="97" y="256"/>
                    <a:pt x="108" y="258"/>
                    <a:pt x="118" y="258"/>
                  </a:cubicBezTo>
                  <a:cubicBezTo>
                    <a:pt x="164" y="258"/>
                    <a:pt x="210" y="224"/>
                    <a:pt x="223" y="170"/>
                  </a:cubicBezTo>
                  <a:cubicBezTo>
                    <a:pt x="244" y="116"/>
                    <a:pt x="207" y="30"/>
                    <a:pt x="157" y="13"/>
                  </a:cubicBezTo>
                  <a:cubicBezTo>
                    <a:pt x="143" y="5"/>
                    <a:pt x="128" y="1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2" name="Google Shape;20692;p55"/>
            <p:cNvSpPr/>
            <p:nvPr/>
          </p:nvSpPr>
          <p:spPr>
            <a:xfrm>
              <a:off x="5097600" y="2569700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103" y="0"/>
                  </a:moveTo>
                  <a:cubicBezTo>
                    <a:pt x="37" y="0"/>
                    <a:pt x="0" y="70"/>
                    <a:pt x="0" y="136"/>
                  </a:cubicBezTo>
                  <a:cubicBezTo>
                    <a:pt x="17" y="190"/>
                    <a:pt x="37" y="223"/>
                    <a:pt x="70" y="239"/>
                  </a:cubicBezTo>
                  <a:cubicBezTo>
                    <a:pt x="87" y="239"/>
                    <a:pt x="103" y="256"/>
                    <a:pt x="140" y="256"/>
                  </a:cubicBezTo>
                  <a:cubicBezTo>
                    <a:pt x="157" y="239"/>
                    <a:pt x="190" y="223"/>
                    <a:pt x="206" y="206"/>
                  </a:cubicBezTo>
                  <a:cubicBezTo>
                    <a:pt x="223" y="173"/>
                    <a:pt x="223" y="136"/>
                    <a:pt x="223" y="103"/>
                  </a:cubicBezTo>
                  <a:cubicBezTo>
                    <a:pt x="223" y="70"/>
                    <a:pt x="206" y="33"/>
                    <a:pt x="190" y="17"/>
                  </a:cubicBezTo>
                  <a:cubicBezTo>
                    <a:pt x="173" y="17"/>
                    <a:pt x="173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3" name="Google Shape;20693;p55"/>
            <p:cNvSpPr/>
            <p:nvPr/>
          </p:nvSpPr>
          <p:spPr>
            <a:xfrm>
              <a:off x="5219125" y="2577825"/>
              <a:ext cx="6500" cy="6525"/>
            </a:xfrm>
            <a:custGeom>
              <a:avLst/>
              <a:gdLst/>
              <a:ahLst/>
              <a:cxnLst/>
              <a:rect l="l" t="t" r="r" b="b"/>
              <a:pathLst>
                <a:path w="260" h="261" extrusionOk="0">
                  <a:moveTo>
                    <a:pt x="140" y="1"/>
                  </a:moveTo>
                  <a:cubicBezTo>
                    <a:pt x="103" y="1"/>
                    <a:pt x="87" y="1"/>
                    <a:pt x="54" y="17"/>
                  </a:cubicBezTo>
                  <a:cubicBezTo>
                    <a:pt x="21" y="71"/>
                    <a:pt x="0" y="157"/>
                    <a:pt x="37" y="207"/>
                  </a:cubicBezTo>
                  <a:cubicBezTo>
                    <a:pt x="54" y="240"/>
                    <a:pt x="87" y="261"/>
                    <a:pt x="124" y="261"/>
                  </a:cubicBezTo>
                  <a:cubicBezTo>
                    <a:pt x="140" y="261"/>
                    <a:pt x="173" y="261"/>
                    <a:pt x="190" y="223"/>
                  </a:cubicBezTo>
                  <a:cubicBezTo>
                    <a:pt x="243" y="190"/>
                    <a:pt x="260" y="104"/>
                    <a:pt x="206" y="54"/>
                  </a:cubicBezTo>
                  <a:cubicBezTo>
                    <a:pt x="206" y="34"/>
                    <a:pt x="190" y="17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4" name="Google Shape;20694;p55"/>
            <p:cNvSpPr/>
            <p:nvPr/>
          </p:nvSpPr>
          <p:spPr>
            <a:xfrm>
              <a:off x="5091600" y="2461475"/>
              <a:ext cx="6425" cy="6400"/>
            </a:xfrm>
            <a:custGeom>
              <a:avLst/>
              <a:gdLst/>
              <a:ahLst/>
              <a:cxnLst/>
              <a:rect l="l" t="t" r="r" b="b"/>
              <a:pathLst>
                <a:path w="257" h="256" extrusionOk="0">
                  <a:moveTo>
                    <a:pt x="137" y="0"/>
                  </a:moveTo>
                  <a:cubicBezTo>
                    <a:pt x="121" y="0"/>
                    <a:pt x="88" y="0"/>
                    <a:pt x="71" y="17"/>
                  </a:cubicBezTo>
                  <a:cubicBezTo>
                    <a:pt x="17" y="70"/>
                    <a:pt x="1" y="153"/>
                    <a:pt x="50" y="206"/>
                  </a:cubicBezTo>
                  <a:cubicBezTo>
                    <a:pt x="71" y="239"/>
                    <a:pt x="88" y="256"/>
                    <a:pt x="121" y="256"/>
                  </a:cubicBezTo>
                  <a:cubicBezTo>
                    <a:pt x="154" y="256"/>
                    <a:pt x="174" y="239"/>
                    <a:pt x="207" y="223"/>
                  </a:cubicBezTo>
                  <a:cubicBezTo>
                    <a:pt x="240" y="190"/>
                    <a:pt x="257" y="103"/>
                    <a:pt x="224" y="50"/>
                  </a:cubicBezTo>
                  <a:cubicBezTo>
                    <a:pt x="207" y="33"/>
                    <a:pt x="191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5" name="Google Shape;20695;p55"/>
            <p:cNvSpPr/>
            <p:nvPr/>
          </p:nvSpPr>
          <p:spPr>
            <a:xfrm>
              <a:off x="5094200" y="25400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3" y="1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17" y="190"/>
                    <a:pt x="33" y="227"/>
                    <a:pt x="50" y="244"/>
                  </a:cubicBezTo>
                  <a:cubicBezTo>
                    <a:pt x="64" y="256"/>
                    <a:pt x="85" y="267"/>
                    <a:pt x="107" y="267"/>
                  </a:cubicBezTo>
                  <a:cubicBezTo>
                    <a:pt x="117" y="267"/>
                    <a:pt x="126" y="265"/>
                    <a:pt x="136" y="260"/>
                  </a:cubicBezTo>
                  <a:cubicBezTo>
                    <a:pt x="190" y="260"/>
                    <a:pt x="239" y="190"/>
                    <a:pt x="223" y="124"/>
                  </a:cubicBezTo>
                  <a:cubicBezTo>
                    <a:pt x="223" y="87"/>
                    <a:pt x="206" y="54"/>
                    <a:pt x="190" y="38"/>
                  </a:cubicBezTo>
                  <a:cubicBezTo>
                    <a:pt x="173" y="21"/>
                    <a:pt x="173" y="21"/>
                    <a:pt x="153" y="21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6" name="Google Shape;20696;p55"/>
            <p:cNvSpPr/>
            <p:nvPr/>
          </p:nvSpPr>
          <p:spPr>
            <a:xfrm>
              <a:off x="5082550" y="257092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03" y="1"/>
                  </a:moveTo>
                  <a:cubicBezTo>
                    <a:pt x="70" y="21"/>
                    <a:pt x="37" y="38"/>
                    <a:pt x="21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21" y="190"/>
                    <a:pt x="21" y="227"/>
                    <a:pt x="54" y="244"/>
                  </a:cubicBezTo>
                  <a:cubicBezTo>
                    <a:pt x="65" y="255"/>
                    <a:pt x="85" y="267"/>
                    <a:pt x="109" y="267"/>
                  </a:cubicBezTo>
                  <a:cubicBezTo>
                    <a:pt x="119" y="267"/>
                    <a:pt x="129" y="265"/>
                    <a:pt x="140" y="260"/>
                  </a:cubicBezTo>
                  <a:cubicBezTo>
                    <a:pt x="190" y="260"/>
                    <a:pt x="243" y="190"/>
                    <a:pt x="227" y="124"/>
                  </a:cubicBezTo>
                  <a:cubicBezTo>
                    <a:pt x="227" y="87"/>
                    <a:pt x="206" y="54"/>
                    <a:pt x="173" y="38"/>
                  </a:cubicBezTo>
                  <a:cubicBezTo>
                    <a:pt x="173" y="21"/>
                    <a:pt x="173" y="21"/>
                    <a:pt x="157" y="21"/>
                  </a:cubicBezTo>
                  <a:cubicBezTo>
                    <a:pt x="140" y="1"/>
                    <a:pt x="12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7" name="Google Shape;20697;p55"/>
            <p:cNvSpPr/>
            <p:nvPr/>
          </p:nvSpPr>
          <p:spPr>
            <a:xfrm>
              <a:off x="5072225" y="2557625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04" y="1"/>
                  </a:moveTo>
                  <a:cubicBezTo>
                    <a:pt x="38" y="17"/>
                    <a:pt x="1" y="87"/>
                    <a:pt x="1" y="157"/>
                  </a:cubicBezTo>
                  <a:cubicBezTo>
                    <a:pt x="21" y="190"/>
                    <a:pt x="38" y="223"/>
                    <a:pt x="54" y="244"/>
                  </a:cubicBezTo>
                  <a:cubicBezTo>
                    <a:pt x="71" y="260"/>
                    <a:pt x="104" y="260"/>
                    <a:pt x="141" y="260"/>
                  </a:cubicBezTo>
                  <a:cubicBezTo>
                    <a:pt x="191" y="244"/>
                    <a:pt x="244" y="190"/>
                    <a:pt x="228" y="104"/>
                  </a:cubicBezTo>
                  <a:cubicBezTo>
                    <a:pt x="228" y="71"/>
                    <a:pt x="207" y="54"/>
                    <a:pt x="191" y="17"/>
                  </a:cubicBezTo>
                  <a:lnTo>
                    <a:pt x="158" y="17"/>
                  </a:lnTo>
                  <a:cubicBezTo>
                    <a:pt x="141" y="1"/>
                    <a:pt x="125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8" name="Google Shape;20698;p55"/>
            <p:cNvSpPr/>
            <p:nvPr/>
          </p:nvSpPr>
          <p:spPr>
            <a:xfrm>
              <a:off x="5073575" y="2541650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45" y="1"/>
                  </a:moveTo>
                  <a:cubicBezTo>
                    <a:pt x="98" y="1"/>
                    <a:pt x="47" y="33"/>
                    <a:pt x="33" y="91"/>
                  </a:cubicBezTo>
                  <a:cubicBezTo>
                    <a:pt x="0" y="161"/>
                    <a:pt x="33" y="227"/>
                    <a:pt x="87" y="244"/>
                  </a:cubicBezTo>
                  <a:cubicBezTo>
                    <a:pt x="105" y="254"/>
                    <a:pt x="122" y="259"/>
                    <a:pt x="138" y="259"/>
                  </a:cubicBezTo>
                  <a:cubicBezTo>
                    <a:pt x="181" y="259"/>
                    <a:pt x="216" y="226"/>
                    <a:pt x="240" y="178"/>
                  </a:cubicBezTo>
                  <a:cubicBezTo>
                    <a:pt x="256" y="108"/>
                    <a:pt x="223" y="38"/>
                    <a:pt x="174" y="5"/>
                  </a:cubicBezTo>
                  <a:cubicBezTo>
                    <a:pt x="165" y="2"/>
                    <a:pt x="155" y="1"/>
                    <a:pt x="1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9" name="Google Shape;20699;p55"/>
            <p:cNvSpPr/>
            <p:nvPr/>
          </p:nvSpPr>
          <p:spPr>
            <a:xfrm>
              <a:off x="5071400" y="2604950"/>
              <a:ext cx="5600" cy="6575"/>
            </a:xfrm>
            <a:custGeom>
              <a:avLst/>
              <a:gdLst/>
              <a:ahLst/>
              <a:cxnLst/>
              <a:rect l="l" t="t" r="r" b="b"/>
              <a:pathLst>
                <a:path w="224" h="263" extrusionOk="0">
                  <a:moveTo>
                    <a:pt x="120" y="0"/>
                  </a:moveTo>
                  <a:cubicBezTo>
                    <a:pt x="104" y="0"/>
                    <a:pt x="71" y="17"/>
                    <a:pt x="54" y="33"/>
                  </a:cubicBezTo>
                  <a:cubicBezTo>
                    <a:pt x="1" y="83"/>
                    <a:pt x="1" y="153"/>
                    <a:pt x="34" y="223"/>
                  </a:cubicBezTo>
                  <a:cubicBezTo>
                    <a:pt x="54" y="239"/>
                    <a:pt x="71" y="256"/>
                    <a:pt x="104" y="256"/>
                  </a:cubicBezTo>
                  <a:cubicBezTo>
                    <a:pt x="114" y="261"/>
                    <a:pt x="122" y="263"/>
                    <a:pt x="130" y="263"/>
                  </a:cubicBezTo>
                  <a:cubicBezTo>
                    <a:pt x="150" y="263"/>
                    <a:pt x="167" y="251"/>
                    <a:pt x="191" y="239"/>
                  </a:cubicBezTo>
                  <a:cubicBezTo>
                    <a:pt x="207" y="206"/>
                    <a:pt x="224" y="186"/>
                    <a:pt x="224" y="153"/>
                  </a:cubicBezTo>
                  <a:cubicBezTo>
                    <a:pt x="224" y="120"/>
                    <a:pt x="224" y="83"/>
                    <a:pt x="207" y="50"/>
                  </a:cubicBezTo>
                  <a:cubicBezTo>
                    <a:pt x="191" y="33"/>
                    <a:pt x="174" y="17"/>
                    <a:pt x="158" y="17"/>
                  </a:cubicBezTo>
                  <a:cubicBezTo>
                    <a:pt x="158" y="17"/>
                    <a:pt x="13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0" name="Google Shape;20700;p55"/>
            <p:cNvSpPr/>
            <p:nvPr/>
          </p:nvSpPr>
          <p:spPr>
            <a:xfrm>
              <a:off x="5078325" y="2589900"/>
              <a:ext cx="5575" cy="6575"/>
            </a:xfrm>
            <a:custGeom>
              <a:avLst/>
              <a:gdLst/>
              <a:ahLst/>
              <a:cxnLst/>
              <a:rect l="l" t="t" r="r" b="b"/>
              <a:pathLst>
                <a:path w="223" h="263" extrusionOk="0">
                  <a:moveTo>
                    <a:pt x="103" y="0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17" y="190"/>
                    <a:pt x="17" y="223"/>
                    <a:pt x="50" y="239"/>
                  </a:cubicBezTo>
                  <a:cubicBezTo>
                    <a:pt x="61" y="251"/>
                    <a:pt x="83" y="263"/>
                    <a:pt x="107" y="263"/>
                  </a:cubicBezTo>
                  <a:cubicBezTo>
                    <a:pt x="117" y="263"/>
                    <a:pt x="127" y="261"/>
                    <a:pt x="136" y="256"/>
                  </a:cubicBezTo>
                  <a:cubicBezTo>
                    <a:pt x="153" y="256"/>
                    <a:pt x="190" y="239"/>
                    <a:pt x="206" y="206"/>
                  </a:cubicBezTo>
                  <a:cubicBezTo>
                    <a:pt x="223" y="190"/>
                    <a:pt x="223" y="153"/>
                    <a:pt x="223" y="120"/>
                  </a:cubicBezTo>
                  <a:cubicBezTo>
                    <a:pt x="223" y="87"/>
                    <a:pt x="206" y="50"/>
                    <a:pt x="169" y="33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1" name="Google Shape;20701;p55"/>
            <p:cNvSpPr/>
            <p:nvPr/>
          </p:nvSpPr>
          <p:spPr>
            <a:xfrm>
              <a:off x="5070175" y="2577425"/>
              <a:ext cx="5600" cy="6650"/>
            </a:xfrm>
            <a:custGeom>
              <a:avLst/>
              <a:gdLst/>
              <a:ahLst/>
              <a:cxnLst/>
              <a:rect l="l" t="t" r="r" b="b"/>
              <a:pathLst>
                <a:path w="224" h="266" extrusionOk="0">
                  <a:moveTo>
                    <a:pt x="120" y="0"/>
                  </a:moveTo>
                  <a:cubicBezTo>
                    <a:pt x="83" y="0"/>
                    <a:pt x="50" y="17"/>
                    <a:pt x="33" y="33"/>
                  </a:cubicBezTo>
                  <a:cubicBezTo>
                    <a:pt x="17" y="50"/>
                    <a:pt x="0" y="87"/>
                    <a:pt x="0" y="120"/>
                  </a:cubicBezTo>
                  <a:cubicBezTo>
                    <a:pt x="0" y="153"/>
                    <a:pt x="0" y="190"/>
                    <a:pt x="17" y="223"/>
                  </a:cubicBezTo>
                  <a:cubicBezTo>
                    <a:pt x="35" y="252"/>
                    <a:pt x="64" y="265"/>
                    <a:pt x="95" y="265"/>
                  </a:cubicBezTo>
                  <a:cubicBezTo>
                    <a:pt x="120" y="265"/>
                    <a:pt x="147" y="256"/>
                    <a:pt x="169" y="239"/>
                  </a:cubicBezTo>
                  <a:cubicBezTo>
                    <a:pt x="223" y="190"/>
                    <a:pt x="223" y="103"/>
                    <a:pt x="186" y="50"/>
                  </a:cubicBezTo>
                  <a:cubicBezTo>
                    <a:pt x="169" y="33"/>
                    <a:pt x="153" y="17"/>
                    <a:pt x="136" y="17"/>
                  </a:cubicBezTo>
                  <a:cubicBezTo>
                    <a:pt x="136" y="0"/>
                    <a:pt x="120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2" name="Google Shape;20702;p55"/>
            <p:cNvSpPr/>
            <p:nvPr/>
          </p:nvSpPr>
          <p:spPr>
            <a:xfrm>
              <a:off x="5073150" y="2511075"/>
              <a:ext cx="6025" cy="6700"/>
            </a:xfrm>
            <a:custGeom>
              <a:avLst/>
              <a:gdLst/>
              <a:ahLst/>
              <a:cxnLst/>
              <a:rect l="l" t="t" r="r" b="b"/>
              <a:pathLst>
                <a:path w="241" h="268" extrusionOk="0">
                  <a:moveTo>
                    <a:pt x="108" y="1"/>
                  </a:moveTo>
                  <a:cubicBezTo>
                    <a:pt x="84" y="1"/>
                    <a:pt x="62" y="12"/>
                    <a:pt x="50" y="24"/>
                  </a:cubicBezTo>
                  <a:cubicBezTo>
                    <a:pt x="1" y="77"/>
                    <a:pt x="1" y="164"/>
                    <a:pt x="34" y="214"/>
                  </a:cubicBezTo>
                  <a:cubicBezTo>
                    <a:pt x="50" y="230"/>
                    <a:pt x="88" y="251"/>
                    <a:pt x="104" y="267"/>
                  </a:cubicBezTo>
                  <a:cubicBezTo>
                    <a:pt x="137" y="267"/>
                    <a:pt x="170" y="251"/>
                    <a:pt x="191" y="230"/>
                  </a:cubicBezTo>
                  <a:cubicBezTo>
                    <a:pt x="240" y="181"/>
                    <a:pt x="240" y="110"/>
                    <a:pt x="207" y="45"/>
                  </a:cubicBezTo>
                  <a:cubicBezTo>
                    <a:pt x="191" y="24"/>
                    <a:pt x="170" y="7"/>
                    <a:pt x="154" y="7"/>
                  </a:cubicBezTo>
                  <a:lnTo>
                    <a:pt x="137" y="7"/>
                  </a:lnTo>
                  <a:cubicBezTo>
                    <a:pt x="127" y="3"/>
                    <a:pt x="117" y="1"/>
                    <a:pt x="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3" name="Google Shape;20703;p55"/>
            <p:cNvSpPr/>
            <p:nvPr/>
          </p:nvSpPr>
          <p:spPr>
            <a:xfrm>
              <a:off x="5076975" y="2465800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104" y="0"/>
                  </a:moveTo>
                  <a:cubicBezTo>
                    <a:pt x="38" y="17"/>
                    <a:pt x="1" y="66"/>
                    <a:pt x="1" y="153"/>
                  </a:cubicBezTo>
                  <a:cubicBezTo>
                    <a:pt x="17" y="186"/>
                    <a:pt x="17" y="206"/>
                    <a:pt x="54" y="239"/>
                  </a:cubicBezTo>
                  <a:cubicBezTo>
                    <a:pt x="71" y="256"/>
                    <a:pt x="104" y="256"/>
                    <a:pt x="141" y="256"/>
                  </a:cubicBezTo>
                  <a:cubicBezTo>
                    <a:pt x="157" y="256"/>
                    <a:pt x="190" y="239"/>
                    <a:pt x="207" y="206"/>
                  </a:cubicBezTo>
                  <a:cubicBezTo>
                    <a:pt x="223" y="169"/>
                    <a:pt x="223" y="136"/>
                    <a:pt x="223" y="103"/>
                  </a:cubicBezTo>
                  <a:cubicBezTo>
                    <a:pt x="223" y="66"/>
                    <a:pt x="207" y="50"/>
                    <a:pt x="174" y="17"/>
                  </a:cubicBez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4" name="Google Shape;20704;p55"/>
            <p:cNvSpPr/>
            <p:nvPr/>
          </p:nvSpPr>
          <p:spPr>
            <a:xfrm>
              <a:off x="5070175" y="248075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36" y="0"/>
                  </a:moveTo>
                  <a:cubicBezTo>
                    <a:pt x="103" y="0"/>
                    <a:pt x="83" y="0"/>
                    <a:pt x="50" y="37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0" y="243"/>
                    <a:pt x="83" y="260"/>
                    <a:pt x="120" y="260"/>
                  </a:cubicBezTo>
                  <a:cubicBezTo>
                    <a:pt x="136" y="260"/>
                    <a:pt x="169" y="260"/>
                    <a:pt x="186" y="243"/>
                  </a:cubicBezTo>
                  <a:cubicBezTo>
                    <a:pt x="223" y="206"/>
                    <a:pt x="223" y="173"/>
                    <a:pt x="240" y="140"/>
                  </a:cubicBezTo>
                  <a:cubicBezTo>
                    <a:pt x="240" y="103"/>
                    <a:pt x="223" y="70"/>
                    <a:pt x="207" y="54"/>
                  </a:cubicBezTo>
                  <a:cubicBezTo>
                    <a:pt x="207" y="37"/>
                    <a:pt x="186" y="21"/>
                    <a:pt x="169" y="21"/>
                  </a:cubicBezTo>
                  <a:cubicBezTo>
                    <a:pt x="153" y="0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5" name="Google Shape;20705;p55"/>
            <p:cNvSpPr/>
            <p:nvPr/>
          </p:nvSpPr>
          <p:spPr>
            <a:xfrm>
              <a:off x="5060700" y="2592700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120" y="0"/>
                  </a:moveTo>
                  <a:cubicBezTo>
                    <a:pt x="114" y="0"/>
                    <a:pt x="109" y="2"/>
                    <a:pt x="103" y="8"/>
                  </a:cubicBezTo>
                  <a:cubicBezTo>
                    <a:pt x="70" y="8"/>
                    <a:pt x="33" y="24"/>
                    <a:pt x="17" y="57"/>
                  </a:cubicBezTo>
                  <a:cubicBezTo>
                    <a:pt x="0" y="78"/>
                    <a:pt x="0" y="111"/>
                    <a:pt x="0" y="144"/>
                  </a:cubicBezTo>
                  <a:cubicBezTo>
                    <a:pt x="0" y="181"/>
                    <a:pt x="17" y="214"/>
                    <a:pt x="50" y="230"/>
                  </a:cubicBezTo>
                  <a:cubicBezTo>
                    <a:pt x="70" y="247"/>
                    <a:pt x="103" y="263"/>
                    <a:pt x="136" y="263"/>
                  </a:cubicBezTo>
                  <a:cubicBezTo>
                    <a:pt x="190" y="247"/>
                    <a:pt x="223" y="181"/>
                    <a:pt x="223" y="111"/>
                  </a:cubicBezTo>
                  <a:cubicBezTo>
                    <a:pt x="223" y="78"/>
                    <a:pt x="206" y="41"/>
                    <a:pt x="173" y="24"/>
                  </a:cubicBezTo>
                  <a:lnTo>
                    <a:pt x="153" y="8"/>
                  </a:lnTo>
                  <a:cubicBezTo>
                    <a:pt x="142" y="8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6" name="Google Shape;20706;p55"/>
            <p:cNvSpPr/>
            <p:nvPr/>
          </p:nvSpPr>
          <p:spPr>
            <a:xfrm>
              <a:off x="5058950" y="2560625"/>
              <a:ext cx="6500" cy="6500"/>
            </a:xfrm>
            <a:custGeom>
              <a:avLst/>
              <a:gdLst/>
              <a:ahLst/>
              <a:cxnLst/>
              <a:rect l="l" t="t" r="r" b="b"/>
              <a:pathLst>
                <a:path w="260" h="260" extrusionOk="0">
                  <a:moveTo>
                    <a:pt x="140" y="0"/>
                  </a:moveTo>
                  <a:cubicBezTo>
                    <a:pt x="103" y="0"/>
                    <a:pt x="87" y="0"/>
                    <a:pt x="54" y="37"/>
                  </a:cubicBezTo>
                  <a:cubicBezTo>
                    <a:pt x="17" y="70"/>
                    <a:pt x="0" y="157"/>
                    <a:pt x="37" y="206"/>
                  </a:cubicBezTo>
                  <a:cubicBezTo>
                    <a:pt x="54" y="244"/>
                    <a:pt x="87" y="260"/>
                    <a:pt x="120" y="260"/>
                  </a:cubicBezTo>
                  <a:cubicBezTo>
                    <a:pt x="140" y="260"/>
                    <a:pt x="173" y="260"/>
                    <a:pt x="190" y="227"/>
                  </a:cubicBezTo>
                  <a:cubicBezTo>
                    <a:pt x="243" y="190"/>
                    <a:pt x="260" y="103"/>
                    <a:pt x="206" y="54"/>
                  </a:cubicBezTo>
                  <a:cubicBezTo>
                    <a:pt x="206" y="37"/>
                    <a:pt x="190" y="21"/>
                    <a:pt x="1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7" name="Google Shape;20707;p55"/>
            <p:cNvSpPr/>
            <p:nvPr/>
          </p:nvSpPr>
          <p:spPr>
            <a:xfrm>
              <a:off x="5060700" y="24678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3" y="1"/>
                  </a:moveTo>
                  <a:cubicBezTo>
                    <a:pt x="50" y="21"/>
                    <a:pt x="0" y="87"/>
                    <a:pt x="17" y="157"/>
                  </a:cubicBezTo>
                  <a:cubicBezTo>
                    <a:pt x="17" y="190"/>
                    <a:pt x="33" y="227"/>
                    <a:pt x="50" y="244"/>
                  </a:cubicBezTo>
                  <a:cubicBezTo>
                    <a:pt x="76" y="256"/>
                    <a:pt x="92" y="267"/>
                    <a:pt x="111" y="267"/>
                  </a:cubicBezTo>
                  <a:cubicBezTo>
                    <a:pt x="118" y="267"/>
                    <a:pt x="127" y="265"/>
                    <a:pt x="136" y="260"/>
                  </a:cubicBezTo>
                  <a:cubicBezTo>
                    <a:pt x="206" y="260"/>
                    <a:pt x="239" y="190"/>
                    <a:pt x="223" y="124"/>
                  </a:cubicBezTo>
                  <a:cubicBezTo>
                    <a:pt x="223" y="71"/>
                    <a:pt x="190" y="38"/>
                    <a:pt x="153" y="21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8" name="Google Shape;20708;p55"/>
            <p:cNvSpPr/>
            <p:nvPr/>
          </p:nvSpPr>
          <p:spPr>
            <a:xfrm>
              <a:off x="5055525" y="2483325"/>
              <a:ext cx="5600" cy="6675"/>
            </a:xfrm>
            <a:custGeom>
              <a:avLst/>
              <a:gdLst/>
              <a:ahLst/>
              <a:cxnLst/>
              <a:rect l="l" t="t" r="r" b="b"/>
              <a:pathLst>
                <a:path w="224" h="267" extrusionOk="0">
                  <a:moveTo>
                    <a:pt x="104" y="0"/>
                  </a:moveTo>
                  <a:cubicBezTo>
                    <a:pt x="71" y="21"/>
                    <a:pt x="34" y="37"/>
                    <a:pt x="17" y="54"/>
                  </a:cubicBezTo>
                  <a:cubicBezTo>
                    <a:pt x="1" y="87"/>
                    <a:pt x="1" y="124"/>
                    <a:pt x="1" y="157"/>
                  </a:cubicBezTo>
                  <a:cubicBezTo>
                    <a:pt x="1" y="190"/>
                    <a:pt x="17" y="227"/>
                    <a:pt x="50" y="243"/>
                  </a:cubicBezTo>
                  <a:cubicBezTo>
                    <a:pt x="65" y="255"/>
                    <a:pt x="86" y="267"/>
                    <a:pt x="108" y="267"/>
                  </a:cubicBezTo>
                  <a:cubicBezTo>
                    <a:pt x="118" y="267"/>
                    <a:pt x="127" y="265"/>
                    <a:pt x="137" y="260"/>
                  </a:cubicBezTo>
                  <a:cubicBezTo>
                    <a:pt x="191" y="260"/>
                    <a:pt x="224" y="190"/>
                    <a:pt x="224" y="124"/>
                  </a:cubicBezTo>
                  <a:cubicBezTo>
                    <a:pt x="224" y="87"/>
                    <a:pt x="207" y="54"/>
                    <a:pt x="174" y="37"/>
                  </a:cubicBezTo>
                  <a:cubicBezTo>
                    <a:pt x="174" y="21"/>
                    <a:pt x="154" y="21"/>
                    <a:pt x="154" y="21"/>
                  </a:cubicBezTo>
                  <a:cubicBezTo>
                    <a:pt x="137" y="0"/>
                    <a:pt x="121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9" name="Google Shape;20709;p55"/>
            <p:cNvSpPr/>
            <p:nvPr/>
          </p:nvSpPr>
          <p:spPr>
            <a:xfrm>
              <a:off x="5059350" y="254432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04" y="1"/>
                  </a:moveTo>
                  <a:cubicBezTo>
                    <a:pt x="54" y="17"/>
                    <a:pt x="1" y="87"/>
                    <a:pt x="21" y="158"/>
                  </a:cubicBezTo>
                  <a:cubicBezTo>
                    <a:pt x="21" y="191"/>
                    <a:pt x="38" y="223"/>
                    <a:pt x="54" y="240"/>
                  </a:cubicBezTo>
                  <a:cubicBezTo>
                    <a:pt x="78" y="255"/>
                    <a:pt x="93" y="267"/>
                    <a:pt x="113" y="267"/>
                  </a:cubicBezTo>
                  <a:cubicBezTo>
                    <a:pt x="121" y="267"/>
                    <a:pt x="130" y="265"/>
                    <a:pt x="141" y="261"/>
                  </a:cubicBezTo>
                  <a:cubicBezTo>
                    <a:pt x="207" y="261"/>
                    <a:pt x="244" y="191"/>
                    <a:pt x="227" y="120"/>
                  </a:cubicBezTo>
                  <a:cubicBezTo>
                    <a:pt x="227" y="87"/>
                    <a:pt x="207" y="54"/>
                    <a:pt x="190" y="34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1"/>
                    <a:pt x="124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0" name="Google Shape;20710;p55"/>
            <p:cNvSpPr/>
            <p:nvPr/>
          </p:nvSpPr>
          <p:spPr>
            <a:xfrm>
              <a:off x="5052950" y="2670600"/>
              <a:ext cx="2600" cy="6525"/>
            </a:xfrm>
            <a:custGeom>
              <a:avLst/>
              <a:gdLst/>
              <a:ahLst/>
              <a:cxnLst/>
              <a:rect l="l" t="t" r="r" b="b"/>
              <a:pathLst>
                <a:path w="104" h="261" extrusionOk="0">
                  <a:moveTo>
                    <a:pt x="1" y="0"/>
                  </a:moveTo>
                  <a:lnTo>
                    <a:pt x="1" y="260"/>
                  </a:lnTo>
                  <a:cubicBezTo>
                    <a:pt x="71" y="240"/>
                    <a:pt x="104" y="174"/>
                    <a:pt x="104" y="103"/>
                  </a:cubicBezTo>
                  <a:cubicBezTo>
                    <a:pt x="104" y="70"/>
                    <a:pt x="87" y="33"/>
                    <a:pt x="50" y="17"/>
                  </a:cubicBezTo>
                  <a:lnTo>
                    <a:pt x="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1" name="Google Shape;20711;p55"/>
            <p:cNvSpPr/>
            <p:nvPr/>
          </p:nvSpPr>
          <p:spPr>
            <a:xfrm>
              <a:off x="5095950" y="2616075"/>
              <a:ext cx="5575" cy="6625"/>
            </a:xfrm>
            <a:custGeom>
              <a:avLst/>
              <a:gdLst/>
              <a:ahLst/>
              <a:cxnLst/>
              <a:rect l="l" t="t" r="r" b="b"/>
              <a:pathLst>
                <a:path w="223" h="265" extrusionOk="0">
                  <a:moveTo>
                    <a:pt x="103" y="0"/>
                  </a:moveTo>
                  <a:cubicBezTo>
                    <a:pt x="66" y="17"/>
                    <a:pt x="33" y="33"/>
                    <a:pt x="1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0" y="190"/>
                    <a:pt x="17" y="223"/>
                    <a:pt x="50" y="240"/>
                  </a:cubicBezTo>
                  <a:cubicBezTo>
                    <a:pt x="61" y="251"/>
                    <a:pt x="83" y="265"/>
                    <a:pt x="100" y="265"/>
                  </a:cubicBezTo>
                  <a:cubicBezTo>
                    <a:pt x="108" y="265"/>
                    <a:pt x="115" y="262"/>
                    <a:pt x="120" y="256"/>
                  </a:cubicBezTo>
                  <a:cubicBezTo>
                    <a:pt x="186" y="256"/>
                    <a:pt x="223" y="190"/>
                    <a:pt x="223" y="120"/>
                  </a:cubicBezTo>
                  <a:cubicBezTo>
                    <a:pt x="223" y="87"/>
                    <a:pt x="206" y="50"/>
                    <a:pt x="169" y="33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2" name="Google Shape;20712;p55"/>
            <p:cNvSpPr/>
            <p:nvPr/>
          </p:nvSpPr>
          <p:spPr>
            <a:xfrm>
              <a:off x="5079550" y="266760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4" y="1"/>
                  </a:moveTo>
                  <a:cubicBezTo>
                    <a:pt x="38" y="17"/>
                    <a:pt x="1" y="87"/>
                    <a:pt x="17" y="153"/>
                  </a:cubicBezTo>
                  <a:cubicBezTo>
                    <a:pt x="17" y="190"/>
                    <a:pt x="38" y="223"/>
                    <a:pt x="54" y="240"/>
                  </a:cubicBezTo>
                  <a:cubicBezTo>
                    <a:pt x="71" y="256"/>
                    <a:pt x="104" y="256"/>
                    <a:pt x="141" y="256"/>
                  </a:cubicBezTo>
                  <a:cubicBezTo>
                    <a:pt x="190" y="240"/>
                    <a:pt x="244" y="190"/>
                    <a:pt x="223" y="104"/>
                  </a:cubicBezTo>
                  <a:cubicBezTo>
                    <a:pt x="223" y="71"/>
                    <a:pt x="207" y="50"/>
                    <a:pt x="190" y="17"/>
                  </a:cubicBezTo>
                  <a:lnTo>
                    <a:pt x="157" y="17"/>
                  </a:lnTo>
                  <a:cubicBezTo>
                    <a:pt x="141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3" name="Google Shape;20713;p55"/>
            <p:cNvSpPr/>
            <p:nvPr/>
          </p:nvSpPr>
          <p:spPr>
            <a:xfrm>
              <a:off x="5066675" y="2527625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03" y="1"/>
                  </a:moveTo>
                  <a:cubicBezTo>
                    <a:pt x="54" y="17"/>
                    <a:pt x="0" y="83"/>
                    <a:pt x="17" y="153"/>
                  </a:cubicBezTo>
                  <a:cubicBezTo>
                    <a:pt x="17" y="186"/>
                    <a:pt x="37" y="224"/>
                    <a:pt x="54" y="240"/>
                  </a:cubicBezTo>
                  <a:cubicBezTo>
                    <a:pt x="77" y="252"/>
                    <a:pt x="92" y="263"/>
                    <a:pt x="112" y="263"/>
                  </a:cubicBezTo>
                  <a:cubicBezTo>
                    <a:pt x="120" y="263"/>
                    <a:pt x="130" y="261"/>
                    <a:pt x="140" y="257"/>
                  </a:cubicBezTo>
                  <a:cubicBezTo>
                    <a:pt x="206" y="257"/>
                    <a:pt x="243" y="186"/>
                    <a:pt x="243" y="121"/>
                  </a:cubicBezTo>
                  <a:cubicBezTo>
                    <a:pt x="223" y="83"/>
                    <a:pt x="206" y="50"/>
                    <a:pt x="190" y="34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40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4" name="Google Shape;20714;p55"/>
            <p:cNvSpPr/>
            <p:nvPr/>
          </p:nvSpPr>
          <p:spPr>
            <a:xfrm>
              <a:off x="5059350" y="25139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13" y="0"/>
                  </a:moveTo>
                  <a:cubicBezTo>
                    <a:pt x="72" y="0"/>
                    <a:pt x="33" y="32"/>
                    <a:pt x="21" y="83"/>
                  </a:cubicBezTo>
                  <a:cubicBezTo>
                    <a:pt x="1" y="153"/>
                    <a:pt x="21" y="219"/>
                    <a:pt x="87" y="256"/>
                  </a:cubicBezTo>
                  <a:cubicBezTo>
                    <a:pt x="96" y="259"/>
                    <a:pt x="106" y="260"/>
                    <a:pt x="115" y="260"/>
                  </a:cubicBezTo>
                  <a:cubicBezTo>
                    <a:pt x="162" y="260"/>
                    <a:pt x="210" y="228"/>
                    <a:pt x="227" y="170"/>
                  </a:cubicBezTo>
                  <a:cubicBezTo>
                    <a:pt x="244" y="116"/>
                    <a:pt x="207" y="34"/>
                    <a:pt x="157" y="13"/>
                  </a:cubicBezTo>
                  <a:cubicBezTo>
                    <a:pt x="143" y="4"/>
                    <a:pt x="128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5" name="Google Shape;20715;p55"/>
            <p:cNvSpPr/>
            <p:nvPr/>
          </p:nvSpPr>
          <p:spPr>
            <a:xfrm>
              <a:off x="5052950" y="2628125"/>
              <a:ext cx="2600" cy="6000"/>
            </a:xfrm>
            <a:custGeom>
              <a:avLst/>
              <a:gdLst/>
              <a:ahLst/>
              <a:cxnLst/>
              <a:rect l="l" t="t" r="r" b="b"/>
              <a:pathLst>
                <a:path w="104" h="240" extrusionOk="0">
                  <a:moveTo>
                    <a:pt x="1" y="1"/>
                  </a:moveTo>
                  <a:lnTo>
                    <a:pt x="1" y="240"/>
                  </a:lnTo>
                  <a:cubicBezTo>
                    <a:pt x="34" y="240"/>
                    <a:pt x="71" y="207"/>
                    <a:pt x="87" y="170"/>
                  </a:cubicBezTo>
                  <a:cubicBezTo>
                    <a:pt x="104" y="104"/>
                    <a:pt x="71" y="17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6" name="Google Shape;20716;p55"/>
            <p:cNvSpPr/>
            <p:nvPr/>
          </p:nvSpPr>
          <p:spPr>
            <a:xfrm>
              <a:off x="5055950" y="261010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71" y="0"/>
                  </a:moveTo>
                  <a:cubicBezTo>
                    <a:pt x="33" y="33"/>
                    <a:pt x="0" y="83"/>
                    <a:pt x="0" y="136"/>
                  </a:cubicBezTo>
                  <a:cubicBezTo>
                    <a:pt x="17" y="169"/>
                    <a:pt x="17" y="206"/>
                    <a:pt x="54" y="223"/>
                  </a:cubicBezTo>
                  <a:cubicBezTo>
                    <a:pt x="71" y="256"/>
                    <a:pt x="104" y="256"/>
                    <a:pt x="137" y="256"/>
                  </a:cubicBezTo>
                  <a:cubicBezTo>
                    <a:pt x="190" y="239"/>
                    <a:pt x="240" y="169"/>
                    <a:pt x="223" y="103"/>
                  </a:cubicBezTo>
                  <a:lnTo>
                    <a:pt x="223" y="66"/>
                  </a:lnTo>
                  <a:cubicBezTo>
                    <a:pt x="207" y="33"/>
                    <a:pt x="190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7" name="Google Shape;20717;p55"/>
            <p:cNvSpPr/>
            <p:nvPr/>
          </p:nvSpPr>
          <p:spPr>
            <a:xfrm>
              <a:off x="5052950" y="2577425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87" y="0"/>
                  </a:moveTo>
                  <a:cubicBezTo>
                    <a:pt x="50" y="0"/>
                    <a:pt x="17" y="33"/>
                    <a:pt x="1" y="87"/>
                  </a:cubicBezTo>
                  <a:lnTo>
                    <a:pt x="1" y="173"/>
                  </a:lnTo>
                  <a:cubicBezTo>
                    <a:pt x="17" y="190"/>
                    <a:pt x="17" y="223"/>
                    <a:pt x="34" y="223"/>
                  </a:cubicBezTo>
                  <a:cubicBezTo>
                    <a:pt x="71" y="256"/>
                    <a:pt x="104" y="256"/>
                    <a:pt x="120" y="256"/>
                  </a:cubicBezTo>
                  <a:cubicBezTo>
                    <a:pt x="153" y="256"/>
                    <a:pt x="174" y="223"/>
                    <a:pt x="191" y="206"/>
                  </a:cubicBezTo>
                  <a:cubicBezTo>
                    <a:pt x="224" y="173"/>
                    <a:pt x="224" y="136"/>
                    <a:pt x="224" y="103"/>
                  </a:cubicBezTo>
                  <a:cubicBezTo>
                    <a:pt x="207" y="70"/>
                    <a:pt x="191" y="33"/>
                    <a:pt x="174" y="17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8" name="Google Shape;20718;p55"/>
            <p:cNvSpPr/>
            <p:nvPr/>
          </p:nvSpPr>
          <p:spPr>
            <a:xfrm>
              <a:off x="5099750" y="26464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29" y="1"/>
                  </a:moveTo>
                  <a:cubicBezTo>
                    <a:pt x="81" y="1"/>
                    <a:pt x="31" y="33"/>
                    <a:pt x="17" y="91"/>
                  </a:cubicBezTo>
                  <a:cubicBezTo>
                    <a:pt x="1" y="157"/>
                    <a:pt x="17" y="227"/>
                    <a:pt x="71" y="260"/>
                  </a:cubicBezTo>
                  <a:cubicBezTo>
                    <a:pt x="82" y="263"/>
                    <a:pt x="93" y="265"/>
                    <a:pt x="105" y="265"/>
                  </a:cubicBezTo>
                  <a:cubicBezTo>
                    <a:pt x="159" y="265"/>
                    <a:pt x="210" y="232"/>
                    <a:pt x="223" y="174"/>
                  </a:cubicBezTo>
                  <a:cubicBezTo>
                    <a:pt x="240" y="108"/>
                    <a:pt x="207" y="38"/>
                    <a:pt x="157" y="5"/>
                  </a:cubicBezTo>
                  <a:cubicBezTo>
                    <a:pt x="148" y="2"/>
                    <a:pt x="139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9" name="Google Shape;20719;p55"/>
            <p:cNvSpPr/>
            <p:nvPr/>
          </p:nvSpPr>
          <p:spPr>
            <a:xfrm>
              <a:off x="5052950" y="2500525"/>
              <a:ext cx="1275" cy="5600"/>
            </a:xfrm>
            <a:custGeom>
              <a:avLst/>
              <a:gdLst/>
              <a:ahLst/>
              <a:cxnLst/>
              <a:rect l="l" t="t" r="r" b="b"/>
              <a:pathLst>
                <a:path w="51" h="224" extrusionOk="0">
                  <a:moveTo>
                    <a:pt x="1" y="1"/>
                  </a:moveTo>
                  <a:lnTo>
                    <a:pt x="1" y="223"/>
                  </a:lnTo>
                  <a:lnTo>
                    <a:pt x="17" y="207"/>
                  </a:lnTo>
                  <a:cubicBezTo>
                    <a:pt x="34" y="190"/>
                    <a:pt x="50" y="157"/>
                    <a:pt x="50" y="120"/>
                  </a:cubicBezTo>
                  <a:cubicBezTo>
                    <a:pt x="50" y="87"/>
                    <a:pt x="50" y="54"/>
                    <a:pt x="34" y="34"/>
                  </a:cubicBezTo>
                  <a:cubicBezTo>
                    <a:pt x="17" y="17"/>
                    <a:pt x="17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0" name="Google Shape;20720;p55"/>
            <p:cNvSpPr/>
            <p:nvPr/>
          </p:nvSpPr>
          <p:spPr>
            <a:xfrm>
              <a:off x="5052950" y="2717400"/>
              <a:ext cx="1775" cy="5175"/>
            </a:xfrm>
            <a:custGeom>
              <a:avLst/>
              <a:gdLst/>
              <a:ahLst/>
              <a:cxnLst/>
              <a:rect l="l" t="t" r="r" b="b"/>
              <a:pathLst>
                <a:path w="71" h="207" extrusionOk="0">
                  <a:moveTo>
                    <a:pt x="1" y="0"/>
                  </a:moveTo>
                  <a:lnTo>
                    <a:pt x="1" y="206"/>
                  </a:lnTo>
                  <a:lnTo>
                    <a:pt x="17" y="206"/>
                  </a:lnTo>
                  <a:cubicBezTo>
                    <a:pt x="34" y="190"/>
                    <a:pt x="34" y="173"/>
                    <a:pt x="50" y="157"/>
                  </a:cubicBezTo>
                  <a:cubicBezTo>
                    <a:pt x="71" y="87"/>
                    <a:pt x="50" y="37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1" name="Google Shape;20721;p55"/>
            <p:cNvSpPr/>
            <p:nvPr/>
          </p:nvSpPr>
          <p:spPr>
            <a:xfrm>
              <a:off x="5052950" y="2529550"/>
              <a:ext cx="5200" cy="6575"/>
            </a:xfrm>
            <a:custGeom>
              <a:avLst/>
              <a:gdLst/>
              <a:ahLst/>
              <a:cxnLst/>
              <a:rect l="l" t="t" r="r" b="b"/>
              <a:pathLst>
                <a:path w="208" h="263" extrusionOk="0">
                  <a:moveTo>
                    <a:pt x="91" y="0"/>
                  </a:moveTo>
                  <a:cubicBezTo>
                    <a:pt x="61" y="0"/>
                    <a:pt x="25" y="16"/>
                    <a:pt x="1" y="44"/>
                  </a:cubicBezTo>
                  <a:lnTo>
                    <a:pt x="1" y="233"/>
                  </a:lnTo>
                  <a:cubicBezTo>
                    <a:pt x="17" y="233"/>
                    <a:pt x="17" y="250"/>
                    <a:pt x="34" y="250"/>
                  </a:cubicBezTo>
                  <a:cubicBezTo>
                    <a:pt x="52" y="258"/>
                    <a:pt x="70" y="263"/>
                    <a:pt x="85" y="263"/>
                  </a:cubicBezTo>
                  <a:cubicBezTo>
                    <a:pt x="129" y="263"/>
                    <a:pt x="163" y="231"/>
                    <a:pt x="191" y="180"/>
                  </a:cubicBezTo>
                  <a:cubicBezTo>
                    <a:pt x="207" y="109"/>
                    <a:pt x="174" y="44"/>
                    <a:pt x="120" y="6"/>
                  </a:cubicBezTo>
                  <a:cubicBezTo>
                    <a:pt x="112" y="2"/>
                    <a:pt x="102" y="0"/>
                    <a:pt x="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2" name="Google Shape;20722;p55"/>
            <p:cNvSpPr/>
            <p:nvPr/>
          </p:nvSpPr>
          <p:spPr>
            <a:xfrm>
              <a:off x="5061100" y="24971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87" y="1"/>
                    <a:pt x="54" y="17"/>
                    <a:pt x="54" y="34"/>
                  </a:cubicBezTo>
                  <a:cubicBezTo>
                    <a:pt x="17" y="67"/>
                    <a:pt x="1" y="104"/>
                    <a:pt x="17" y="153"/>
                  </a:cubicBezTo>
                  <a:cubicBezTo>
                    <a:pt x="17" y="190"/>
                    <a:pt x="34" y="223"/>
                    <a:pt x="54" y="240"/>
                  </a:cubicBezTo>
                  <a:cubicBezTo>
                    <a:pt x="87" y="256"/>
                    <a:pt x="104" y="256"/>
                    <a:pt x="137" y="256"/>
                  </a:cubicBezTo>
                  <a:cubicBezTo>
                    <a:pt x="190" y="240"/>
                    <a:pt x="240" y="190"/>
                    <a:pt x="223" y="120"/>
                  </a:cubicBezTo>
                  <a:lnTo>
                    <a:pt x="223" y="104"/>
                  </a:lnTo>
                  <a:cubicBezTo>
                    <a:pt x="223" y="67"/>
                    <a:pt x="190" y="17"/>
                    <a:pt x="157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3" name="Google Shape;20723;p55"/>
            <p:cNvSpPr/>
            <p:nvPr/>
          </p:nvSpPr>
          <p:spPr>
            <a:xfrm>
              <a:off x="5137175" y="24864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6" y="1"/>
                  </a:moveTo>
                  <a:cubicBezTo>
                    <a:pt x="103" y="1"/>
                    <a:pt x="66" y="1"/>
                    <a:pt x="50" y="34"/>
                  </a:cubicBezTo>
                  <a:cubicBezTo>
                    <a:pt x="17" y="50"/>
                    <a:pt x="17" y="83"/>
                    <a:pt x="0" y="120"/>
                  </a:cubicBezTo>
                  <a:cubicBezTo>
                    <a:pt x="0" y="153"/>
                    <a:pt x="17" y="186"/>
                    <a:pt x="33" y="207"/>
                  </a:cubicBezTo>
                  <a:cubicBezTo>
                    <a:pt x="50" y="240"/>
                    <a:pt x="66" y="256"/>
                    <a:pt x="103" y="256"/>
                  </a:cubicBezTo>
                  <a:cubicBezTo>
                    <a:pt x="136" y="256"/>
                    <a:pt x="169" y="256"/>
                    <a:pt x="186" y="223"/>
                  </a:cubicBezTo>
                  <a:cubicBezTo>
                    <a:pt x="239" y="186"/>
                    <a:pt x="239" y="104"/>
                    <a:pt x="206" y="50"/>
                  </a:cubicBezTo>
                  <a:lnTo>
                    <a:pt x="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4" name="Google Shape;20724;p55"/>
            <p:cNvSpPr/>
            <p:nvPr/>
          </p:nvSpPr>
          <p:spPr>
            <a:xfrm>
              <a:off x="5185200" y="260167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25" y="0"/>
                  </a:moveTo>
                  <a:cubicBezTo>
                    <a:pt x="117" y="0"/>
                    <a:pt x="109" y="2"/>
                    <a:pt x="104" y="7"/>
                  </a:cubicBezTo>
                  <a:cubicBezTo>
                    <a:pt x="54" y="7"/>
                    <a:pt x="1" y="78"/>
                    <a:pt x="17" y="148"/>
                  </a:cubicBezTo>
                  <a:cubicBezTo>
                    <a:pt x="17" y="181"/>
                    <a:pt x="38" y="214"/>
                    <a:pt x="54" y="234"/>
                  </a:cubicBezTo>
                  <a:cubicBezTo>
                    <a:pt x="87" y="251"/>
                    <a:pt x="120" y="267"/>
                    <a:pt x="141" y="267"/>
                  </a:cubicBezTo>
                  <a:cubicBezTo>
                    <a:pt x="207" y="251"/>
                    <a:pt x="244" y="181"/>
                    <a:pt x="244" y="110"/>
                  </a:cubicBezTo>
                  <a:cubicBezTo>
                    <a:pt x="223" y="78"/>
                    <a:pt x="207" y="45"/>
                    <a:pt x="190" y="28"/>
                  </a:cubicBezTo>
                  <a:lnTo>
                    <a:pt x="174" y="7"/>
                  </a:lnTo>
                  <a:cubicBezTo>
                    <a:pt x="163" y="7"/>
                    <a:pt x="143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5" name="Google Shape;20725;p55"/>
            <p:cNvSpPr/>
            <p:nvPr/>
          </p:nvSpPr>
          <p:spPr>
            <a:xfrm>
              <a:off x="5228175" y="259512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11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1" y="150"/>
                    <a:pt x="34" y="236"/>
                    <a:pt x="87" y="253"/>
                  </a:cubicBezTo>
                  <a:cubicBezTo>
                    <a:pt x="101" y="263"/>
                    <a:pt x="116" y="268"/>
                    <a:pt x="131" y="268"/>
                  </a:cubicBezTo>
                  <a:cubicBezTo>
                    <a:pt x="171" y="268"/>
                    <a:pt x="211" y="235"/>
                    <a:pt x="223" y="187"/>
                  </a:cubicBezTo>
                  <a:cubicBezTo>
                    <a:pt x="240" y="117"/>
                    <a:pt x="223" y="30"/>
                    <a:pt x="153" y="14"/>
                  </a:cubicBezTo>
                  <a:cubicBezTo>
                    <a:pt x="140" y="5"/>
                    <a:pt x="126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6" name="Google Shape;20726;p55"/>
            <p:cNvSpPr/>
            <p:nvPr/>
          </p:nvSpPr>
          <p:spPr>
            <a:xfrm>
              <a:off x="5177875" y="2491975"/>
              <a:ext cx="6125" cy="6425"/>
            </a:xfrm>
            <a:custGeom>
              <a:avLst/>
              <a:gdLst/>
              <a:ahLst/>
              <a:cxnLst/>
              <a:rect l="l" t="t" r="r" b="b"/>
              <a:pathLst>
                <a:path w="245" h="257" extrusionOk="0">
                  <a:moveTo>
                    <a:pt x="104" y="0"/>
                  </a:moveTo>
                  <a:cubicBezTo>
                    <a:pt x="38" y="17"/>
                    <a:pt x="1" y="66"/>
                    <a:pt x="21" y="136"/>
                  </a:cubicBezTo>
                  <a:cubicBezTo>
                    <a:pt x="21" y="169"/>
                    <a:pt x="38" y="207"/>
                    <a:pt x="54" y="223"/>
                  </a:cubicBezTo>
                  <a:cubicBezTo>
                    <a:pt x="87" y="240"/>
                    <a:pt x="104" y="256"/>
                    <a:pt x="141" y="256"/>
                  </a:cubicBezTo>
                  <a:cubicBezTo>
                    <a:pt x="207" y="240"/>
                    <a:pt x="244" y="169"/>
                    <a:pt x="228" y="103"/>
                  </a:cubicBezTo>
                  <a:lnTo>
                    <a:pt x="228" y="66"/>
                  </a:lnTo>
                  <a:cubicBezTo>
                    <a:pt x="191" y="50"/>
                    <a:pt x="141" y="17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7" name="Google Shape;20727;p55"/>
            <p:cNvSpPr/>
            <p:nvPr/>
          </p:nvSpPr>
          <p:spPr>
            <a:xfrm>
              <a:off x="5228600" y="26379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70" y="0"/>
                    <a:pt x="54" y="21"/>
                    <a:pt x="33" y="54"/>
                  </a:cubicBezTo>
                  <a:cubicBezTo>
                    <a:pt x="17" y="71"/>
                    <a:pt x="0" y="104"/>
                    <a:pt x="17" y="141"/>
                  </a:cubicBezTo>
                  <a:cubicBezTo>
                    <a:pt x="17" y="174"/>
                    <a:pt x="33" y="207"/>
                    <a:pt x="54" y="227"/>
                  </a:cubicBezTo>
                  <a:cubicBezTo>
                    <a:pt x="87" y="260"/>
                    <a:pt x="103" y="260"/>
                    <a:pt x="136" y="260"/>
                  </a:cubicBezTo>
                  <a:cubicBezTo>
                    <a:pt x="190" y="244"/>
                    <a:pt x="239" y="174"/>
                    <a:pt x="223" y="104"/>
                  </a:cubicBezTo>
                  <a:cubicBezTo>
                    <a:pt x="223" y="71"/>
                    <a:pt x="206" y="38"/>
                    <a:pt x="190" y="21"/>
                  </a:cubicBezTo>
                  <a:cubicBezTo>
                    <a:pt x="173" y="21"/>
                    <a:pt x="173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8" name="Google Shape;20728;p55"/>
            <p:cNvSpPr/>
            <p:nvPr/>
          </p:nvSpPr>
          <p:spPr>
            <a:xfrm>
              <a:off x="5152625" y="27011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50" y="1"/>
                    <a:pt x="1" y="71"/>
                    <a:pt x="17" y="137"/>
                  </a:cubicBezTo>
                  <a:cubicBezTo>
                    <a:pt x="17" y="174"/>
                    <a:pt x="34" y="207"/>
                    <a:pt x="50" y="223"/>
                  </a:cubicBezTo>
                  <a:cubicBezTo>
                    <a:pt x="83" y="256"/>
                    <a:pt x="104" y="256"/>
                    <a:pt x="137" y="256"/>
                  </a:cubicBezTo>
                  <a:cubicBezTo>
                    <a:pt x="207" y="240"/>
                    <a:pt x="240" y="174"/>
                    <a:pt x="223" y="104"/>
                  </a:cubicBezTo>
                  <a:cubicBezTo>
                    <a:pt x="223" y="71"/>
                    <a:pt x="207" y="34"/>
                    <a:pt x="186" y="17"/>
                  </a:cubicBezTo>
                  <a:cubicBezTo>
                    <a:pt x="170" y="17"/>
                    <a:pt x="170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9" name="Google Shape;20729;p55"/>
            <p:cNvSpPr/>
            <p:nvPr/>
          </p:nvSpPr>
          <p:spPr>
            <a:xfrm>
              <a:off x="5138000" y="2701925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103" y="1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7" y="190"/>
                    <a:pt x="33" y="223"/>
                    <a:pt x="50" y="244"/>
                  </a:cubicBezTo>
                  <a:cubicBezTo>
                    <a:pt x="76" y="256"/>
                    <a:pt x="92" y="267"/>
                    <a:pt x="111" y="267"/>
                  </a:cubicBezTo>
                  <a:cubicBezTo>
                    <a:pt x="118" y="267"/>
                    <a:pt x="127" y="265"/>
                    <a:pt x="136" y="260"/>
                  </a:cubicBezTo>
                  <a:cubicBezTo>
                    <a:pt x="153" y="260"/>
                    <a:pt x="190" y="244"/>
                    <a:pt x="206" y="207"/>
                  </a:cubicBezTo>
                  <a:cubicBezTo>
                    <a:pt x="223" y="190"/>
                    <a:pt x="223" y="157"/>
                    <a:pt x="223" y="120"/>
                  </a:cubicBezTo>
                  <a:cubicBezTo>
                    <a:pt x="223" y="87"/>
                    <a:pt x="206" y="54"/>
                    <a:pt x="190" y="38"/>
                  </a:cubicBezTo>
                  <a:cubicBezTo>
                    <a:pt x="173" y="17"/>
                    <a:pt x="173" y="17"/>
                    <a:pt x="153" y="17"/>
                  </a:cubicBezTo>
                  <a:lnTo>
                    <a:pt x="136" y="17"/>
                  </a:lnTo>
                  <a:cubicBezTo>
                    <a:pt x="120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0" name="Google Shape;20730;p55"/>
            <p:cNvSpPr/>
            <p:nvPr/>
          </p:nvSpPr>
          <p:spPr>
            <a:xfrm>
              <a:off x="5107075" y="26603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3" y="0"/>
                  </a:moveTo>
                  <a:cubicBezTo>
                    <a:pt x="50" y="17"/>
                    <a:pt x="0" y="87"/>
                    <a:pt x="17" y="157"/>
                  </a:cubicBezTo>
                  <a:cubicBezTo>
                    <a:pt x="17" y="190"/>
                    <a:pt x="33" y="223"/>
                    <a:pt x="50" y="239"/>
                  </a:cubicBezTo>
                  <a:cubicBezTo>
                    <a:pt x="87" y="260"/>
                    <a:pt x="103" y="260"/>
                    <a:pt x="136" y="260"/>
                  </a:cubicBezTo>
                  <a:cubicBezTo>
                    <a:pt x="207" y="239"/>
                    <a:pt x="240" y="190"/>
                    <a:pt x="223" y="103"/>
                  </a:cubicBezTo>
                  <a:cubicBezTo>
                    <a:pt x="223" y="70"/>
                    <a:pt x="207" y="54"/>
                    <a:pt x="190" y="17"/>
                  </a:cubicBezTo>
                  <a:lnTo>
                    <a:pt x="153" y="17"/>
                  </a:ln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1" name="Google Shape;20731;p55"/>
            <p:cNvSpPr/>
            <p:nvPr/>
          </p:nvSpPr>
          <p:spPr>
            <a:xfrm>
              <a:off x="5170675" y="260277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3" y="1"/>
                  </a:moveTo>
                  <a:cubicBezTo>
                    <a:pt x="33" y="17"/>
                    <a:pt x="0" y="87"/>
                    <a:pt x="17" y="153"/>
                  </a:cubicBezTo>
                  <a:cubicBezTo>
                    <a:pt x="17" y="190"/>
                    <a:pt x="33" y="223"/>
                    <a:pt x="66" y="240"/>
                  </a:cubicBezTo>
                  <a:cubicBezTo>
                    <a:pt x="78" y="251"/>
                    <a:pt x="92" y="263"/>
                    <a:pt x="110" y="263"/>
                  </a:cubicBezTo>
                  <a:cubicBezTo>
                    <a:pt x="118" y="263"/>
                    <a:pt x="127" y="261"/>
                    <a:pt x="136" y="256"/>
                  </a:cubicBezTo>
                  <a:cubicBezTo>
                    <a:pt x="169" y="256"/>
                    <a:pt x="186" y="240"/>
                    <a:pt x="206" y="207"/>
                  </a:cubicBezTo>
                  <a:cubicBezTo>
                    <a:pt x="223" y="190"/>
                    <a:pt x="239" y="153"/>
                    <a:pt x="223" y="120"/>
                  </a:cubicBezTo>
                  <a:cubicBezTo>
                    <a:pt x="223" y="87"/>
                    <a:pt x="206" y="50"/>
                    <a:pt x="186" y="34"/>
                  </a:cubicBezTo>
                  <a:cubicBezTo>
                    <a:pt x="169" y="17"/>
                    <a:pt x="169" y="17"/>
                    <a:pt x="153" y="17"/>
                  </a:cubicBezTo>
                  <a:lnTo>
                    <a:pt x="13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2" name="Google Shape;20732;p55"/>
            <p:cNvSpPr/>
            <p:nvPr/>
          </p:nvSpPr>
          <p:spPr>
            <a:xfrm>
              <a:off x="5115225" y="24717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3" y="0"/>
                  </a:moveTo>
                  <a:cubicBezTo>
                    <a:pt x="70" y="17"/>
                    <a:pt x="54" y="33"/>
                    <a:pt x="33" y="50"/>
                  </a:cubicBezTo>
                  <a:cubicBezTo>
                    <a:pt x="17" y="87"/>
                    <a:pt x="0" y="120"/>
                    <a:pt x="17" y="153"/>
                  </a:cubicBezTo>
                  <a:cubicBezTo>
                    <a:pt x="17" y="190"/>
                    <a:pt x="33" y="223"/>
                    <a:pt x="54" y="239"/>
                  </a:cubicBezTo>
                  <a:cubicBezTo>
                    <a:pt x="65" y="251"/>
                    <a:pt x="85" y="265"/>
                    <a:pt x="107" y="265"/>
                  </a:cubicBezTo>
                  <a:cubicBezTo>
                    <a:pt x="116" y="265"/>
                    <a:pt x="126" y="262"/>
                    <a:pt x="136" y="256"/>
                  </a:cubicBezTo>
                  <a:cubicBezTo>
                    <a:pt x="190" y="256"/>
                    <a:pt x="239" y="190"/>
                    <a:pt x="223" y="120"/>
                  </a:cubicBezTo>
                  <a:cubicBezTo>
                    <a:pt x="223" y="87"/>
                    <a:pt x="206" y="50"/>
                    <a:pt x="190" y="33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3" name="Google Shape;20733;p55"/>
            <p:cNvSpPr/>
            <p:nvPr/>
          </p:nvSpPr>
          <p:spPr>
            <a:xfrm>
              <a:off x="5065025" y="26688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03" y="0"/>
                  </a:moveTo>
                  <a:cubicBezTo>
                    <a:pt x="33" y="0"/>
                    <a:pt x="0" y="70"/>
                    <a:pt x="0" y="140"/>
                  </a:cubicBezTo>
                  <a:cubicBezTo>
                    <a:pt x="17" y="190"/>
                    <a:pt x="33" y="227"/>
                    <a:pt x="50" y="244"/>
                  </a:cubicBezTo>
                  <a:cubicBezTo>
                    <a:pt x="83" y="260"/>
                    <a:pt x="103" y="260"/>
                    <a:pt x="136" y="260"/>
                  </a:cubicBezTo>
                  <a:cubicBezTo>
                    <a:pt x="153" y="244"/>
                    <a:pt x="186" y="227"/>
                    <a:pt x="206" y="206"/>
                  </a:cubicBezTo>
                  <a:cubicBezTo>
                    <a:pt x="223" y="173"/>
                    <a:pt x="223" y="140"/>
                    <a:pt x="223" y="103"/>
                  </a:cubicBezTo>
                  <a:cubicBezTo>
                    <a:pt x="223" y="70"/>
                    <a:pt x="206" y="37"/>
                    <a:pt x="169" y="21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4" name="Google Shape;20734;p55"/>
            <p:cNvSpPr/>
            <p:nvPr/>
          </p:nvSpPr>
          <p:spPr>
            <a:xfrm>
              <a:off x="5165000" y="249455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24" y="0"/>
                  </a:moveTo>
                  <a:cubicBezTo>
                    <a:pt x="104" y="0"/>
                    <a:pt x="71" y="17"/>
                    <a:pt x="54" y="33"/>
                  </a:cubicBezTo>
                  <a:cubicBezTo>
                    <a:pt x="0" y="87"/>
                    <a:pt x="0" y="153"/>
                    <a:pt x="38" y="223"/>
                  </a:cubicBezTo>
                  <a:cubicBezTo>
                    <a:pt x="54" y="240"/>
                    <a:pt x="71" y="256"/>
                    <a:pt x="104" y="256"/>
                  </a:cubicBezTo>
                  <a:cubicBezTo>
                    <a:pt x="114" y="261"/>
                    <a:pt x="124" y="263"/>
                    <a:pt x="132" y="263"/>
                  </a:cubicBezTo>
                  <a:cubicBezTo>
                    <a:pt x="152" y="263"/>
                    <a:pt x="167" y="251"/>
                    <a:pt x="190" y="240"/>
                  </a:cubicBezTo>
                  <a:cubicBezTo>
                    <a:pt x="244" y="190"/>
                    <a:pt x="244" y="104"/>
                    <a:pt x="207" y="50"/>
                  </a:cubicBezTo>
                  <a:cubicBezTo>
                    <a:pt x="190" y="33"/>
                    <a:pt x="174" y="17"/>
                    <a:pt x="157" y="17"/>
                  </a:cubicBezTo>
                  <a:cubicBezTo>
                    <a:pt x="157" y="17"/>
                    <a:pt x="141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5" name="Google Shape;20735;p55"/>
            <p:cNvSpPr/>
            <p:nvPr/>
          </p:nvSpPr>
          <p:spPr>
            <a:xfrm>
              <a:off x="5166350" y="25267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70" y="1"/>
                    <a:pt x="50" y="38"/>
                    <a:pt x="33" y="54"/>
                  </a:cubicBezTo>
                  <a:cubicBezTo>
                    <a:pt x="17" y="87"/>
                    <a:pt x="0" y="120"/>
                    <a:pt x="17" y="158"/>
                  </a:cubicBezTo>
                  <a:cubicBezTo>
                    <a:pt x="17" y="190"/>
                    <a:pt x="33" y="223"/>
                    <a:pt x="50" y="244"/>
                  </a:cubicBezTo>
                  <a:cubicBezTo>
                    <a:pt x="70" y="261"/>
                    <a:pt x="103" y="261"/>
                    <a:pt x="136" y="261"/>
                  </a:cubicBezTo>
                  <a:cubicBezTo>
                    <a:pt x="190" y="244"/>
                    <a:pt x="239" y="190"/>
                    <a:pt x="223" y="104"/>
                  </a:cubicBezTo>
                  <a:cubicBezTo>
                    <a:pt x="223" y="71"/>
                    <a:pt x="206" y="54"/>
                    <a:pt x="190" y="17"/>
                  </a:cubicBezTo>
                  <a:lnTo>
                    <a:pt x="153" y="17"/>
                  </a:ln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6" name="Google Shape;20736;p55"/>
            <p:cNvSpPr/>
            <p:nvPr/>
          </p:nvSpPr>
          <p:spPr>
            <a:xfrm>
              <a:off x="5161600" y="254392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4" y="0"/>
                  </a:moveTo>
                  <a:lnTo>
                    <a:pt x="87" y="17"/>
                  </a:lnTo>
                  <a:cubicBezTo>
                    <a:pt x="33" y="33"/>
                    <a:pt x="0" y="103"/>
                    <a:pt x="17" y="153"/>
                  </a:cubicBezTo>
                  <a:cubicBezTo>
                    <a:pt x="17" y="190"/>
                    <a:pt x="33" y="223"/>
                    <a:pt x="54" y="239"/>
                  </a:cubicBezTo>
                  <a:cubicBezTo>
                    <a:pt x="77" y="251"/>
                    <a:pt x="92" y="265"/>
                    <a:pt x="110" y="265"/>
                  </a:cubicBezTo>
                  <a:cubicBezTo>
                    <a:pt x="118" y="265"/>
                    <a:pt x="127" y="262"/>
                    <a:pt x="136" y="256"/>
                  </a:cubicBezTo>
                  <a:cubicBezTo>
                    <a:pt x="207" y="256"/>
                    <a:pt x="240" y="190"/>
                    <a:pt x="223" y="120"/>
                  </a:cubicBezTo>
                  <a:lnTo>
                    <a:pt x="223" y="87"/>
                  </a:lnTo>
                  <a:cubicBezTo>
                    <a:pt x="207" y="50"/>
                    <a:pt x="190" y="17"/>
                    <a:pt x="157" y="17"/>
                  </a:cubicBezTo>
                  <a:cubicBezTo>
                    <a:pt x="136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7" name="Google Shape;20737;p55"/>
            <p:cNvSpPr/>
            <p:nvPr/>
          </p:nvSpPr>
          <p:spPr>
            <a:xfrm>
              <a:off x="5158600" y="2511250"/>
              <a:ext cx="5600" cy="6675"/>
            </a:xfrm>
            <a:custGeom>
              <a:avLst/>
              <a:gdLst/>
              <a:ahLst/>
              <a:cxnLst/>
              <a:rect l="l" t="t" r="r" b="b"/>
              <a:pathLst>
                <a:path w="224" h="267" extrusionOk="0">
                  <a:moveTo>
                    <a:pt x="104" y="0"/>
                  </a:moveTo>
                  <a:cubicBezTo>
                    <a:pt x="34" y="17"/>
                    <a:pt x="1" y="87"/>
                    <a:pt x="1" y="157"/>
                  </a:cubicBezTo>
                  <a:cubicBezTo>
                    <a:pt x="17" y="190"/>
                    <a:pt x="17" y="223"/>
                    <a:pt x="50" y="244"/>
                  </a:cubicBezTo>
                  <a:cubicBezTo>
                    <a:pt x="65" y="255"/>
                    <a:pt x="86" y="267"/>
                    <a:pt x="108" y="267"/>
                  </a:cubicBezTo>
                  <a:cubicBezTo>
                    <a:pt x="118" y="267"/>
                    <a:pt x="127" y="265"/>
                    <a:pt x="137" y="260"/>
                  </a:cubicBezTo>
                  <a:cubicBezTo>
                    <a:pt x="153" y="260"/>
                    <a:pt x="191" y="244"/>
                    <a:pt x="207" y="207"/>
                  </a:cubicBezTo>
                  <a:cubicBezTo>
                    <a:pt x="224" y="190"/>
                    <a:pt x="224" y="157"/>
                    <a:pt x="224" y="120"/>
                  </a:cubicBezTo>
                  <a:cubicBezTo>
                    <a:pt x="224" y="87"/>
                    <a:pt x="207" y="54"/>
                    <a:pt x="174" y="38"/>
                  </a:cubicBezTo>
                  <a:cubicBezTo>
                    <a:pt x="174" y="17"/>
                    <a:pt x="174" y="17"/>
                    <a:pt x="153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8" name="Google Shape;20738;p55"/>
            <p:cNvSpPr/>
            <p:nvPr/>
          </p:nvSpPr>
          <p:spPr>
            <a:xfrm>
              <a:off x="5145325" y="25911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1"/>
                    <a:pt x="0" y="71"/>
                    <a:pt x="17" y="141"/>
                  </a:cubicBezTo>
                  <a:cubicBezTo>
                    <a:pt x="17" y="174"/>
                    <a:pt x="33" y="207"/>
                    <a:pt x="49" y="223"/>
                  </a:cubicBezTo>
                  <a:cubicBezTo>
                    <a:pt x="66" y="260"/>
                    <a:pt x="103" y="260"/>
                    <a:pt x="136" y="260"/>
                  </a:cubicBezTo>
                  <a:cubicBezTo>
                    <a:pt x="190" y="244"/>
                    <a:pt x="239" y="174"/>
                    <a:pt x="223" y="104"/>
                  </a:cubicBezTo>
                  <a:cubicBezTo>
                    <a:pt x="223" y="71"/>
                    <a:pt x="206" y="38"/>
                    <a:pt x="190" y="17"/>
                  </a:cubicBezTo>
                  <a:cubicBezTo>
                    <a:pt x="169" y="17"/>
                    <a:pt x="16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9" name="Google Shape;20739;p55"/>
            <p:cNvSpPr/>
            <p:nvPr/>
          </p:nvSpPr>
          <p:spPr>
            <a:xfrm>
              <a:off x="5144375" y="2638450"/>
              <a:ext cx="6125" cy="6400"/>
            </a:xfrm>
            <a:custGeom>
              <a:avLst/>
              <a:gdLst/>
              <a:ahLst/>
              <a:cxnLst/>
              <a:rect l="l" t="t" r="r" b="b"/>
              <a:pathLst>
                <a:path w="245" h="256" extrusionOk="0">
                  <a:moveTo>
                    <a:pt x="141" y="0"/>
                  </a:moveTo>
                  <a:cubicBezTo>
                    <a:pt x="104" y="0"/>
                    <a:pt x="71" y="0"/>
                    <a:pt x="55" y="33"/>
                  </a:cubicBezTo>
                  <a:cubicBezTo>
                    <a:pt x="1" y="66"/>
                    <a:pt x="1" y="153"/>
                    <a:pt x="38" y="206"/>
                  </a:cubicBezTo>
                  <a:cubicBezTo>
                    <a:pt x="55" y="239"/>
                    <a:pt x="87" y="256"/>
                    <a:pt x="104" y="256"/>
                  </a:cubicBezTo>
                  <a:cubicBezTo>
                    <a:pt x="141" y="256"/>
                    <a:pt x="174" y="256"/>
                    <a:pt x="191" y="223"/>
                  </a:cubicBezTo>
                  <a:cubicBezTo>
                    <a:pt x="207" y="206"/>
                    <a:pt x="228" y="169"/>
                    <a:pt x="228" y="136"/>
                  </a:cubicBezTo>
                  <a:cubicBezTo>
                    <a:pt x="244" y="103"/>
                    <a:pt x="228" y="66"/>
                    <a:pt x="207" y="50"/>
                  </a:cubicBezTo>
                  <a:cubicBezTo>
                    <a:pt x="191" y="33"/>
                    <a:pt x="174" y="17"/>
                    <a:pt x="1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0" name="Google Shape;20740;p55"/>
            <p:cNvSpPr/>
            <p:nvPr/>
          </p:nvSpPr>
          <p:spPr>
            <a:xfrm>
              <a:off x="5143150" y="2610925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20" y="0"/>
                  </a:moveTo>
                  <a:cubicBezTo>
                    <a:pt x="87" y="0"/>
                    <a:pt x="71" y="0"/>
                    <a:pt x="33" y="33"/>
                  </a:cubicBezTo>
                  <a:cubicBezTo>
                    <a:pt x="17" y="50"/>
                    <a:pt x="0" y="87"/>
                    <a:pt x="0" y="120"/>
                  </a:cubicBezTo>
                  <a:cubicBezTo>
                    <a:pt x="0" y="153"/>
                    <a:pt x="0" y="190"/>
                    <a:pt x="17" y="206"/>
                  </a:cubicBezTo>
                  <a:cubicBezTo>
                    <a:pt x="36" y="235"/>
                    <a:pt x="74" y="255"/>
                    <a:pt x="110" y="255"/>
                  </a:cubicBezTo>
                  <a:cubicBezTo>
                    <a:pt x="134" y="255"/>
                    <a:pt x="158" y="245"/>
                    <a:pt x="174" y="223"/>
                  </a:cubicBezTo>
                  <a:cubicBezTo>
                    <a:pt x="223" y="190"/>
                    <a:pt x="240" y="103"/>
                    <a:pt x="190" y="50"/>
                  </a:cubicBezTo>
                  <a:cubicBezTo>
                    <a:pt x="190" y="33"/>
                    <a:pt x="174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1" name="Google Shape;20741;p55"/>
            <p:cNvSpPr/>
            <p:nvPr/>
          </p:nvSpPr>
          <p:spPr>
            <a:xfrm>
              <a:off x="5167175" y="25735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37" y="21"/>
                    <a:pt x="0" y="87"/>
                    <a:pt x="17" y="157"/>
                  </a:cubicBezTo>
                  <a:cubicBezTo>
                    <a:pt x="17" y="190"/>
                    <a:pt x="37" y="207"/>
                    <a:pt x="54" y="244"/>
                  </a:cubicBezTo>
                  <a:cubicBezTo>
                    <a:pt x="87" y="260"/>
                    <a:pt x="103" y="260"/>
                    <a:pt x="140" y="260"/>
                  </a:cubicBezTo>
                  <a:cubicBezTo>
                    <a:pt x="190" y="244"/>
                    <a:pt x="243" y="174"/>
                    <a:pt x="223" y="104"/>
                  </a:cubicBezTo>
                  <a:cubicBezTo>
                    <a:pt x="223" y="71"/>
                    <a:pt x="206" y="54"/>
                    <a:pt x="190" y="21"/>
                  </a:cubicBezTo>
                  <a:cubicBezTo>
                    <a:pt x="173" y="21"/>
                    <a:pt x="173" y="2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2" name="Google Shape;20742;p55"/>
            <p:cNvSpPr/>
            <p:nvPr/>
          </p:nvSpPr>
          <p:spPr>
            <a:xfrm>
              <a:off x="5247975" y="2696375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83" y="0"/>
                  </a:moveTo>
                  <a:cubicBezTo>
                    <a:pt x="66" y="0"/>
                    <a:pt x="50" y="17"/>
                    <a:pt x="33" y="33"/>
                  </a:cubicBezTo>
                  <a:cubicBezTo>
                    <a:pt x="0" y="70"/>
                    <a:pt x="0" y="103"/>
                    <a:pt x="0" y="157"/>
                  </a:cubicBezTo>
                  <a:cubicBezTo>
                    <a:pt x="0" y="190"/>
                    <a:pt x="17" y="223"/>
                    <a:pt x="33" y="239"/>
                  </a:cubicBezTo>
                  <a:cubicBezTo>
                    <a:pt x="66" y="260"/>
                    <a:pt x="104" y="260"/>
                    <a:pt x="120" y="260"/>
                  </a:cubicBezTo>
                  <a:cubicBezTo>
                    <a:pt x="186" y="260"/>
                    <a:pt x="223" y="190"/>
                    <a:pt x="223" y="120"/>
                  </a:cubicBezTo>
                  <a:lnTo>
                    <a:pt x="223" y="103"/>
                  </a:lnTo>
                  <a:cubicBezTo>
                    <a:pt x="207" y="70"/>
                    <a:pt x="186" y="33"/>
                    <a:pt x="153" y="17"/>
                  </a:cubicBezTo>
                  <a:cubicBezTo>
                    <a:pt x="136" y="0"/>
                    <a:pt x="104" y="0"/>
                    <a:pt x="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3" name="Google Shape;20743;p55"/>
            <p:cNvSpPr/>
            <p:nvPr/>
          </p:nvSpPr>
          <p:spPr>
            <a:xfrm>
              <a:off x="5180050" y="2693800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4" y="0"/>
                  </a:moveTo>
                  <a:cubicBezTo>
                    <a:pt x="54" y="0"/>
                    <a:pt x="0" y="70"/>
                    <a:pt x="17" y="136"/>
                  </a:cubicBezTo>
                  <a:cubicBezTo>
                    <a:pt x="17" y="173"/>
                    <a:pt x="38" y="206"/>
                    <a:pt x="54" y="223"/>
                  </a:cubicBezTo>
                  <a:cubicBezTo>
                    <a:pt x="87" y="260"/>
                    <a:pt x="120" y="260"/>
                    <a:pt x="141" y="260"/>
                  </a:cubicBezTo>
                  <a:cubicBezTo>
                    <a:pt x="207" y="239"/>
                    <a:pt x="244" y="173"/>
                    <a:pt x="244" y="103"/>
                  </a:cubicBezTo>
                  <a:cubicBezTo>
                    <a:pt x="223" y="70"/>
                    <a:pt x="207" y="33"/>
                    <a:pt x="190" y="17"/>
                  </a:cubicBezTo>
                  <a:lnTo>
                    <a:pt x="1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4" name="Google Shape;20744;p55"/>
            <p:cNvSpPr/>
            <p:nvPr/>
          </p:nvSpPr>
          <p:spPr>
            <a:xfrm>
              <a:off x="5225600" y="273420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4" y="0"/>
                  </a:moveTo>
                  <a:cubicBezTo>
                    <a:pt x="50" y="17"/>
                    <a:pt x="1" y="87"/>
                    <a:pt x="17" y="153"/>
                  </a:cubicBezTo>
                  <a:cubicBezTo>
                    <a:pt x="17" y="190"/>
                    <a:pt x="34" y="223"/>
                    <a:pt x="50" y="239"/>
                  </a:cubicBezTo>
                  <a:cubicBezTo>
                    <a:pt x="76" y="251"/>
                    <a:pt x="101" y="263"/>
                    <a:pt x="118" y="263"/>
                  </a:cubicBezTo>
                  <a:cubicBezTo>
                    <a:pt x="126" y="263"/>
                    <a:pt x="132" y="261"/>
                    <a:pt x="137" y="256"/>
                  </a:cubicBezTo>
                  <a:cubicBezTo>
                    <a:pt x="207" y="256"/>
                    <a:pt x="240" y="190"/>
                    <a:pt x="240" y="120"/>
                  </a:cubicBezTo>
                  <a:cubicBezTo>
                    <a:pt x="223" y="87"/>
                    <a:pt x="207" y="50"/>
                    <a:pt x="190" y="33"/>
                  </a:cubicBezTo>
                  <a:cubicBezTo>
                    <a:pt x="190" y="17"/>
                    <a:pt x="174" y="17"/>
                    <a:pt x="174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5" name="Google Shape;20745;p55"/>
            <p:cNvSpPr/>
            <p:nvPr/>
          </p:nvSpPr>
          <p:spPr>
            <a:xfrm>
              <a:off x="5147475" y="27930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4" y="0"/>
                  </a:moveTo>
                  <a:cubicBezTo>
                    <a:pt x="50" y="17"/>
                    <a:pt x="1" y="66"/>
                    <a:pt x="17" y="153"/>
                  </a:cubicBezTo>
                  <a:cubicBezTo>
                    <a:pt x="17" y="186"/>
                    <a:pt x="34" y="207"/>
                    <a:pt x="50" y="223"/>
                  </a:cubicBezTo>
                  <a:cubicBezTo>
                    <a:pt x="83" y="256"/>
                    <a:pt x="104" y="256"/>
                    <a:pt x="137" y="256"/>
                  </a:cubicBezTo>
                  <a:cubicBezTo>
                    <a:pt x="207" y="240"/>
                    <a:pt x="240" y="169"/>
                    <a:pt x="223" y="103"/>
                  </a:cubicBezTo>
                  <a:cubicBezTo>
                    <a:pt x="223" y="66"/>
                    <a:pt x="207" y="33"/>
                    <a:pt x="186" y="17"/>
                  </a:cubicBezTo>
                  <a:cubicBezTo>
                    <a:pt x="170" y="17"/>
                    <a:pt x="17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6" name="Google Shape;20746;p55"/>
            <p:cNvSpPr/>
            <p:nvPr/>
          </p:nvSpPr>
          <p:spPr>
            <a:xfrm>
              <a:off x="5119950" y="28002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34" y="22"/>
                    <a:pt x="1" y="71"/>
                    <a:pt x="1" y="158"/>
                  </a:cubicBezTo>
                  <a:cubicBezTo>
                    <a:pt x="17" y="191"/>
                    <a:pt x="34" y="207"/>
                    <a:pt x="50" y="228"/>
                  </a:cubicBezTo>
                  <a:cubicBezTo>
                    <a:pt x="71" y="261"/>
                    <a:pt x="104" y="261"/>
                    <a:pt x="137" y="261"/>
                  </a:cubicBezTo>
                  <a:cubicBezTo>
                    <a:pt x="190" y="244"/>
                    <a:pt x="240" y="174"/>
                    <a:pt x="223" y="104"/>
                  </a:cubicBezTo>
                  <a:cubicBezTo>
                    <a:pt x="223" y="71"/>
                    <a:pt x="207" y="38"/>
                    <a:pt x="190" y="22"/>
                  </a:cubicBezTo>
                  <a:cubicBezTo>
                    <a:pt x="174" y="22"/>
                    <a:pt x="174" y="22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7" name="Google Shape;20747;p55"/>
            <p:cNvSpPr/>
            <p:nvPr/>
          </p:nvSpPr>
          <p:spPr>
            <a:xfrm>
              <a:off x="5105325" y="2801425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108" y="0"/>
                  </a:moveTo>
                  <a:cubicBezTo>
                    <a:pt x="105" y="0"/>
                    <a:pt x="103" y="2"/>
                    <a:pt x="103" y="8"/>
                  </a:cubicBezTo>
                  <a:cubicBezTo>
                    <a:pt x="37" y="8"/>
                    <a:pt x="0" y="78"/>
                    <a:pt x="0" y="144"/>
                  </a:cubicBezTo>
                  <a:cubicBezTo>
                    <a:pt x="0" y="197"/>
                    <a:pt x="37" y="214"/>
                    <a:pt x="54" y="247"/>
                  </a:cubicBezTo>
                  <a:cubicBezTo>
                    <a:pt x="87" y="247"/>
                    <a:pt x="103" y="263"/>
                    <a:pt x="141" y="263"/>
                  </a:cubicBezTo>
                  <a:cubicBezTo>
                    <a:pt x="157" y="247"/>
                    <a:pt x="190" y="230"/>
                    <a:pt x="206" y="214"/>
                  </a:cubicBezTo>
                  <a:cubicBezTo>
                    <a:pt x="223" y="181"/>
                    <a:pt x="223" y="144"/>
                    <a:pt x="223" y="111"/>
                  </a:cubicBezTo>
                  <a:cubicBezTo>
                    <a:pt x="223" y="78"/>
                    <a:pt x="206" y="41"/>
                    <a:pt x="173" y="24"/>
                  </a:cubicBezTo>
                  <a:lnTo>
                    <a:pt x="157" y="8"/>
                  </a:lnTo>
                  <a:lnTo>
                    <a:pt x="141" y="8"/>
                  </a:lnTo>
                  <a:cubicBezTo>
                    <a:pt x="127" y="8"/>
                    <a:pt x="115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8" name="Google Shape;20748;p55"/>
            <p:cNvSpPr/>
            <p:nvPr/>
          </p:nvSpPr>
          <p:spPr>
            <a:xfrm>
              <a:off x="5258700" y="2634925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87" y="1"/>
                  </a:moveTo>
                  <a:cubicBezTo>
                    <a:pt x="33" y="17"/>
                    <a:pt x="0" y="87"/>
                    <a:pt x="0" y="158"/>
                  </a:cubicBezTo>
                  <a:cubicBezTo>
                    <a:pt x="0" y="191"/>
                    <a:pt x="17" y="224"/>
                    <a:pt x="50" y="244"/>
                  </a:cubicBezTo>
                  <a:cubicBezTo>
                    <a:pt x="61" y="256"/>
                    <a:pt x="83" y="267"/>
                    <a:pt x="101" y="267"/>
                  </a:cubicBezTo>
                  <a:cubicBezTo>
                    <a:pt x="108" y="267"/>
                    <a:pt x="115" y="265"/>
                    <a:pt x="120" y="261"/>
                  </a:cubicBezTo>
                  <a:cubicBezTo>
                    <a:pt x="190" y="261"/>
                    <a:pt x="223" y="191"/>
                    <a:pt x="223" y="120"/>
                  </a:cubicBezTo>
                  <a:cubicBezTo>
                    <a:pt x="223" y="87"/>
                    <a:pt x="206" y="54"/>
                    <a:pt x="169" y="38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1"/>
                    <a:pt x="120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9" name="Google Shape;20749;p55"/>
            <p:cNvSpPr/>
            <p:nvPr/>
          </p:nvSpPr>
          <p:spPr>
            <a:xfrm>
              <a:off x="5155200" y="2561850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27" y="1"/>
                  </a:moveTo>
                  <a:cubicBezTo>
                    <a:pt x="82" y="1"/>
                    <a:pt x="31" y="33"/>
                    <a:pt x="17" y="91"/>
                  </a:cubicBezTo>
                  <a:cubicBezTo>
                    <a:pt x="1" y="157"/>
                    <a:pt x="17" y="227"/>
                    <a:pt x="83" y="244"/>
                  </a:cubicBezTo>
                  <a:cubicBezTo>
                    <a:pt x="98" y="254"/>
                    <a:pt x="114" y="259"/>
                    <a:pt x="129" y="259"/>
                  </a:cubicBezTo>
                  <a:cubicBezTo>
                    <a:pt x="171" y="259"/>
                    <a:pt x="211" y="226"/>
                    <a:pt x="223" y="178"/>
                  </a:cubicBezTo>
                  <a:cubicBezTo>
                    <a:pt x="240" y="108"/>
                    <a:pt x="223" y="38"/>
                    <a:pt x="153" y="5"/>
                  </a:cubicBezTo>
                  <a:cubicBezTo>
                    <a:pt x="145" y="2"/>
                    <a:pt x="136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0" name="Google Shape;20750;p55"/>
            <p:cNvSpPr/>
            <p:nvPr/>
          </p:nvSpPr>
          <p:spPr>
            <a:xfrm>
              <a:off x="5241900" y="2682750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30" y="1"/>
                  </a:moveTo>
                  <a:cubicBezTo>
                    <a:pt x="121" y="1"/>
                    <a:pt x="111" y="5"/>
                    <a:pt x="103" y="13"/>
                  </a:cubicBezTo>
                  <a:cubicBezTo>
                    <a:pt x="70" y="13"/>
                    <a:pt x="54" y="30"/>
                    <a:pt x="37" y="63"/>
                  </a:cubicBezTo>
                  <a:cubicBezTo>
                    <a:pt x="17" y="83"/>
                    <a:pt x="0" y="116"/>
                    <a:pt x="0" y="149"/>
                  </a:cubicBezTo>
                  <a:cubicBezTo>
                    <a:pt x="17" y="186"/>
                    <a:pt x="37" y="219"/>
                    <a:pt x="54" y="236"/>
                  </a:cubicBezTo>
                  <a:cubicBezTo>
                    <a:pt x="65" y="248"/>
                    <a:pt x="85" y="259"/>
                    <a:pt x="109" y="259"/>
                  </a:cubicBezTo>
                  <a:cubicBezTo>
                    <a:pt x="119" y="259"/>
                    <a:pt x="129" y="257"/>
                    <a:pt x="140" y="252"/>
                  </a:cubicBezTo>
                  <a:cubicBezTo>
                    <a:pt x="190" y="252"/>
                    <a:pt x="243" y="186"/>
                    <a:pt x="223" y="116"/>
                  </a:cubicBezTo>
                  <a:cubicBezTo>
                    <a:pt x="223" y="83"/>
                    <a:pt x="206" y="46"/>
                    <a:pt x="190" y="30"/>
                  </a:cubicBezTo>
                  <a:cubicBezTo>
                    <a:pt x="173" y="13"/>
                    <a:pt x="173" y="13"/>
                    <a:pt x="157" y="13"/>
                  </a:cubicBezTo>
                  <a:cubicBezTo>
                    <a:pt x="149" y="5"/>
                    <a:pt x="139" y="1"/>
                    <a:pt x="1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1" name="Google Shape;20751;p55"/>
            <p:cNvSpPr/>
            <p:nvPr/>
          </p:nvSpPr>
          <p:spPr>
            <a:xfrm>
              <a:off x="5074400" y="275955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04" y="0"/>
                  </a:moveTo>
                  <a:cubicBezTo>
                    <a:pt x="38" y="17"/>
                    <a:pt x="0" y="83"/>
                    <a:pt x="17" y="153"/>
                  </a:cubicBezTo>
                  <a:cubicBezTo>
                    <a:pt x="17" y="186"/>
                    <a:pt x="38" y="223"/>
                    <a:pt x="54" y="240"/>
                  </a:cubicBezTo>
                  <a:cubicBezTo>
                    <a:pt x="66" y="251"/>
                    <a:pt x="86" y="263"/>
                    <a:pt x="109" y="263"/>
                  </a:cubicBezTo>
                  <a:cubicBezTo>
                    <a:pt x="119" y="263"/>
                    <a:pt x="130" y="261"/>
                    <a:pt x="141" y="256"/>
                  </a:cubicBezTo>
                  <a:cubicBezTo>
                    <a:pt x="190" y="256"/>
                    <a:pt x="244" y="186"/>
                    <a:pt x="223" y="120"/>
                  </a:cubicBezTo>
                  <a:cubicBezTo>
                    <a:pt x="223" y="83"/>
                    <a:pt x="207" y="50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2" name="Google Shape;20752;p55"/>
            <p:cNvSpPr/>
            <p:nvPr/>
          </p:nvSpPr>
          <p:spPr>
            <a:xfrm>
              <a:off x="5172325" y="2726475"/>
              <a:ext cx="6500" cy="6575"/>
            </a:xfrm>
            <a:custGeom>
              <a:avLst/>
              <a:gdLst/>
              <a:ahLst/>
              <a:cxnLst/>
              <a:rect l="l" t="t" r="r" b="b"/>
              <a:pathLst>
                <a:path w="260" h="263" extrusionOk="0">
                  <a:moveTo>
                    <a:pt x="140" y="0"/>
                  </a:moveTo>
                  <a:cubicBezTo>
                    <a:pt x="120" y="0"/>
                    <a:pt x="87" y="16"/>
                    <a:pt x="54" y="33"/>
                  </a:cubicBezTo>
                  <a:cubicBezTo>
                    <a:pt x="17" y="87"/>
                    <a:pt x="0" y="153"/>
                    <a:pt x="54" y="223"/>
                  </a:cubicBezTo>
                  <a:cubicBezTo>
                    <a:pt x="70" y="239"/>
                    <a:pt x="87" y="256"/>
                    <a:pt x="120" y="256"/>
                  </a:cubicBezTo>
                  <a:cubicBezTo>
                    <a:pt x="131" y="260"/>
                    <a:pt x="140" y="262"/>
                    <a:pt x="148" y="262"/>
                  </a:cubicBezTo>
                  <a:cubicBezTo>
                    <a:pt x="168" y="262"/>
                    <a:pt x="183" y="251"/>
                    <a:pt x="206" y="239"/>
                  </a:cubicBezTo>
                  <a:cubicBezTo>
                    <a:pt x="243" y="190"/>
                    <a:pt x="260" y="103"/>
                    <a:pt x="223" y="49"/>
                  </a:cubicBezTo>
                  <a:cubicBezTo>
                    <a:pt x="206" y="33"/>
                    <a:pt x="190" y="16"/>
                    <a:pt x="173" y="16"/>
                  </a:cubicBezTo>
                  <a:cubicBezTo>
                    <a:pt x="157" y="16"/>
                    <a:pt x="157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3" name="Google Shape;20753;p55"/>
            <p:cNvSpPr/>
            <p:nvPr/>
          </p:nvSpPr>
          <p:spPr>
            <a:xfrm>
              <a:off x="5090275" y="2802850"/>
              <a:ext cx="5700" cy="6675"/>
            </a:xfrm>
            <a:custGeom>
              <a:avLst/>
              <a:gdLst/>
              <a:ahLst/>
              <a:cxnLst/>
              <a:rect l="l" t="t" r="r" b="b"/>
              <a:pathLst>
                <a:path w="228" h="267" extrusionOk="0">
                  <a:moveTo>
                    <a:pt x="87" y="0"/>
                  </a:moveTo>
                  <a:cubicBezTo>
                    <a:pt x="70" y="21"/>
                    <a:pt x="37" y="37"/>
                    <a:pt x="21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0" y="190"/>
                    <a:pt x="21" y="227"/>
                    <a:pt x="54" y="243"/>
                  </a:cubicBezTo>
                  <a:cubicBezTo>
                    <a:pt x="66" y="255"/>
                    <a:pt x="86" y="267"/>
                    <a:pt x="104" y="267"/>
                  </a:cubicBezTo>
                  <a:cubicBezTo>
                    <a:pt x="111" y="267"/>
                    <a:pt x="118" y="265"/>
                    <a:pt x="124" y="260"/>
                  </a:cubicBezTo>
                  <a:cubicBezTo>
                    <a:pt x="190" y="260"/>
                    <a:pt x="227" y="190"/>
                    <a:pt x="227" y="124"/>
                  </a:cubicBezTo>
                  <a:cubicBezTo>
                    <a:pt x="227" y="87"/>
                    <a:pt x="207" y="54"/>
                    <a:pt x="174" y="37"/>
                  </a:cubicBezTo>
                  <a:cubicBezTo>
                    <a:pt x="174" y="21"/>
                    <a:pt x="157" y="21"/>
                    <a:pt x="157" y="21"/>
                  </a:cubicBezTo>
                  <a:cubicBezTo>
                    <a:pt x="141" y="0"/>
                    <a:pt x="124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4" name="Google Shape;20754;p55"/>
            <p:cNvSpPr/>
            <p:nvPr/>
          </p:nvSpPr>
          <p:spPr>
            <a:xfrm>
              <a:off x="5172725" y="2679925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18" y="1"/>
                  </a:moveTo>
                  <a:cubicBezTo>
                    <a:pt x="75" y="1"/>
                    <a:pt x="34" y="22"/>
                    <a:pt x="21" y="73"/>
                  </a:cubicBezTo>
                  <a:cubicBezTo>
                    <a:pt x="1" y="143"/>
                    <a:pt x="21" y="229"/>
                    <a:pt x="87" y="246"/>
                  </a:cubicBezTo>
                  <a:cubicBezTo>
                    <a:pt x="102" y="255"/>
                    <a:pt x="117" y="259"/>
                    <a:pt x="132" y="259"/>
                  </a:cubicBezTo>
                  <a:cubicBezTo>
                    <a:pt x="173" y="259"/>
                    <a:pt x="212" y="227"/>
                    <a:pt x="227" y="176"/>
                  </a:cubicBezTo>
                  <a:cubicBezTo>
                    <a:pt x="244" y="110"/>
                    <a:pt x="227" y="40"/>
                    <a:pt x="157" y="7"/>
                  </a:cubicBezTo>
                  <a:cubicBezTo>
                    <a:pt x="145" y="3"/>
                    <a:pt x="131" y="1"/>
                    <a:pt x="1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5" name="Google Shape;20755;p55"/>
            <p:cNvSpPr/>
            <p:nvPr/>
          </p:nvSpPr>
          <p:spPr>
            <a:xfrm>
              <a:off x="5240250" y="260682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0"/>
                  </a:moveTo>
                  <a:cubicBezTo>
                    <a:pt x="114" y="0"/>
                    <a:pt x="109" y="2"/>
                    <a:pt x="103" y="8"/>
                  </a:cubicBezTo>
                  <a:cubicBezTo>
                    <a:pt x="50" y="8"/>
                    <a:pt x="0" y="78"/>
                    <a:pt x="17" y="148"/>
                  </a:cubicBezTo>
                  <a:cubicBezTo>
                    <a:pt x="17" y="181"/>
                    <a:pt x="33" y="214"/>
                    <a:pt x="50" y="234"/>
                  </a:cubicBezTo>
                  <a:cubicBezTo>
                    <a:pt x="83" y="251"/>
                    <a:pt x="103" y="267"/>
                    <a:pt x="136" y="267"/>
                  </a:cubicBezTo>
                  <a:cubicBezTo>
                    <a:pt x="206" y="251"/>
                    <a:pt x="239" y="181"/>
                    <a:pt x="239" y="111"/>
                  </a:cubicBezTo>
                  <a:cubicBezTo>
                    <a:pt x="223" y="78"/>
                    <a:pt x="206" y="45"/>
                    <a:pt x="186" y="28"/>
                  </a:cubicBezTo>
                  <a:cubicBezTo>
                    <a:pt x="169" y="28"/>
                    <a:pt x="169" y="8"/>
                    <a:pt x="153" y="8"/>
                  </a:cubicBezTo>
                  <a:cubicBezTo>
                    <a:pt x="142" y="8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6" name="Google Shape;20756;p55"/>
            <p:cNvSpPr/>
            <p:nvPr/>
          </p:nvSpPr>
          <p:spPr>
            <a:xfrm>
              <a:off x="5172725" y="2710600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04" y="0"/>
                  </a:moveTo>
                  <a:cubicBezTo>
                    <a:pt x="54" y="0"/>
                    <a:pt x="1" y="66"/>
                    <a:pt x="21" y="136"/>
                  </a:cubicBezTo>
                  <a:cubicBezTo>
                    <a:pt x="21" y="169"/>
                    <a:pt x="38" y="206"/>
                    <a:pt x="54" y="223"/>
                  </a:cubicBezTo>
                  <a:cubicBezTo>
                    <a:pt x="87" y="256"/>
                    <a:pt x="124" y="256"/>
                    <a:pt x="141" y="256"/>
                  </a:cubicBezTo>
                  <a:cubicBezTo>
                    <a:pt x="207" y="239"/>
                    <a:pt x="244" y="169"/>
                    <a:pt x="244" y="103"/>
                  </a:cubicBezTo>
                  <a:cubicBezTo>
                    <a:pt x="227" y="66"/>
                    <a:pt x="207" y="33"/>
                    <a:pt x="190" y="17"/>
                  </a:cubicBezTo>
                  <a:lnTo>
                    <a:pt x="1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7" name="Google Shape;20757;p55"/>
            <p:cNvSpPr/>
            <p:nvPr/>
          </p:nvSpPr>
          <p:spPr>
            <a:xfrm>
              <a:off x="5243650" y="26362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0"/>
                  </a:moveTo>
                  <a:cubicBezTo>
                    <a:pt x="50" y="17"/>
                    <a:pt x="0" y="66"/>
                    <a:pt x="17" y="153"/>
                  </a:cubicBezTo>
                  <a:cubicBezTo>
                    <a:pt x="17" y="190"/>
                    <a:pt x="33" y="223"/>
                    <a:pt x="70" y="240"/>
                  </a:cubicBezTo>
                  <a:cubicBezTo>
                    <a:pt x="87" y="256"/>
                    <a:pt x="120" y="256"/>
                    <a:pt x="136" y="256"/>
                  </a:cubicBezTo>
                  <a:cubicBezTo>
                    <a:pt x="173" y="256"/>
                    <a:pt x="190" y="240"/>
                    <a:pt x="206" y="207"/>
                  </a:cubicBezTo>
                  <a:cubicBezTo>
                    <a:pt x="223" y="170"/>
                    <a:pt x="239" y="137"/>
                    <a:pt x="223" y="104"/>
                  </a:cubicBezTo>
                  <a:cubicBezTo>
                    <a:pt x="223" y="66"/>
                    <a:pt x="206" y="50"/>
                    <a:pt x="190" y="17"/>
                  </a:cubicBezTo>
                  <a:cubicBezTo>
                    <a:pt x="173" y="17"/>
                    <a:pt x="173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8" name="Google Shape;20758;p55"/>
            <p:cNvSpPr/>
            <p:nvPr/>
          </p:nvSpPr>
          <p:spPr>
            <a:xfrm>
              <a:off x="5168925" y="264957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3" y="0"/>
                  </a:moveTo>
                  <a:cubicBezTo>
                    <a:pt x="70" y="0"/>
                    <a:pt x="33" y="17"/>
                    <a:pt x="1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17" y="190"/>
                    <a:pt x="17" y="206"/>
                    <a:pt x="50" y="223"/>
                  </a:cubicBezTo>
                  <a:cubicBezTo>
                    <a:pt x="70" y="256"/>
                    <a:pt x="103" y="256"/>
                    <a:pt x="136" y="256"/>
                  </a:cubicBezTo>
                  <a:cubicBezTo>
                    <a:pt x="190" y="239"/>
                    <a:pt x="239" y="173"/>
                    <a:pt x="223" y="103"/>
                  </a:cubicBezTo>
                  <a:cubicBezTo>
                    <a:pt x="223" y="70"/>
                    <a:pt x="206" y="33"/>
                    <a:pt x="173" y="17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9" name="Google Shape;20759;p55"/>
            <p:cNvSpPr/>
            <p:nvPr/>
          </p:nvSpPr>
          <p:spPr>
            <a:xfrm>
              <a:off x="5265075" y="2649575"/>
              <a:ext cx="1775" cy="6000"/>
            </a:xfrm>
            <a:custGeom>
              <a:avLst/>
              <a:gdLst/>
              <a:ahLst/>
              <a:cxnLst/>
              <a:rect l="l" t="t" r="r" b="b"/>
              <a:pathLst>
                <a:path w="71" h="240" extrusionOk="0">
                  <a:moveTo>
                    <a:pt x="71" y="0"/>
                  </a:moveTo>
                  <a:cubicBezTo>
                    <a:pt x="17" y="33"/>
                    <a:pt x="1" y="87"/>
                    <a:pt x="1" y="153"/>
                  </a:cubicBezTo>
                  <a:cubicBezTo>
                    <a:pt x="1" y="190"/>
                    <a:pt x="38" y="223"/>
                    <a:pt x="54" y="239"/>
                  </a:cubicBezTo>
                  <a:cubicBezTo>
                    <a:pt x="71" y="173"/>
                    <a:pt x="71" y="87"/>
                    <a:pt x="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0" name="Google Shape;20760;p55"/>
            <p:cNvSpPr/>
            <p:nvPr/>
          </p:nvSpPr>
          <p:spPr>
            <a:xfrm>
              <a:off x="5201600" y="25503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66" y="1"/>
                    <a:pt x="50" y="22"/>
                    <a:pt x="33" y="55"/>
                  </a:cubicBezTo>
                  <a:cubicBezTo>
                    <a:pt x="17" y="71"/>
                    <a:pt x="0" y="104"/>
                    <a:pt x="17" y="141"/>
                  </a:cubicBezTo>
                  <a:cubicBezTo>
                    <a:pt x="17" y="174"/>
                    <a:pt x="33" y="207"/>
                    <a:pt x="50" y="228"/>
                  </a:cubicBezTo>
                  <a:cubicBezTo>
                    <a:pt x="66" y="261"/>
                    <a:pt x="103" y="261"/>
                    <a:pt x="136" y="261"/>
                  </a:cubicBezTo>
                  <a:cubicBezTo>
                    <a:pt x="186" y="244"/>
                    <a:pt x="239" y="174"/>
                    <a:pt x="223" y="104"/>
                  </a:cubicBezTo>
                  <a:cubicBezTo>
                    <a:pt x="223" y="71"/>
                    <a:pt x="206" y="38"/>
                    <a:pt x="186" y="22"/>
                  </a:cubicBezTo>
                  <a:cubicBezTo>
                    <a:pt x="169" y="22"/>
                    <a:pt x="16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1" name="Google Shape;20761;p55"/>
            <p:cNvSpPr/>
            <p:nvPr/>
          </p:nvSpPr>
          <p:spPr>
            <a:xfrm>
              <a:off x="5187375" y="2551550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21" y="0"/>
                  </a:moveTo>
                  <a:cubicBezTo>
                    <a:pt x="64" y="0"/>
                    <a:pt x="14" y="33"/>
                    <a:pt x="0" y="91"/>
                  </a:cubicBezTo>
                  <a:lnTo>
                    <a:pt x="0" y="141"/>
                  </a:lnTo>
                  <a:cubicBezTo>
                    <a:pt x="0" y="194"/>
                    <a:pt x="33" y="227"/>
                    <a:pt x="70" y="244"/>
                  </a:cubicBezTo>
                  <a:cubicBezTo>
                    <a:pt x="84" y="251"/>
                    <a:pt x="101" y="255"/>
                    <a:pt x="118" y="255"/>
                  </a:cubicBezTo>
                  <a:cubicBezTo>
                    <a:pt x="141" y="255"/>
                    <a:pt x="164" y="247"/>
                    <a:pt x="173" y="227"/>
                  </a:cubicBezTo>
                  <a:cubicBezTo>
                    <a:pt x="190" y="211"/>
                    <a:pt x="206" y="194"/>
                    <a:pt x="206" y="178"/>
                  </a:cubicBezTo>
                  <a:cubicBezTo>
                    <a:pt x="239" y="108"/>
                    <a:pt x="206" y="38"/>
                    <a:pt x="157" y="5"/>
                  </a:cubicBezTo>
                  <a:cubicBezTo>
                    <a:pt x="145" y="2"/>
                    <a:pt x="133" y="0"/>
                    <a:pt x="1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2" name="Google Shape;20762;p55"/>
            <p:cNvSpPr/>
            <p:nvPr/>
          </p:nvSpPr>
          <p:spPr>
            <a:xfrm>
              <a:off x="5190350" y="2537750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16" y="1"/>
                  </a:moveTo>
                  <a:cubicBezTo>
                    <a:pt x="74" y="1"/>
                    <a:pt x="33" y="25"/>
                    <a:pt x="17" y="74"/>
                  </a:cubicBezTo>
                  <a:cubicBezTo>
                    <a:pt x="1" y="144"/>
                    <a:pt x="17" y="231"/>
                    <a:pt x="87" y="247"/>
                  </a:cubicBezTo>
                  <a:cubicBezTo>
                    <a:pt x="87" y="264"/>
                    <a:pt x="104" y="264"/>
                    <a:pt x="120" y="264"/>
                  </a:cubicBezTo>
                  <a:cubicBezTo>
                    <a:pt x="174" y="247"/>
                    <a:pt x="207" y="231"/>
                    <a:pt x="223" y="177"/>
                  </a:cubicBezTo>
                  <a:cubicBezTo>
                    <a:pt x="244" y="128"/>
                    <a:pt x="223" y="74"/>
                    <a:pt x="207" y="41"/>
                  </a:cubicBezTo>
                  <a:cubicBezTo>
                    <a:pt x="190" y="25"/>
                    <a:pt x="174" y="8"/>
                    <a:pt x="157" y="8"/>
                  </a:cubicBezTo>
                  <a:cubicBezTo>
                    <a:pt x="144" y="3"/>
                    <a:pt x="130" y="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3" name="Google Shape;20763;p55"/>
            <p:cNvSpPr/>
            <p:nvPr/>
          </p:nvSpPr>
          <p:spPr>
            <a:xfrm>
              <a:off x="5155625" y="26044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66" y="0"/>
                    <a:pt x="50" y="21"/>
                    <a:pt x="33" y="54"/>
                  </a:cubicBezTo>
                  <a:cubicBezTo>
                    <a:pt x="17" y="87"/>
                    <a:pt x="0" y="124"/>
                    <a:pt x="0" y="157"/>
                  </a:cubicBezTo>
                  <a:cubicBezTo>
                    <a:pt x="17" y="190"/>
                    <a:pt x="33" y="227"/>
                    <a:pt x="50" y="244"/>
                  </a:cubicBezTo>
                  <a:cubicBezTo>
                    <a:pt x="66" y="260"/>
                    <a:pt x="103" y="260"/>
                    <a:pt x="136" y="260"/>
                  </a:cubicBezTo>
                  <a:cubicBezTo>
                    <a:pt x="190" y="244"/>
                    <a:pt x="239" y="190"/>
                    <a:pt x="223" y="104"/>
                  </a:cubicBezTo>
                  <a:cubicBezTo>
                    <a:pt x="223" y="71"/>
                    <a:pt x="206" y="54"/>
                    <a:pt x="190" y="21"/>
                  </a:cubicBezTo>
                  <a:lnTo>
                    <a:pt x="153" y="21"/>
                  </a:ln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4" name="Google Shape;20764;p55"/>
            <p:cNvSpPr/>
            <p:nvPr/>
          </p:nvSpPr>
          <p:spPr>
            <a:xfrm>
              <a:off x="5190350" y="2631525"/>
              <a:ext cx="5600" cy="6650"/>
            </a:xfrm>
            <a:custGeom>
              <a:avLst/>
              <a:gdLst/>
              <a:ahLst/>
              <a:cxnLst/>
              <a:rect l="l" t="t" r="r" b="b"/>
              <a:pathLst>
                <a:path w="224" h="266" extrusionOk="0">
                  <a:moveTo>
                    <a:pt x="104" y="1"/>
                  </a:moveTo>
                  <a:cubicBezTo>
                    <a:pt x="38" y="17"/>
                    <a:pt x="1" y="87"/>
                    <a:pt x="1" y="153"/>
                  </a:cubicBezTo>
                  <a:cubicBezTo>
                    <a:pt x="17" y="190"/>
                    <a:pt x="38" y="223"/>
                    <a:pt x="54" y="240"/>
                  </a:cubicBezTo>
                  <a:cubicBezTo>
                    <a:pt x="66" y="252"/>
                    <a:pt x="86" y="265"/>
                    <a:pt x="109" y="265"/>
                  </a:cubicBezTo>
                  <a:cubicBezTo>
                    <a:pt x="119" y="265"/>
                    <a:pt x="130" y="263"/>
                    <a:pt x="141" y="256"/>
                  </a:cubicBezTo>
                  <a:cubicBezTo>
                    <a:pt x="157" y="256"/>
                    <a:pt x="190" y="240"/>
                    <a:pt x="207" y="207"/>
                  </a:cubicBezTo>
                  <a:cubicBezTo>
                    <a:pt x="223" y="190"/>
                    <a:pt x="223" y="153"/>
                    <a:pt x="223" y="120"/>
                  </a:cubicBezTo>
                  <a:cubicBezTo>
                    <a:pt x="223" y="87"/>
                    <a:pt x="207" y="50"/>
                    <a:pt x="190" y="34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5" name="Google Shape;20765;p55"/>
            <p:cNvSpPr/>
            <p:nvPr/>
          </p:nvSpPr>
          <p:spPr>
            <a:xfrm>
              <a:off x="5188200" y="2505275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03" y="0"/>
                  </a:moveTo>
                  <a:cubicBezTo>
                    <a:pt x="70" y="0"/>
                    <a:pt x="54" y="17"/>
                    <a:pt x="37" y="50"/>
                  </a:cubicBezTo>
                  <a:cubicBezTo>
                    <a:pt x="21" y="87"/>
                    <a:pt x="0" y="120"/>
                    <a:pt x="21" y="153"/>
                  </a:cubicBezTo>
                  <a:cubicBezTo>
                    <a:pt x="21" y="190"/>
                    <a:pt x="37" y="206"/>
                    <a:pt x="54" y="239"/>
                  </a:cubicBezTo>
                  <a:cubicBezTo>
                    <a:pt x="87" y="256"/>
                    <a:pt x="103" y="256"/>
                    <a:pt x="140" y="256"/>
                  </a:cubicBezTo>
                  <a:cubicBezTo>
                    <a:pt x="206" y="239"/>
                    <a:pt x="243" y="173"/>
                    <a:pt x="227" y="103"/>
                  </a:cubicBezTo>
                  <a:cubicBezTo>
                    <a:pt x="227" y="70"/>
                    <a:pt x="206" y="50"/>
                    <a:pt x="190" y="17"/>
                  </a:cubicBezTo>
                  <a:cubicBezTo>
                    <a:pt x="173" y="17"/>
                    <a:pt x="173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6" name="Google Shape;20766;p55"/>
            <p:cNvSpPr/>
            <p:nvPr/>
          </p:nvSpPr>
          <p:spPr>
            <a:xfrm>
              <a:off x="5195925" y="252022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29" y="0"/>
                  </a:moveTo>
                  <a:cubicBezTo>
                    <a:pt x="82" y="0"/>
                    <a:pt x="35" y="33"/>
                    <a:pt x="21" y="91"/>
                  </a:cubicBezTo>
                  <a:cubicBezTo>
                    <a:pt x="0" y="157"/>
                    <a:pt x="21" y="227"/>
                    <a:pt x="87" y="243"/>
                  </a:cubicBezTo>
                  <a:cubicBezTo>
                    <a:pt x="103" y="260"/>
                    <a:pt x="124" y="260"/>
                    <a:pt x="141" y="260"/>
                  </a:cubicBezTo>
                  <a:cubicBezTo>
                    <a:pt x="174" y="260"/>
                    <a:pt x="207" y="227"/>
                    <a:pt x="227" y="173"/>
                  </a:cubicBezTo>
                  <a:cubicBezTo>
                    <a:pt x="244" y="124"/>
                    <a:pt x="227" y="70"/>
                    <a:pt x="207" y="37"/>
                  </a:cubicBezTo>
                  <a:cubicBezTo>
                    <a:pt x="190" y="37"/>
                    <a:pt x="174" y="21"/>
                    <a:pt x="157" y="4"/>
                  </a:cubicBezTo>
                  <a:cubicBezTo>
                    <a:pt x="148" y="1"/>
                    <a:pt x="138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7" name="Google Shape;20767;p55"/>
            <p:cNvSpPr/>
            <p:nvPr/>
          </p:nvSpPr>
          <p:spPr>
            <a:xfrm>
              <a:off x="5205400" y="2580500"/>
              <a:ext cx="6000" cy="6750"/>
            </a:xfrm>
            <a:custGeom>
              <a:avLst/>
              <a:gdLst/>
              <a:ahLst/>
              <a:cxnLst/>
              <a:rect l="l" t="t" r="r" b="b"/>
              <a:pathLst>
                <a:path w="240" h="270" extrusionOk="0">
                  <a:moveTo>
                    <a:pt x="119" y="0"/>
                  </a:moveTo>
                  <a:cubicBezTo>
                    <a:pt x="70" y="0"/>
                    <a:pt x="29" y="32"/>
                    <a:pt x="17" y="83"/>
                  </a:cubicBezTo>
                  <a:cubicBezTo>
                    <a:pt x="1" y="154"/>
                    <a:pt x="34" y="236"/>
                    <a:pt x="87" y="257"/>
                  </a:cubicBezTo>
                  <a:cubicBezTo>
                    <a:pt x="100" y="265"/>
                    <a:pt x="115" y="269"/>
                    <a:pt x="130" y="269"/>
                  </a:cubicBezTo>
                  <a:cubicBezTo>
                    <a:pt x="170" y="269"/>
                    <a:pt x="211" y="238"/>
                    <a:pt x="223" y="187"/>
                  </a:cubicBezTo>
                  <a:cubicBezTo>
                    <a:pt x="240" y="116"/>
                    <a:pt x="223" y="30"/>
                    <a:pt x="174" y="13"/>
                  </a:cubicBezTo>
                  <a:cubicBezTo>
                    <a:pt x="155" y="5"/>
                    <a:pt x="137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8" name="Google Shape;20768;p55"/>
            <p:cNvSpPr/>
            <p:nvPr/>
          </p:nvSpPr>
          <p:spPr>
            <a:xfrm>
              <a:off x="5191700" y="26160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50" y="17"/>
                    <a:pt x="0" y="87"/>
                    <a:pt x="17" y="153"/>
                  </a:cubicBezTo>
                  <a:cubicBezTo>
                    <a:pt x="31" y="213"/>
                    <a:pt x="72" y="260"/>
                    <a:pt x="114" y="260"/>
                  </a:cubicBezTo>
                  <a:cubicBezTo>
                    <a:pt x="122" y="260"/>
                    <a:pt x="129" y="259"/>
                    <a:pt x="136" y="256"/>
                  </a:cubicBezTo>
                  <a:cubicBezTo>
                    <a:pt x="169" y="256"/>
                    <a:pt x="206" y="240"/>
                    <a:pt x="223" y="207"/>
                  </a:cubicBezTo>
                  <a:cubicBezTo>
                    <a:pt x="239" y="190"/>
                    <a:pt x="239" y="153"/>
                    <a:pt x="239" y="120"/>
                  </a:cubicBezTo>
                  <a:cubicBezTo>
                    <a:pt x="223" y="87"/>
                    <a:pt x="223" y="50"/>
                    <a:pt x="190" y="33"/>
                  </a:cubicBezTo>
                  <a:cubicBezTo>
                    <a:pt x="190" y="17"/>
                    <a:pt x="169" y="17"/>
                    <a:pt x="169" y="17"/>
                  </a:cubicBezTo>
                  <a:cubicBezTo>
                    <a:pt x="153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9" name="Google Shape;20769;p55"/>
            <p:cNvSpPr/>
            <p:nvPr/>
          </p:nvSpPr>
          <p:spPr>
            <a:xfrm>
              <a:off x="5189950" y="2581600"/>
              <a:ext cx="6500" cy="6475"/>
            </a:xfrm>
            <a:custGeom>
              <a:avLst/>
              <a:gdLst/>
              <a:ahLst/>
              <a:cxnLst/>
              <a:rect l="l" t="t" r="r" b="b"/>
              <a:pathLst>
                <a:path w="260" h="259" extrusionOk="0">
                  <a:moveTo>
                    <a:pt x="141" y="1"/>
                  </a:moveTo>
                  <a:cubicBezTo>
                    <a:pt x="96" y="1"/>
                    <a:pt x="50" y="33"/>
                    <a:pt x="33" y="72"/>
                  </a:cubicBezTo>
                  <a:cubicBezTo>
                    <a:pt x="0" y="143"/>
                    <a:pt x="33" y="229"/>
                    <a:pt x="87" y="246"/>
                  </a:cubicBezTo>
                  <a:cubicBezTo>
                    <a:pt x="105" y="254"/>
                    <a:pt x="123" y="258"/>
                    <a:pt x="138" y="258"/>
                  </a:cubicBezTo>
                  <a:cubicBezTo>
                    <a:pt x="182" y="258"/>
                    <a:pt x="215" y="227"/>
                    <a:pt x="239" y="175"/>
                  </a:cubicBezTo>
                  <a:cubicBezTo>
                    <a:pt x="260" y="110"/>
                    <a:pt x="223" y="39"/>
                    <a:pt x="173" y="6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0" name="Google Shape;20770;p55"/>
            <p:cNvSpPr/>
            <p:nvPr/>
          </p:nvSpPr>
          <p:spPr>
            <a:xfrm>
              <a:off x="5206750" y="265947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3" y="0"/>
                  </a:moveTo>
                  <a:cubicBezTo>
                    <a:pt x="66" y="0"/>
                    <a:pt x="50" y="17"/>
                    <a:pt x="33" y="50"/>
                  </a:cubicBezTo>
                  <a:cubicBezTo>
                    <a:pt x="17" y="87"/>
                    <a:pt x="0" y="120"/>
                    <a:pt x="0" y="153"/>
                  </a:cubicBezTo>
                  <a:cubicBezTo>
                    <a:pt x="17" y="190"/>
                    <a:pt x="33" y="206"/>
                    <a:pt x="50" y="239"/>
                  </a:cubicBezTo>
                  <a:cubicBezTo>
                    <a:pt x="66" y="256"/>
                    <a:pt x="103" y="256"/>
                    <a:pt x="136" y="256"/>
                  </a:cubicBezTo>
                  <a:cubicBezTo>
                    <a:pt x="186" y="239"/>
                    <a:pt x="239" y="169"/>
                    <a:pt x="223" y="103"/>
                  </a:cubicBezTo>
                  <a:cubicBezTo>
                    <a:pt x="223" y="66"/>
                    <a:pt x="206" y="33"/>
                    <a:pt x="186" y="17"/>
                  </a:cubicBezTo>
                  <a:cubicBezTo>
                    <a:pt x="169" y="17"/>
                    <a:pt x="169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1" name="Google Shape;20771;p55"/>
            <p:cNvSpPr/>
            <p:nvPr/>
          </p:nvSpPr>
          <p:spPr>
            <a:xfrm>
              <a:off x="5210150" y="251970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7" y="0"/>
                  </a:moveTo>
                  <a:cubicBezTo>
                    <a:pt x="85" y="0"/>
                    <a:pt x="64" y="14"/>
                    <a:pt x="50" y="25"/>
                  </a:cubicBezTo>
                  <a:cubicBezTo>
                    <a:pt x="33" y="42"/>
                    <a:pt x="17" y="75"/>
                    <a:pt x="17" y="112"/>
                  </a:cubicBezTo>
                  <a:cubicBezTo>
                    <a:pt x="0" y="145"/>
                    <a:pt x="17" y="178"/>
                    <a:pt x="33" y="215"/>
                  </a:cubicBezTo>
                  <a:cubicBezTo>
                    <a:pt x="50" y="231"/>
                    <a:pt x="87" y="248"/>
                    <a:pt x="103" y="264"/>
                  </a:cubicBezTo>
                  <a:cubicBezTo>
                    <a:pt x="136" y="264"/>
                    <a:pt x="173" y="248"/>
                    <a:pt x="190" y="231"/>
                  </a:cubicBezTo>
                  <a:cubicBezTo>
                    <a:pt x="239" y="178"/>
                    <a:pt x="239" y="112"/>
                    <a:pt x="206" y="42"/>
                  </a:cubicBezTo>
                  <a:cubicBezTo>
                    <a:pt x="190" y="25"/>
                    <a:pt x="173" y="9"/>
                    <a:pt x="153" y="9"/>
                  </a:cubicBezTo>
                  <a:lnTo>
                    <a:pt x="136" y="9"/>
                  </a:lnTo>
                  <a:cubicBezTo>
                    <a:pt x="127" y="3"/>
                    <a:pt x="117" y="0"/>
                    <a:pt x="1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2" name="Google Shape;20772;p55"/>
            <p:cNvSpPr/>
            <p:nvPr/>
          </p:nvSpPr>
          <p:spPr>
            <a:xfrm>
              <a:off x="5207575" y="2563700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87" y="1"/>
                  </a:moveTo>
                  <a:cubicBezTo>
                    <a:pt x="70" y="17"/>
                    <a:pt x="50" y="17"/>
                    <a:pt x="33" y="34"/>
                  </a:cubicBezTo>
                  <a:cubicBezTo>
                    <a:pt x="0" y="67"/>
                    <a:pt x="0" y="121"/>
                    <a:pt x="0" y="153"/>
                  </a:cubicBezTo>
                  <a:cubicBezTo>
                    <a:pt x="0" y="186"/>
                    <a:pt x="17" y="224"/>
                    <a:pt x="50" y="240"/>
                  </a:cubicBezTo>
                  <a:cubicBezTo>
                    <a:pt x="64" y="252"/>
                    <a:pt x="85" y="263"/>
                    <a:pt x="102" y="263"/>
                  </a:cubicBezTo>
                  <a:cubicBezTo>
                    <a:pt x="109" y="263"/>
                    <a:pt x="115" y="261"/>
                    <a:pt x="120" y="257"/>
                  </a:cubicBezTo>
                  <a:cubicBezTo>
                    <a:pt x="190" y="257"/>
                    <a:pt x="223" y="186"/>
                    <a:pt x="223" y="121"/>
                  </a:cubicBezTo>
                  <a:cubicBezTo>
                    <a:pt x="206" y="67"/>
                    <a:pt x="190" y="34"/>
                    <a:pt x="153" y="17"/>
                  </a:cubicBezTo>
                  <a:cubicBezTo>
                    <a:pt x="136" y="1"/>
                    <a:pt x="103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3" name="Google Shape;20773;p55"/>
            <p:cNvSpPr/>
            <p:nvPr/>
          </p:nvSpPr>
          <p:spPr>
            <a:xfrm>
              <a:off x="5203650" y="2507850"/>
              <a:ext cx="2600" cy="2175"/>
            </a:xfrm>
            <a:custGeom>
              <a:avLst/>
              <a:gdLst/>
              <a:ahLst/>
              <a:cxnLst/>
              <a:rect l="l" t="t" r="r" b="b"/>
              <a:pathLst>
                <a:path w="104" h="87" extrusionOk="0">
                  <a:moveTo>
                    <a:pt x="1" y="0"/>
                  </a:moveTo>
                  <a:lnTo>
                    <a:pt x="1" y="0"/>
                  </a:lnTo>
                  <a:cubicBezTo>
                    <a:pt x="21" y="33"/>
                    <a:pt x="38" y="50"/>
                    <a:pt x="54" y="70"/>
                  </a:cubicBezTo>
                  <a:cubicBezTo>
                    <a:pt x="71" y="87"/>
                    <a:pt x="87" y="87"/>
                    <a:pt x="104" y="87"/>
                  </a:cubicBezTo>
                  <a:cubicBezTo>
                    <a:pt x="71" y="70"/>
                    <a:pt x="38" y="33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4" name="Google Shape;20774;p55"/>
            <p:cNvSpPr/>
            <p:nvPr/>
          </p:nvSpPr>
          <p:spPr>
            <a:xfrm>
              <a:off x="5198075" y="2596175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29" y="1"/>
                  </a:moveTo>
                  <a:cubicBezTo>
                    <a:pt x="83" y="1"/>
                    <a:pt x="35" y="33"/>
                    <a:pt x="17" y="91"/>
                  </a:cubicBezTo>
                  <a:cubicBezTo>
                    <a:pt x="1" y="161"/>
                    <a:pt x="17" y="227"/>
                    <a:pt x="88" y="248"/>
                  </a:cubicBezTo>
                  <a:cubicBezTo>
                    <a:pt x="102" y="257"/>
                    <a:pt x="117" y="261"/>
                    <a:pt x="132" y="261"/>
                  </a:cubicBezTo>
                  <a:cubicBezTo>
                    <a:pt x="173" y="261"/>
                    <a:pt x="211" y="229"/>
                    <a:pt x="224" y="178"/>
                  </a:cubicBezTo>
                  <a:cubicBezTo>
                    <a:pt x="244" y="108"/>
                    <a:pt x="224" y="42"/>
                    <a:pt x="158" y="5"/>
                  </a:cubicBezTo>
                  <a:cubicBezTo>
                    <a:pt x="148" y="2"/>
                    <a:pt x="139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5" name="Google Shape;20775;p55"/>
            <p:cNvSpPr/>
            <p:nvPr/>
          </p:nvSpPr>
          <p:spPr>
            <a:xfrm>
              <a:off x="5194675" y="2566700"/>
              <a:ext cx="6025" cy="6425"/>
            </a:xfrm>
            <a:custGeom>
              <a:avLst/>
              <a:gdLst/>
              <a:ahLst/>
              <a:cxnLst/>
              <a:rect l="l" t="t" r="r" b="b"/>
              <a:pathLst>
                <a:path w="241" h="257" extrusionOk="0">
                  <a:moveTo>
                    <a:pt x="137" y="1"/>
                  </a:moveTo>
                  <a:cubicBezTo>
                    <a:pt x="104" y="1"/>
                    <a:pt x="71" y="1"/>
                    <a:pt x="50" y="33"/>
                  </a:cubicBezTo>
                  <a:cubicBezTo>
                    <a:pt x="1" y="66"/>
                    <a:pt x="1" y="153"/>
                    <a:pt x="34" y="207"/>
                  </a:cubicBezTo>
                  <a:cubicBezTo>
                    <a:pt x="50" y="240"/>
                    <a:pt x="87" y="256"/>
                    <a:pt x="104" y="256"/>
                  </a:cubicBezTo>
                  <a:cubicBezTo>
                    <a:pt x="137" y="256"/>
                    <a:pt x="174" y="256"/>
                    <a:pt x="191" y="223"/>
                  </a:cubicBezTo>
                  <a:cubicBezTo>
                    <a:pt x="207" y="207"/>
                    <a:pt x="224" y="170"/>
                    <a:pt x="224" y="137"/>
                  </a:cubicBezTo>
                  <a:cubicBezTo>
                    <a:pt x="240" y="104"/>
                    <a:pt x="224" y="66"/>
                    <a:pt x="207" y="50"/>
                  </a:cubicBezTo>
                  <a:cubicBezTo>
                    <a:pt x="191" y="33"/>
                    <a:pt x="174" y="17"/>
                    <a:pt x="153" y="17"/>
                  </a:cubicBezTo>
                  <a:cubicBezTo>
                    <a:pt x="153" y="1"/>
                    <a:pt x="137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6" name="Google Shape;20776;p55"/>
            <p:cNvSpPr/>
            <p:nvPr/>
          </p:nvSpPr>
          <p:spPr>
            <a:xfrm>
              <a:off x="5199025" y="2644000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103" y="1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17" y="190"/>
                    <a:pt x="17" y="223"/>
                    <a:pt x="50" y="240"/>
                  </a:cubicBezTo>
                  <a:cubicBezTo>
                    <a:pt x="66" y="256"/>
                    <a:pt x="103" y="256"/>
                    <a:pt x="136" y="256"/>
                  </a:cubicBezTo>
                  <a:cubicBezTo>
                    <a:pt x="153" y="256"/>
                    <a:pt x="186" y="240"/>
                    <a:pt x="206" y="207"/>
                  </a:cubicBezTo>
                  <a:cubicBezTo>
                    <a:pt x="223" y="170"/>
                    <a:pt x="223" y="137"/>
                    <a:pt x="223" y="104"/>
                  </a:cubicBezTo>
                  <a:cubicBezTo>
                    <a:pt x="223" y="67"/>
                    <a:pt x="206" y="50"/>
                    <a:pt x="169" y="17"/>
                  </a:cubicBezTo>
                  <a:lnTo>
                    <a:pt x="153" y="17"/>
                  </a:ln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7" name="Google Shape;20777;p55"/>
            <p:cNvSpPr/>
            <p:nvPr/>
          </p:nvSpPr>
          <p:spPr>
            <a:xfrm>
              <a:off x="5202000" y="26765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87" y="1"/>
                    <a:pt x="87" y="1"/>
                    <a:pt x="67" y="21"/>
                  </a:cubicBezTo>
                  <a:cubicBezTo>
                    <a:pt x="34" y="38"/>
                    <a:pt x="1" y="87"/>
                    <a:pt x="17" y="157"/>
                  </a:cubicBezTo>
                  <a:cubicBezTo>
                    <a:pt x="17" y="190"/>
                    <a:pt x="34" y="227"/>
                    <a:pt x="50" y="244"/>
                  </a:cubicBezTo>
                  <a:cubicBezTo>
                    <a:pt x="87" y="260"/>
                    <a:pt x="104" y="260"/>
                    <a:pt x="137" y="260"/>
                  </a:cubicBezTo>
                  <a:cubicBezTo>
                    <a:pt x="190" y="244"/>
                    <a:pt x="240" y="190"/>
                    <a:pt x="223" y="104"/>
                  </a:cubicBezTo>
                  <a:lnTo>
                    <a:pt x="223" y="71"/>
                  </a:lnTo>
                  <a:cubicBezTo>
                    <a:pt x="207" y="54"/>
                    <a:pt x="190" y="21"/>
                    <a:pt x="153" y="21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8" name="Google Shape;20778;p55"/>
            <p:cNvSpPr/>
            <p:nvPr/>
          </p:nvSpPr>
          <p:spPr>
            <a:xfrm>
              <a:off x="5183975" y="25241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50" y="17"/>
                    <a:pt x="0" y="71"/>
                    <a:pt x="17" y="157"/>
                  </a:cubicBezTo>
                  <a:cubicBezTo>
                    <a:pt x="17" y="190"/>
                    <a:pt x="33" y="207"/>
                    <a:pt x="50" y="223"/>
                  </a:cubicBezTo>
                  <a:cubicBezTo>
                    <a:pt x="87" y="261"/>
                    <a:pt x="103" y="261"/>
                    <a:pt x="136" y="261"/>
                  </a:cubicBezTo>
                  <a:cubicBezTo>
                    <a:pt x="169" y="261"/>
                    <a:pt x="190" y="223"/>
                    <a:pt x="206" y="207"/>
                  </a:cubicBezTo>
                  <a:cubicBezTo>
                    <a:pt x="223" y="174"/>
                    <a:pt x="239" y="141"/>
                    <a:pt x="223" y="104"/>
                  </a:cubicBezTo>
                  <a:cubicBezTo>
                    <a:pt x="223" y="71"/>
                    <a:pt x="206" y="38"/>
                    <a:pt x="190" y="17"/>
                  </a:cubicBezTo>
                  <a:cubicBezTo>
                    <a:pt x="169" y="17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9" name="Google Shape;20779;p55"/>
            <p:cNvSpPr/>
            <p:nvPr/>
          </p:nvSpPr>
          <p:spPr>
            <a:xfrm>
              <a:off x="5157275" y="2680800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39" y="1"/>
                  </a:moveTo>
                  <a:cubicBezTo>
                    <a:pt x="87" y="1"/>
                    <a:pt x="48" y="33"/>
                    <a:pt x="21" y="91"/>
                  </a:cubicBezTo>
                  <a:cubicBezTo>
                    <a:pt x="0" y="141"/>
                    <a:pt x="37" y="227"/>
                    <a:pt x="87" y="244"/>
                  </a:cubicBezTo>
                  <a:cubicBezTo>
                    <a:pt x="101" y="254"/>
                    <a:pt x="117" y="259"/>
                    <a:pt x="132" y="259"/>
                  </a:cubicBezTo>
                  <a:cubicBezTo>
                    <a:pt x="173" y="259"/>
                    <a:pt x="212" y="226"/>
                    <a:pt x="227" y="178"/>
                  </a:cubicBezTo>
                  <a:cubicBezTo>
                    <a:pt x="260" y="108"/>
                    <a:pt x="227" y="38"/>
                    <a:pt x="173" y="5"/>
                  </a:cubicBezTo>
                  <a:cubicBezTo>
                    <a:pt x="162" y="2"/>
                    <a:pt x="150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0" name="Google Shape;20780;p55"/>
            <p:cNvSpPr/>
            <p:nvPr/>
          </p:nvSpPr>
          <p:spPr>
            <a:xfrm>
              <a:off x="5146950" y="2574925"/>
              <a:ext cx="6125" cy="6700"/>
            </a:xfrm>
            <a:custGeom>
              <a:avLst/>
              <a:gdLst/>
              <a:ahLst/>
              <a:cxnLst/>
              <a:rect l="l" t="t" r="r" b="b"/>
              <a:pathLst>
                <a:path w="245" h="268" extrusionOk="0">
                  <a:moveTo>
                    <a:pt x="114" y="1"/>
                  </a:moveTo>
                  <a:cubicBezTo>
                    <a:pt x="73" y="1"/>
                    <a:pt x="34" y="32"/>
                    <a:pt x="22" y="84"/>
                  </a:cubicBezTo>
                  <a:cubicBezTo>
                    <a:pt x="1" y="150"/>
                    <a:pt x="22" y="236"/>
                    <a:pt x="88" y="253"/>
                  </a:cubicBezTo>
                  <a:cubicBezTo>
                    <a:pt x="102" y="263"/>
                    <a:pt x="118" y="268"/>
                    <a:pt x="133" y="268"/>
                  </a:cubicBezTo>
                  <a:cubicBezTo>
                    <a:pt x="174" y="268"/>
                    <a:pt x="213" y="235"/>
                    <a:pt x="228" y="187"/>
                  </a:cubicBezTo>
                  <a:cubicBezTo>
                    <a:pt x="244" y="117"/>
                    <a:pt x="207" y="30"/>
                    <a:pt x="158" y="14"/>
                  </a:cubicBezTo>
                  <a:cubicBezTo>
                    <a:pt x="143" y="5"/>
                    <a:pt x="128" y="1"/>
                    <a:pt x="1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1" name="Google Shape;20781;p55"/>
            <p:cNvSpPr/>
            <p:nvPr/>
          </p:nvSpPr>
          <p:spPr>
            <a:xfrm>
              <a:off x="5151300" y="2623400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103" y="0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17" y="190"/>
                    <a:pt x="33" y="206"/>
                    <a:pt x="54" y="239"/>
                  </a:cubicBezTo>
                  <a:cubicBezTo>
                    <a:pt x="70" y="256"/>
                    <a:pt x="103" y="256"/>
                    <a:pt x="136" y="256"/>
                  </a:cubicBezTo>
                  <a:cubicBezTo>
                    <a:pt x="157" y="256"/>
                    <a:pt x="190" y="239"/>
                    <a:pt x="206" y="206"/>
                  </a:cubicBezTo>
                  <a:cubicBezTo>
                    <a:pt x="223" y="169"/>
                    <a:pt x="223" y="136"/>
                    <a:pt x="223" y="103"/>
                  </a:cubicBezTo>
                  <a:cubicBezTo>
                    <a:pt x="223" y="66"/>
                    <a:pt x="206" y="50"/>
                    <a:pt x="190" y="17"/>
                  </a:cubicBezTo>
                  <a:cubicBezTo>
                    <a:pt x="173" y="17"/>
                    <a:pt x="173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2" name="Google Shape;20782;p55"/>
            <p:cNvSpPr/>
            <p:nvPr/>
          </p:nvSpPr>
          <p:spPr>
            <a:xfrm>
              <a:off x="5154700" y="2650700"/>
              <a:ext cx="5675" cy="6775"/>
            </a:xfrm>
            <a:custGeom>
              <a:avLst/>
              <a:gdLst/>
              <a:ahLst/>
              <a:cxnLst/>
              <a:rect l="l" t="t" r="r" b="b"/>
              <a:pathLst>
                <a:path w="227" h="271" extrusionOk="0">
                  <a:moveTo>
                    <a:pt x="114" y="1"/>
                  </a:moveTo>
                  <a:cubicBezTo>
                    <a:pt x="67" y="1"/>
                    <a:pt x="18" y="36"/>
                    <a:pt x="0" y="91"/>
                  </a:cubicBezTo>
                  <a:lnTo>
                    <a:pt x="0" y="145"/>
                  </a:lnTo>
                  <a:cubicBezTo>
                    <a:pt x="0" y="194"/>
                    <a:pt x="21" y="232"/>
                    <a:pt x="70" y="265"/>
                  </a:cubicBezTo>
                  <a:cubicBezTo>
                    <a:pt x="79" y="269"/>
                    <a:pt x="89" y="271"/>
                    <a:pt x="100" y="271"/>
                  </a:cubicBezTo>
                  <a:cubicBezTo>
                    <a:pt x="129" y="271"/>
                    <a:pt x="161" y="256"/>
                    <a:pt x="173" y="232"/>
                  </a:cubicBezTo>
                  <a:cubicBezTo>
                    <a:pt x="190" y="211"/>
                    <a:pt x="206" y="194"/>
                    <a:pt x="206" y="178"/>
                  </a:cubicBezTo>
                  <a:cubicBezTo>
                    <a:pt x="227" y="108"/>
                    <a:pt x="206" y="42"/>
                    <a:pt x="140" y="5"/>
                  </a:cubicBezTo>
                  <a:cubicBezTo>
                    <a:pt x="132" y="2"/>
                    <a:pt x="123" y="1"/>
                    <a:pt x="1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3" name="Google Shape;20783;p55"/>
            <p:cNvSpPr/>
            <p:nvPr/>
          </p:nvSpPr>
          <p:spPr>
            <a:xfrm>
              <a:off x="5146150" y="25443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103" y="1"/>
                    <a:pt x="70" y="17"/>
                    <a:pt x="54" y="34"/>
                  </a:cubicBezTo>
                  <a:cubicBezTo>
                    <a:pt x="0" y="71"/>
                    <a:pt x="0" y="158"/>
                    <a:pt x="33" y="207"/>
                  </a:cubicBezTo>
                  <a:cubicBezTo>
                    <a:pt x="54" y="240"/>
                    <a:pt x="87" y="261"/>
                    <a:pt x="103" y="261"/>
                  </a:cubicBezTo>
                  <a:cubicBezTo>
                    <a:pt x="136" y="261"/>
                    <a:pt x="173" y="261"/>
                    <a:pt x="190" y="240"/>
                  </a:cubicBezTo>
                  <a:cubicBezTo>
                    <a:pt x="239" y="191"/>
                    <a:pt x="239" y="104"/>
                    <a:pt x="206" y="54"/>
                  </a:cubicBezTo>
                  <a:cubicBezTo>
                    <a:pt x="190" y="34"/>
                    <a:pt x="190" y="17"/>
                    <a:pt x="173" y="17"/>
                  </a:cubicBezTo>
                  <a:cubicBezTo>
                    <a:pt x="157" y="1"/>
                    <a:pt x="136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4" name="Google Shape;20784;p55"/>
            <p:cNvSpPr/>
            <p:nvPr/>
          </p:nvSpPr>
          <p:spPr>
            <a:xfrm>
              <a:off x="5151300" y="2528575"/>
              <a:ext cx="6000" cy="6825"/>
            </a:xfrm>
            <a:custGeom>
              <a:avLst/>
              <a:gdLst/>
              <a:ahLst/>
              <a:cxnLst/>
              <a:rect l="l" t="t" r="r" b="b"/>
              <a:pathLst>
                <a:path w="240" h="273" extrusionOk="0">
                  <a:moveTo>
                    <a:pt x="128" y="0"/>
                  </a:moveTo>
                  <a:cubicBezTo>
                    <a:pt x="120" y="0"/>
                    <a:pt x="111" y="4"/>
                    <a:pt x="103" y="12"/>
                  </a:cubicBezTo>
                  <a:cubicBezTo>
                    <a:pt x="54" y="12"/>
                    <a:pt x="0" y="83"/>
                    <a:pt x="17" y="148"/>
                  </a:cubicBezTo>
                  <a:cubicBezTo>
                    <a:pt x="17" y="186"/>
                    <a:pt x="33" y="219"/>
                    <a:pt x="54" y="235"/>
                  </a:cubicBezTo>
                  <a:cubicBezTo>
                    <a:pt x="87" y="252"/>
                    <a:pt x="103" y="272"/>
                    <a:pt x="136" y="272"/>
                  </a:cubicBezTo>
                  <a:cubicBezTo>
                    <a:pt x="206" y="252"/>
                    <a:pt x="239" y="186"/>
                    <a:pt x="223" y="115"/>
                  </a:cubicBezTo>
                  <a:cubicBezTo>
                    <a:pt x="223" y="83"/>
                    <a:pt x="206" y="45"/>
                    <a:pt x="190" y="29"/>
                  </a:cubicBezTo>
                  <a:cubicBezTo>
                    <a:pt x="173" y="29"/>
                    <a:pt x="173" y="12"/>
                    <a:pt x="157" y="12"/>
                  </a:cubicBezTo>
                  <a:cubicBezTo>
                    <a:pt x="147" y="4"/>
                    <a:pt x="137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5" name="Google Shape;20785;p55"/>
            <p:cNvSpPr/>
            <p:nvPr/>
          </p:nvSpPr>
          <p:spPr>
            <a:xfrm>
              <a:off x="5151300" y="2483600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32" y="1"/>
                  </a:moveTo>
                  <a:cubicBezTo>
                    <a:pt x="124" y="1"/>
                    <a:pt x="114" y="3"/>
                    <a:pt x="103" y="10"/>
                  </a:cubicBezTo>
                  <a:cubicBezTo>
                    <a:pt x="54" y="10"/>
                    <a:pt x="0" y="76"/>
                    <a:pt x="17" y="146"/>
                  </a:cubicBezTo>
                  <a:cubicBezTo>
                    <a:pt x="33" y="216"/>
                    <a:pt x="87" y="265"/>
                    <a:pt x="136" y="265"/>
                  </a:cubicBezTo>
                  <a:cubicBezTo>
                    <a:pt x="173" y="249"/>
                    <a:pt x="206" y="232"/>
                    <a:pt x="223" y="216"/>
                  </a:cubicBezTo>
                  <a:cubicBezTo>
                    <a:pt x="239" y="179"/>
                    <a:pt x="239" y="146"/>
                    <a:pt x="239" y="113"/>
                  </a:cubicBezTo>
                  <a:cubicBezTo>
                    <a:pt x="223" y="76"/>
                    <a:pt x="223" y="43"/>
                    <a:pt x="190" y="26"/>
                  </a:cubicBezTo>
                  <a:lnTo>
                    <a:pt x="173" y="10"/>
                  </a:lnTo>
                  <a:cubicBezTo>
                    <a:pt x="162" y="10"/>
                    <a:pt x="149" y="1"/>
                    <a:pt x="1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6" name="Google Shape;20786;p55"/>
            <p:cNvSpPr/>
            <p:nvPr/>
          </p:nvSpPr>
          <p:spPr>
            <a:xfrm>
              <a:off x="5150050" y="2499050"/>
              <a:ext cx="5600" cy="6650"/>
            </a:xfrm>
            <a:custGeom>
              <a:avLst/>
              <a:gdLst/>
              <a:ahLst/>
              <a:cxnLst/>
              <a:rect l="l" t="t" r="r" b="b"/>
              <a:pathLst>
                <a:path w="224" h="266" extrusionOk="0">
                  <a:moveTo>
                    <a:pt x="120" y="1"/>
                  </a:moveTo>
                  <a:cubicBezTo>
                    <a:pt x="115" y="1"/>
                    <a:pt x="109" y="3"/>
                    <a:pt x="104" y="10"/>
                  </a:cubicBezTo>
                  <a:cubicBezTo>
                    <a:pt x="34" y="10"/>
                    <a:pt x="1" y="76"/>
                    <a:pt x="1" y="146"/>
                  </a:cubicBezTo>
                  <a:cubicBezTo>
                    <a:pt x="17" y="179"/>
                    <a:pt x="34" y="216"/>
                    <a:pt x="50" y="233"/>
                  </a:cubicBezTo>
                  <a:cubicBezTo>
                    <a:pt x="67" y="249"/>
                    <a:pt x="104" y="266"/>
                    <a:pt x="137" y="266"/>
                  </a:cubicBezTo>
                  <a:cubicBezTo>
                    <a:pt x="170" y="249"/>
                    <a:pt x="186" y="233"/>
                    <a:pt x="207" y="216"/>
                  </a:cubicBezTo>
                  <a:cubicBezTo>
                    <a:pt x="223" y="179"/>
                    <a:pt x="223" y="146"/>
                    <a:pt x="223" y="113"/>
                  </a:cubicBezTo>
                  <a:cubicBezTo>
                    <a:pt x="223" y="76"/>
                    <a:pt x="207" y="43"/>
                    <a:pt x="186" y="27"/>
                  </a:cubicBezTo>
                  <a:cubicBezTo>
                    <a:pt x="170" y="27"/>
                    <a:pt x="170" y="10"/>
                    <a:pt x="153" y="10"/>
                  </a:cubicBezTo>
                  <a:cubicBezTo>
                    <a:pt x="142" y="10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7" name="Google Shape;20787;p55"/>
            <p:cNvSpPr/>
            <p:nvPr/>
          </p:nvSpPr>
          <p:spPr>
            <a:xfrm>
              <a:off x="5206750" y="25346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31" y="0"/>
                  </a:moveTo>
                  <a:cubicBezTo>
                    <a:pt x="123" y="0"/>
                    <a:pt x="114" y="2"/>
                    <a:pt x="103" y="8"/>
                  </a:cubicBezTo>
                  <a:cubicBezTo>
                    <a:pt x="50" y="8"/>
                    <a:pt x="0" y="78"/>
                    <a:pt x="17" y="148"/>
                  </a:cubicBezTo>
                  <a:cubicBezTo>
                    <a:pt x="17" y="181"/>
                    <a:pt x="33" y="214"/>
                    <a:pt x="66" y="234"/>
                  </a:cubicBezTo>
                  <a:cubicBezTo>
                    <a:pt x="83" y="251"/>
                    <a:pt x="120" y="267"/>
                    <a:pt x="136" y="267"/>
                  </a:cubicBezTo>
                  <a:cubicBezTo>
                    <a:pt x="206" y="251"/>
                    <a:pt x="239" y="181"/>
                    <a:pt x="239" y="111"/>
                  </a:cubicBezTo>
                  <a:cubicBezTo>
                    <a:pt x="223" y="61"/>
                    <a:pt x="206" y="28"/>
                    <a:pt x="169" y="8"/>
                  </a:cubicBezTo>
                  <a:cubicBezTo>
                    <a:pt x="158" y="8"/>
                    <a:pt x="147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8" name="Google Shape;20788;p55"/>
            <p:cNvSpPr/>
            <p:nvPr/>
          </p:nvSpPr>
          <p:spPr>
            <a:xfrm>
              <a:off x="5177050" y="25391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1"/>
                  </a:moveTo>
                  <a:cubicBezTo>
                    <a:pt x="104" y="1"/>
                    <a:pt x="71" y="1"/>
                    <a:pt x="54" y="17"/>
                  </a:cubicBezTo>
                  <a:cubicBezTo>
                    <a:pt x="1" y="71"/>
                    <a:pt x="1" y="157"/>
                    <a:pt x="34" y="207"/>
                  </a:cubicBezTo>
                  <a:cubicBezTo>
                    <a:pt x="54" y="240"/>
                    <a:pt x="87" y="260"/>
                    <a:pt x="104" y="260"/>
                  </a:cubicBezTo>
                  <a:cubicBezTo>
                    <a:pt x="137" y="260"/>
                    <a:pt x="174" y="260"/>
                    <a:pt x="191" y="223"/>
                  </a:cubicBezTo>
                  <a:cubicBezTo>
                    <a:pt x="224" y="207"/>
                    <a:pt x="224" y="174"/>
                    <a:pt x="240" y="137"/>
                  </a:cubicBezTo>
                  <a:cubicBezTo>
                    <a:pt x="240" y="104"/>
                    <a:pt x="224" y="71"/>
                    <a:pt x="207" y="54"/>
                  </a:cubicBezTo>
                  <a:cubicBezTo>
                    <a:pt x="191" y="34"/>
                    <a:pt x="191" y="17"/>
                    <a:pt x="1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9" name="Google Shape;20789;p55"/>
            <p:cNvSpPr/>
            <p:nvPr/>
          </p:nvSpPr>
          <p:spPr>
            <a:xfrm>
              <a:off x="5216125" y="2547325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41" y="0"/>
                  </a:moveTo>
                  <a:cubicBezTo>
                    <a:pt x="120" y="0"/>
                    <a:pt x="87" y="17"/>
                    <a:pt x="71" y="38"/>
                  </a:cubicBezTo>
                  <a:cubicBezTo>
                    <a:pt x="17" y="87"/>
                    <a:pt x="0" y="157"/>
                    <a:pt x="54" y="223"/>
                  </a:cubicBezTo>
                  <a:cubicBezTo>
                    <a:pt x="71" y="244"/>
                    <a:pt x="87" y="260"/>
                    <a:pt x="120" y="260"/>
                  </a:cubicBezTo>
                  <a:cubicBezTo>
                    <a:pt x="131" y="265"/>
                    <a:pt x="140" y="267"/>
                    <a:pt x="148" y="267"/>
                  </a:cubicBezTo>
                  <a:cubicBezTo>
                    <a:pt x="168" y="267"/>
                    <a:pt x="183" y="255"/>
                    <a:pt x="207" y="244"/>
                  </a:cubicBezTo>
                  <a:cubicBezTo>
                    <a:pt x="223" y="223"/>
                    <a:pt x="244" y="190"/>
                    <a:pt x="244" y="157"/>
                  </a:cubicBezTo>
                  <a:cubicBezTo>
                    <a:pt x="244" y="120"/>
                    <a:pt x="244" y="87"/>
                    <a:pt x="223" y="54"/>
                  </a:cubicBezTo>
                  <a:cubicBezTo>
                    <a:pt x="207" y="38"/>
                    <a:pt x="190" y="17"/>
                    <a:pt x="174" y="17"/>
                  </a:cubicBezTo>
                  <a:cubicBezTo>
                    <a:pt x="157" y="17"/>
                    <a:pt x="157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0" name="Google Shape;20790;p55"/>
            <p:cNvSpPr/>
            <p:nvPr/>
          </p:nvSpPr>
          <p:spPr>
            <a:xfrm>
              <a:off x="5205000" y="2627200"/>
              <a:ext cx="6400" cy="6525"/>
            </a:xfrm>
            <a:custGeom>
              <a:avLst/>
              <a:gdLst/>
              <a:ahLst/>
              <a:cxnLst/>
              <a:rect l="l" t="t" r="r" b="b"/>
              <a:pathLst>
                <a:path w="256" h="261" extrusionOk="0">
                  <a:moveTo>
                    <a:pt x="136" y="1"/>
                  </a:moveTo>
                  <a:cubicBezTo>
                    <a:pt x="120" y="1"/>
                    <a:pt x="87" y="17"/>
                    <a:pt x="70" y="38"/>
                  </a:cubicBezTo>
                  <a:cubicBezTo>
                    <a:pt x="17" y="71"/>
                    <a:pt x="0" y="157"/>
                    <a:pt x="50" y="207"/>
                  </a:cubicBezTo>
                  <a:cubicBezTo>
                    <a:pt x="70" y="244"/>
                    <a:pt x="87" y="260"/>
                    <a:pt x="120" y="260"/>
                  </a:cubicBezTo>
                  <a:cubicBezTo>
                    <a:pt x="153" y="260"/>
                    <a:pt x="173" y="260"/>
                    <a:pt x="206" y="244"/>
                  </a:cubicBezTo>
                  <a:cubicBezTo>
                    <a:pt x="256" y="190"/>
                    <a:pt x="256" y="104"/>
                    <a:pt x="223" y="54"/>
                  </a:cubicBezTo>
                  <a:cubicBezTo>
                    <a:pt x="206" y="38"/>
                    <a:pt x="190" y="17"/>
                    <a:pt x="173" y="17"/>
                  </a:cubicBezTo>
                  <a:cubicBezTo>
                    <a:pt x="173" y="1"/>
                    <a:pt x="15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1" name="Google Shape;20791;p55"/>
            <p:cNvSpPr/>
            <p:nvPr/>
          </p:nvSpPr>
          <p:spPr>
            <a:xfrm>
              <a:off x="5205825" y="2611150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116" y="0"/>
                  </a:moveTo>
                  <a:cubicBezTo>
                    <a:pt x="107" y="0"/>
                    <a:pt x="98" y="2"/>
                    <a:pt x="87" y="8"/>
                  </a:cubicBezTo>
                  <a:cubicBezTo>
                    <a:pt x="37" y="8"/>
                    <a:pt x="0" y="78"/>
                    <a:pt x="0" y="144"/>
                  </a:cubicBezTo>
                  <a:cubicBezTo>
                    <a:pt x="0" y="181"/>
                    <a:pt x="17" y="214"/>
                    <a:pt x="54" y="230"/>
                  </a:cubicBezTo>
                  <a:cubicBezTo>
                    <a:pt x="70" y="247"/>
                    <a:pt x="103" y="267"/>
                    <a:pt x="120" y="267"/>
                  </a:cubicBezTo>
                  <a:cubicBezTo>
                    <a:pt x="190" y="247"/>
                    <a:pt x="223" y="181"/>
                    <a:pt x="223" y="111"/>
                  </a:cubicBezTo>
                  <a:cubicBezTo>
                    <a:pt x="223" y="78"/>
                    <a:pt x="206" y="41"/>
                    <a:pt x="173" y="24"/>
                  </a:cubicBezTo>
                  <a:lnTo>
                    <a:pt x="157" y="8"/>
                  </a:lnTo>
                  <a:cubicBezTo>
                    <a:pt x="146" y="8"/>
                    <a:pt x="133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2" name="Google Shape;20792;p55"/>
            <p:cNvSpPr/>
            <p:nvPr/>
          </p:nvSpPr>
          <p:spPr>
            <a:xfrm>
              <a:off x="5159850" y="2587325"/>
              <a:ext cx="6525" cy="6525"/>
            </a:xfrm>
            <a:custGeom>
              <a:avLst/>
              <a:gdLst/>
              <a:ahLst/>
              <a:cxnLst/>
              <a:rect l="l" t="t" r="r" b="b"/>
              <a:pathLst>
                <a:path w="261" h="261" extrusionOk="0">
                  <a:moveTo>
                    <a:pt x="141" y="0"/>
                  </a:moveTo>
                  <a:cubicBezTo>
                    <a:pt x="103" y="0"/>
                    <a:pt x="87" y="17"/>
                    <a:pt x="54" y="33"/>
                  </a:cubicBezTo>
                  <a:cubicBezTo>
                    <a:pt x="21" y="66"/>
                    <a:pt x="0" y="153"/>
                    <a:pt x="37" y="206"/>
                  </a:cubicBezTo>
                  <a:cubicBezTo>
                    <a:pt x="66" y="245"/>
                    <a:pt x="102" y="261"/>
                    <a:pt x="134" y="261"/>
                  </a:cubicBezTo>
                  <a:cubicBezTo>
                    <a:pt x="156" y="261"/>
                    <a:pt x="176" y="253"/>
                    <a:pt x="190" y="239"/>
                  </a:cubicBezTo>
                  <a:cubicBezTo>
                    <a:pt x="244" y="190"/>
                    <a:pt x="260" y="103"/>
                    <a:pt x="206" y="50"/>
                  </a:cubicBezTo>
                  <a:cubicBezTo>
                    <a:pt x="206" y="33"/>
                    <a:pt x="190" y="17"/>
                    <a:pt x="174" y="17"/>
                  </a:cubicBezTo>
                  <a:cubicBezTo>
                    <a:pt x="157" y="0"/>
                    <a:pt x="157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3" name="Google Shape;20793;p55"/>
            <p:cNvSpPr/>
            <p:nvPr/>
          </p:nvSpPr>
          <p:spPr>
            <a:xfrm>
              <a:off x="5157275" y="2637000"/>
              <a:ext cx="6525" cy="6625"/>
            </a:xfrm>
            <a:custGeom>
              <a:avLst/>
              <a:gdLst/>
              <a:ahLst/>
              <a:cxnLst/>
              <a:rect l="l" t="t" r="r" b="b"/>
              <a:pathLst>
                <a:path w="261" h="265" extrusionOk="0">
                  <a:moveTo>
                    <a:pt x="147" y="0"/>
                  </a:moveTo>
                  <a:cubicBezTo>
                    <a:pt x="102" y="0"/>
                    <a:pt x="51" y="33"/>
                    <a:pt x="37" y="91"/>
                  </a:cubicBezTo>
                  <a:cubicBezTo>
                    <a:pt x="0" y="141"/>
                    <a:pt x="37" y="227"/>
                    <a:pt x="87" y="244"/>
                  </a:cubicBezTo>
                  <a:cubicBezTo>
                    <a:pt x="103" y="264"/>
                    <a:pt x="124" y="264"/>
                    <a:pt x="140" y="264"/>
                  </a:cubicBezTo>
                  <a:cubicBezTo>
                    <a:pt x="190" y="264"/>
                    <a:pt x="227" y="227"/>
                    <a:pt x="244" y="178"/>
                  </a:cubicBezTo>
                  <a:cubicBezTo>
                    <a:pt x="260" y="124"/>
                    <a:pt x="244" y="75"/>
                    <a:pt x="206" y="37"/>
                  </a:cubicBezTo>
                  <a:cubicBezTo>
                    <a:pt x="206" y="21"/>
                    <a:pt x="190" y="21"/>
                    <a:pt x="173" y="4"/>
                  </a:cubicBezTo>
                  <a:cubicBezTo>
                    <a:pt x="165" y="2"/>
                    <a:pt x="156" y="0"/>
                    <a:pt x="1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4" name="Google Shape;20794;p55"/>
            <p:cNvSpPr/>
            <p:nvPr/>
          </p:nvSpPr>
          <p:spPr>
            <a:xfrm>
              <a:off x="5163350" y="26193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26" y="0"/>
                  </a:moveTo>
                  <a:cubicBezTo>
                    <a:pt x="81" y="0"/>
                    <a:pt x="31" y="33"/>
                    <a:pt x="17" y="91"/>
                  </a:cubicBezTo>
                  <a:cubicBezTo>
                    <a:pt x="1" y="161"/>
                    <a:pt x="17" y="227"/>
                    <a:pt x="87" y="264"/>
                  </a:cubicBezTo>
                  <a:lnTo>
                    <a:pt x="137" y="264"/>
                  </a:lnTo>
                  <a:cubicBezTo>
                    <a:pt x="170" y="264"/>
                    <a:pt x="207" y="227"/>
                    <a:pt x="223" y="178"/>
                  </a:cubicBezTo>
                  <a:cubicBezTo>
                    <a:pt x="240" y="145"/>
                    <a:pt x="223" y="91"/>
                    <a:pt x="207" y="58"/>
                  </a:cubicBezTo>
                  <a:lnTo>
                    <a:pt x="153" y="4"/>
                  </a:lnTo>
                  <a:cubicBezTo>
                    <a:pt x="145" y="2"/>
                    <a:pt x="136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5" name="Google Shape;20795;p55"/>
            <p:cNvSpPr/>
            <p:nvPr/>
          </p:nvSpPr>
          <p:spPr>
            <a:xfrm>
              <a:off x="5175825" y="2511650"/>
              <a:ext cx="6000" cy="6450"/>
            </a:xfrm>
            <a:custGeom>
              <a:avLst/>
              <a:gdLst/>
              <a:ahLst/>
              <a:cxnLst/>
              <a:rect l="l" t="t" r="r" b="b"/>
              <a:pathLst>
                <a:path w="240" h="258" extrusionOk="0">
                  <a:moveTo>
                    <a:pt x="120" y="1"/>
                  </a:moveTo>
                  <a:cubicBezTo>
                    <a:pt x="83" y="1"/>
                    <a:pt x="66" y="1"/>
                    <a:pt x="33" y="22"/>
                  </a:cubicBezTo>
                  <a:cubicBezTo>
                    <a:pt x="17" y="54"/>
                    <a:pt x="0" y="71"/>
                    <a:pt x="0" y="104"/>
                  </a:cubicBezTo>
                  <a:cubicBezTo>
                    <a:pt x="0" y="141"/>
                    <a:pt x="0" y="174"/>
                    <a:pt x="17" y="207"/>
                  </a:cubicBezTo>
                  <a:cubicBezTo>
                    <a:pt x="46" y="239"/>
                    <a:pt x="82" y="257"/>
                    <a:pt x="117" y="257"/>
                  </a:cubicBezTo>
                  <a:cubicBezTo>
                    <a:pt x="142" y="257"/>
                    <a:pt x="166" y="248"/>
                    <a:pt x="186" y="228"/>
                  </a:cubicBezTo>
                  <a:cubicBezTo>
                    <a:pt x="223" y="191"/>
                    <a:pt x="240" y="104"/>
                    <a:pt x="207" y="54"/>
                  </a:cubicBezTo>
                  <a:cubicBezTo>
                    <a:pt x="186" y="22"/>
                    <a:pt x="169" y="22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6" name="Google Shape;20796;p55"/>
            <p:cNvSpPr/>
            <p:nvPr/>
          </p:nvSpPr>
          <p:spPr>
            <a:xfrm>
              <a:off x="5128925" y="2765125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41" y="0"/>
                  </a:moveTo>
                  <a:cubicBezTo>
                    <a:pt x="124" y="0"/>
                    <a:pt x="87" y="17"/>
                    <a:pt x="71" y="33"/>
                  </a:cubicBezTo>
                  <a:cubicBezTo>
                    <a:pt x="21" y="87"/>
                    <a:pt x="0" y="153"/>
                    <a:pt x="54" y="223"/>
                  </a:cubicBezTo>
                  <a:cubicBezTo>
                    <a:pt x="71" y="239"/>
                    <a:pt x="87" y="256"/>
                    <a:pt x="124" y="256"/>
                  </a:cubicBezTo>
                  <a:cubicBezTo>
                    <a:pt x="134" y="261"/>
                    <a:pt x="142" y="263"/>
                    <a:pt x="150" y="263"/>
                  </a:cubicBezTo>
                  <a:cubicBezTo>
                    <a:pt x="168" y="263"/>
                    <a:pt x="183" y="251"/>
                    <a:pt x="207" y="239"/>
                  </a:cubicBezTo>
                  <a:cubicBezTo>
                    <a:pt x="227" y="206"/>
                    <a:pt x="244" y="190"/>
                    <a:pt x="244" y="153"/>
                  </a:cubicBezTo>
                  <a:cubicBezTo>
                    <a:pt x="244" y="120"/>
                    <a:pt x="244" y="87"/>
                    <a:pt x="227" y="50"/>
                  </a:cubicBezTo>
                  <a:cubicBezTo>
                    <a:pt x="207" y="33"/>
                    <a:pt x="190" y="17"/>
                    <a:pt x="174" y="17"/>
                  </a:cubicBezTo>
                  <a:cubicBezTo>
                    <a:pt x="157" y="17"/>
                    <a:pt x="157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7" name="Google Shape;20797;p55"/>
            <p:cNvSpPr/>
            <p:nvPr/>
          </p:nvSpPr>
          <p:spPr>
            <a:xfrm>
              <a:off x="5262925" y="2614725"/>
              <a:ext cx="3525" cy="6525"/>
            </a:xfrm>
            <a:custGeom>
              <a:avLst/>
              <a:gdLst/>
              <a:ahLst/>
              <a:cxnLst/>
              <a:rect l="l" t="t" r="r" b="b"/>
              <a:pathLst>
                <a:path w="141" h="261" extrusionOk="0">
                  <a:moveTo>
                    <a:pt x="103" y="1"/>
                  </a:moveTo>
                  <a:cubicBezTo>
                    <a:pt x="70" y="21"/>
                    <a:pt x="54" y="54"/>
                    <a:pt x="37" y="87"/>
                  </a:cubicBezTo>
                  <a:cubicBezTo>
                    <a:pt x="0" y="157"/>
                    <a:pt x="37" y="228"/>
                    <a:pt x="87" y="261"/>
                  </a:cubicBezTo>
                  <a:lnTo>
                    <a:pt x="140" y="261"/>
                  </a:lnTo>
                  <a:cubicBezTo>
                    <a:pt x="140" y="174"/>
                    <a:pt x="124" y="87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8" name="Google Shape;20798;p55"/>
            <p:cNvSpPr/>
            <p:nvPr/>
          </p:nvSpPr>
          <p:spPr>
            <a:xfrm>
              <a:off x="5114400" y="276755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25" y="0"/>
                  </a:moveTo>
                  <a:cubicBezTo>
                    <a:pt x="79" y="0"/>
                    <a:pt x="42" y="22"/>
                    <a:pt x="17" y="72"/>
                  </a:cubicBezTo>
                  <a:cubicBezTo>
                    <a:pt x="0" y="142"/>
                    <a:pt x="33" y="229"/>
                    <a:pt x="87" y="245"/>
                  </a:cubicBezTo>
                  <a:cubicBezTo>
                    <a:pt x="103" y="262"/>
                    <a:pt x="120" y="262"/>
                    <a:pt x="136" y="262"/>
                  </a:cubicBezTo>
                  <a:cubicBezTo>
                    <a:pt x="169" y="245"/>
                    <a:pt x="206" y="229"/>
                    <a:pt x="223" y="175"/>
                  </a:cubicBezTo>
                  <a:cubicBezTo>
                    <a:pt x="239" y="126"/>
                    <a:pt x="239" y="72"/>
                    <a:pt x="206" y="39"/>
                  </a:cubicBezTo>
                  <a:cubicBezTo>
                    <a:pt x="190" y="23"/>
                    <a:pt x="190" y="23"/>
                    <a:pt x="169" y="6"/>
                  </a:cubicBezTo>
                  <a:cubicBezTo>
                    <a:pt x="154" y="2"/>
                    <a:pt x="139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9" name="Google Shape;20799;p55"/>
            <p:cNvSpPr/>
            <p:nvPr/>
          </p:nvSpPr>
          <p:spPr>
            <a:xfrm>
              <a:off x="5169325" y="277582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4" y="1"/>
                  </a:moveTo>
                  <a:cubicBezTo>
                    <a:pt x="87" y="1"/>
                    <a:pt x="87" y="17"/>
                    <a:pt x="71" y="17"/>
                  </a:cubicBezTo>
                  <a:cubicBezTo>
                    <a:pt x="34" y="34"/>
                    <a:pt x="1" y="87"/>
                    <a:pt x="1" y="153"/>
                  </a:cubicBezTo>
                  <a:cubicBezTo>
                    <a:pt x="17" y="191"/>
                    <a:pt x="34" y="224"/>
                    <a:pt x="54" y="240"/>
                  </a:cubicBezTo>
                  <a:cubicBezTo>
                    <a:pt x="66" y="252"/>
                    <a:pt x="85" y="265"/>
                    <a:pt x="108" y="265"/>
                  </a:cubicBezTo>
                  <a:cubicBezTo>
                    <a:pt x="117" y="265"/>
                    <a:pt x="127" y="263"/>
                    <a:pt x="137" y="256"/>
                  </a:cubicBezTo>
                  <a:cubicBezTo>
                    <a:pt x="190" y="256"/>
                    <a:pt x="240" y="191"/>
                    <a:pt x="223" y="120"/>
                  </a:cubicBezTo>
                  <a:lnTo>
                    <a:pt x="223" y="87"/>
                  </a:lnTo>
                  <a:cubicBezTo>
                    <a:pt x="207" y="50"/>
                    <a:pt x="190" y="17"/>
                    <a:pt x="157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0" name="Google Shape;20800;p55"/>
            <p:cNvSpPr/>
            <p:nvPr/>
          </p:nvSpPr>
          <p:spPr>
            <a:xfrm>
              <a:off x="5132425" y="2794775"/>
              <a:ext cx="6425" cy="6550"/>
            </a:xfrm>
            <a:custGeom>
              <a:avLst/>
              <a:gdLst/>
              <a:ahLst/>
              <a:cxnLst/>
              <a:rect l="l" t="t" r="r" b="b"/>
              <a:pathLst>
                <a:path w="257" h="262" extrusionOk="0">
                  <a:moveTo>
                    <a:pt x="127" y="1"/>
                  </a:moveTo>
                  <a:cubicBezTo>
                    <a:pt x="87" y="1"/>
                    <a:pt x="46" y="32"/>
                    <a:pt x="34" y="84"/>
                  </a:cubicBezTo>
                  <a:cubicBezTo>
                    <a:pt x="1" y="154"/>
                    <a:pt x="34" y="220"/>
                    <a:pt x="87" y="257"/>
                  </a:cubicBezTo>
                  <a:cubicBezTo>
                    <a:pt x="96" y="260"/>
                    <a:pt x="105" y="261"/>
                    <a:pt x="114" y="261"/>
                  </a:cubicBezTo>
                  <a:cubicBezTo>
                    <a:pt x="160" y="261"/>
                    <a:pt x="212" y="229"/>
                    <a:pt x="240" y="171"/>
                  </a:cubicBezTo>
                  <a:cubicBezTo>
                    <a:pt x="256" y="117"/>
                    <a:pt x="223" y="34"/>
                    <a:pt x="170" y="14"/>
                  </a:cubicBezTo>
                  <a:cubicBezTo>
                    <a:pt x="157" y="5"/>
                    <a:pt x="142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1" name="Google Shape;20801;p55"/>
            <p:cNvSpPr/>
            <p:nvPr/>
          </p:nvSpPr>
          <p:spPr>
            <a:xfrm>
              <a:off x="5094600" y="278572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37" y="1"/>
                  </a:moveTo>
                  <a:cubicBezTo>
                    <a:pt x="104" y="1"/>
                    <a:pt x="71" y="17"/>
                    <a:pt x="54" y="34"/>
                  </a:cubicBezTo>
                  <a:cubicBezTo>
                    <a:pt x="1" y="87"/>
                    <a:pt x="1" y="153"/>
                    <a:pt x="34" y="223"/>
                  </a:cubicBezTo>
                  <a:cubicBezTo>
                    <a:pt x="54" y="251"/>
                    <a:pt x="83" y="263"/>
                    <a:pt x="114" y="263"/>
                  </a:cubicBezTo>
                  <a:cubicBezTo>
                    <a:pt x="140" y="263"/>
                    <a:pt x="166" y="255"/>
                    <a:pt x="190" y="240"/>
                  </a:cubicBezTo>
                  <a:cubicBezTo>
                    <a:pt x="240" y="190"/>
                    <a:pt x="240" y="104"/>
                    <a:pt x="207" y="50"/>
                  </a:cubicBezTo>
                  <a:cubicBezTo>
                    <a:pt x="190" y="34"/>
                    <a:pt x="174" y="17"/>
                    <a:pt x="157" y="17"/>
                  </a:cubicBezTo>
                  <a:cubicBezTo>
                    <a:pt x="157" y="17"/>
                    <a:pt x="137" y="17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2" name="Google Shape;20802;p55"/>
            <p:cNvSpPr/>
            <p:nvPr/>
          </p:nvSpPr>
          <p:spPr>
            <a:xfrm>
              <a:off x="5089450" y="2760475"/>
              <a:ext cx="6525" cy="6450"/>
            </a:xfrm>
            <a:custGeom>
              <a:avLst/>
              <a:gdLst/>
              <a:ahLst/>
              <a:cxnLst/>
              <a:rect l="l" t="t" r="r" b="b"/>
              <a:pathLst>
                <a:path w="261" h="258" extrusionOk="0">
                  <a:moveTo>
                    <a:pt x="129" y="0"/>
                  </a:moveTo>
                  <a:cubicBezTo>
                    <a:pt x="88" y="0"/>
                    <a:pt x="49" y="32"/>
                    <a:pt x="33" y="83"/>
                  </a:cubicBezTo>
                  <a:cubicBezTo>
                    <a:pt x="0" y="149"/>
                    <a:pt x="33" y="219"/>
                    <a:pt x="87" y="252"/>
                  </a:cubicBezTo>
                  <a:cubicBezTo>
                    <a:pt x="100" y="256"/>
                    <a:pt x="113" y="258"/>
                    <a:pt x="124" y="258"/>
                  </a:cubicBezTo>
                  <a:cubicBezTo>
                    <a:pt x="175" y="258"/>
                    <a:pt x="213" y="223"/>
                    <a:pt x="240" y="170"/>
                  </a:cubicBezTo>
                  <a:cubicBezTo>
                    <a:pt x="260" y="100"/>
                    <a:pt x="223" y="29"/>
                    <a:pt x="174" y="13"/>
                  </a:cubicBezTo>
                  <a:cubicBezTo>
                    <a:pt x="159" y="4"/>
                    <a:pt x="144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3" name="Google Shape;20803;p55"/>
            <p:cNvSpPr/>
            <p:nvPr/>
          </p:nvSpPr>
          <p:spPr>
            <a:xfrm>
              <a:off x="5107475" y="2754400"/>
              <a:ext cx="6025" cy="6575"/>
            </a:xfrm>
            <a:custGeom>
              <a:avLst/>
              <a:gdLst/>
              <a:ahLst/>
              <a:cxnLst/>
              <a:rect l="l" t="t" r="r" b="b"/>
              <a:pathLst>
                <a:path w="241" h="263" extrusionOk="0">
                  <a:moveTo>
                    <a:pt x="104" y="0"/>
                  </a:moveTo>
                  <a:cubicBezTo>
                    <a:pt x="71" y="17"/>
                    <a:pt x="55" y="33"/>
                    <a:pt x="34" y="50"/>
                  </a:cubicBezTo>
                  <a:cubicBezTo>
                    <a:pt x="17" y="83"/>
                    <a:pt x="1" y="120"/>
                    <a:pt x="1" y="153"/>
                  </a:cubicBezTo>
                  <a:cubicBezTo>
                    <a:pt x="17" y="186"/>
                    <a:pt x="34" y="223"/>
                    <a:pt x="55" y="239"/>
                  </a:cubicBezTo>
                  <a:cubicBezTo>
                    <a:pt x="66" y="251"/>
                    <a:pt x="86" y="263"/>
                    <a:pt x="108" y="263"/>
                  </a:cubicBezTo>
                  <a:cubicBezTo>
                    <a:pt x="118" y="263"/>
                    <a:pt x="127" y="261"/>
                    <a:pt x="137" y="256"/>
                  </a:cubicBezTo>
                  <a:cubicBezTo>
                    <a:pt x="191" y="256"/>
                    <a:pt x="240" y="186"/>
                    <a:pt x="224" y="120"/>
                  </a:cubicBezTo>
                  <a:cubicBezTo>
                    <a:pt x="224" y="83"/>
                    <a:pt x="207" y="50"/>
                    <a:pt x="191" y="33"/>
                  </a:cubicBezTo>
                  <a:cubicBezTo>
                    <a:pt x="174" y="17"/>
                    <a:pt x="174" y="17"/>
                    <a:pt x="158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4" name="Google Shape;20804;p55"/>
            <p:cNvSpPr/>
            <p:nvPr/>
          </p:nvSpPr>
          <p:spPr>
            <a:xfrm>
              <a:off x="5136250" y="274872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87" y="1"/>
                  </a:moveTo>
                  <a:cubicBezTo>
                    <a:pt x="70" y="1"/>
                    <a:pt x="37" y="21"/>
                    <a:pt x="17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0" y="190"/>
                    <a:pt x="17" y="207"/>
                    <a:pt x="54" y="244"/>
                  </a:cubicBezTo>
                  <a:cubicBezTo>
                    <a:pt x="70" y="260"/>
                    <a:pt x="103" y="260"/>
                    <a:pt x="120" y="260"/>
                  </a:cubicBezTo>
                  <a:cubicBezTo>
                    <a:pt x="190" y="244"/>
                    <a:pt x="223" y="174"/>
                    <a:pt x="223" y="104"/>
                  </a:cubicBezTo>
                  <a:cubicBezTo>
                    <a:pt x="223" y="71"/>
                    <a:pt x="206" y="54"/>
                    <a:pt x="173" y="21"/>
                  </a:cubicBezTo>
                  <a:cubicBezTo>
                    <a:pt x="173" y="21"/>
                    <a:pt x="157" y="2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5" name="Google Shape;20805;p55"/>
            <p:cNvSpPr/>
            <p:nvPr/>
          </p:nvSpPr>
          <p:spPr>
            <a:xfrm>
              <a:off x="5101925" y="2771925"/>
              <a:ext cx="5575" cy="6675"/>
            </a:xfrm>
            <a:custGeom>
              <a:avLst/>
              <a:gdLst/>
              <a:ahLst/>
              <a:cxnLst/>
              <a:rect l="l" t="t" r="r" b="b"/>
              <a:pathLst>
                <a:path w="223" h="267" extrusionOk="0">
                  <a:moveTo>
                    <a:pt x="103" y="0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0" y="190"/>
                    <a:pt x="17" y="227"/>
                    <a:pt x="50" y="243"/>
                  </a:cubicBezTo>
                  <a:cubicBezTo>
                    <a:pt x="64" y="255"/>
                    <a:pt x="85" y="267"/>
                    <a:pt x="108" y="267"/>
                  </a:cubicBezTo>
                  <a:cubicBezTo>
                    <a:pt x="117" y="267"/>
                    <a:pt x="127" y="265"/>
                    <a:pt x="136" y="260"/>
                  </a:cubicBezTo>
                  <a:cubicBezTo>
                    <a:pt x="190" y="260"/>
                    <a:pt x="223" y="190"/>
                    <a:pt x="223" y="124"/>
                  </a:cubicBezTo>
                  <a:cubicBezTo>
                    <a:pt x="223" y="87"/>
                    <a:pt x="206" y="54"/>
                    <a:pt x="173" y="37"/>
                  </a:cubicBezTo>
                  <a:cubicBezTo>
                    <a:pt x="173" y="21"/>
                    <a:pt x="153" y="21"/>
                    <a:pt x="153" y="21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6" name="Google Shape;20806;p55"/>
            <p:cNvSpPr/>
            <p:nvPr/>
          </p:nvSpPr>
          <p:spPr>
            <a:xfrm>
              <a:off x="5097600" y="2817975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29" y="1"/>
                  </a:moveTo>
                  <a:cubicBezTo>
                    <a:pt x="87" y="1"/>
                    <a:pt x="44" y="32"/>
                    <a:pt x="17" y="84"/>
                  </a:cubicBezTo>
                  <a:cubicBezTo>
                    <a:pt x="0" y="154"/>
                    <a:pt x="37" y="220"/>
                    <a:pt x="87" y="257"/>
                  </a:cubicBezTo>
                  <a:lnTo>
                    <a:pt x="140" y="257"/>
                  </a:lnTo>
                  <a:cubicBezTo>
                    <a:pt x="173" y="257"/>
                    <a:pt x="223" y="220"/>
                    <a:pt x="243" y="187"/>
                  </a:cubicBezTo>
                  <a:cubicBezTo>
                    <a:pt x="243" y="137"/>
                    <a:pt x="243" y="84"/>
                    <a:pt x="206" y="51"/>
                  </a:cubicBezTo>
                  <a:cubicBezTo>
                    <a:pt x="206" y="34"/>
                    <a:pt x="190" y="14"/>
                    <a:pt x="173" y="14"/>
                  </a:cubicBezTo>
                  <a:cubicBezTo>
                    <a:pt x="159" y="5"/>
                    <a:pt x="144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7" name="Google Shape;20807;p55"/>
            <p:cNvSpPr/>
            <p:nvPr/>
          </p:nvSpPr>
          <p:spPr>
            <a:xfrm>
              <a:off x="5139750" y="2779125"/>
              <a:ext cx="6400" cy="6550"/>
            </a:xfrm>
            <a:custGeom>
              <a:avLst/>
              <a:gdLst/>
              <a:ahLst/>
              <a:cxnLst/>
              <a:rect l="l" t="t" r="r" b="b"/>
              <a:pathLst>
                <a:path w="256" h="262" extrusionOk="0">
                  <a:moveTo>
                    <a:pt x="142" y="1"/>
                  </a:moveTo>
                  <a:cubicBezTo>
                    <a:pt x="97" y="1"/>
                    <a:pt x="47" y="31"/>
                    <a:pt x="33" y="75"/>
                  </a:cubicBezTo>
                  <a:cubicBezTo>
                    <a:pt x="0" y="145"/>
                    <a:pt x="33" y="228"/>
                    <a:pt x="83" y="248"/>
                  </a:cubicBezTo>
                  <a:cubicBezTo>
                    <a:pt x="101" y="257"/>
                    <a:pt x="119" y="261"/>
                    <a:pt x="135" y="261"/>
                  </a:cubicBezTo>
                  <a:cubicBezTo>
                    <a:pt x="180" y="261"/>
                    <a:pt x="215" y="230"/>
                    <a:pt x="240" y="178"/>
                  </a:cubicBezTo>
                  <a:cubicBezTo>
                    <a:pt x="256" y="108"/>
                    <a:pt x="223" y="42"/>
                    <a:pt x="169" y="5"/>
                  </a:cubicBezTo>
                  <a:cubicBezTo>
                    <a:pt x="161" y="2"/>
                    <a:pt x="151" y="1"/>
                    <a:pt x="1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8" name="Google Shape;20808;p55"/>
            <p:cNvSpPr/>
            <p:nvPr/>
          </p:nvSpPr>
          <p:spPr>
            <a:xfrm>
              <a:off x="5162425" y="2793775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47" y="0"/>
                  </a:moveTo>
                  <a:cubicBezTo>
                    <a:pt x="102" y="0"/>
                    <a:pt x="51" y="33"/>
                    <a:pt x="38" y="91"/>
                  </a:cubicBezTo>
                  <a:cubicBezTo>
                    <a:pt x="0" y="140"/>
                    <a:pt x="38" y="227"/>
                    <a:pt x="87" y="244"/>
                  </a:cubicBezTo>
                  <a:cubicBezTo>
                    <a:pt x="106" y="254"/>
                    <a:pt x="124" y="258"/>
                    <a:pt x="140" y="258"/>
                  </a:cubicBezTo>
                  <a:cubicBezTo>
                    <a:pt x="183" y="258"/>
                    <a:pt x="217" y="226"/>
                    <a:pt x="244" y="178"/>
                  </a:cubicBezTo>
                  <a:cubicBezTo>
                    <a:pt x="260" y="107"/>
                    <a:pt x="227" y="37"/>
                    <a:pt x="174" y="4"/>
                  </a:cubicBezTo>
                  <a:cubicBezTo>
                    <a:pt x="165" y="2"/>
                    <a:pt x="156" y="0"/>
                    <a:pt x="1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9" name="Google Shape;20809;p55"/>
            <p:cNvSpPr/>
            <p:nvPr/>
          </p:nvSpPr>
          <p:spPr>
            <a:xfrm>
              <a:off x="5166350" y="2743150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87" y="1"/>
                  </a:moveTo>
                  <a:cubicBezTo>
                    <a:pt x="33" y="17"/>
                    <a:pt x="0" y="87"/>
                    <a:pt x="0" y="158"/>
                  </a:cubicBezTo>
                  <a:cubicBezTo>
                    <a:pt x="0" y="191"/>
                    <a:pt x="17" y="224"/>
                    <a:pt x="50" y="244"/>
                  </a:cubicBezTo>
                  <a:cubicBezTo>
                    <a:pt x="64" y="256"/>
                    <a:pt x="85" y="267"/>
                    <a:pt x="102" y="267"/>
                  </a:cubicBezTo>
                  <a:cubicBezTo>
                    <a:pt x="109" y="267"/>
                    <a:pt x="115" y="265"/>
                    <a:pt x="120" y="261"/>
                  </a:cubicBezTo>
                  <a:cubicBezTo>
                    <a:pt x="153" y="261"/>
                    <a:pt x="190" y="244"/>
                    <a:pt x="206" y="207"/>
                  </a:cubicBezTo>
                  <a:cubicBezTo>
                    <a:pt x="223" y="191"/>
                    <a:pt x="223" y="158"/>
                    <a:pt x="223" y="120"/>
                  </a:cubicBezTo>
                  <a:cubicBezTo>
                    <a:pt x="223" y="87"/>
                    <a:pt x="206" y="55"/>
                    <a:pt x="173" y="38"/>
                  </a:cubicBezTo>
                  <a:cubicBezTo>
                    <a:pt x="173" y="17"/>
                    <a:pt x="153" y="17"/>
                    <a:pt x="153" y="17"/>
                  </a:cubicBezTo>
                  <a:cubicBezTo>
                    <a:pt x="136" y="1"/>
                    <a:pt x="120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0" name="Google Shape;20810;p55"/>
            <p:cNvSpPr/>
            <p:nvPr/>
          </p:nvSpPr>
          <p:spPr>
            <a:xfrm>
              <a:off x="5153875" y="27762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0"/>
                  </a:moveTo>
                  <a:cubicBezTo>
                    <a:pt x="103" y="0"/>
                    <a:pt x="70" y="0"/>
                    <a:pt x="54" y="33"/>
                  </a:cubicBezTo>
                  <a:cubicBezTo>
                    <a:pt x="0" y="70"/>
                    <a:pt x="0" y="157"/>
                    <a:pt x="33" y="207"/>
                  </a:cubicBezTo>
                  <a:cubicBezTo>
                    <a:pt x="54" y="239"/>
                    <a:pt x="87" y="260"/>
                    <a:pt x="103" y="260"/>
                  </a:cubicBezTo>
                  <a:cubicBezTo>
                    <a:pt x="136" y="260"/>
                    <a:pt x="173" y="260"/>
                    <a:pt x="190" y="239"/>
                  </a:cubicBezTo>
                  <a:cubicBezTo>
                    <a:pt x="239" y="190"/>
                    <a:pt x="239" y="103"/>
                    <a:pt x="206" y="54"/>
                  </a:cubicBezTo>
                  <a:cubicBezTo>
                    <a:pt x="190" y="33"/>
                    <a:pt x="173" y="17"/>
                    <a:pt x="157" y="17"/>
                  </a:cubicBezTo>
                  <a:cubicBezTo>
                    <a:pt x="157" y="0"/>
                    <a:pt x="136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1" name="Google Shape;20811;p55"/>
            <p:cNvSpPr/>
            <p:nvPr/>
          </p:nvSpPr>
          <p:spPr>
            <a:xfrm>
              <a:off x="5159025" y="27603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3" y="0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17" y="190"/>
                    <a:pt x="33" y="223"/>
                    <a:pt x="54" y="240"/>
                  </a:cubicBezTo>
                  <a:cubicBezTo>
                    <a:pt x="66" y="251"/>
                    <a:pt x="85" y="265"/>
                    <a:pt x="107" y="265"/>
                  </a:cubicBezTo>
                  <a:cubicBezTo>
                    <a:pt x="117" y="265"/>
                    <a:pt x="127" y="262"/>
                    <a:pt x="136" y="256"/>
                  </a:cubicBezTo>
                  <a:cubicBezTo>
                    <a:pt x="190" y="256"/>
                    <a:pt x="239" y="190"/>
                    <a:pt x="223" y="120"/>
                  </a:cubicBezTo>
                  <a:cubicBezTo>
                    <a:pt x="223" y="87"/>
                    <a:pt x="207" y="50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2" name="Google Shape;20812;p55"/>
            <p:cNvSpPr/>
            <p:nvPr/>
          </p:nvSpPr>
          <p:spPr>
            <a:xfrm>
              <a:off x="5150875" y="27459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9" y="1"/>
                  </a:moveTo>
                  <a:cubicBezTo>
                    <a:pt x="86" y="1"/>
                    <a:pt x="65" y="13"/>
                    <a:pt x="50" y="28"/>
                  </a:cubicBezTo>
                  <a:cubicBezTo>
                    <a:pt x="1" y="78"/>
                    <a:pt x="1" y="164"/>
                    <a:pt x="34" y="214"/>
                  </a:cubicBezTo>
                  <a:cubicBezTo>
                    <a:pt x="50" y="251"/>
                    <a:pt x="87" y="267"/>
                    <a:pt x="104" y="267"/>
                  </a:cubicBezTo>
                  <a:cubicBezTo>
                    <a:pt x="137" y="267"/>
                    <a:pt x="174" y="251"/>
                    <a:pt x="190" y="234"/>
                  </a:cubicBezTo>
                  <a:cubicBezTo>
                    <a:pt x="223" y="214"/>
                    <a:pt x="223" y="181"/>
                    <a:pt x="240" y="148"/>
                  </a:cubicBezTo>
                  <a:cubicBezTo>
                    <a:pt x="240" y="111"/>
                    <a:pt x="223" y="78"/>
                    <a:pt x="207" y="45"/>
                  </a:cubicBezTo>
                  <a:cubicBezTo>
                    <a:pt x="190" y="28"/>
                    <a:pt x="190" y="28"/>
                    <a:pt x="153" y="7"/>
                  </a:cubicBezTo>
                  <a:lnTo>
                    <a:pt x="137" y="7"/>
                  </a:lnTo>
                  <a:cubicBezTo>
                    <a:pt x="127" y="3"/>
                    <a:pt x="118" y="1"/>
                    <a:pt x="1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3" name="Google Shape;20813;p55"/>
            <p:cNvSpPr/>
            <p:nvPr/>
          </p:nvSpPr>
          <p:spPr>
            <a:xfrm>
              <a:off x="5141800" y="2762350"/>
              <a:ext cx="5700" cy="6600"/>
            </a:xfrm>
            <a:custGeom>
              <a:avLst/>
              <a:gdLst/>
              <a:ahLst/>
              <a:cxnLst/>
              <a:rect l="l" t="t" r="r" b="b"/>
              <a:pathLst>
                <a:path w="228" h="264" extrusionOk="0">
                  <a:moveTo>
                    <a:pt x="123" y="1"/>
                  </a:moveTo>
                  <a:cubicBezTo>
                    <a:pt x="117" y="1"/>
                    <a:pt x="111" y="3"/>
                    <a:pt x="104" y="8"/>
                  </a:cubicBezTo>
                  <a:cubicBezTo>
                    <a:pt x="87" y="8"/>
                    <a:pt x="54" y="25"/>
                    <a:pt x="38" y="41"/>
                  </a:cubicBezTo>
                  <a:cubicBezTo>
                    <a:pt x="21" y="57"/>
                    <a:pt x="1" y="111"/>
                    <a:pt x="21" y="144"/>
                  </a:cubicBezTo>
                  <a:cubicBezTo>
                    <a:pt x="21" y="177"/>
                    <a:pt x="38" y="214"/>
                    <a:pt x="54" y="231"/>
                  </a:cubicBezTo>
                  <a:cubicBezTo>
                    <a:pt x="87" y="247"/>
                    <a:pt x="104" y="264"/>
                    <a:pt x="141" y="264"/>
                  </a:cubicBezTo>
                  <a:cubicBezTo>
                    <a:pt x="190" y="247"/>
                    <a:pt x="228" y="198"/>
                    <a:pt x="228" y="128"/>
                  </a:cubicBezTo>
                  <a:lnTo>
                    <a:pt x="228" y="111"/>
                  </a:lnTo>
                  <a:cubicBezTo>
                    <a:pt x="228" y="57"/>
                    <a:pt x="190" y="25"/>
                    <a:pt x="158" y="8"/>
                  </a:cubicBezTo>
                  <a:cubicBezTo>
                    <a:pt x="147" y="8"/>
                    <a:pt x="136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4" name="Google Shape;20814;p55"/>
            <p:cNvSpPr/>
            <p:nvPr/>
          </p:nvSpPr>
          <p:spPr>
            <a:xfrm>
              <a:off x="5144900" y="27183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20" y="0"/>
                  </a:moveTo>
                  <a:cubicBezTo>
                    <a:pt x="104" y="0"/>
                    <a:pt x="66" y="0"/>
                    <a:pt x="50" y="17"/>
                  </a:cubicBezTo>
                  <a:cubicBezTo>
                    <a:pt x="17" y="50"/>
                    <a:pt x="1" y="66"/>
                    <a:pt x="1" y="103"/>
                  </a:cubicBezTo>
                  <a:cubicBezTo>
                    <a:pt x="1" y="153"/>
                    <a:pt x="17" y="169"/>
                    <a:pt x="34" y="206"/>
                  </a:cubicBezTo>
                  <a:cubicBezTo>
                    <a:pt x="50" y="239"/>
                    <a:pt x="66" y="256"/>
                    <a:pt x="104" y="256"/>
                  </a:cubicBezTo>
                  <a:cubicBezTo>
                    <a:pt x="137" y="256"/>
                    <a:pt x="153" y="239"/>
                    <a:pt x="186" y="223"/>
                  </a:cubicBezTo>
                  <a:cubicBezTo>
                    <a:pt x="223" y="186"/>
                    <a:pt x="240" y="103"/>
                    <a:pt x="207" y="50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5" name="Google Shape;20815;p55"/>
            <p:cNvSpPr/>
            <p:nvPr/>
          </p:nvSpPr>
          <p:spPr>
            <a:xfrm>
              <a:off x="5112650" y="2784925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04" y="1"/>
                  </a:moveTo>
                  <a:cubicBezTo>
                    <a:pt x="87" y="1"/>
                    <a:pt x="70" y="6"/>
                    <a:pt x="54" y="16"/>
                  </a:cubicBezTo>
                  <a:cubicBezTo>
                    <a:pt x="33" y="33"/>
                    <a:pt x="17" y="66"/>
                    <a:pt x="0" y="82"/>
                  </a:cubicBezTo>
                  <a:lnTo>
                    <a:pt x="0" y="169"/>
                  </a:lnTo>
                  <a:cubicBezTo>
                    <a:pt x="17" y="202"/>
                    <a:pt x="33" y="239"/>
                    <a:pt x="70" y="255"/>
                  </a:cubicBezTo>
                  <a:cubicBezTo>
                    <a:pt x="83" y="264"/>
                    <a:pt x="98" y="268"/>
                    <a:pt x="113" y="268"/>
                  </a:cubicBezTo>
                  <a:cubicBezTo>
                    <a:pt x="153" y="268"/>
                    <a:pt x="194" y="237"/>
                    <a:pt x="206" y="185"/>
                  </a:cubicBezTo>
                  <a:cubicBezTo>
                    <a:pt x="239" y="119"/>
                    <a:pt x="206" y="33"/>
                    <a:pt x="157" y="16"/>
                  </a:cubicBezTo>
                  <a:cubicBezTo>
                    <a:pt x="138" y="6"/>
                    <a:pt x="121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6" name="Google Shape;20816;p55"/>
            <p:cNvSpPr/>
            <p:nvPr/>
          </p:nvSpPr>
          <p:spPr>
            <a:xfrm>
              <a:off x="5059350" y="2761300"/>
              <a:ext cx="6525" cy="6750"/>
            </a:xfrm>
            <a:custGeom>
              <a:avLst/>
              <a:gdLst/>
              <a:ahLst/>
              <a:cxnLst/>
              <a:rect l="l" t="t" r="r" b="b"/>
              <a:pathLst>
                <a:path w="261" h="270" extrusionOk="0">
                  <a:moveTo>
                    <a:pt x="122" y="0"/>
                  </a:moveTo>
                  <a:cubicBezTo>
                    <a:pt x="78" y="0"/>
                    <a:pt x="45" y="32"/>
                    <a:pt x="21" y="83"/>
                  </a:cubicBezTo>
                  <a:cubicBezTo>
                    <a:pt x="1" y="153"/>
                    <a:pt x="38" y="240"/>
                    <a:pt x="87" y="256"/>
                  </a:cubicBezTo>
                  <a:cubicBezTo>
                    <a:pt x="101" y="265"/>
                    <a:pt x="116" y="269"/>
                    <a:pt x="131" y="269"/>
                  </a:cubicBezTo>
                  <a:cubicBezTo>
                    <a:pt x="173" y="269"/>
                    <a:pt x="212" y="238"/>
                    <a:pt x="227" y="186"/>
                  </a:cubicBezTo>
                  <a:cubicBezTo>
                    <a:pt x="260" y="116"/>
                    <a:pt x="227" y="34"/>
                    <a:pt x="174" y="13"/>
                  </a:cubicBezTo>
                  <a:cubicBezTo>
                    <a:pt x="155" y="4"/>
                    <a:pt x="138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7" name="Google Shape;20817;p55"/>
            <p:cNvSpPr/>
            <p:nvPr/>
          </p:nvSpPr>
          <p:spPr>
            <a:xfrm>
              <a:off x="5055950" y="27318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11" y="1"/>
                  </a:moveTo>
                  <a:cubicBezTo>
                    <a:pt x="92" y="1"/>
                    <a:pt x="77" y="12"/>
                    <a:pt x="54" y="24"/>
                  </a:cubicBezTo>
                  <a:cubicBezTo>
                    <a:pt x="17" y="78"/>
                    <a:pt x="0" y="160"/>
                    <a:pt x="33" y="214"/>
                  </a:cubicBezTo>
                  <a:cubicBezTo>
                    <a:pt x="71" y="247"/>
                    <a:pt x="87" y="263"/>
                    <a:pt x="120" y="263"/>
                  </a:cubicBezTo>
                  <a:cubicBezTo>
                    <a:pt x="157" y="263"/>
                    <a:pt x="174" y="247"/>
                    <a:pt x="207" y="230"/>
                  </a:cubicBezTo>
                  <a:cubicBezTo>
                    <a:pt x="223" y="214"/>
                    <a:pt x="240" y="181"/>
                    <a:pt x="240" y="144"/>
                  </a:cubicBezTo>
                  <a:cubicBezTo>
                    <a:pt x="240" y="111"/>
                    <a:pt x="240" y="78"/>
                    <a:pt x="223" y="41"/>
                  </a:cubicBezTo>
                  <a:cubicBezTo>
                    <a:pt x="207" y="24"/>
                    <a:pt x="190" y="24"/>
                    <a:pt x="174" y="8"/>
                  </a:cubicBezTo>
                  <a:lnTo>
                    <a:pt x="137" y="8"/>
                  </a:lnTo>
                  <a:cubicBezTo>
                    <a:pt x="127" y="3"/>
                    <a:pt x="119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8" name="Google Shape;20818;p55"/>
            <p:cNvSpPr/>
            <p:nvPr/>
          </p:nvSpPr>
          <p:spPr>
            <a:xfrm>
              <a:off x="5060275" y="28093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50" y="1"/>
                    <a:pt x="1" y="71"/>
                    <a:pt x="17" y="137"/>
                  </a:cubicBezTo>
                  <a:cubicBezTo>
                    <a:pt x="17" y="174"/>
                    <a:pt x="34" y="207"/>
                    <a:pt x="50" y="223"/>
                  </a:cubicBezTo>
                  <a:cubicBezTo>
                    <a:pt x="87" y="256"/>
                    <a:pt x="104" y="256"/>
                    <a:pt x="137" y="256"/>
                  </a:cubicBezTo>
                  <a:cubicBezTo>
                    <a:pt x="170" y="240"/>
                    <a:pt x="190" y="223"/>
                    <a:pt x="207" y="207"/>
                  </a:cubicBezTo>
                  <a:cubicBezTo>
                    <a:pt x="223" y="174"/>
                    <a:pt x="240" y="137"/>
                    <a:pt x="223" y="104"/>
                  </a:cubicBezTo>
                  <a:cubicBezTo>
                    <a:pt x="223" y="71"/>
                    <a:pt x="207" y="34"/>
                    <a:pt x="190" y="17"/>
                  </a:cubicBezTo>
                  <a:cubicBezTo>
                    <a:pt x="170" y="17"/>
                    <a:pt x="170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9" name="Google Shape;20819;p55"/>
            <p:cNvSpPr/>
            <p:nvPr/>
          </p:nvSpPr>
          <p:spPr>
            <a:xfrm>
              <a:off x="5063275" y="2715225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87" y="1"/>
                  </a:moveTo>
                  <a:cubicBezTo>
                    <a:pt x="70" y="21"/>
                    <a:pt x="33" y="38"/>
                    <a:pt x="17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0" y="190"/>
                    <a:pt x="17" y="227"/>
                    <a:pt x="33" y="244"/>
                  </a:cubicBezTo>
                  <a:cubicBezTo>
                    <a:pt x="59" y="256"/>
                    <a:pt x="84" y="267"/>
                    <a:pt x="101" y="267"/>
                  </a:cubicBezTo>
                  <a:cubicBezTo>
                    <a:pt x="109" y="267"/>
                    <a:pt x="115" y="265"/>
                    <a:pt x="120" y="260"/>
                  </a:cubicBezTo>
                  <a:cubicBezTo>
                    <a:pt x="190" y="260"/>
                    <a:pt x="223" y="190"/>
                    <a:pt x="223" y="124"/>
                  </a:cubicBezTo>
                  <a:cubicBezTo>
                    <a:pt x="206" y="87"/>
                    <a:pt x="190" y="54"/>
                    <a:pt x="173" y="38"/>
                  </a:cubicBezTo>
                  <a:cubicBezTo>
                    <a:pt x="173" y="21"/>
                    <a:pt x="153" y="21"/>
                    <a:pt x="153" y="21"/>
                  </a:cubicBezTo>
                  <a:cubicBezTo>
                    <a:pt x="136" y="1"/>
                    <a:pt x="103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0" name="Google Shape;20820;p55"/>
            <p:cNvSpPr/>
            <p:nvPr/>
          </p:nvSpPr>
          <p:spPr>
            <a:xfrm>
              <a:off x="5053375" y="2781400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03" y="1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5" y="215"/>
                    <a:pt x="58" y="263"/>
                    <a:pt x="113" y="263"/>
                  </a:cubicBezTo>
                  <a:cubicBezTo>
                    <a:pt x="120" y="263"/>
                    <a:pt x="128" y="262"/>
                    <a:pt x="136" y="260"/>
                  </a:cubicBezTo>
                  <a:cubicBezTo>
                    <a:pt x="157" y="260"/>
                    <a:pt x="190" y="240"/>
                    <a:pt x="207" y="207"/>
                  </a:cubicBezTo>
                  <a:cubicBezTo>
                    <a:pt x="223" y="174"/>
                    <a:pt x="223" y="137"/>
                    <a:pt x="223" y="104"/>
                  </a:cubicBezTo>
                  <a:cubicBezTo>
                    <a:pt x="223" y="71"/>
                    <a:pt x="207" y="54"/>
                    <a:pt x="190" y="17"/>
                  </a:cubicBezTo>
                  <a:cubicBezTo>
                    <a:pt x="174" y="17"/>
                    <a:pt x="174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1" name="Google Shape;20821;p55"/>
            <p:cNvSpPr/>
            <p:nvPr/>
          </p:nvSpPr>
          <p:spPr>
            <a:xfrm>
              <a:off x="5086050" y="27272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1"/>
                    <a:pt x="0" y="71"/>
                    <a:pt x="0" y="137"/>
                  </a:cubicBezTo>
                  <a:cubicBezTo>
                    <a:pt x="17" y="174"/>
                    <a:pt x="17" y="207"/>
                    <a:pt x="50" y="224"/>
                  </a:cubicBezTo>
                  <a:cubicBezTo>
                    <a:pt x="66" y="261"/>
                    <a:pt x="103" y="261"/>
                    <a:pt x="136" y="261"/>
                  </a:cubicBezTo>
                  <a:cubicBezTo>
                    <a:pt x="190" y="240"/>
                    <a:pt x="239" y="174"/>
                    <a:pt x="223" y="104"/>
                  </a:cubicBezTo>
                  <a:cubicBezTo>
                    <a:pt x="223" y="71"/>
                    <a:pt x="206" y="34"/>
                    <a:pt x="169" y="17"/>
                  </a:cubicBezTo>
                  <a:lnTo>
                    <a:pt x="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2" name="Google Shape;20822;p55"/>
            <p:cNvSpPr/>
            <p:nvPr/>
          </p:nvSpPr>
          <p:spPr>
            <a:xfrm>
              <a:off x="5146150" y="2474750"/>
              <a:ext cx="2175" cy="850"/>
            </a:xfrm>
            <a:custGeom>
              <a:avLst/>
              <a:gdLst/>
              <a:ahLst/>
              <a:cxnLst/>
              <a:rect l="l" t="t" r="r" b="b"/>
              <a:pathLst>
                <a:path w="87" h="34" extrusionOk="0">
                  <a:moveTo>
                    <a:pt x="0" y="1"/>
                  </a:moveTo>
                  <a:cubicBezTo>
                    <a:pt x="5" y="1"/>
                    <a:pt x="11" y="2"/>
                    <a:pt x="18" y="4"/>
                  </a:cubicBezTo>
                  <a:lnTo>
                    <a:pt x="18" y="4"/>
                  </a:lnTo>
                  <a:cubicBezTo>
                    <a:pt x="18" y="3"/>
                    <a:pt x="17" y="2"/>
                    <a:pt x="16" y="1"/>
                  </a:cubicBezTo>
                  <a:close/>
                  <a:moveTo>
                    <a:pt x="18" y="4"/>
                  </a:moveTo>
                  <a:cubicBezTo>
                    <a:pt x="35" y="34"/>
                    <a:pt x="55" y="34"/>
                    <a:pt x="87" y="34"/>
                  </a:cubicBezTo>
                  <a:cubicBezTo>
                    <a:pt x="63" y="22"/>
                    <a:pt x="37" y="10"/>
                    <a:pt x="18" y="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3" name="Google Shape;20823;p55"/>
            <p:cNvSpPr/>
            <p:nvPr/>
          </p:nvSpPr>
          <p:spPr>
            <a:xfrm>
              <a:off x="5104900" y="2460650"/>
              <a:ext cx="5600" cy="4250"/>
            </a:xfrm>
            <a:custGeom>
              <a:avLst/>
              <a:gdLst/>
              <a:ahLst/>
              <a:cxnLst/>
              <a:rect l="l" t="t" r="r" b="b"/>
              <a:pathLst>
                <a:path w="224" h="170" extrusionOk="0">
                  <a:moveTo>
                    <a:pt x="17" y="0"/>
                  </a:moveTo>
                  <a:cubicBezTo>
                    <a:pt x="17" y="17"/>
                    <a:pt x="1" y="33"/>
                    <a:pt x="17" y="66"/>
                  </a:cubicBezTo>
                  <a:cubicBezTo>
                    <a:pt x="17" y="103"/>
                    <a:pt x="34" y="120"/>
                    <a:pt x="54" y="153"/>
                  </a:cubicBezTo>
                  <a:cubicBezTo>
                    <a:pt x="87" y="169"/>
                    <a:pt x="104" y="169"/>
                    <a:pt x="137" y="169"/>
                  </a:cubicBezTo>
                  <a:cubicBezTo>
                    <a:pt x="190" y="153"/>
                    <a:pt x="223" y="120"/>
                    <a:pt x="223" y="50"/>
                  </a:cubicBezTo>
                  <a:cubicBezTo>
                    <a:pt x="158" y="33"/>
                    <a:pt x="87" y="17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4" name="Google Shape;20824;p55"/>
            <p:cNvSpPr/>
            <p:nvPr/>
          </p:nvSpPr>
          <p:spPr>
            <a:xfrm>
              <a:off x="5052950" y="2796850"/>
              <a:ext cx="4775" cy="6525"/>
            </a:xfrm>
            <a:custGeom>
              <a:avLst/>
              <a:gdLst/>
              <a:ahLst/>
              <a:cxnLst/>
              <a:rect l="l" t="t" r="r" b="b"/>
              <a:pathLst>
                <a:path w="191" h="261" extrusionOk="0">
                  <a:moveTo>
                    <a:pt x="50" y="1"/>
                  </a:moveTo>
                  <a:cubicBezTo>
                    <a:pt x="34" y="1"/>
                    <a:pt x="17" y="17"/>
                    <a:pt x="1" y="34"/>
                  </a:cubicBezTo>
                  <a:lnTo>
                    <a:pt x="1" y="224"/>
                  </a:lnTo>
                  <a:lnTo>
                    <a:pt x="1" y="240"/>
                  </a:lnTo>
                  <a:cubicBezTo>
                    <a:pt x="34" y="261"/>
                    <a:pt x="50" y="261"/>
                    <a:pt x="87" y="261"/>
                  </a:cubicBezTo>
                  <a:cubicBezTo>
                    <a:pt x="120" y="261"/>
                    <a:pt x="137" y="240"/>
                    <a:pt x="153" y="207"/>
                  </a:cubicBezTo>
                  <a:cubicBezTo>
                    <a:pt x="174" y="174"/>
                    <a:pt x="191" y="137"/>
                    <a:pt x="191" y="104"/>
                  </a:cubicBezTo>
                  <a:cubicBezTo>
                    <a:pt x="174" y="71"/>
                    <a:pt x="153" y="55"/>
                    <a:pt x="137" y="17"/>
                  </a:cubicBezTo>
                  <a:cubicBezTo>
                    <a:pt x="137" y="17"/>
                    <a:pt x="120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5" name="Google Shape;20825;p55"/>
            <p:cNvSpPr/>
            <p:nvPr/>
          </p:nvSpPr>
          <p:spPr>
            <a:xfrm>
              <a:off x="5079975" y="2789550"/>
              <a:ext cx="5675" cy="6500"/>
            </a:xfrm>
            <a:custGeom>
              <a:avLst/>
              <a:gdLst/>
              <a:ahLst/>
              <a:cxnLst/>
              <a:rect l="l" t="t" r="r" b="b"/>
              <a:pathLst>
                <a:path w="227" h="260" extrusionOk="0">
                  <a:moveTo>
                    <a:pt x="87" y="0"/>
                  </a:moveTo>
                  <a:cubicBezTo>
                    <a:pt x="37" y="17"/>
                    <a:pt x="0" y="87"/>
                    <a:pt x="0" y="157"/>
                  </a:cubicBezTo>
                  <a:cubicBezTo>
                    <a:pt x="0" y="190"/>
                    <a:pt x="21" y="206"/>
                    <a:pt x="54" y="243"/>
                  </a:cubicBezTo>
                  <a:cubicBezTo>
                    <a:pt x="70" y="260"/>
                    <a:pt x="103" y="260"/>
                    <a:pt x="124" y="260"/>
                  </a:cubicBezTo>
                  <a:cubicBezTo>
                    <a:pt x="190" y="243"/>
                    <a:pt x="227" y="173"/>
                    <a:pt x="227" y="103"/>
                  </a:cubicBezTo>
                  <a:cubicBezTo>
                    <a:pt x="227" y="70"/>
                    <a:pt x="206" y="54"/>
                    <a:pt x="173" y="17"/>
                  </a:cubicBezTo>
                  <a:cubicBezTo>
                    <a:pt x="173" y="17"/>
                    <a:pt x="157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6" name="Google Shape;20826;p55"/>
            <p:cNvSpPr/>
            <p:nvPr/>
          </p:nvSpPr>
          <p:spPr>
            <a:xfrm>
              <a:off x="5071825" y="2684825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20" y="0"/>
                  </a:moveTo>
                  <a:cubicBezTo>
                    <a:pt x="87" y="0"/>
                    <a:pt x="70" y="17"/>
                    <a:pt x="37" y="33"/>
                  </a:cubicBezTo>
                  <a:cubicBezTo>
                    <a:pt x="17" y="50"/>
                    <a:pt x="0" y="83"/>
                    <a:pt x="0" y="120"/>
                  </a:cubicBezTo>
                  <a:cubicBezTo>
                    <a:pt x="0" y="153"/>
                    <a:pt x="0" y="186"/>
                    <a:pt x="17" y="206"/>
                  </a:cubicBezTo>
                  <a:cubicBezTo>
                    <a:pt x="37" y="239"/>
                    <a:pt x="70" y="256"/>
                    <a:pt x="103" y="256"/>
                  </a:cubicBezTo>
                  <a:cubicBezTo>
                    <a:pt x="120" y="256"/>
                    <a:pt x="157" y="256"/>
                    <a:pt x="174" y="239"/>
                  </a:cubicBezTo>
                  <a:cubicBezTo>
                    <a:pt x="223" y="186"/>
                    <a:pt x="244" y="103"/>
                    <a:pt x="190" y="50"/>
                  </a:cubicBezTo>
                  <a:cubicBezTo>
                    <a:pt x="190" y="33"/>
                    <a:pt x="174" y="17"/>
                    <a:pt x="157" y="17"/>
                  </a:cubicBezTo>
                  <a:cubicBezTo>
                    <a:pt x="141" y="0"/>
                    <a:pt x="14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7" name="Google Shape;20827;p55"/>
            <p:cNvSpPr/>
            <p:nvPr/>
          </p:nvSpPr>
          <p:spPr>
            <a:xfrm>
              <a:off x="5077400" y="2809325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40" y="1"/>
                  </a:moveTo>
                  <a:cubicBezTo>
                    <a:pt x="103" y="1"/>
                    <a:pt x="70" y="17"/>
                    <a:pt x="54" y="34"/>
                  </a:cubicBezTo>
                  <a:cubicBezTo>
                    <a:pt x="21" y="50"/>
                    <a:pt x="21" y="87"/>
                    <a:pt x="0" y="120"/>
                  </a:cubicBezTo>
                  <a:cubicBezTo>
                    <a:pt x="0" y="153"/>
                    <a:pt x="21" y="190"/>
                    <a:pt x="37" y="207"/>
                  </a:cubicBezTo>
                  <a:cubicBezTo>
                    <a:pt x="56" y="248"/>
                    <a:pt x="88" y="265"/>
                    <a:pt x="121" y="265"/>
                  </a:cubicBezTo>
                  <a:cubicBezTo>
                    <a:pt x="144" y="265"/>
                    <a:pt x="169" y="256"/>
                    <a:pt x="190" y="240"/>
                  </a:cubicBezTo>
                  <a:cubicBezTo>
                    <a:pt x="243" y="190"/>
                    <a:pt x="243" y="104"/>
                    <a:pt x="206" y="50"/>
                  </a:cubicBezTo>
                  <a:cubicBezTo>
                    <a:pt x="190" y="34"/>
                    <a:pt x="173" y="17"/>
                    <a:pt x="157" y="17"/>
                  </a:cubicBezTo>
                  <a:cubicBezTo>
                    <a:pt x="157" y="1"/>
                    <a:pt x="140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8" name="Google Shape;20828;p55"/>
            <p:cNvSpPr/>
            <p:nvPr/>
          </p:nvSpPr>
          <p:spPr>
            <a:xfrm>
              <a:off x="5081300" y="2773575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40" y="0"/>
                  </a:moveTo>
                  <a:cubicBezTo>
                    <a:pt x="86" y="0"/>
                    <a:pt x="45" y="33"/>
                    <a:pt x="17" y="91"/>
                  </a:cubicBezTo>
                  <a:cubicBezTo>
                    <a:pt x="1" y="140"/>
                    <a:pt x="34" y="227"/>
                    <a:pt x="87" y="243"/>
                  </a:cubicBezTo>
                  <a:cubicBezTo>
                    <a:pt x="101" y="254"/>
                    <a:pt x="116" y="258"/>
                    <a:pt x="131" y="258"/>
                  </a:cubicBezTo>
                  <a:cubicBezTo>
                    <a:pt x="171" y="258"/>
                    <a:pt x="211" y="225"/>
                    <a:pt x="223" y="177"/>
                  </a:cubicBezTo>
                  <a:cubicBezTo>
                    <a:pt x="256" y="107"/>
                    <a:pt x="223" y="37"/>
                    <a:pt x="174" y="4"/>
                  </a:cubicBezTo>
                  <a:cubicBezTo>
                    <a:pt x="162" y="1"/>
                    <a:pt x="150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9" name="Google Shape;20829;p55"/>
            <p:cNvSpPr/>
            <p:nvPr/>
          </p:nvSpPr>
          <p:spPr>
            <a:xfrm>
              <a:off x="5067075" y="2776250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04" y="0"/>
                  </a:moveTo>
                  <a:cubicBezTo>
                    <a:pt x="38" y="17"/>
                    <a:pt x="1" y="87"/>
                    <a:pt x="1" y="157"/>
                  </a:cubicBezTo>
                  <a:cubicBezTo>
                    <a:pt x="21" y="190"/>
                    <a:pt x="38" y="223"/>
                    <a:pt x="54" y="239"/>
                  </a:cubicBezTo>
                  <a:cubicBezTo>
                    <a:pt x="66" y="254"/>
                    <a:pt x="86" y="267"/>
                    <a:pt x="110" y="267"/>
                  </a:cubicBezTo>
                  <a:cubicBezTo>
                    <a:pt x="120" y="267"/>
                    <a:pt x="130" y="265"/>
                    <a:pt x="141" y="260"/>
                  </a:cubicBezTo>
                  <a:cubicBezTo>
                    <a:pt x="190" y="260"/>
                    <a:pt x="244" y="190"/>
                    <a:pt x="227" y="120"/>
                  </a:cubicBezTo>
                  <a:cubicBezTo>
                    <a:pt x="227" y="87"/>
                    <a:pt x="207" y="54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0"/>
                    <a:pt x="124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0" name="Google Shape;20830;p55"/>
            <p:cNvSpPr/>
            <p:nvPr/>
          </p:nvSpPr>
          <p:spPr>
            <a:xfrm>
              <a:off x="5068825" y="2729050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104" y="0"/>
                  </a:moveTo>
                  <a:cubicBezTo>
                    <a:pt x="71" y="0"/>
                    <a:pt x="54" y="17"/>
                    <a:pt x="34" y="33"/>
                  </a:cubicBezTo>
                  <a:cubicBezTo>
                    <a:pt x="17" y="66"/>
                    <a:pt x="1" y="103"/>
                    <a:pt x="1" y="153"/>
                  </a:cubicBezTo>
                  <a:cubicBezTo>
                    <a:pt x="17" y="190"/>
                    <a:pt x="34" y="206"/>
                    <a:pt x="54" y="239"/>
                  </a:cubicBezTo>
                  <a:cubicBezTo>
                    <a:pt x="71" y="256"/>
                    <a:pt x="104" y="256"/>
                    <a:pt x="137" y="256"/>
                  </a:cubicBezTo>
                  <a:cubicBezTo>
                    <a:pt x="190" y="239"/>
                    <a:pt x="223" y="190"/>
                    <a:pt x="223" y="120"/>
                  </a:cubicBezTo>
                  <a:lnTo>
                    <a:pt x="223" y="103"/>
                  </a:lnTo>
                  <a:cubicBezTo>
                    <a:pt x="223" y="66"/>
                    <a:pt x="190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1" name="Google Shape;20831;p55"/>
            <p:cNvSpPr/>
            <p:nvPr/>
          </p:nvSpPr>
          <p:spPr>
            <a:xfrm>
              <a:off x="5066675" y="27925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0" y="1"/>
                  </a:moveTo>
                  <a:cubicBezTo>
                    <a:pt x="103" y="1"/>
                    <a:pt x="70" y="1"/>
                    <a:pt x="54" y="21"/>
                  </a:cubicBezTo>
                  <a:cubicBezTo>
                    <a:pt x="0" y="71"/>
                    <a:pt x="0" y="157"/>
                    <a:pt x="37" y="207"/>
                  </a:cubicBezTo>
                  <a:cubicBezTo>
                    <a:pt x="54" y="244"/>
                    <a:pt x="87" y="261"/>
                    <a:pt x="103" y="261"/>
                  </a:cubicBezTo>
                  <a:cubicBezTo>
                    <a:pt x="140" y="261"/>
                    <a:pt x="173" y="261"/>
                    <a:pt x="190" y="228"/>
                  </a:cubicBezTo>
                  <a:cubicBezTo>
                    <a:pt x="243" y="190"/>
                    <a:pt x="243" y="104"/>
                    <a:pt x="206" y="54"/>
                  </a:cubicBezTo>
                  <a:cubicBezTo>
                    <a:pt x="190" y="38"/>
                    <a:pt x="190" y="2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2" name="Google Shape;20832;p55"/>
            <p:cNvSpPr/>
            <p:nvPr/>
          </p:nvSpPr>
          <p:spPr>
            <a:xfrm>
              <a:off x="5066675" y="2745825"/>
              <a:ext cx="6500" cy="6525"/>
            </a:xfrm>
            <a:custGeom>
              <a:avLst/>
              <a:gdLst/>
              <a:ahLst/>
              <a:cxnLst/>
              <a:rect l="l" t="t" r="r" b="b"/>
              <a:pathLst>
                <a:path w="260" h="261" extrusionOk="0">
                  <a:moveTo>
                    <a:pt x="129" y="1"/>
                  </a:moveTo>
                  <a:cubicBezTo>
                    <a:pt x="88" y="1"/>
                    <a:pt x="49" y="32"/>
                    <a:pt x="37" y="84"/>
                  </a:cubicBezTo>
                  <a:cubicBezTo>
                    <a:pt x="0" y="154"/>
                    <a:pt x="37" y="220"/>
                    <a:pt x="87" y="257"/>
                  </a:cubicBezTo>
                  <a:cubicBezTo>
                    <a:pt x="99" y="260"/>
                    <a:pt x="110" y="261"/>
                    <a:pt x="121" y="261"/>
                  </a:cubicBezTo>
                  <a:cubicBezTo>
                    <a:pt x="173" y="261"/>
                    <a:pt x="213" y="228"/>
                    <a:pt x="243" y="170"/>
                  </a:cubicBezTo>
                  <a:cubicBezTo>
                    <a:pt x="260" y="100"/>
                    <a:pt x="223" y="34"/>
                    <a:pt x="173" y="13"/>
                  </a:cubicBezTo>
                  <a:cubicBezTo>
                    <a:pt x="159" y="5"/>
                    <a:pt x="144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3" name="Google Shape;20833;p55"/>
            <p:cNvSpPr/>
            <p:nvPr/>
          </p:nvSpPr>
          <p:spPr>
            <a:xfrm>
              <a:off x="5124700" y="278002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32" y="0"/>
                  </a:moveTo>
                  <a:cubicBezTo>
                    <a:pt x="79" y="0"/>
                    <a:pt x="30" y="35"/>
                    <a:pt x="17" y="88"/>
                  </a:cubicBezTo>
                  <a:cubicBezTo>
                    <a:pt x="0" y="159"/>
                    <a:pt x="33" y="229"/>
                    <a:pt x="87" y="262"/>
                  </a:cubicBezTo>
                  <a:cubicBezTo>
                    <a:pt x="95" y="264"/>
                    <a:pt x="104" y="266"/>
                    <a:pt x="114" y="266"/>
                  </a:cubicBezTo>
                  <a:cubicBezTo>
                    <a:pt x="159" y="266"/>
                    <a:pt x="209" y="233"/>
                    <a:pt x="223" y="175"/>
                  </a:cubicBezTo>
                  <a:cubicBezTo>
                    <a:pt x="240" y="109"/>
                    <a:pt x="223" y="39"/>
                    <a:pt x="169" y="6"/>
                  </a:cubicBezTo>
                  <a:cubicBezTo>
                    <a:pt x="157" y="2"/>
                    <a:pt x="145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4" name="Google Shape;20834;p55"/>
            <p:cNvSpPr/>
            <p:nvPr/>
          </p:nvSpPr>
          <p:spPr>
            <a:xfrm>
              <a:off x="5068425" y="2824475"/>
              <a:ext cx="5175" cy="2100"/>
            </a:xfrm>
            <a:custGeom>
              <a:avLst/>
              <a:gdLst/>
              <a:ahLst/>
              <a:cxnLst/>
              <a:rect l="l" t="t" r="r" b="b"/>
              <a:pathLst>
                <a:path w="207" h="84" extrusionOk="0">
                  <a:moveTo>
                    <a:pt x="120" y="1"/>
                  </a:moveTo>
                  <a:cubicBezTo>
                    <a:pt x="108" y="1"/>
                    <a:pt x="95" y="5"/>
                    <a:pt x="87" y="13"/>
                  </a:cubicBezTo>
                  <a:cubicBezTo>
                    <a:pt x="70" y="13"/>
                    <a:pt x="33" y="30"/>
                    <a:pt x="17" y="63"/>
                  </a:cubicBezTo>
                  <a:lnTo>
                    <a:pt x="0" y="83"/>
                  </a:lnTo>
                  <a:lnTo>
                    <a:pt x="206" y="83"/>
                  </a:lnTo>
                  <a:cubicBezTo>
                    <a:pt x="206" y="63"/>
                    <a:pt x="190" y="46"/>
                    <a:pt x="173" y="30"/>
                  </a:cubicBezTo>
                  <a:lnTo>
                    <a:pt x="153" y="13"/>
                  </a:lnTo>
                  <a:cubicBezTo>
                    <a:pt x="145" y="5"/>
                    <a:pt x="132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5" name="Google Shape;20835;p55"/>
            <p:cNvSpPr/>
            <p:nvPr/>
          </p:nvSpPr>
          <p:spPr>
            <a:xfrm>
              <a:off x="5263425" y="2665025"/>
              <a:ext cx="2100" cy="5600"/>
            </a:xfrm>
            <a:custGeom>
              <a:avLst/>
              <a:gdLst/>
              <a:ahLst/>
              <a:cxnLst/>
              <a:rect l="l" t="t" r="r" b="b"/>
              <a:pathLst>
                <a:path w="84" h="224" extrusionOk="0">
                  <a:moveTo>
                    <a:pt x="83" y="1"/>
                  </a:moveTo>
                  <a:lnTo>
                    <a:pt x="83" y="1"/>
                  </a:lnTo>
                  <a:cubicBezTo>
                    <a:pt x="34" y="34"/>
                    <a:pt x="1" y="87"/>
                    <a:pt x="17" y="153"/>
                  </a:cubicBezTo>
                  <a:cubicBezTo>
                    <a:pt x="17" y="174"/>
                    <a:pt x="34" y="207"/>
                    <a:pt x="50" y="223"/>
                  </a:cubicBezTo>
                  <a:cubicBezTo>
                    <a:pt x="50" y="153"/>
                    <a:pt x="67" y="87"/>
                    <a:pt x="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6" name="Google Shape;20836;p55"/>
            <p:cNvSpPr/>
            <p:nvPr/>
          </p:nvSpPr>
          <p:spPr>
            <a:xfrm>
              <a:off x="5085625" y="2821800"/>
              <a:ext cx="6000" cy="4250"/>
            </a:xfrm>
            <a:custGeom>
              <a:avLst/>
              <a:gdLst/>
              <a:ahLst/>
              <a:cxnLst/>
              <a:rect l="l" t="t" r="r" b="b"/>
              <a:pathLst>
                <a:path w="240" h="170" extrusionOk="0">
                  <a:moveTo>
                    <a:pt x="104" y="1"/>
                  </a:moveTo>
                  <a:cubicBezTo>
                    <a:pt x="50" y="17"/>
                    <a:pt x="1" y="87"/>
                    <a:pt x="17" y="153"/>
                  </a:cubicBezTo>
                  <a:lnTo>
                    <a:pt x="17" y="170"/>
                  </a:lnTo>
                  <a:cubicBezTo>
                    <a:pt x="83" y="170"/>
                    <a:pt x="170" y="153"/>
                    <a:pt x="240" y="153"/>
                  </a:cubicBezTo>
                  <a:lnTo>
                    <a:pt x="240" y="120"/>
                  </a:lnTo>
                  <a:cubicBezTo>
                    <a:pt x="223" y="87"/>
                    <a:pt x="223" y="50"/>
                    <a:pt x="186" y="34"/>
                  </a:cubicBezTo>
                  <a:cubicBezTo>
                    <a:pt x="186" y="17"/>
                    <a:pt x="170" y="17"/>
                    <a:pt x="170" y="17"/>
                  </a:cubicBezTo>
                  <a:cubicBezTo>
                    <a:pt x="153" y="1"/>
                    <a:pt x="137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7" name="Google Shape;20837;p55"/>
            <p:cNvSpPr/>
            <p:nvPr/>
          </p:nvSpPr>
          <p:spPr>
            <a:xfrm>
              <a:off x="5253125" y="2602225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24" y="0"/>
                  </a:moveTo>
                  <a:cubicBezTo>
                    <a:pt x="79" y="0"/>
                    <a:pt x="30" y="35"/>
                    <a:pt x="17" y="88"/>
                  </a:cubicBezTo>
                  <a:cubicBezTo>
                    <a:pt x="1" y="159"/>
                    <a:pt x="17" y="229"/>
                    <a:pt x="83" y="262"/>
                  </a:cubicBezTo>
                  <a:lnTo>
                    <a:pt x="137" y="262"/>
                  </a:lnTo>
                  <a:cubicBezTo>
                    <a:pt x="170" y="262"/>
                    <a:pt x="207" y="229"/>
                    <a:pt x="223" y="175"/>
                  </a:cubicBezTo>
                  <a:cubicBezTo>
                    <a:pt x="240" y="126"/>
                    <a:pt x="223" y="72"/>
                    <a:pt x="207" y="39"/>
                  </a:cubicBezTo>
                  <a:cubicBezTo>
                    <a:pt x="186" y="39"/>
                    <a:pt x="170" y="23"/>
                    <a:pt x="153" y="6"/>
                  </a:cubicBezTo>
                  <a:cubicBezTo>
                    <a:pt x="144" y="2"/>
                    <a:pt x="134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8" name="Google Shape;20838;p55"/>
            <p:cNvSpPr/>
            <p:nvPr/>
          </p:nvSpPr>
          <p:spPr>
            <a:xfrm>
              <a:off x="5250950" y="2619725"/>
              <a:ext cx="6025" cy="6600"/>
            </a:xfrm>
            <a:custGeom>
              <a:avLst/>
              <a:gdLst/>
              <a:ahLst/>
              <a:cxnLst/>
              <a:rect l="l" t="t" r="r" b="b"/>
              <a:pathLst>
                <a:path w="241" h="264" extrusionOk="0">
                  <a:moveTo>
                    <a:pt x="126" y="0"/>
                  </a:moveTo>
                  <a:cubicBezTo>
                    <a:pt x="103" y="0"/>
                    <a:pt x="82" y="13"/>
                    <a:pt x="67" y="28"/>
                  </a:cubicBezTo>
                  <a:cubicBezTo>
                    <a:pt x="34" y="44"/>
                    <a:pt x="17" y="61"/>
                    <a:pt x="17" y="94"/>
                  </a:cubicBezTo>
                  <a:cubicBezTo>
                    <a:pt x="1" y="110"/>
                    <a:pt x="1" y="147"/>
                    <a:pt x="17" y="180"/>
                  </a:cubicBezTo>
                  <a:cubicBezTo>
                    <a:pt x="17" y="213"/>
                    <a:pt x="50" y="234"/>
                    <a:pt x="88" y="250"/>
                  </a:cubicBezTo>
                  <a:cubicBezTo>
                    <a:pt x="101" y="259"/>
                    <a:pt x="115" y="263"/>
                    <a:pt x="130" y="263"/>
                  </a:cubicBezTo>
                  <a:cubicBezTo>
                    <a:pt x="170" y="263"/>
                    <a:pt x="212" y="232"/>
                    <a:pt x="224" y="180"/>
                  </a:cubicBezTo>
                  <a:cubicBezTo>
                    <a:pt x="240" y="110"/>
                    <a:pt x="224" y="44"/>
                    <a:pt x="154" y="7"/>
                  </a:cubicBezTo>
                  <a:cubicBezTo>
                    <a:pt x="144" y="2"/>
                    <a:pt x="135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9" name="Google Shape;20839;p55"/>
            <p:cNvSpPr/>
            <p:nvPr/>
          </p:nvSpPr>
          <p:spPr>
            <a:xfrm>
              <a:off x="5112225" y="2817475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20" y="1"/>
                  </a:moveTo>
                  <a:cubicBezTo>
                    <a:pt x="87" y="1"/>
                    <a:pt x="71" y="1"/>
                    <a:pt x="34" y="34"/>
                  </a:cubicBezTo>
                  <a:cubicBezTo>
                    <a:pt x="17" y="54"/>
                    <a:pt x="1" y="87"/>
                    <a:pt x="1" y="120"/>
                  </a:cubicBezTo>
                  <a:cubicBezTo>
                    <a:pt x="1" y="157"/>
                    <a:pt x="1" y="190"/>
                    <a:pt x="17" y="207"/>
                  </a:cubicBezTo>
                  <a:cubicBezTo>
                    <a:pt x="87" y="190"/>
                    <a:pt x="153" y="190"/>
                    <a:pt x="207" y="174"/>
                  </a:cubicBezTo>
                  <a:cubicBezTo>
                    <a:pt x="223" y="137"/>
                    <a:pt x="223" y="87"/>
                    <a:pt x="190" y="54"/>
                  </a:cubicBezTo>
                  <a:cubicBezTo>
                    <a:pt x="190" y="34"/>
                    <a:pt x="174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0" name="Google Shape;20840;p55"/>
            <p:cNvSpPr/>
            <p:nvPr/>
          </p:nvSpPr>
          <p:spPr>
            <a:xfrm>
              <a:off x="5247050" y="266720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03" y="0"/>
                  </a:moveTo>
                  <a:cubicBezTo>
                    <a:pt x="54" y="17"/>
                    <a:pt x="0" y="87"/>
                    <a:pt x="17" y="153"/>
                  </a:cubicBezTo>
                  <a:cubicBezTo>
                    <a:pt x="17" y="190"/>
                    <a:pt x="37" y="223"/>
                    <a:pt x="70" y="239"/>
                  </a:cubicBezTo>
                  <a:cubicBezTo>
                    <a:pt x="82" y="251"/>
                    <a:pt x="102" y="263"/>
                    <a:pt x="120" y="263"/>
                  </a:cubicBezTo>
                  <a:cubicBezTo>
                    <a:pt x="127" y="263"/>
                    <a:pt x="134" y="261"/>
                    <a:pt x="141" y="256"/>
                  </a:cubicBezTo>
                  <a:cubicBezTo>
                    <a:pt x="206" y="256"/>
                    <a:pt x="244" y="190"/>
                    <a:pt x="244" y="120"/>
                  </a:cubicBezTo>
                  <a:cubicBezTo>
                    <a:pt x="223" y="66"/>
                    <a:pt x="206" y="33"/>
                    <a:pt x="173" y="17"/>
                  </a:cubicBezTo>
                  <a:cubicBezTo>
                    <a:pt x="157" y="0"/>
                    <a:pt x="141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1" name="Google Shape;20841;p55"/>
            <p:cNvSpPr/>
            <p:nvPr/>
          </p:nvSpPr>
          <p:spPr>
            <a:xfrm>
              <a:off x="5250550" y="265215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37" y="0"/>
                  </a:moveTo>
                  <a:cubicBezTo>
                    <a:pt x="104" y="0"/>
                    <a:pt x="66" y="17"/>
                    <a:pt x="50" y="33"/>
                  </a:cubicBezTo>
                  <a:cubicBezTo>
                    <a:pt x="33" y="50"/>
                    <a:pt x="17" y="87"/>
                    <a:pt x="17" y="120"/>
                  </a:cubicBezTo>
                  <a:cubicBezTo>
                    <a:pt x="1" y="153"/>
                    <a:pt x="17" y="190"/>
                    <a:pt x="33" y="223"/>
                  </a:cubicBezTo>
                  <a:cubicBezTo>
                    <a:pt x="50" y="240"/>
                    <a:pt x="83" y="256"/>
                    <a:pt x="104" y="256"/>
                  </a:cubicBezTo>
                  <a:cubicBezTo>
                    <a:pt x="113" y="262"/>
                    <a:pt x="123" y="265"/>
                    <a:pt x="133" y="265"/>
                  </a:cubicBezTo>
                  <a:cubicBezTo>
                    <a:pt x="155" y="265"/>
                    <a:pt x="174" y="251"/>
                    <a:pt x="186" y="240"/>
                  </a:cubicBezTo>
                  <a:cubicBezTo>
                    <a:pt x="240" y="190"/>
                    <a:pt x="240" y="103"/>
                    <a:pt x="207" y="50"/>
                  </a:cubicBezTo>
                  <a:cubicBezTo>
                    <a:pt x="186" y="33"/>
                    <a:pt x="170" y="17"/>
                    <a:pt x="153" y="17"/>
                  </a:cubicBezTo>
                  <a:lnTo>
                    <a:pt x="1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2" name="Google Shape;20842;p55"/>
            <p:cNvSpPr/>
            <p:nvPr/>
          </p:nvSpPr>
          <p:spPr>
            <a:xfrm>
              <a:off x="5236325" y="26528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28" y="0"/>
                  </a:moveTo>
                  <a:cubicBezTo>
                    <a:pt x="81" y="0"/>
                    <a:pt x="31" y="30"/>
                    <a:pt x="17" y="74"/>
                  </a:cubicBezTo>
                  <a:cubicBezTo>
                    <a:pt x="1" y="145"/>
                    <a:pt x="17" y="227"/>
                    <a:pt x="87" y="248"/>
                  </a:cubicBezTo>
                  <a:cubicBezTo>
                    <a:pt x="104" y="264"/>
                    <a:pt x="120" y="264"/>
                    <a:pt x="137" y="264"/>
                  </a:cubicBezTo>
                  <a:cubicBezTo>
                    <a:pt x="174" y="248"/>
                    <a:pt x="207" y="227"/>
                    <a:pt x="223" y="178"/>
                  </a:cubicBezTo>
                  <a:cubicBezTo>
                    <a:pt x="240" y="124"/>
                    <a:pt x="223" y="74"/>
                    <a:pt x="207" y="41"/>
                  </a:cubicBezTo>
                  <a:cubicBezTo>
                    <a:pt x="190" y="21"/>
                    <a:pt x="174" y="21"/>
                    <a:pt x="157" y="4"/>
                  </a:cubicBezTo>
                  <a:cubicBezTo>
                    <a:pt x="148" y="1"/>
                    <a:pt x="138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3" name="Google Shape;20843;p55"/>
            <p:cNvSpPr/>
            <p:nvPr/>
          </p:nvSpPr>
          <p:spPr>
            <a:xfrm>
              <a:off x="5214875" y="2766350"/>
              <a:ext cx="3025" cy="3525"/>
            </a:xfrm>
            <a:custGeom>
              <a:avLst/>
              <a:gdLst/>
              <a:ahLst/>
              <a:cxnLst/>
              <a:rect l="l" t="t" r="r" b="b"/>
              <a:pathLst>
                <a:path w="121" h="141" extrusionOk="0">
                  <a:moveTo>
                    <a:pt x="121" y="1"/>
                  </a:moveTo>
                  <a:cubicBezTo>
                    <a:pt x="104" y="1"/>
                    <a:pt x="104" y="1"/>
                    <a:pt x="88" y="17"/>
                  </a:cubicBezTo>
                  <a:cubicBezTo>
                    <a:pt x="34" y="17"/>
                    <a:pt x="1" y="71"/>
                    <a:pt x="1" y="141"/>
                  </a:cubicBezTo>
                  <a:cubicBezTo>
                    <a:pt x="34" y="87"/>
                    <a:pt x="67" y="54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4" name="Google Shape;20844;p55"/>
            <p:cNvSpPr/>
            <p:nvPr/>
          </p:nvSpPr>
          <p:spPr>
            <a:xfrm>
              <a:off x="5238500" y="2728925"/>
              <a:ext cx="5175" cy="6525"/>
            </a:xfrm>
            <a:custGeom>
              <a:avLst/>
              <a:gdLst/>
              <a:ahLst/>
              <a:cxnLst/>
              <a:rect l="l" t="t" r="r" b="b"/>
              <a:pathLst>
                <a:path w="207" h="261" extrusionOk="0">
                  <a:moveTo>
                    <a:pt x="125" y="1"/>
                  </a:moveTo>
                  <a:cubicBezTo>
                    <a:pt x="80" y="1"/>
                    <a:pt x="30" y="30"/>
                    <a:pt x="17" y="71"/>
                  </a:cubicBezTo>
                  <a:cubicBezTo>
                    <a:pt x="0" y="141"/>
                    <a:pt x="17" y="228"/>
                    <a:pt x="87" y="244"/>
                  </a:cubicBezTo>
                  <a:lnTo>
                    <a:pt x="103" y="261"/>
                  </a:lnTo>
                  <a:lnTo>
                    <a:pt x="103" y="228"/>
                  </a:lnTo>
                  <a:cubicBezTo>
                    <a:pt x="136" y="174"/>
                    <a:pt x="173" y="108"/>
                    <a:pt x="206" y="55"/>
                  </a:cubicBezTo>
                  <a:cubicBezTo>
                    <a:pt x="190" y="38"/>
                    <a:pt x="173" y="22"/>
                    <a:pt x="153" y="5"/>
                  </a:cubicBezTo>
                  <a:cubicBezTo>
                    <a:pt x="144" y="2"/>
                    <a:pt x="134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5" name="Google Shape;20845;p55"/>
            <p:cNvSpPr/>
            <p:nvPr/>
          </p:nvSpPr>
          <p:spPr>
            <a:xfrm>
              <a:off x="5245800" y="2713200"/>
              <a:ext cx="5600" cy="6375"/>
            </a:xfrm>
            <a:custGeom>
              <a:avLst/>
              <a:gdLst/>
              <a:ahLst/>
              <a:cxnLst/>
              <a:rect l="l" t="t" r="r" b="b"/>
              <a:pathLst>
                <a:path w="224" h="255" extrusionOk="0">
                  <a:moveTo>
                    <a:pt x="110" y="1"/>
                  </a:moveTo>
                  <a:cubicBezTo>
                    <a:pt x="70" y="1"/>
                    <a:pt x="29" y="34"/>
                    <a:pt x="17" y="82"/>
                  </a:cubicBezTo>
                  <a:cubicBezTo>
                    <a:pt x="1" y="152"/>
                    <a:pt x="17" y="222"/>
                    <a:pt x="87" y="255"/>
                  </a:cubicBezTo>
                  <a:lnTo>
                    <a:pt x="137" y="255"/>
                  </a:lnTo>
                  <a:cubicBezTo>
                    <a:pt x="153" y="205"/>
                    <a:pt x="191" y="135"/>
                    <a:pt x="223" y="65"/>
                  </a:cubicBezTo>
                  <a:cubicBezTo>
                    <a:pt x="207" y="49"/>
                    <a:pt x="191" y="16"/>
                    <a:pt x="153" y="16"/>
                  </a:cubicBezTo>
                  <a:cubicBezTo>
                    <a:pt x="140" y="6"/>
                    <a:pt x="125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6" name="Google Shape;20846;p55"/>
            <p:cNvSpPr/>
            <p:nvPr/>
          </p:nvSpPr>
          <p:spPr>
            <a:xfrm>
              <a:off x="5256525" y="2680075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137" y="1"/>
                  </a:moveTo>
                  <a:cubicBezTo>
                    <a:pt x="120" y="1"/>
                    <a:pt x="87" y="17"/>
                    <a:pt x="50" y="34"/>
                  </a:cubicBezTo>
                  <a:cubicBezTo>
                    <a:pt x="17" y="67"/>
                    <a:pt x="1" y="153"/>
                    <a:pt x="50" y="207"/>
                  </a:cubicBezTo>
                  <a:cubicBezTo>
                    <a:pt x="71" y="240"/>
                    <a:pt x="87" y="256"/>
                    <a:pt x="120" y="256"/>
                  </a:cubicBezTo>
                  <a:cubicBezTo>
                    <a:pt x="137" y="256"/>
                    <a:pt x="174" y="256"/>
                    <a:pt x="190" y="240"/>
                  </a:cubicBezTo>
                  <a:cubicBezTo>
                    <a:pt x="207" y="190"/>
                    <a:pt x="207" y="137"/>
                    <a:pt x="223" y="67"/>
                  </a:cubicBezTo>
                  <a:lnTo>
                    <a:pt x="223" y="50"/>
                  </a:lnTo>
                  <a:cubicBezTo>
                    <a:pt x="207" y="34"/>
                    <a:pt x="190" y="17"/>
                    <a:pt x="174" y="17"/>
                  </a:cubicBezTo>
                  <a:cubicBezTo>
                    <a:pt x="153" y="1"/>
                    <a:pt x="153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7" name="Google Shape;20847;p55"/>
            <p:cNvSpPr/>
            <p:nvPr/>
          </p:nvSpPr>
          <p:spPr>
            <a:xfrm>
              <a:off x="5140150" y="2809750"/>
              <a:ext cx="5600" cy="5575"/>
            </a:xfrm>
            <a:custGeom>
              <a:avLst/>
              <a:gdLst/>
              <a:ahLst/>
              <a:cxnLst/>
              <a:rect l="l" t="t" r="r" b="b"/>
              <a:pathLst>
                <a:path w="224" h="223" extrusionOk="0">
                  <a:moveTo>
                    <a:pt x="104" y="0"/>
                  </a:moveTo>
                  <a:cubicBezTo>
                    <a:pt x="50" y="17"/>
                    <a:pt x="1" y="70"/>
                    <a:pt x="17" y="157"/>
                  </a:cubicBezTo>
                  <a:cubicBezTo>
                    <a:pt x="17" y="173"/>
                    <a:pt x="34" y="206"/>
                    <a:pt x="50" y="223"/>
                  </a:cubicBezTo>
                  <a:cubicBezTo>
                    <a:pt x="104" y="206"/>
                    <a:pt x="170" y="173"/>
                    <a:pt x="224" y="157"/>
                  </a:cubicBezTo>
                  <a:lnTo>
                    <a:pt x="224" y="103"/>
                  </a:lnTo>
                  <a:cubicBezTo>
                    <a:pt x="224" y="70"/>
                    <a:pt x="207" y="33"/>
                    <a:pt x="191" y="17"/>
                  </a:cubicBezTo>
                  <a:cubicBezTo>
                    <a:pt x="170" y="17"/>
                    <a:pt x="17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8" name="Google Shape;20848;p55"/>
            <p:cNvSpPr/>
            <p:nvPr/>
          </p:nvSpPr>
          <p:spPr>
            <a:xfrm>
              <a:off x="5194675" y="2783450"/>
              <a:ext cx="4375" cy="3550"/>
            </a:xfrm>
            <a:custGeom>
              <a:avLst/>
              <a:gdLst/>
              <a:ahLst/>
              <a:cxnLst/>
              <a:rect l="l" t="t" r="r" b="b"/>
              <a:pathLst>
                <a:path w="175" h="142" extrusionOk="0">
                  <a:moveTo>
                    <a:pt x="127" y="1"/>
                  </a:moveTo>
                  <a:cubicBezTo>
                    <a:pt x="82" y="1"/>
                    <a:pt x="31" y="34"/>
                    <a:pt x="17" y="92"/>
                  </a:cubicBezTo>
                  <a:cubicBezTo>
                    <a:pt x="17" y="108"/>
                    <a:pt x="1" y="125"/>
                    <a:pt x="17" y="141"/>
                  </a:cubicBezTo>
                  <a:cubicBezTo>
                    <a:pt x="71" y="108"/>
                    <a:pt x="120" y="55"/>
                    <a:pt x="174" y="22"/>
                  </a:cubicBezTo>
                  <a:cubicBezTo>
                    <a:pt x="174" y="22"/>
                    <a:pt x="174" y="5"/>
                    <a:pt x="153" y="5"/>
                  </a:cubicBezTo>
                  <a:cubicBezTo>
                    <a:pt x="145" y="2"/>
                    <a:pt x="136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9" name="Google Shape;20849;p55"/>
            <p:cNvSpPr/>
            <p:nvPr/>
          </p:nvSpPr>
          <p:spPr>
            <a:xfrm>
              <a:off x="5126350" y="2814900"/>
              <a:ext cx="5700" cy="4775"/>
            </a:xfrm>
            <a:custGeom>
              <a:avLst/>
              <a:gdLst/>
              <a:ahLst/>
              <a:cxnLst/>
              <a:rect l="l" t="t" r="r" b="b"/>
              <a:pathLst>
                <a:path w="228" h="191" extrusionOk="0">
                  <a:moveTo>
                    <a:pt x="103" y="0"/>
                  </a:moveTo>
                  <a:cubicBezTo>
                    <a:pt x="38" y="0"/>
                    <a:pt x="0" y="71"/>
                    <a:pt x="21" y="137"/>
                  </a:cubicBezTo>
                  <a:lnTo>
                    <a:pt x="21" y="190"/>
                  </a:lnTo>
                  <a:cubicBezTo>
                    <a:pt x="87" y="174"/>
                    <a:pt x="157" y="157"/>
                    <a:pt x="227" y="120"/>
                  </a:cubicBezTo>
                  <a:lnTo>
                    <a:pt x="227" y="104"/>
                  </a:lnTo>
                  <a:cubicBezTo>
                    <a:pt x="227" y="71"/>
                    <a:pt x="207" y="33"/>
                    <a:pt x="190" y="17"/>
                  </a:cubicBezTo>
                  <a:cubicBezTo>
                    <a:pt x="174" y="17"/>
                    <a:pt x="174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0" name="Google Shape;20850;p55"/>
            <p:cNvSpPr/>
            <p:nvPr/>
          </p:nvSpPr>
          <p:spPr>
            <a:xfrm>
              <a:off x="5154700" y="2806850"/>
              <a:ext cx="4750" cy="3325"/>
            </a:xfrm>
            <a:custGeom>
              <a:avLst/>
              <a:gdLst/>
              <a:ahLst/>
              <a:cxnLst/>
              <a:rect l="l" t="t" r="r" b="b"/>
              <a:pathLst>
                <a:path w="190" h="133" extrusionOk="0">
                  <a:moveTo>
                    <a:pt x="113" y="0"/>
                  </a:moveTo>
                  <a:cubicBezTo>
                    <a:pt x="72" y="0"/>
                    <a:pt x="33" y="32"/>
                    <a:pt x="21" y="83"/>
                  </a:cubicBezTo>
                  <a:cubicBezTo>
                    <a:pt x="0" y="100"/>
                    <a:pt x="0" y="116"/>
                    <a:pt x="0" y="133"/>
                  </a:cubicBezTo>
                  <a:cubicBezTo>
                    <a:pt x="70" y="100"/>
                    <a:pt x="140" y="83"/>
                    <a:pt x="190" y="46"/>
                  </a:cubicBezTo>
                  <a:cubicBezTo>
                    <a:pt x="190" y="30"/>
                    <a:pt x="173" y="13"/>
                    <a:pt x="157" y="13"/>
                  </a:cubicBezTo>
                  <a:cubicBezTo>
                    <a:pt x="143" y="4"/>
                    <a:pt x="128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1" name="Google Shape;20851;p55"/>
            <p:cNvSpPr/>
            <p:nvPr/>
          </p:nvSpPr>
          <p:spPr>
            <a:xfrm>
              <a:off x="5174075" y="27586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70" y="0"/>
                    <a:pt x="33" y="17"/>
                    <a:pt x="17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17" y="190"/>
                    <a:pt x="17" y="206"/>
                    <a:pt x="50" y="244"/>
                  </a:cubicBezTo>
                  <a:cubicBezTo>
                    <a:pt x="70" y="260"/>
                    <a:pt x="103" y="260"/>
                    <a:pt x="136" y="260"/>
                  </a:cubicBezTo>
                  <a:cubicBezTo>
                    <a:pt x="190" y="244"/>
                    <a:pt x="239" y="174"/>
                    <a:pt x="223" y="103"/>
                  </a:cubicBezTo>
                  <a:cubicBezTo>
                    <a:pt x="223" y="70"/>
                    <a:pt x="206" y="54"/>
                    <a:pt x="173" y="17"/>
                  </a:cubicBezTo>
                  <a:cubicBezTo>
                    <a:pt x="173" y="17"/>
                    <a:pt x="153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2" name="Google Shape;20852;p55"/>
            <p:cNvSpPr/>
            <p:nvPr/>
          </p:nvSpPr>
          <p:spPr>
            <a:xfrm>
              <a:off x="5180450" y="2787900"/>
              <a:ext cx="6125" cy="6400"/>
            </a:xfrm>
            <a:custGeom>
              <a:avLst/>
              <a:gdLst/>
              <a:ahLst/>
              <a:cxnLst/>
              <a:rect l="l" t="t" r="r" b="b"/>
              <a:pathLst>
                <a:path w="245" h="256" extrusionOk="0">
                  <a:moveTo>
                    <a:pt x="104" y="0"/>
                  </a:moveTo>
                  <a:cubicBezTo>
                    <a:pt x="71" y="0"/>
                    <a:pt x="55" y="17"/>
                    <a:pt x="38" y="50"/>
                  </a:cubicBezTo>
                  <a:cubicBezTo>
                    <a:pt x="22" y="83"/>
                    <a:pt x="1" y="120"/>
                    <a:pt x="22" y="153"/>
                  </a:cubicBezTo>
                  <a:cubicBezTo>
                    <a:pt x="22" y="186"/>
                    <a:pt x="38" y="206"/>
                    <a:pt x="55" y="239"/>
                  </a:cubicBezTo>
                  <a:cubicBezTo>
                    <a:pt x="88" y="256"/>
                    <a:pt x="104" y="256"/>
                    <a:pt x="141" y="256"/>
                  </a:cubicBezTo>
                  <a:cubicBezTo>
                    <a:pt x="207" y="239"/>
                    <a:pt x="244" y="169"/>
                    <a:pt x="228" y="103"/>
                  </a:cubicBezTo>
                  <a:cubicBezTo>
                    <a:pt x="228" y="66"/>
                    <a:pt x="207" y="50"/>
                    <a:pt x="191" y="17"/>
                  </a:cubicBezTo>
                  <a:cubicBezTo>
                    <a:pt x="174" y="17"/>
                    <a:pt x="174" y="17"/>
                    <a:pt x="1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3" name="Google Shape;20853;p55"/>
            <p:cNvSpPr/>
            <p:nvPr/>
          </p:nvSpPr>
          <p:spPr>
            <a:xfrm>
              <a:off x="5185625" y="2723575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31" y="1"/>
                  </a:moveTo>
                  <a:cubicBezTo>
                    <a:pt x="123" y="1"/>
                    <a:pt x="113" y="5"/>
                    <a:pt x="103" y="13"/>
                  </a:cubicBezTo>
                  <a:cubicBezTo>
                    <a:pt x="37" y="13"/>
                    <a:pt x="0" y="79"/>
                    <a:pt x="0" y="149"/>
                  </a:cubicBezTo>
                  <a:cubicBezTo>
                    <a:pt x="21" y="182"/>
                    <a:pt x="37" y="219"/>
                    <a:pt x="54" y="236"/>
                  </a:cubicBezTo>
                  <a:cubicBezTo>
                    <a:pt x="65" y="247"/>
                    <a:pt x="85" y="259"/>
                    <a:pt x="109" y="259"/>
                  </a:cubicBezTo>
                  <a:cubicBezTo>
                    <a:pt x="119" y="259"/>
                    <a:pt x="129" y="257"/>
                    <a:pt x="140" y="252"/>
                  </a:cubicBezTo>
                  <a:cubicBezTo>
                    <a:pt x="190" y="252"/>
                    <a:pt x="243" y="182"/>
                    <a:pt x="227" y="116"/>
                  </a:cubicBezTo>
                  <a:cubicBezTo>
                    <a:pt x="227" y="79"/>
                    <a:pt x="206" y="46"/>
                    <a:pt x="190" y="29"/>
                  </a:cubicBezTo>
                  <a:cubicBezTo>
                    <a:pt x="173" y="13"/>
                    <a:pt x="173" y="13"/>
                    <a:pt x="157" y="13"/>
                  </a:cubicBezTo>
                  <a:cubicBezTo>
                    <a:pt x="148" y="5"/>
                    <a:pt x="140" y="1"/>
                    <a:pt x="1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4" name="Google Shape;20854;p55"/>
            <p:cNvSpPr/>
            <p:nvPr/>
          </p:nvSpPr>
          <p:spPr>
            <a:xfrm>
              <a:off x="5184800" y="2771100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36" y="0"/>
                  </a:moveTo>
                  <a:cubicBezTo>
                    <a:pt x="103" y="0"/>
                    <a:pt x="70" y="0"/>
                    <a:pt x="54" y="17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4" y="239"/>
                    <a:pt x="70" y="260"/>
                    <a:pt x="103" y="260"/>
                  </a:cubicBezTo>
                  <a:cubicBezTo>
                    <a:pt x="136" y="260"/>
                    <a:pt x="173" y="239"/>
                    <a:pt x="190" y="223"/>
                  </a:cubicBezTo>
                  <a:cubicBezTo>
                    <a:pt x="206" y="206"/>
                    <a:pt x="223" y="173"/>
                    <a:pt x="223" y="136"/>
                  </a:cubicBezTo>
                  <a:cubicBezTo>
                    <a:pt x="223" y="103"/>
                    <a:pt x="223" y="70"/>
                    <a:pt x="206" y="54"/>
                  </a:cubicBezTo>
                  <a:cubicBezTo>
                    <a:pt x="190" y="17"/>
                    <a:pt x="173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5" name="Google Shape;20855;p55"/>
            <p:cNvSpPr/>
            <p:nvPr/>
          </p:nvSpPr>
          <p:spPr>
            <a:xfrm>
              <a:off x="5187375" y="2707650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11" y="0"/>
                  </a:moveTo>
                  <a:cubicBezTo>
                    <a:pt x="69" y="0"/>
                    <a:pt x="29" y="33"/>
                    <a:pt x="17" y="81"/>
                  </a:cubicBezTo>
                  <a:cubicBezTo>
                    <a:pt x="0" y="151"/>
                    <a:pt x="17" y="221"/>
                    <a:pt x="70" y="254"/>
                  </a:cubicBezTo>
                  <a:cubicBezTo>
                    <a:pt x="82" y="257"/>
                    <a:pt x="94" y="258"/>
                    <a:pt x="105" y="258"/>
                  </a:cubicBezTo>
                  <a:cubicBezTo>
                    <a:pt x="159" y="258"/>
                    <a:pt x="209" y="228"/>
                    <a:pt x="223" y="184"/>
                  </a:cubicBezTo>
                  <a:cubicBezTo>
                    <a:pt x="239" y="118"/>
                    <a:pt x="206" y="31"/>
                    <a:pt x="157" y="15"/>
                  </a:cubicBezTo>
                  <a:cubicBezTo>
                    <a:pt x="142" y="5"/>
                    <a:pt x="126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6" name="Google Shape;20856;p55"/>
            <p:cNvSpPr/>
            <p:nvPr/>
          </p:nvSpPr>
          <p:spPr>
            <a:xfrm>
              <a:off x="5084300" y="2647500"/>
              <a:ext cx="6500" cy="6525"/>
            </a:xfrm>
            <a:custGeom>
              <a:avLst/>
              <a:gdLst/>
              <a:ahLst/>
              <a:cxnLst/>
              <a:rect l="l" t="t" r="r" b="b"/>
              <a:pathLst>
                <a:path w="260" h="261" extrusionOk="0">
                  <a:moveTo>
                    <a:pt x="122" y="0"/>
                  </a:moveTo>
                  <a:cubicBezTo>
                    <a:pt x="78" y="0"/>
                    <a:pt x="44" y="32"/>
                    <a:pt x="17" y="83"/>
                  </a:cubicBezTo>
                  <a:cubicBezTo>
                    <a:pt x="0" y="153"/>
                    <a:pt x="33" y="219"/>
                    <a:pt x="87" y="256"/>
                  </a:cubicBezTo>
                  <a:cubicBezTo>
                    <a:pt x="95" y="259"/>
                    <a:pt x="103" y="260"/>
                    <a:pt x="112" y="260"/>
                  </a:cubicBezTo>
                  <a:cubicBezTo>
                    <a:pt x="157" y="260"/>
                    <a:pt x="209" y="225"/>
                    <a:pt x="223" y="170"/>
                  </a:cubicBezTo>
                  <a:cubicBezTo>
                    <a:pt x="260" y="116"/>
                    <a:pt x="223" y="30"/>
                    <a:pt x="173" y="13"/>
                  </a:cubicBezTo>
                  <a:cubicBezTo>
                    <a:pt x="155" y="4"/>
                    <a:pt x="138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7" name="Google Shape;20857;p55"/>
            <p:cNvSpPr/>
            <p:nvPr/>
          </p:nvSpPr>
          <p:spPr>
            <a:xfrm>
              <a:off x="5183550" y="2743400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93" y="1"/>
                  </a:moveTo>
                  <a:cubicBezTo>
                    <a:pt x="72" y="1"/>
                    <a:pt x="57" y="13"/>
                    <a:pt x="34" y="28"/>
                  </a:cubicBezTo>
                  <a:cubicBezTo>
                    <a:pt x="17" y="61"/>
                    <a:pt x="1" y="77"/>
                    <a:pt x="1" y="110"/>
                  </a:cubicBezTo>
                  <a:cubicBezTo>
                    <a:pt x="1" y="148"/>
                    <a:pt x="1" y="181"/>
                    <a:pt x="17" y="214"/>
                  </a:cubicBezTo>
                  <a:cubicBezTo>
                    <a:pt x="36" y="245"/>
                    <a:pt x="69" y="264"/>
                    <a:pt x="102" y="264"/>
                  </a:cubicBezTo>
                  <a:cubicBezTo>
                    <a:pt x="125" y="264"/>
                    <a:pt x="149" y="255"/>
                    <a:pt x="170" y="234"/>
                  </a:cubicBezTo>
                  <a:cubicBezTo>
                    <a:pt x="223" y="181"/>
                    <a:pt x="223" y="110"/>
                    <a:pt x="186" y="45"/>
                  </a:cubicBezTo>
                  <a:cubicBezTo>
                    <a:pt x="186" y="28"/>
                    <a:pt x="170" y="28"/>
                    <a:pt x="153" y="7"/>
                  </a:cubicBezTo>
                  <a:lnTo>
                    <a:pt x="120" y="7"/>
                  </a:lnTo>
                  <a:cubicBezTo>
                    <a:pt x="110" y="3"/>
                    <a:pt x="101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8" name="Google Shape;20858;p55"/>
            <p:cNvSpPr/>
            <p:nvPr/>
          </p:nvSpPr>
          <p:spPr>
            <a:xfrm>
              <a:off x="5174475" y="266297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29" y="0"/>
                  </a:moveTo>
                  <a:cubicBezTo>
                    <a:pt x="120" y="0"/>
                    <a:pt x="112" y="4"/>
                    <a:pt x="104" y="13"/>
                  </a:cubicBezTo>
                  <a:cubicBezTo>
                    <a:pt x="87" y="13"/>
                    <a:pt x="71" y="29"/>
                    <a:pt x="54" y="50"/>
                  </a:cubicBezTo>
                  <a:cubicBezTo>
                    <a:pt x="17" y="66"/>
                    <a:pt x="1" y="116"/>
                    <a:pt x="17" y="153"/>
                  </a:cubicBezTo>
                  <a:cubicBezTo>
                    <a:pt x="17" y="186"/>
                    <a:pt x="34" y="219"/>
                    <a:pt x="54" y="235"/>
                  </a:cubicBezTo>
                  <a:cubicBezTo>
                    <a:pt x="78" y="250"/>
                    <a:pt x="93" y="263"/>
                    <a:pt x="112" y="263"/>
                  </a:cubicBezTo>
                  <a:cubicBezTo>
                    <a:pt x="119" y="263"/>
                    <a:pt x="127" y="261"/>
                    <a:pt x="137" y="256"/>
                  </a:cubicBezTo>
                  <a:cubicBezTo>
                    <a:pt x="190" y="256"/>
                    <a:pt x="240" y="186"/>
                    <a:pt x="240" y="132"/>
                  </a:cubicBezTo>
                  <a:cubicBezTo>
                    <a:pt x="240" y="116"/>
                    <a:pt x="240" y="116"/>
                    <a:pt x="223" y="116"/>
                  </a:cubicBezTo>
                  <a:cubicBezTo>
                    <a:pt x="223" y="66"/>
                    <a:pt x="207" y="29"/>
                    <a:pt x="157" y="13"/>
                  </a:cubicBezTo>
                  <a:cubicBezTo>
                    <a:pt x="147" y="4"/>
                    <a:pt x="138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9" name="Google Shape;20859;p55"/>
            <p:cNvSpPr/>
            <p:nvPr/>
          </p:nvSpPr>
          <p:spPr>
            <a:xfrm>
              <a:off x="5177475" y="2618900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09" y="0"/>
                  </a:moveTo>
                  <a:cubicBezTo>
                    <a:pt x="86" y="0"/>
                    <a:pt x="66" y="12"/>
                    <a:pt x="54" y="23"/>
                  </a:cubicBezTo>
                  <a:cubicBezTo>
                    <a:pt x="17" y="61"/>
                    <a:pt x="17" y="77"/>
                    <a:pt x="0" y="110"/>
                  </a:cubicBezTo>
                  <a:cubicBezTo>
                    <a:pt x="0" y="143"/>
                    <a:pt x="17" y="180"/>
                    <a:pt x="37" y="213"/>
                  </a:cubicBezTo>
                  <a:cubicBezTo>
                    <a:pt x="54" y="230"/>
                    <a:pt x="70" y="246"/>
                    <a:pt x="103" y="267"/>
                  </a:cubicBezTo>
                  <a:cubicBezTo>
                    <a:pt x="141" y="267"/>
                    <a:pt x="174" y="246"/>
                    <a:pt x="190" y="230"/>
                  </a:cubicBezTo>
                  <a:cubicBezTo>
                    <a:pt x="244" y="180"/>
                    <a:pt x="244" y="110"/>
                    <a:pt x="207" y="40"/>
                  </a:cubicBezTo>
                  <a:cubicBezTo>
                    <a:pt x="190" y="23"/>
                    <a:pt x="174" y="23"/>
                    <a:pt x="157" y="7"/>
                  </a:cubicBezTo>
                  <a:lnTo>
                    <a:pt x="141" y="7"/>
                  </a:lnTo>
                  <a:cubicBezTo>
                    <a:pt x="130" y="2"/>
                    <a:pt x="119" y="0"/>
                    <a:pt x="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0" name="Google Shape;20860;p55"/>
            <p:cNvSpPr/>
            <p:nvPr/>
          </p:nvSpPr>
          <p:spPr>
            <a:xfrm>
              <a:off x="5213550" y="2688625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87" y="1"/>
                  </a:moveTo>
                  <a:cubicBezTo>
                    <a:pt x="70" y="1"/>
                    <a:pt x="37" y="17"/>
                    <a:pt x="17" y="54"/>
                  </a:cubicBezTo>
                  <a:cubicBezTo>
                    <a:pt x="0" y="71"/>
                    <a:pt x="0" y="104"/>
                    <a:pt x="0" y="137"/>
                  </a:cubicBezTo>
                  <a:cubicBezTo>
                    <a:pt x="0" y="174"/>
                    <a:pt x="17" y="207"/>
                    <a:pt x="37" y="224"/>
                  </a:cubicBezTo>
                  <a:cubicBezTo>
                    <a:pt x="70" y="261"/>
                    <a:pt x="103" y="261"/>
                    <a:pt x="120" y="261"/>
                  </a:cubicBezTo>
                  <a:cubicBezTo>
                    <a:pt x="190" y="240"/>
                    <a:pt x="223" y="174"/>
                    <a:pt x="223" y="104"/>
                  </a:cubicBezTo>
                  <a:cubicBezTo>
                    <a:pt x="207" y="71"/>
                    <a:pt x="190" y="34"/>
                    <a:pt x="174" y="17"/>
                  </a:cubicBezTo>
                  <a:cubicBezTo>
                    <a:pt x="174" y="17"/>
                    <a:pt x="15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1" name="Google Shape;20861;p55"/>
            <p:cNvSpPr/>
            <p:nvPr/>
          </p:nvSpPr>
          <p:spPr>
            <a:xfrm>
              <a:off x="5217875" y="27513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1"/>
                  </a:moveTo>
                  <a:cubicBezTo>
                    <a:pt x="104" y="1"/>
                    <a:pt x="71" y="21"/>
                    <a:pt x="50" y="38"/>
                  </a:cubicBezTo>
                  <a:cubicBezTo>
                    <a:pt x="17" y="54"/>
                    <a:pt x="17" y="87"/>
                    <a:pt x="1" y="124"/>
                  </a:cubicBezTo>
                  <a:cubicBezTo>
                    <a:pt x="1" y="157"/>
                    <a:pt x="17" y="190"/>
                    <a:pt x="34" y="227"/>
                  </a:cubicBezTo>
                  <a:cubicBezTo>
                    <a:pt x="50" y="244"/>
                    <a:pt x="71" y="260"/>
                    <a:pt x="104" y="260"/>
                  </a:cubicBezTo>
                  <a:cubicBezTo>
                    <a:pt x="113" y="265"/>
                    <a:pt x="122" y="267"/>
                    <a:pt x="129" y="267"/>
                  </a:cubicBezTo>
                  <a:cubicBezTo>
                    <a:pt x="148" y="267"/>
                    <a:pt x="164" y="256"/>
                    <a:pt x="190" y="244"/>
                  </a:cubicBezTo>
                  <a:cubicBezTo>
                    <a:pt x="240" y="190"/>
                    <a:pt x="240" y="104"/>
                    <a:pt x="207" y="54"/>
                  </a:cubicBezTo>
                  <a:cubicBezTo>
                    <a:pt x="190" y="38"/>
                    <a:pt x="174" y="21"/>
                    <a:pt x="153" y="21"/>
                  </a:cubicBezTo>
                  <a:cubicBezTo>
                    <a:pt x="153" y="21"/>
                    <a:pt x="13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2" name="Google Shape;20862;p55"/>
            <p:cNvSpPr/>
            <p:nvPr/>
          </p:nvSpPr>
          <p:spPr>
            <a:xfrm>
              <a:off x="5195925" y="2737175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3" y="1"/>
                  </a:moveTo>
                  <a:cubicBezTo>
                    <a:pt x="70" y="1"/>
                    <a:pt x="54" y="17"/>
                    <a:pt x="37" y="50"/>
                  </a:cubicBezTo>
                  <a:cubicBezTo>
                    <a:pt x="21" y="87"/>
                    <a:pt x="0" y="120"/>
                    <a:pt x="0" y="153"/>
                  </a:cubicBezTo>
                  <a:cubicBezTo>
                    <a:pt x="21" y="190"/>
                    <a:pt x="37" y="207"/>
                    <a:pt x="54" y="223"/>
                  </a:cubicBezTo>
                  <a:cubicBezTo>
                    <a:pt x="70" y="256"/>
                    <a:pt x="103" y="256"/>
                    <a:pt x="141" y="256"/>
                  </a:cubicBezTo>
                  <a:cubicBezTo>
                    <a:pt x="190" y="240"/>
                    <a:pt x="244" y="174"/>
                    <a:pt x="227" y="104"/>
                  </a:cubicBezTo>
                  <a:cubicBezTo>
                    <a:pt x="227" y="71"/>
                    <a:pt x="207" y="34"/>
                    <a:pt x="190" y="17"/>
                  </a:cubicBezTo>
                  <a:cubicBezTo>
                    <a:pt x="174" y="17"/>
                    <a:pt x="174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3" name="Google Shape;20863;p55"/>
            <p:cNvSpPr/>
            <p:nvPr/>
          </p:nvSpPr>
          <p:spPr>
            <a:xfrm>
              <a:off x="5220050" y="2701600"/>
              <a:ext cx="6400" cy="6425"/>
            </a:xfrm>
            <a:custGeom>
              <a:avLst/>
              <a:gdLst/>
              <a:ahLst/>
              <a:cxnLst/>
              <a:rect l="l" t="t" r="r" b="b"/>
              <a:pathLst>
                <a:path w="256" h="257" extrusionOk="0">
                  <a:moveTo>
                    <a:pt x="127" y="1"/>
                  </a:moveTo>
                  <a:cubicBezTo>
                    <a:pt x="86" y="1"/>
                    <a:pt x="45" y="32"/>
                    <a:pt x="33" y="84"/>
                  </a:cubicBezTo>
                  <a:cubicBezTo>
                    <a:pt x="0" y="154"/>
                    <a:pt x="33" y="220"/>
                    <a:pt x="87" y="257"/>
                  </a:cubicBezTo>
                  <a:lnTo>
                    <a:pt x="136" y="257"/>
                  </a:lnTo>
                  <a:cubicBezTo>
                    <a:pt x="190" y="257"/>
                    <a:pt x="223" y="220"/>
                    <a:pt x="239" y="170"/>
                  </a:cubicBezTo>
                  <a:cubicBezTo>
                    <a:pt x="256" y="133"/>
                    <a:pt x="239" y="84"/>
                    <a:pt x="206" y="51"/>
                  </a:cubicBezTo>
                  <a:cubicBezTo>
                    <a:pt x="206" y="30"/>
                    <a:pt x="190" y="14"/>
                    <a:pt x="169" y="14"/>
                  </a:cubicBezTo>
                  <a:cubicBezTo>
                    <a:pt x="156" y="5"/>
                    <a:pt x="141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4" name="Google Shape;20864;p55"/>
            <p:cNvSpPr/>
            <p:nvPr/>
          </p:nvSpPr>
          <p:spPr>
            <a:xfrm>
              <a:off x="5230350" y="2714075"/>
              <a:ext cx="6425" cy="6700"/>
            </a:xfrm>
            <a:custGeom>
              <a:avLst/>
              <a:gdLst/>
              <a:ahLst/>
              <a:cxnLst/>
              <a:rect l="l" t="t" r="r" b="b"/>
              <a:pathLst>
                <a:path w="257" h="268" extrusionOk="0">
                  <a:moveTo>
                    <a:pt x="127" y="1"/>
                  </a:moveTo>
                  <a:cubicBezTo>
                    <a:pt x="87" y="1"/>
                    <a:pt x="46" y="32"/>
                    <a:pt x="33" y="84"/>
                  </a:cubicBezTo>
                  <a:cubicBezTo>
                    <a:pt x="0" y="150"/>
                    <a:pt x="33" y="236"/>
                    <a:pt x="87" y="253"/>
                  </a:cubicBezTo>
                  <a:cubicBezTo>
                    <a:pt x="105" y="263"/>
                    <a:pt x="122" y="267"/>
                    <a:pt x="138" y="267"/>
                  </a:cubicBezTo>
                  <a:cubicBezTo>
                    <a:pt x="181" y="267"/>
                    <a:pt x="216" y="235"/>
                    <a:pt x="240" y="187"/>
                  </a:cubicBezTo>
                  <a:cubicBezTo>
                    <a:pt x="256" y="117"/>
                    <a:pt x="223" y="30"/>
                    <a:pt x="169" y="14"/>
                  </a:cubicBezTo>
                  <a:cubicBezTo>
                    <a:pt x="156" y="5"/>
                    <a:pt x="142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5" name="Google Shape;20865;p55"/>
            <p:cNvSpPr/>
            <p:nvPr/>
          </p:nvSpPr>
          <p:spPr>
            <a:xfrm>
              <a:off x="5218300" y="2719150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57" y="0"/>
                  </a:moveTo>
                  <a:cubicBezTo>
                    <a:pt x="120" y="0"/>
                    <a:pt x="87" y="0"/>
                    <a:pt x="70" y="17"/>
                  </a:cubicBezTo>
                  <a:cubicBezTo>
                    <a:pt x="33" y="33"/>
                    <a:pt x="17" y="50"/>
                    <a:pt x="17" y="87"/>
                  </a:cubicBezTo>
                  <a:cubicBezTo>
                    <a:pt x="0" y="103"/>
                    <a:pt x="0" y="136"/>
                    <a:pt x="17" y="173"/>
                  </a:cubicBezTo>
                  <a:cubicBezTo>
                    <a:pt x="17" y="206"/>
                    <a:pt x="54" y="239"/>
                    <a:pt x="70" y="239"/>
                  </a:cubicBezTo>
                  <a:cubicBezTo>
                    <a:pt x="88" y="250"/>
                    <a:pt x="105" y="254"/>
                    <a:pt x="121" y="254"/>
                  </a:cubicBezTo>
                  <a:cubicBezTo>
                    <a:pt x="164" y="254"/>
                    <a:pt x="199" y="221"/>
                    <a:pt x="223" y="173"/>
                  </a:cubicBezTo>
                  <a:cubicBezTo>
                    <a:pt x="239" y="103"/>
                    <a:pt x="206" y="33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6" name="Google Shape;20866;p55"/>
            <p:cNvSpPr/>
            <p:nvPr/>
          </p:nvSpPr>
          <p:spPr>
            <a:xfrm>
              <a:off x="5235100" y="26993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103" y="1"/>
                    <a:pt x="66" y="1"/>
                    <a:pt x="50" y="17"/>
                  </a:cubicBezTo>
                  <a:cubicBezTo>
                    <a:pt x="0" y="71"/>
                    <a:pt x="0" y="157"/>
                    <a:pt x="33" y="207"/>
                  </a:cubicBezTo>
                  <a:cubicBezTo>
                    <a:pt x="50" y="244"/>
                    <a:pt x="83" y="260"/>
                    <a:pt x="103" y="260"/>
                  </a:cubicBezTo>
                  <a:cubicBezTo>
                    <a:pt x="136" y="260"/>
                    <a:pt x="169" y="260"/>
                    <a:pt x="186" y="223"/>
                  </a:cubicBezTo>
                  <a:cubicBezTo>
                    <a:pt x="206" y="207"/>
                    <a:pt x="223" y="174"/>
                    <a:pt x="223" y="141"/>
                  </a:cubicBezTo>
                  <a:cubicBezTo>
                    <a:pt x="239" y="104"/>
                    <a:pt x="223" y="71"/>
                    <a:pt x="206" y="54"/>
                  </a:cubicBezTo>
                  <a:cubicBezTo>
                    <a:pt x="186" y="38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7" name="Google Shape;20867;p55"/>
            <p:cNvSpPr/>
            <p:nvPr/>
          </p:nvSpPr>
          <p:spPr>
            <a:xfrm>
              <a:off x="5197675" y="2769500"/>
              <a:ext cx="6000" cy="6775"/>
            </a:xfrm>
            <a:custGeom>
              <a:avLst/>
              <a:gdLst/>
              <a:ahLst/>
              <a:cxnLst/>
              <a:rect l="l" t="t" r="r" b="b"/>
              <a:pathLst>
                <a:path w="240" h="271" extrusionOk="0">
                  <a:moveTo>
                    <a:pt x="128" y="0"/>
                  </a:moveTo>
                  <a:cubicBezTo>
                    <a:pt x="87" y="0"/>
                    <a:pt x="48" y="33"/>
                    <a:pt x="33" y="81"/>
                  </a:cubicBezTo>
                  <a:cubicBezTo>
                    <a:pt x="0" y="151"/>
                    <a:pt x="33" y="237"/>
                    <a:pt x="87" y="254"/>
                  </a:cubicBezTo>
                  <a:cubicBezTo>
                    <a:pt x="104" y="270"/>
                    <a:pt x="120" y="270"/>
                    <a:pt x="137" y="270"/>
                  </a:cubicBezTo>
                  <a:cubicBezTo>
                    <a:pt x="174" y="254"/>
                    <a:pt x="223" y="237"/>
                    <a:pt x="240" y="184"/>
                  </a:cubicBezTo>
                  <a:cubicBezTo>
                    <a:pt x="240" y="134"/>
                    <a:pt x="240" y="81"/>
                    <a:pt x="207" y="48"/>
                  </a:cubicBezTo>
                  <a:cubicBezTo>
                    <a:pt x="207" y="31"/>
                    <a:pt x="190" y="15"/>
                    <a:pt x="174" y="15"/>
                  </a:cubicBezTo>
                  <a:cubicBezTo>
                    <a:pt x="159" y="5"/>
                    <a:pt x="143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8" name="Google Shape;20868;p55"/>
            <p:cNvSpPr/>
            <p:nvPr/>
          </p:nvSpPr>
          <p:spPr>
            <a:xfrm>
              <a:off x="5210975" y="27354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37" y="17"/>
                    <a:pt x="0" y="87"/>
                    <a:pt x="17" y="157"/>
                  </a:cubicBezTo>
                  <a:cubicBezTo>
                    <a:pt x="17" y="190"/>
                    <a:pt x="37" y="223"/>
                    <a:pt x="70" y="244"/>
                  </a:cubicBezTo>
                  <a:cubicBezTo>
                    <a:pt x="87" y="260"/>
                    <a:pt x="103" y="260"/>
                    <a:pt x="140" y="260"/>
                  </a:cubicBezTo>
                  <a:cubicBezTo>
                    <a:pt x="173" y="260"/>
                    <a:pt x="190" y="244"/>
                    <a:pt x="206" y="207"/>
                  </a:cubicBezTo>
                  <a:cubicBezTo>
                    <a:pt x="223" y="174"/>
                    <a:pt x="244" y="141"/>
                    <a:pt x="223" y="104"/>
                  </a:cubicBezTo>
                  <a:cubicBezTo>
                    <a:pt x="223" y="71"/>
                    <a:pt x="206" y="54"/>
                    <a:pt x="190" y="17"/>
                  </a:cubicBezTo>
                  <a:cubicBezTo>
                    <a:pt x="173" y="17"/>
                    <a:pt x="173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9" name="Google Shape;20869;p55"/>
            <p:cNvSpPr/>
            <p:nvPr/>
          </p:nvSpPr>
          <p:spPr>
            <a:xfrm>
              <a:off x="5191700" y="27560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03" y="0"/>
                  </a:moveTo>
                  <a:cubicBezTo>
                    <a:pt x="33" y="0"/>
                    <a:pt x="0" y="70"/>
                    <a:pt x="0" y="140"/>
                  </a:cubicBezTo>
                  <a:cubicBezTo>
                    <a:pt x="17" y="173"/>
                    <a:pt x="33" y="206"/>
                    <a:pt x="50" y="223"/>
                  </a:cubicBezTo>
                  <a:cubicBezTo>
                    <a:pt x="66" y="260"/>
                    <a:pt x="103" y="260"/>
                    <a:pt x="136" y="260"/>
                  </a:cubicBezTo>
                  <a:cubicBezTo>
                    <a:pt x="153" y="244"/>
                    <a:pt x="190" y="223"/>
                    <a:pt x="206" y="206"/>
                  </a:cubicBezTo>
                  <a:cubicBezTo>
                    <a:pt x="223" y="173"/>
                    <a:pt x="223" y="140"/>
                    <a:pt x="223" y="103"/>
                  </a:cubicBezTo>
                  <a:cubicBezTo>
                    <a:pt x="223" y="70"/>
                    <a:pt x="206" y="37"/>
                    <a:pt x="190" y="17"/>
                  </a:cubicBezTo>
                  <a:cubicBezTo>
                    <a:pt x="169" y="17"/>
                    <a:pt x="169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0" name="Google Shape;20870;p55"/>
            <p:cNvSpPr/>
            <p:nvPr/>
          </p:nvSpPr>
          <p:spPr>
            <a:xfrm>
              <a:off x="5088625" y="26326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19" y="1"/>
                  </a:moveTo>
                  <a:cubicBezTo>
                    <a:pt x="102" y="1"/>
                    <a:pt x="81" y="13"/>
                    <a:pt x="66" y="28"/>
                  </a:cubicBezTo>
                  <a:cubicBezTo>
                    <a:pt x="17" y="77"/>
                    <a:pt x="0" y="164"/>
                    <a:pt x="50" y="213"/>
                  </a:cubicBezTo>
                  <a:cubicBezTo>
                    <a:pt x="66" y="234"/>
                    <a:pt x="87" y="251"/>
                    <a:pt x="120" y="267"/>
                  </a:cubicBezTo>
                  <a:cubicBezTo>
                    <a:pt x="153" y="267"/>
                    <a:pt x="169" y="251"/>
                    <a:pt x="207" y="234"/>
                  </a:cubicBezTo>
                  <a:cubicBezTo>
                    <a:pt x="223" y="213"/>
                    <a:pt x="240" y="180"/>
                    <a:pt x="240" y="147"/>
                  </a:cubicBezTo>
                  <a:cubicBezTo>
                    <a:pt x="240" y="110"/>
                    <a:pt x="240" y="77"/>
                    <a:pt x="223" y="44"/>
                  </a:cubicBezTo>
                  <a:cubicBezTo>
                    <a:pt x="207" y="28"/>
                    <a:pt x="190" y="28"/>
                    <a:pt x="169" y="7"/>
                  </a:cubicBezTo>
                  <a:lnTo>
                    <a:pt x="136" y="7"/>
                  </a:lnTo>
                  <a:cubicBezTo>
                    <a:pt x="132" y="3"/>
                    <a:pt x="126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1" name="Google Shape;20871;p55"/>
            <p:cNvSpPr/>
            <p:nvPr/>
          </p:nvSpPr>
          <p:spPr>
            <a:xfrm>
              <a:off x="5092025" y="2662125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29" y="1"/>
                  </a:moveTo>
                  <a:cubicBezTo>
                    <a:pt x="88" y="1"/>
                    <a:pt x="49" y="32"/>
                    <a:pt x="33" y="84"/>
                  </a:cubicBezTo>
                  <a:cubicBezTo>
                    <a:pt x="0" y="150"/>
                    <a:pt x="33" y="220"/>
                    <a:pt x="87" y="253"/>
                  </a:cubicBezTo>
                  <a:cubicBezTo>
                    <a:pt x="104" y="257"/>
                    <a:pt x="119" y="259"/>
                    <a:pt x="133" y="259"/>
                  </a:cubicBezTo>
                  <a:cubicBezTo>
                    <a:pt x="180" y="259"/>
                    <a:pt x="214" y="237"/>
                    <a:pt x="240" y="187"/>
                  </a:cubicBezTo>
                  <a:cubicBezTo>
                    <a:pt x="260" y="117"/>
                    <a:pt x="223" y="30"/>
                    <a:pt x="174" y="14"/>
                  </a:cubicBezTo>
                  <a:cubicBezTo>
                    <a:pt x="159" y="5"/>
                    <a:pt x="144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2" name="Google Shape;20872;p55"/>
            <p:cNvSpPr/>
            <p:nvPr/>
          </p:nvSpPr>
          <p:spPr>
            <a:xfrm>
              <a:off x="5096350" y="27425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0"/>
                  </a:moveTo>
                  <a:cubicBezTo>
                    <a:pt x="115" y="0"/>
                    <a:pt x="109" y="2"/>
                    <a:pt x="104" y="7"/>
                  </a:cubicBezTo>
                  <a:lnTo>
                    <a:pt x="67" y="7"/>
                  </a:lnTo>
                  <a:cubicBezTo>
                    <a:pt x="17" y="24"/>
                    <a:pt x="1" y="94"/>
                    <a:pt x="1" y="143"/>
                  </a:cubicBezTo>
                  <a:cubicBezTo>
                    <a:pt x="17" y="181"/>
                    <a:pt x="17" y="214"/>
                    <a:pt x="50" y="230"/>
                  </a:cubicBezTo>
                  <a:cubicBezTo>
                    <a:pt x="67" y="247"/>
                    <a:pt x="104" y="267"/>
                    <a:pt x="137" y="267"/>
                  </a:cubicBezTo>
                  <a:cubicBezTo>
                    <a:pt x="190" y="247"/>
                    <a:pt x="240" y="181"/>
                    <a:pt x="223" y="110"/>
                  </a:cubicBezTo>
                  <a:cubicBezTo>
                    <a:pt x="223" y="94"/>
                    <a:pt x="223" y="94"/>
                    <a:pt x="207" y="78"/>
                  </a:cubicBezTo>
                  <a:cubicBezTo>
                    <a:pt x="207" y="40"/>
                    <a:pt x="190" y="24"/>
                    <a:pt x="153" y="7"/>
                  </a:cubicBezTo>
                  <a:cubicBezTo>
                    <a:pt x="142" y="7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3" name="Google Shape;20873;p55"/>
            <p:cNvSpPr/>
            <p:nvPr/>
          </p:nvSpPr>
          <p:spPr>
            <a:xfrm>
              <a:off x="5092850" y="2709900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27" y="0"/>
                  </a:moveTo>
                  <a:cubicBezTo>
                    <a:pt x="119" y="0"/>
                    <a:pt x="110" y="2"/>
                    <a:pt x="104" y="7"/>
                  </a:cubicBezTo>
                  <a:cubicBezTo>
                    <a:pt x="54" y="7"/>
                    <a:pt x="0" y="78"/>
                    <a:pt x="21" y="148"/>
                  </a:cubicBezTo>
                  <a:cubicBezTo>
                    <a:pt x="21" y="181"/>
                    <a:pt x="38" y="214"/>
                    <a:pt x="54" y="234"/>
                  </a:cubicBezTo>
                  <a:cubicBezTo>
                    <a:pt x="87" y="251"/>
                    <a:pt x="124" y="267"/>
                    <a:pt x="141" y="267"/>
                  </a:cubicBezTo>
                  <a:cubicBezTo>
                    <a:pt x="174" y="251"/>
                    <a:pt x="190" y="234"/>
                    <a:pt x="207" y="214"/>
                  </a:cubicBezTo>
                  <a:cubicBezTo>
                    <a:pt x="227" y="181"/>
                    <a:pt x="244" y="148"/>
                    <a:pt x="244" y="111"/>
                  </a:cubicBezTo>
                  <a:cubicBezTo>
                    <a:pt x="227" y="78"/>
                    <a:pt x="207" y="45"/>
                    <a:pt x="190" y="28"/>
                  </a:cubicBezTo>
                  <a:lnTo>
                    <a:pt x="174" y="7"/>
                  </a:lnTo>
                  <a:cubicBezTo>
                    <a:pt x="163" y="7"/>
                    <a:pt x="144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4" name="Google Shape;20874;p55"/>
            <p:cNvSpPr/>
            <p:nvPr/>
          </p:nvSpPr>
          <p:spPr>
            <a:xfrm>
              <a:off x="5086050" y="268225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3" y="0"/>
                  </a:moveTo>
                  <a:cubicBezTo>
                    <a:pt x="33" y="17"/>
                    <a:pt x="0" y="66"/>
                    <a:pt x="17" y="153"/>
                  </a:cubicBezTo>
                  <a:cubicBezTo>
                    <a:pt x="17" y="214"/>
                    <a:pt x="54" y="259"/>
                    <a:pt x="110" y="259"/>
                  </a:cubicBezTo>
                  <a:cubicBezTo>
                    <a:pt x="118" y="259"/>
                    <a:pt x="127" y="258"/>
                    <a:pt x="136" y="256"/>
                  </a:cubicBezTo>
                  <a:cubicBezTo>
                    <a:pt x="169" y="256"/>
                    <a:pt x="190" y="239"/>
                    <a:pt x="206" y="206"/>
                  </a:cubicBezTo>
                  <a:cubicBezTo>
                    <a:pt x="223" y="169"/>
                    <a:pt x="239" y="136"/>
                    <a:pt x="223" y="103"/>
                  </a:cubicBezTo>
                  <a:cubicBezTo>
                    <a:pt x="223" y="66"/>
                    <a:pt x="206" y="50"/>
                    <a:pt x="190" y="17"/>
                  </a:cubicBezTo>
                  <a:cubicBezTo>
                    <a:pt x="169" y="17"/>
                    <a:pt x="169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5" name="Google Shape;20875;p55"/>
            <p:cNvSpPr/>
            <p:nvPr/>
          </p:nvSpPr>
          <p:spPr>
            <a:xfrm>
              <a:off x="5084700" y="2697700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87" y="1"/>
                  </a:moveTo>
                  <a:cubicBezTo>
                    <a:pt x="38" y="17"/>
                    <a:pt x="1" y="67"/>
                    <a:pt x="1" y="153"/>
                  </a:cubicBezTo>
                  <a:cubicBezTo>
                    <a:pt x="1" y="186"/>
                    <a:pt x="17" y="207"/>
                    <a:pt x="54" y="223"/>
                  </a:cubicBezTo>
                  <a:cubicBezTo>
                    <a:pt x="71" y="256"/>
                    <a:pt x="104" y="256"/>
                    <a:pt x="120" y="256"/>
                  </a:cubicBezTo>
                  <a:cubicBezTo>
                    <a:pt x="157" y="256"/>
                    <a:pt x="190" y="223"/>
                    <a:pt x="207" y="207"/>
                  </a:cubicBezTo>
                  <a:cubicBezTo>
                    <a:pt x="223" y="170"/>
                    <a:pt x="223" y="137"/>
                    <a:pt x="223" y="104"/>
                  </a:cubicBezTo>
                  <a:cubicBezTo>
                    <a:pt x="223" y="67"/>
                    <a:pt x="207" y="34"/>
                    <a:pt x="174" y="17"/>
                  </a:cubicBezTo>
                  <a:cubicBezTo>
                    <a:pt x="174" y="17"/>
                    <a:pt x="15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6" name="Google Shape;20876;p55"/>
            <p:cNvSpPr/>
            <p:nvPr/>
          </p:nvSpPr>
          <p:spPr>
            <a:xfrm>
              <a:off x="5072225" y="2652400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28" y="0"/>
                  </a:moveTo>
                  <a:cubicBezTo>
                    <a:pt x="103" y="0"/>
                    <a:pt x="78" y="12"/>
                    <a:pt x="54" y="23"/>
                  </a:cubicBezTo>
                  <a:cubicBezTo>
                    <a:pt x="38" y="23"/>
                    <a:pt x="21" y="60"/>
                    <a:pt x="1" y="77"/>
                  </a:cubicBezTo>
                  <a:lnTo>
                    <a:pt x="1" y="164"/>
                  </a:lnTo>
                  <a:cubicBezTo>
                    <a:pt x="21" y="213"/>
                    <a:pt x="38" y="230"/>
                    <a:pt x="71" y="246"/>
                  </a:cubicBezTo>
                  <a:cubicBezTo>
                    <a:pt x="86" y="256"/>
                    <a:pt x="101" y="261"/>
                    <a:pt x="116" y="261"/>
                  </a:cubicBezTo>
                  <a:cubicBezTo>
                    <a:pt x="157" y="261"/>
                    <a:pt x="195" y="228"/>
                    <a:pt x="207" y="180"/>
                  </a:cubicBezTo>
                  <a:cubicBezTo>
                    <a:pt x="244" y="110"/>
                    <a:pt x="207" y="40"/>
                    <a:pt x="158" y="7"/>
                  </a:cubicBezTo>
                  <a:cubicBezTo>
                    <a:pt x="148" y="2"/>
                    <a:pt x="138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7" name="Google Shape;20877;p55"/>
            <p:cNvSpPr/>
            <p:nvPr/>
          </p:nvSpPr>
          <p:spPr>
            <a:xfrm>
              <a:off x="5077900" y="27126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1"/>
                  </a:moveTo>
                  <a:cubicBezTo>
                    <a:pt x="104" y="1"/>
                    <a:pt x="67" y="1"/>
                    <a:pt x="50" y="38"/>
                  </a:cubicBezTo>
                  <a:cubicBezTo>
                    <a:pt x="1" y="71"/>
                    <a:pt x="1" y="157"/>
                    <a:pt x="34" y="207"/>
                  </a:cubicBezTo>
                  <a:cubicBezTo>
                    <a:pt x="50" y="244"/>
                    <a:pt x="83" y="260"/>
                    <a:pt x="104" y="260"/>
                  </a:cubicBezTo>
                  <a:cubicBezTo>
                    <a:pt x="137" y="260"/>
                    <a:pt x="170" y="260"/>
                    <a:pt x="186" y="227"/>
                  </a:cubicBezTo>
                  <a:cubicBezTo>
                    <a:pt x="207" y="207"/>
                    <a:pt x="223" y="174"/>
                    <a:pt x="223" y="141"/>
                  </a:cubicBezTo>
                  <a:cubicBezTo>
                    <a:pt x="240" y="104"/>
                    <a:pt x="223" y="71"/>
                    <a:pt x="207" y="54"/>
                  </a:cubicBezTo>
                  <a:cubicBezTo>
                    <a:pt x="186" y="38"/>
                    <a:pt x="170" y="2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8" name="Google Shape;20878;p55"/>
            <p:cNvSpPr/>
            <p:nvPr/>
          </p:nvSpPr>
          <p:spPr>
            <a:xfrm>
              <a:off x="5080900" y="2742750"/>
              <a:ext cx="6000" cy="6925"/>
            </a:xfrm>
            <a:custGeom>
              <a:avLst/>
              <a:gdLst/>
              <a:ahLst/>
              <a:cxnLst/>
              <a:rect l="l" t="t" r="r" b="b"/>
              <a:pathLst>
                <a:path w="240" h="277" extrusionOk="0">
                  <a:moveTo>
                    <a:pt x="120" y="0"/>
                  </a:moveTo>
                  <a:cubicBezTo>
                    <a:pt x="103" y="0"/>
                    <a:pt x="66" y="17"/>
                    <a:pt x="50" y="33"/>
                  </a:cubicBezTo>
                  <a:cubicBezTo>
                    <a:pt x="0" y="87"/>
                    <a:pt x="0" y="157"/>
                    <a:pt x="33" y="223"/>
                  </a:cubicBezTo>
                  <a:cubicBezTo>
                    <a:pt x="50" y="240"/>
                    <a:pt x="66" y="260"/>
                    <a:pt x="103" y="277"/>
                  </a:cubicBezTo>
                  <a:cubicBezTo>
                    <a:pt x="136" y="277"/>
                    <a:pt x="153" y="260"/>
                    <a:pt x="190" y="240"/>
                  </a:cubicBezTo>
                  <a:cubicBezTo>
                    <a:pt x="239" y="190"/>
                    <a:pt x="239" y="103"/>
                    <a:pt x="206" y="54"/>
                  </a:cubicBezTo>
                  <a:cubicBezTo>
                    <a:pt x="190" y="33"/>
                    <a:pt x="169" y="17"/>
                    <a:pt x="153" y="17"/>
                  </a:cubicBezTo>
                  <a:cubicBezTo>
                    <a:pt x="153" y="17"/>
                    <a:pt x="136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9" name="Google Shape;20879;p55"/>
            <p:cNvSpPr/>
            <p:nvPr/>
          </p:nvSpPr>
          <p:spPr>
            <a:xfrm>
              <a:off x="5073975" y="2634825"/>
              <a:ext cx="6025" cy="6625"/>
            </a:xfrm>
            <a:custGeom>
              <a:avLst/>
              <a:gdLst/>
              <a:ahLst/>
              <a:cxnLst/>
              <a:rect l="l" t="t" r="r" b="b"/>
              <a:pathLst>
                <a:path w="241" h="265" extrusionOk="0">
                  <a:moveTo>
                    <a:pt x="140" y="1"/>
                  </a:moveTo>
                  <a:cubicBezTo>
                    <a:pt x="88" y="1"/>
                    <a:pt x="48" y="33"/>
                    <a:pt x="17" y="91"/>
                  </a:cubicBezTo>
                  <a:cubicBezTo>
                    <a:pt x="1" y="162"/>
                    <a:pt x="34" y="228"/>
                    <a:pt x="88" y="248"/>
                  </a:cubicBezTo>
                  <a:cubicBezTo>
                    <a:pt x="104" y="265"/>
                    <a:pt x="121" y="265"/>
                    <a:pt x="137" y="265"/>
                  </a:cubicBezTo>
                  <a:cubicBezTo>
                    <a:pt x="174" y="265"/>
                    <a:pt x="224" y="228"/>
                    <a:pt x="224" y="178"/>
                  </a:cubicBezTo>
                  <a:cubicBezTo>
                    <a:pt x="240" y="124"/>
                    <a:pt x="240" y="75"/>
                    <a:pt x="207" y="42"/>
                  </a:cubicBezTo>
                  <a:cubicBezTo>
                    <a:pt x="207" y="21"/>
                    <a:pt x="191" y="21"/>
                    <a:pt x="174" y="5"/>
                  </a:cubicBezTo>
                  <a:cubicBezTo>
                    <a:pt x="162" y="2"/>
                    <a:pt x="151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0" name="Google Shape;20880;p55"/>
            <p:cNvSpPr/>
            <p:nvPr/>
          </p:nvSpPr>
          <p:spPr>
            <a:xfrm>
              <a:off x="5112650" y="26903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33" y="17"/>
                    <a:pt x="0" y="67"/>
                    <a:pt x="0" y="154"/>
                  </a:cubicBezTo>
                  <a:cubicBezTo>
                    <a:pt x="17" y="191"/>
                    <a:pt x="17" y="207"/>
                    <a:pt x="54" y="224"/>
                  </a:cubicBezTo>
                  <a:cubicBezTo>
                    <a:pt x="70" y="257"/>
                    <a:pt x="103" y="257"/>
                    <a:pt x="136" y="257"/>
                  </a:cubicBezTo>
                  <a:cubicBezTo>
                    <a:pt x="190" y="240"/>
                    <a:pt x="239" y="170"/>
                    <a:pt x="223" y="104"/>
                  </a:cubicBezTo>
                  <a:cubicBezTo>
                    <a:pt x="223" y="67"/>
                    <a:pt x="206" y="34"/>
                    <a:pt x="173" y="17"/>
                  </a:cubicBez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1" name="Google Shape;20881;p55"/>
            <p:cNvSpPr/>
            <p:nvPr/>
          </p:nvSpPr>
          <p:spPr>
            <a:xfrm>
              <a:off x="5111400" y="27376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0"/>
                  </a:moveTo>
                  <a:cubicBezTo>
                    <a:pt x="120" y="0"/>
                    <a:pt x="83" y="0"/>
                    <a:pt x="67" y="33"/>
                  </a:cubicBezTo>
                  <a:cubicBezTo>
                    <a:pt x="17" y="70"/>
                    <a:pt x="1" y="157"/>
                    <a:pt x="50" y="206"/>
                  </a:cubicBezTo>
                  <a:cubicBezTo>
                    <a:pt x="67" y="239"/>
                    <a:pt x="83" y="260"/>
                    <a:pt x="120" y="260"/>
                  </a:cubicBezTo>
                  <a:cubicBezTo>
                    <a:pt x="153" y="260"/>
                    <a:pt x="170" y="260"/>
                    <a:pt x="207" y="239"/>
                  </a:cubicBezTo>
                  <a:cubicBezTo>
                    <a:pt x="223" y="206"/>
                    <a:pt x="240" y="173"/>
                    <a:pt x="240" y="136"/>
                  </a:cubicBezTo>
                  <a:cubicBezTo>
                    <a:pt x="240" y="103"/>
                    <a:pt x="240" y="70"/>
                    <a:pt x="223" y="54"/>
                  </a:cubicBezTo>
                  <a:cubicBezTo>
                    <a:pt x="207" y="33"/>
                    <a:pt x="186" y="17"/>
                    <a:pt x="170" y="17"/>
                  </a:cubicBezTo>
                  <a:cubicBezTo>
                    <a:pt x="170" y="0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2" name="Google Shape;20882;p55"/>
            <p:cNvSpPr/>
            <p:nvPr/>
          </p:nvSpPr>
          <p:spPr>
            <a:xfrm>
              <a:off x="5113975" y="2674375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39" y="0"/>
                  </a:moveTo>
                  <a:cubicBezTo>
                    <a:pt x="95" y="0"/>
                    <a:pt x="47" y="32"/>
                    <a:pt x="34" y="72"/>
                  </a:cubicBezTo>
                  <a:cubicBezTo>
                    <a:pt x="1" y="142"/>
                    <a:pt x="34" y="229"/>
                    <a:pt x="83" y="245"/>
                  </a:cubicBezTo>
                  <a:cubicBezTo>
                    <a:pt x="102" y="254"/>
                    <a:pt x="119" y="258"/>
                    <a:pt x="135" y="258"/>
                  </a:cubicBezTo>
                  <a:cubicBezTo>
                    <a:pt x="180" y="258"/>
                    <a:pt x="216" y="227"/>
                    <a:pt x="240" y="175"/>
                  </a:cubicBezTo>
                  <a:cubicBezTo>
                    <a:pt x="256" y="109"/>
                    <a:pt x="223" y="39"/>
                    <a:pt x="170" y="6"/>
                  </a:cubicBezTo>
                  <a:cubicBezTo>
                    <a:pt x="160" y="2"/>
                    <a:pt x="150" y="0"/>
                    <a:pt x="1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3" name="Google Shape;20883;p55"/>
            <p:cNvSpPr/>
            <p:nvPr/>
          </p:nvSpPr>
          <p:spPr>
            <a:xfrm>
              <a:off x="5121700" y="275015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11" y="1"/>
                  </a:moveTo>
                  <a:cubicBezTo>
                    <a:pt x="71" y="1"/>
                    <a:pt x="29" y="32"/>
                    <a:pt x="17" y="84"/>
                  </a:cubicBezTo>
                  <a:cubicBezTo>
                    <a:pt x="1" y="100"/>
                    <a:pt x="1" y="117"/>
                    <a:pt x="1" y="133"/>
                  </a:cubicBezTo>
                  <a:cubicBezTo>
                    <a:pt x="17" y="187"/>
                    <a:pt x="34" y="236"/>
                    <a:pt x="67" y="253"/>
                  </a:cubicBezTo>
                  <a:cubicBezTo>
                    <a:pt x="82" y="258"/>
                    <a:pt x="95" y="261"/>
                    <a:pt x="107" y="261"/>
                  </a:cubicBezTo>
                  <a:cubicBezTo>
                    <a:pt x="139" y="261"/>
                    <a:pt x="163" y="244"/>
                    <a:pt x="186" y="220"/>
                  </a:cubicBezTo>
                  <a:cubicBezTo>
                    <a:pt x="207" y="203"/>
                    <a:pt x="207" y="203"/>
                    <a:pt x="224" y="170"/>
                  </a:cubicBezTo>
                  <a:cubicBezTo>
                    <a:pt x="240" y="100"/>
                    <a:pt x="207" y="30"/>
                    <a:pt x="153" y="14"/>
                  </a:cubicBezTo>
                  <a:cubicBezTo>
                    <a:pt x="140" y="5"/>
                    <a:pt x="126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4" name="Google Shape;20884;p55"/>
            <p:cNvSpPr/>
            <p:nvPr/>
          </p:nvSpPr>
          <p:spPr>
            <a:xfrm>
              <a:off x="5101100" y="2725125"/>
              <a:ext cx="5575" cy="6675"/>
            </a:xfrm>
            <a:custGeom>
              <a:avLst/>
              <a:gdLst/>
              <a:ahLst/>
              <a:cxnLst/>
              <a:rect l="l" t="t" r="r" b="b"/>
              <a:pathLst>
                <a:path w="223" h="267" extrusionOk="0">
                  <a:moveTo>
                    <a:pt x="103" y="0"/>
                  </a:moveTo>
                  <a:cubicBezTo>
                    <a:pt x="66" y="17"/>
                    <a:pt x="33" y="38"/>
                    <a:pt x="17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0" y="190"/>
                    <a:pt x="17" y="223"/>
                    <a:pt x="50" y="244"/>
                  </a:cubicBezTo>
                  <a:cubicBezTo>
                    <a:pt x="61" y="255"/>
                    <a:pt x="83" y="267"/>
                    <a:pt x="101" y="267"/>
                  </a:cubicBezTo>
                  <a:cubicBezTo>
                    <a:pt x="108" y="267"/>
                    <a:pt x="115" y="265"/>
                    <a:pt x="120" y="260"/>
                  </a:cubicBezTo>
                  <a:cubicBezTo>
                    <a:pt x="186" y="260"/>
                    <a:pt x="223" y="190"/>
                    <a:pt x="223" y="120"/>
                  </a:cubicBezTo>
                  <a:cubicBezTo>
                    <a:pt x="223" y="87"/>
                    <a:pt x="206" y="54"/>
                    <a:pt x="169" y="38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5" name="Google Shape;20885;p55"/>
            <p:cNvSpPr/>
            <p:nvPr/>
          </p:nvSpPr>
          <p:spPr>
            <a:xfrm>
              <a:off x="5110050" y="2710075"/>
              <a:ext cx="6025" cy="6575"/>
            </a:xfrm>
            <a:custGeom>
              <a:avLst/>
              <a:gdLst/>
              <a:ahLst/>
              <a:cxnLst/>
              <a:rect l="l" t="t" r="r" b="b"/>
              <a:pathLst>
                <a:path w="241" h="263" extrusionOk="0">
                  <a:moveTo>
                    <a:pt x="137" y="0"/>
                  </a:moveTo>
                  <a:cubicBezTo>
                    <a:pt x="104" y="0"/>
                    <a:pt x="71" y="0"/>
                    <a:pt x="55" y="38"/>
                  </a:cubicBezTo>
                  <a:cubicBezTo>
                    <a:pt x="34" y="54"/>
                    <a:pt x="17" y="87"/>
                    <a:pt x="17" y="124"/>
                  </a:cubicBezTo>
                  <a:cubicBezTo>
                    <a:pt x="1" y="157"/>
                    <a:pt x="17" y="190"/>
                    <a:pt x="34" y="207"/>
                  </a:cubicBezTo>
                  <a:cubicBezTo>
                    <a:pt x="54" y="245"/>
                    <a:pt x="83" y="262"/>
                    <a:pt x="113" y="262"/>
                  </a:cubicBezTo>
                  <a:cubicBezTo>
                    <a:pt x="139" y="262"/>
                    <a:pt x="166" y="250"/>
                    <a:pt x="191" y="227"/>
                  </a:cubicBezTo>
                  <a:cubicBezTo>
                    <a:pt x="240" y="190"/>
                    <a:pt x="240" y="104"/>
                    <a:pt x="207" y="54"/>
                  </a:cubicBezTo>
                  <a:cubicBezTo>
                    <a:pt x="191" y="38"/>
                    <a:pt x="174" y="21"/>
                    <a:pt x="1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6" name="Google Shape;20886;p55"/>
            <p:cNvSpPr/>
            <p:nvPr/>
          </p:nvSpPr>
          <p:spPr>
            <a:xfrm>
              <a:off x="5101500" y="26297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87" y="1"/>
                    <a:pt x="50" y="17"/>
                    <a:pt x="34" y="38"/>
                  </a:cubicBezTo>
                  <a:cubicBezTo>
                    <a:pt x="17" y="71"/>
                    <a:pt x="1" y="104"/>
                    <a:pt x="17" y="157"/>
                  </a:cubicBezTo>
                  <a:cubicBezTo>
                    <a:pt x="17" y="190"/>
                    <a:pt x="34" y="207"/>
                    <a:pt x="50" y="223"/>
                  </a:cubicBezTo>
                  <a:cubicBezTo>
                    <a:pt x="87" y="260"/>
                    <a:pt x="104" y="260"/>
                    <a:pt x="137" y="260"/>
                  </a:cubicBezTo>
                  <a:cubicBezTo>
                    <a:pt x="190" y="244"/>
                    <a:pt x="240" y="190"/>
                    <a:pt x="223" y="120"/>
                  </a:cubicBezTo>
                  <a:lnTo>
                    <a:pt x="223" y="104"/>
                  </a:lnTo>
                  <a:cubicBezTo>
                    <a:pt x="223" y="54"/>
                    <a:pt x="19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7" name="Google Shape;20887;p55"/>
            <p:cNvSpPr/>
            <p:nvPr/>
          </p:nvSpPr>
          <p:spPr>
            <a:xfrm>
              <a:off x="5104500" y="258557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20" y="0"/>
                  </a:moveTo>
                  <a:cubicBezTo>
                    <a:pt x="103" y="0"/>
                    <a:pt x="70" y="0"/>
                    <a:pt x="50" y="33"/>
                  </a:cubicBezTo>
                  <a:cubicBezTo>
                    <a:pt x="17" y="54"/>
                    <a:pt x="0" y="87"/>
                    <a:pt x="0" y="120"/>
                  </a:cubicBezTo>
                  <a:cubicBezTo>
                    <a:pt x="0" y="157"/>
                    <a:pt x="17" y="190"/>
                    <a:pt x="33" y="206"/>
                  </a:cubicBezTo>
                  <a:cubicBezTo>
                    <a:pt x="50" y="239"/>
                    <a:pt x="70" y="260"/>
                    <a:pt x="103" y="260"/>
                  </a:cubicBezTo>
                  <a:cubicBezTo>
                    <a:pt x="136" y="260"/>
                    <a:pt x="153" y="260"/>
                    <a:pt x="190" y="223"/>
                  </a:cubicBezTo>
                  <a:cubicBezTo>
                    <a:pt x="223" y="190"/>
                    <a:pt x="239" y="103"/>
                    <a:pt x="206" y="54"/>
                  </a:cubicBezTo>
                  <a:cubicBezTo>
                    <a:pt x="190" y="33"/>
                    <a:pt x="174" y="16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8" name="Google Shape;20888;p55"/>
            <p:cNvSpPr/>
            <p:nvPr/>
          </p:nvSpPr>
          <p:spPr>
            <a:xfrm>
              <a:off x="5118625" y="2722550"/>
              <a:ext cx="5675" cy="6525"/>
            </a:xfrm>
            <a:custGeom>
              <a:avLst/>
              <a:gdLst/>
              <a:ahLst/>
              <a:cxnLst/>
              <a:rect l="l" t="t" r="r" b="b"/>
              <a:pathLst>
                <a:path w="227" h="261" extrusionOk="0">
                  <a:moveTo>
                    <a:pt x="103" y="0"/>
                  </a:moveTo>
                  <a:cubicBezTo>
                    <a:pt x="37" y="17"/>
                    <a:pt x="0" y="87"/>
                    <a:pt x="0" y="157"/>
                  </a:cubicBezTo>
                  <a:cubicBezTo>
                    <a:pt x="0" y="190"/>
                    <a:pt x="21" y="223"/>
                    <a:pt x="54" y="244"/>
                  </a:cubicBezTo>
                  <a:cubicBezTo>
                    <a:pt x="70" y="260"/>
                    <a:pt x="103" y="260"/>
                    <a:pt x="140" y="260"/>
                  </a:cubicBezTo>
                  <a:cubicBezTo>
                    <a:pt x="157" y="260"/>
                    <a:pt x="190" y="244"/>
                    <a:pt x="206" y="206"/>
                  </a:cubicBezTo>
                  <a:cubicBezTo>
                    <a:pt x="227" y="173"/>
                    <a:pt x="227" y="141"/>
                    <a:pt x="227" y="103"/>
                  </a:cubicBezTo>
                  <a:cubicBezTo>
                    <a:pt x="227" y="70"/>
                    <a:pt x="206" y="54"/>
                    <a:pt x="173" y="37"/>
                  </a:cubicBezTo>
                  <a:cubicBezTo>
                    <a:pt x="173" y="17"/>
                    <a:pt x="157" y="17"/>
                    <a:pt x="157" y="17"/>
                  </a:cubicBezTo>
                  <a:cubicBezTo>
                    <a:pt x="140" y="0"/>
                    <a:pt x="12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9" name="Google Shape;20889;p55"/>
            <p:cNvSpPr/>
            <p:nvPr/>
          </p:nvSpPr>
          <p:spPr>
            <a:xfrm>
              <a:off x="5099750" y="25224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4" y="1"/>
                  </a:moveTo>
                  <a:cubicBezTo>
                    <a:pt x="71" y="17"/>
                    <a:pt x="54" y="34"/>
                    <a:pt x="34" y="50"/>
                  </a:cubicBezTo>
                  <a:cubicBezTo>
                    <a:pt x="17" y="83"/>
                    <a:pt x="1" y="120"/>
                    <a:pt x="17" y="153"/>
                  </a:cubicBezTo>
                  <a:cubicBezTo>
                    <a:pt x="17" y="186"/>
                    <a:pt x="34" y="223"/>
                    <a:pt x="54" y="240"/>
                  </a:cubicBezTo>
                  <a:cubicBezTo>
                    <a:pt x="78" y="252"/>
                    <a:pt x="93" y="263"/>
                    <a:pt x="111" y="263"/>
                  </a:cubicBezTo>
                  <a:cubicBezTo>
                    <a:pt x="119" y="263"/>
                    <a:pt x="127" y="261"/>
                    <a:pt x="137" y="256"/>
                  </a:cubicBezTo>
                  <a:cubicBezTo>
                    <a:pt x="207" y="256"/>
                    <a:pt x="240" y="186"/>
                    <a:pt x="223" y="120"/>
                  </a:cubicBezTo>
                  <a:cubicBezTo>
                    <a:pt x="223" y="83"/>
                    <a:pt x="207" y="50"/>
                    <a:pt x="190" y="34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0" name="Google Shape;20890;p55"/>
            <p:cNvSpPr/>
            <p:nvPr/>
          </p:nvSpPr>
          <p:spPr>
            <a:xfrm>
              <a:off x="5101100" y="26006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50" y="17"/>
                    <a:pt x="0" y="88"/>
                    <a:pt x="17" y="153"/>
                  </a:cubicBezTo>
                  <a:cubicBezTo>
                    <a:pt x="17" y="191"/>
                    <a:pt x="33" y="224"/>
                    <a:pt x="50" y="240"/>
                  </a:cubicBezTo>
                  <a:cubicBezTo>
                    <a:pt x="83" y="257"/>
                    <a:pt x="103" y="257"/>
                    <a:pt x="136" y="257"/>
                  </a:cubicBezTo>
                  <a:cubicBezTo>
                    <a:pt x="206" y="240"/>
                    <a:pt x="239" y="191"/>
                    <a:pt x="223" y="104"/>
                  </a:cubicBezTo>
                  <a:cubicBezTo>
                    <a:pt x="223" y="71"/>
                    <a:pt x="186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1" name="Google Shape;20891;p55"/>
            <p:cNvSpPr/>
            <p:nvPr/>
          </p:nvSpPr>
          <p:spPr>
            <a:xfrm>
              <a:off x="5104900" y="255305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12" y="1"/>
                  </a:moveTo>
                  <a:cubicBezTo>
                    <a:pt x="92" y="1"/>
                    <a:pt x="73" y="10"/>
                    <a:pt x="54" y="31"/>
                  </a:cubicBezTo>
                  <a:cubicBezTo>
                    <a:pt x="34" y="31"/>
                    <a:pt x="17" y="64"/>
                    <a:pt x="17" y="81"/>
                  </a:cubicBezTo>
                  <a:cubicBezTo>
                    <a:pt x="1" y="118"/>
                    <a:pt x="1" y="151"/>
                    <a:pt x="1" y="167"/>
                  </a:cubicBezTo>
                  <a:cubicBezTo>
                    <a:pt x="17" y="200"/>
                    <a:pt x="34" y="237"/>
                    <a:pt x="71" y="254"/>
                  </a:cubicBezTo>
                  <a:cubicBezTo>
                    <a:pt x="88" y="263"/>
                    <a:pt x="105" y="267"/>
                    <a:pt x="121" y="267"/>
                  </a:cubicBezTo>
                  <a:cubicBezTo>
                    <a:pt x="164" y="267"/>
                    <a:pt x="199" y="235"/>
                    <a:pt x="223" y="184"/>
                  </a:cubicBezTo>
                  <a:cubicBezTo>
                    <a:pt x="240" y="118"/>
                    <a:pt x="207" y="31"/>
                    <a:pt x="158" y="15"/>
                  </a:cubicBezTo>
                  <a:cubicBezTo>
                    <a:pt x="142" y="6"/>
                    <a:pt x="127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2" name="Google Shape;20892;p55"/>
            <p:cNvSpPr/>
            <p:nvPr/>
          </p:nvSpPr>
          <p:spPr>
            <a:xfrm>
              <a:off x="5104075" y="25056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1"/>
                  </a:moveTo>
                  <a:cubicBezTo>
                    <a:pt x="104" y="1"/>
                    <a:pt x="67" y="17"/>
                    <a:pt x="50" y="34"/>
                  </a:cubicBezTo>
                  <a:cubicBezTo>
                    <a:pt x="1" y="71"/>
                    <a:pt x="1" y="157"/>
                    <a:pt x="34" y="207"/>
                  </a:cubicBezTo>
                  <a:cubicBezTo>
                    <a:pt x="50" y="240"/>
                    <a:pt x="87" y="261"/>
                    <a:pt x="104" y="261"/>
                  </a:cubicBezTo>
                  <a:cubicBezTo>
                    <a:pt x="137" y="261"/>
                    <a:pt x="170" y="261"/>
                    <a:pt x="191" y="240"/>
                  </a:cubicBezTo>
                  <a:cubicBezTo>
                    <a:pt x="207" y="207"/>
                    <a:pt x="223" y="190"/>
                    <a:pt x="223" y="157"/>
                  </a:cubicBezTo>
                  <a:cubicBezTo>
                    <a:pt x="240" y="120"/>
                    <a:pt x="223" y="87"/>
                    <a:pt x="207" y="54"/>
                  </a:cubicBezTo>
                  <a:cubicBezTo>
                    <a:pt x="191" y="34"/>
                    <a:pt x="170" y="17"/>
                    <a:pt x="153" y="17"/>
                  </a:cubicBezTo>
                  <a:cubicBezTo>
                    <a:pt x="153" y="1"/>
                    <a:pt x="137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3" name="Google Shape;20893;p55"/>
            <p:cNvSpPr/>
            <p:nvPr/>
          </p:nvSpPr>
          <p:spPr>
            <a:xfrm>
              <a:off x="5102750" y="2478150"/>
              <a:ext cx="6100" cy="6650"/>
            </a:xfrm>
            <a:custGeom>
              <a:avLst/>
              <a:gdLst/>
              <a:ahLst/>
              <a:cxnLst/>
              <a:rect l="l" t="t" r="r" b="b"/>
              <a:pathLst>
                <a:path w="244" h="266" extrusionOk="0">
                  <a:moveTo>
                    <a:pt x="120" y="1"/>
                  </a:moveTo>
                  <a:cubicBezTo>
                    <a:pt x="87" y="1"/>
                    <a:pt x="70" y="1"/>
                    <a:pt x="37" y="38"/>
                  </a:cubicBezTo>
                  <a:cubicBezTo>
                    <a:pt x="17" y="55"/>
                    <a:pt x="0" y="88"/>
                    <a:pt x="0" y="125"/>
                  </a:cubicBezTo>
                  <a:cubicBezTo>
                    <a:pt x="0" y="158"/>
                    <a:pt x="0" y="191"/>
                    <a:pt x="17" y="207"/>
                  </a:cubicBezTo>
                  <a:cubicBezTo>
                    <a:pt x="49" y="249"/>
                    <a:pt x="86" y="266"/>
                    <a:pt x="118" y="266"/>
                  </a:cubicBezTo>
                  <a:cubicBezTo>
                    <a:pt x="140" y="266"/>
                    <a:pt x="160" y="258"/>
                    <a:pt x="173" y="244"/>
                  </a:cubicBezTo>
                  <a:cubicBezTo>
                    <a:pt x="223" y="191"/>
                    <a:pt x="244" y="104"/>
                    <a:pt x="190" y="55"/>
                  </a:cubicBezTo>
                  <a:cubicBezTo>
                    <a:pt x="190" y="38"/>
                    <a:pt x="173" y="22"/>
                    <a:pt x="157" y="22"/>
                  </a:cubicBezTo>
                  <a:cubicBezTo>
                    <a:pt x="140" y="1"/>
                    <a:pt x="140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4" name="Google Shape;20894;p55"/>
            <p:cNvSpPr/>
            <p:nvPr/>
          </p:nvSpPr>
          <p:spPr>
            <a:xfrm>
              <a:off x="5084300" y="26037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2" y="0"/>
                  </a:moveTo>
                  <a:cubicBezTo>
                    <a:pt x="78" y="0"/>
                    <a:pt x="44" y="32"/>
                    <a:pt x="17" y="83"/>
                  </a:cubicBezTo>
                  <a:cubicBezTo>
                    <a:pt x="0" y="153"/>
                    <a:pt x="33" y="219"/>
                    <a:pt x="87" y="256"/>
                  </a:cubicBezTo>
                  <a:lnTo>
                    <a:pt x="136" y="256"/>
                  </a:lnTo>
                  <a:cubicBezTo>
                    <a:pt x="173" y="256"/>
                    <a:pt x="223" y="219"/>
                    <a:pt x="223" y="170"/>
                  </a:cubicBezTo>
                  <a:cubicBezTo>
                    <a:pt x="239" y="133"/>
                    <a:pt x="239" y="83"/>
                    <a:pt x="206" y="29"/>
                  </a:cubicBezTo>
                  <a:cubicBezTo>
                    <a:pt x="206" y="29"/>
                    <a:pt x="190" y="13"/>
                    <a:pt x="173" y="13"/>
                  </a:cubicBezTo>
                  <a:cubicBezTo>
                    <a:pt x="155" y="4"/>
                    <a:pt x="138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5" name="Google Shape;20895;p55"/>
            <p:cNvSpPr/>
            <p:nvPr/>
          </p:nvSpPr>
          <p:spPr>
            <a:xfrm>
              <a:off x="5086875" y="255405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11" y="1"/>
                  </a:moveTo>
                  <a:cubicBezTo>
                    <a:pt x="92" y="1"/>
                    <a:pt x="77" y="12"/>
                    <a:pt x="54" y="24"/>
                  </a:cubicBezTo>
                  <a:cubicBezTo>
                    <a:pt x="0" y="78"/>
                    <a:pt x="0" y="160"/>
                    <a:pt x="33" y="214"/>
                  </a:cubicBezTo>
                  <a:cubicBezTo>
                    <a:pt x="55" y="243"/>
                    <a:pt x="87" y="262"/>
                    <a:pt x="120" y="262"/>
                  </a:cubicBezTo>
                  <a:cubicBezTo>
                    <a:pt x="144" y="262"/>
                    <a:pt x="168" y="252"/>
                    <a:pt x="190" y="230"/>
                  </a:cubicBezTo>
                  <a:cubicBezTo>
                    <a:pt x="239" y="181"/>
                    <a:pt x="239" y="111"/>
                    <a:pt x="206" y="41"/>
                  </a:cubicBezTo>
                  <a:cubicBezTo>
                    <a:pt x="190" y="24"/>
                    <a:pt x="190" y="8"/>
                    <a:pt x="173" y="8"/>
                  </a:cubicBezTo>
                  <a:lnTo>
                    <a:pt x="136" y="8"/>
                  </a:lnTo>
                  <a:cubicBezTo>
                    <a:pt x="127" y="3"/>
                    <a:pt x="118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6" name="Google Shape;20896;p55"/>
            <p:cNvSpPr/>
            <p:nvPr/>
          </p:nvSpPr>
          <p:spPr>
            <a:xfrm>
              <a:off x="5089850" y="2586075"/>
              <a:ext cx="6525" cy="6600"/>
            </a:xfrm>
            <a:custGeom>
              <a:avLst/>
              <a:gdLst/>
              <a:ahLst/>
              <a:cxnLst/>
              <a:rect l="l" t="t" r="r" b="b"/>
              <a:pathLst>
                <a:path w="261" h="264" extrusionOk="0">
                  <a:moveTo>
                    <a:pt x="130" y="0"/>
                  </a:moveTo>
                  <a:cubicBezTo>
                    <a:pt x="89" y="0"/>
                    <a:pt x="50" y="32"/>
                    <a:pt x="38" y="83"/>
                  </a:cubicBezTo>
                  <a:cubicBezTo>
                    <a:pt x="1" y="153"/>
                    <a:pt x="38" y="219"/>
                    <a:pt x="87" y="256"/>
                  </a:cubicBezTo>
                  <a:cubicBezTo>
                    <a:pt x="98" y="256"/>
                    <a:pt x="109" y="264"/>
                    <a:pt x="122" y="264"/>
                  </a:cubicBezTo>
                  <a:cubicBezTo>
                    <a:pt x="128" y="264"/>
                    <a:pt x="134" y="262"/>
                    <a:pt x="141" y="256"/>
                  </a:cubicBezTo>
                  <a:cubicBezTo>
                    <a:pt x="191" y="256"/>
                    <a:pt x="224" y="219"/>
                    <a:pt x="244" y="186"/>
                  </a:cubicBezTo>
                  <a:cubicBezTo>
                    <a:pt x="261" y="137"/>
                    <a:pt x="244" y="83"/>
                    <a:pt x="224" y="50"/>
                  </a:cubicBezTo>
                  <a:cubicBezTo>
                    <a:pt x="207" y="34"/>
                    <a:pt x="191" y="13"/>
                    <a:pt x="174" y="13"/>
                  </a:cubicBezTo>
                  <a:cubicBezTo>
                    <a:pt x="160" y="4"/>
                    <a:pt x="145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7" name="Google Shape;20897;p55"/>
            <p:cNvSpPr/>
            <p:nvPr/>
          </p:nvSpPr>
          <p:spPr>
            <a:xfrm>
              <a:off x="5052950" y="2453725"/>
              <a:ext cx="3025" cy="6425"/>
            </a:xfrm>
            <a:custGeom>
              <a:avLst/>
              <a:gdLst/>
              <a:ahLst/>
              <a:cxnLst/>
              <a:rect l="l" t="t" r="r" b="b"/>
              <a:pathLst>
                <a:path w="121" h="257" extrusionOk="0">
                  <a:moveTo>
                    <a:pt x="1" y="1"/>
                  </a:moveTo>
                  <a:lnTo>
                    <a:pt x="1" y="256"/>
                  </a:lnTo>
                  <a:cubicBezTo>
                    <a:pt x="50" y="240"/>
                    <a:pt x="87" y="223"/>
                    <a:pt x="104" y="174"/>
                  </a:cubicBezTo>
                  <a:cubicBezTo>
                    <a:pt x="120" y="120"/>
                    <a:pt x="104" y="71"/>
                    <a:pt x="87" y="34"/>
                  </a:cubicBezTo>
                  <a:cubicBezTo>
                    <a:pt x="71" y="17"/>
                    <a:pt x="50" y="17"/>
                    <a:pt x="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8" name="Google Shape;20898;p55"/>
            <p:cNvSpPr/>
            <p:nvPr/>
          </p:nvSpPr>
          <p:spPr>
            <a:xfrm>
              <a:off x="5057300" y="2685325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27" y="0"/>
                  </a:moveTo>
                  <a:cubicBezTo>
                    <a:pt x="86" y="0"/>
                    <a:pt x="45" y="32"/>
                    <a:pt x="33" y="83"/>
                  </a:cubicBezTo>
                  <a:cubicBezTo>
                    <a:pt x="0" y="149"/>
                    <a:pt x="33" y="236"/>
                    <a:pt x="83" y="252"/>
                  </a:cubicBezTo>
                  <a:cubicBezTo>
                    <a:pt x="103" y="269"/>
                    <a:pt x="120" y="269"/>
                    <a:pt x="136" y="269"/>
                  </a:cubicBezTo>
                  <a:cubicBezTo>
                    <a:pt x="186" y="252"/>
                    <a:pt x="223" y="236"/>
                    <a:pt x="239" y="186"/>
                  </a:cubicBezTo>
                  <a:cubicBezTo>
                    <a:pt x="239" y="133"/>
                    <a:pt x="239" y="83"/>
                    <a:pt x="206" y="46"/>
                  </a:cubicBezTo>
                  <a:cubicBezTo>
                    <a:pt x="206" y="30"/>
                    <a:pt x="186" y="13"/>
                    <a:pt x="169" y="13"/>
                  </a:cubicBezTo>
                  <a:cubicBezTo>
                    <a:pt x="156" y="5"/>
                    <a:pt x="141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9" name="Google Shape;20899;p55"/>
            <p:cNvSpPr/>
            <p:nvPr/>
          </p:nvSpPr>
          <p:spPr>
            <a:xfrm>
              <a:off x="5061525" y="2639375"/>
              <a:ext cx="6100" cy="6825"/>
            </a:xfrm>
            <a:custGeom>
              <a:avLst/>
              <a:gdLst/>
              <a:ahLst/>
              <a:cxnLst/>
              <a:rect l="l" t="t" r="r" b="b"/>
              <a:pathLst>
                <a:path w="244" h="273" extrusionOk="0">
                  <a:moveTo>
                    <a:pt x="130" y="0"/>
                  </a:moveTo>
                  <a:cubicBezTo>
                    <a:pt x="121" y="0"/>
                    <a:pt x="111" y="4"/>
                    <a:pt x="103" y="13"/>
                  </a:cubicBezTo>
                  <a:cubicBezTo>
                    <a:pt x="37" y="13"/>
                    <a:pt x="0" y="83"/>
                    <a:pt x="0" y="149"/>
                  </a:cubicBezTo>
                  <a:cubicBezTo>
                    <a:pt x="17" y="186"/>
                    <a:pt x="17" y="219"/>
                    <a:pt x="54" y="235"/>
                  </a:cubicBezTo>
                  <a:cubicBezTo>
                    <a:pt x="70" y="252"/>
                    <a:pt x="103" y="272"/>
                    <a:pt x="140" y="272"/>
                  </a:cubicBezTo>
                  <a:cubicBezTo>
                    <a:pt x="190" y="252"/>
                    <a:pt x="243" y="186"/>
                    <a:pt x="223" y="116"/>
                  </a:cubicBezTo>
                  <a:cubicBezTo>
                    <a:pt x="223" y="83"/>
                    <a:pt x="206" y="46"/>
                    <a:pt x="173" y="29"/>
                  </a:cubicBezTo>
                  <a:lnTo>
                    <a:pt x="157" y="13"/>
                  </a:lnTo>
                  <a:cubicBezTo>
                    <a:pt x="149" y="4"/>
                    <a:pt x="139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0" name="Google Shape;20900;p55"/>
            <p:cNvSpPr/>
            <p:nvPr/>
          </p:nvSpPr>
          <p:spPr>
            <a:xfrm>
              <a:off x="5068425" y="269977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3" y="0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17" y="190"/>
                    <a:pt x="33" y="227"/>
                    <a:pt x="50" y="243"/>
                  </a:cubicBezTo>
                  <a:cubicBezTo>
                    <a:pt x="64" y="255"/>
                    <a:pt x="85" y="267"/>
                    <a:pt x="108" y="267"/>
                  </a:cubicBezTo>
                  <a:cubicBezTo>
                    <a:pt x="117" y="267"/>
                    <a:pt x="127" y="265"/>
                    <a:pt x="136" y="260"/>
                  </a:cubicBezTo>
                  <a:cubicBezTo>
                    <a:pt x="190" y="260"/>
                    <a:pt x="239" y="190"/>
                    <a:pt x="223" y="124"/>
                  </a:cubicBezTo>
                  <a:cubicBezTo>
                    <a:pt x="223" y="70"/>
                    <a:pt x="190" y="37"/>
                    <a:pt x="153" y="21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1" name="Google Shape;20901;p55"/>
            <p:cNvSpPr/>
            <p:nvPr/>
          </p:nvSpPr>
          <p:spPr>
            <a:xfrm>
              <a:off x="5054200" y="2653225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10" y="0"/>
                  </a:moveTo>
                  <a:cubicBezTo>
                    <a:pt x="86" y="0"/>
                    <a:pt x="66" y="13"/>
                    <a:pt x="54" y="27"/>
                  </a:cubicBezTo>
                  <a:cubicBezTo>
                    <a:pt x="0" y="77"/>
                    <a:pt x="0" y="164"/>
                    <a:pt x="37" y="213"/>
                  </a:cubicBezTo>
                  <a:cubicBezTo>
                    <a:pt x="57" y="245"/>
                    <a:pt x="89" y="263"/>
                    <a:pt x="122" y="263"/>
                  </a:cubicBezTo>
                  <a:cubicBezTo>
                    <a:pt x="146" y="263"/>
                    <a:pt x="170" y="254"/>
                    <a:pt x="190" y="234"/>
                  </a:cubicBezTo>
                  <a:cubicBezTo>
                    <a:pt x="244" y="180"/>
                    <a:pt x="244" y="110"/>
                    <a:pt x="207" y="44"/>
                  </a:cubicBezTo>
                  <a:cubicBezTo>
                    <a:pt x="190" y="27"/>
                    <a:pt x="174" y="27"/>
                    <a:pt x="157" y="7"/>
                  </a:cubicBezTo>
                  <a:lnTo>
                    <a:pt x="141" y="7"/>
                  </a:lnTo>
                  <a:cubicBezTo>
                    <a:pt x="130" y="2"/>
                    <a:pt x="120" y="0"/>
                    <a:pt x="1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2" name="Google Shape;20902;p55"/>
            <p:cNvSpPr/>
            <p:nvPr/>
          </p:nvSpPr>
          <p:spPr>
            <a:xfrm>
              <a:off x="5052950" y="2746800"/>
              <a:ext cx="4775" cy="6375"/>
            </a:xfrm>
            <a:custGeom>
              <a:avLst/>
              <a:gdLst/>
              <a:ahLst/>
              <a:cxnLst/>
              <a:rect l="l" t="t" r="r" b="b"/>
              <a:pathLst>
                <a:path w="191" h="255" extrusionOk="0">
                  <a:moveTo>
                    <a:pt x="61" y="1"/>
                  </a:moveTo>
                  <a:cubicBezTo>
                    <a:pt x="41" y="1"/>
                    <a:pt x="20" y="9"/>
                    <a:pt x="1" y="28"/>
                  </a:cubicBezTo>
                  <a:lnTo>
                    <a:pt x="1" y="234"/>
                  </a:lnTo>
                  <a:cubicBezTo>
                    <a:pt x="17" y="234"/>
                    <a:pt x="17" y="251"/>
                    <a:pt x="34" y="251"/>
                  </a:cubicBezTo>
                  <a:cubicBezTo>
                    <a:pt x="43" y="254"/>
                    <a:pt x="53" y="255"/>
                    <a:pt x="63" y="255"/>
                  </a:cubicBezTo>
                  <a:cubicBezTo>
                    <a:pt x="109" y="255"/>
                    <a:pt x="157" y="225"/>
                    <a:pt x="174" y="181"/>
                  </a:cubicBezTo>
                  <a:cubicBezTo>
                    <a:pt x="191" y="115"/>
                    <a:pt x="174" y="28"/>
                    <a:pt x="104" y="12"/>
                  </a:cubicBezTo>
                  <a:cubicBezTo>
                    <a:pt x="90" y="5"/>
                    <a:pt x="76" y="1"/>
                    <a:pt x="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3" name="Google Shape;20903;p55"/>
            <p:cNvSpPr/>
            <p:nvPr/>
          </p:nvSpPr>
          <p:spPr>
            <a:xfrm>
              <a:off x="5067075" y="262187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23" y="0"/>
                  </a:moveTo>
                  <a:cubicBezTo>
                    <a:pt x="117" y="0"/>
                    <a:pt x="111" y="2"/>
                    <a:pt x="104" y="8"/>
                  </a:cubicBezTo>
                  <a:cubicBezTo>
                    <a:pt x="71" y="8"/>
                    <a:pt x="54" y="24"/>
                    <a:pt x="38" y="61"/>
                  </a:cubicBezTo>
                  <a:cubicBezTo>
                    <a:pt x="21" y="78"/>
                    <a:pt x="1" y="111"/>
                    <a:pt x="21" y="148"/>
                  </a:cubicBezTo>
                  <a:cubicBezTo>
                    <a:pt x="21" y="181"/>
                    <a:pt x="38" y="214"/>
                    <a:pt x="54" y="230"/>
                  </a:cubicBezTo>
                  <a:cubicBezTo>
                    <a:pt x="71" y="251"/>
                    <a:pt x="104" y="267"/>
                    <a:pt x="141" y="267"/>
                  </a:cubicBezTo>
                  <a:cubicBezTo>
                    <a:pt x="190" y="251"/>
                    <a:pt x="244" y="181"/>
                    <a:pt x="227" y="111"/>
                  </a:cubicBezTo>
                  <a:cubicBezTo>
                    <a:pt x="227" y="78"/>
                    <a:pt x="207" y="45"/>
                    <a:pt x="190" y="24"/>
                  </a:cubicBezTo>
                  <a:cubicBezTo>
                    <a:pt x="174" y="24"/>
                    <a:pt x="174" y="8"/>
                    <a:pt x="157" y="8"/>
                  </a:cubicBezTo>
                  <a:cubicBezTo>
                    <a:pt x="146" y="8"/>
                    <a:pt x="135" y="0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4" name="Google Shape;20904;p55"/>
            <p:cNvSpPr/>
            <p:nvPr/>
          </p:nvSpPr>
          <p:spPr>
            <a:xfrm>
              <a:off x="5052950" y="2703000"/>
              <a:ext cx="4775" cy="6275"/>
            </a:xfrm>
            <a:custGeom>
              <a:avLst/>
              <a:gdLst/>
              <a:ahLst/>
              <a:cxnLst/>
              <a:rect l="l" t="t" r="r" b="b"/>
              <a:pathLst>
                <a:path w="191" h="251" extrusionOk="0">
                  <a:moveTo>
                    <a:pt x="65" y="1"/>
                  </a:moveTo>
                  <a:cubicBezTo>
                    <a:pt x="41" y="1"/>
                    <a:pt x="20" y="9"/>
                    <a:pt x="1" y="28"/>
                  </a:cubicBezTo>
                  <a:lnTo>
                    <a:pt x="1" y="234"/>
                  </a:lnTo>
                  <a:cubicBezTo>
                    <a:pt x="17" y="234"/>
                    <a:pt x="17" y="250"/>
                    <a:pt x="34" y="250"/>
                  </a:cubicBezTo>
                  <a:lnTo>
                    <a:pt x="87" y="250"/>
                  </a:lnTo>
                  <a:cubicBezTo>
                    <a:pt x="120" y="250"/>
                    <a:pt x="153" y="217"/>
                    <a:pt x="174" y="164"/>
                  </a:cubicBezTo>
                  <a:cubicBezTo>
                    <a:pt x="191" y="131"/>
                    <a:pt x="191" y="77"/>
                    <a:pt x="153" y="44"/>
                  </a:cubicBezTo>
                  <a:cubicBezTo>
                    <a:pt x="137" y="28"/>
                    <a:pt x="137" y="11"/>
                    <a:pt x="120" y="11"/>
                  </a:cubicBezTo>
                  <a:cubicBezTo>
                    <a:pt x="100" y="5"/>
                    <a:pt x="82" y="1"/>
                    <a:pt x="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5" name="Google Shape;20905;p55"/>
            <p:cNvSpPr/>
            <p:nvPr/>
          </p:nvSpPr>
          <p:spPr>
            <a:xfrm>
              <a:off x="5078725" y="2453725"/>
              <a:ext cx="5175" cy="3100"/>
            </a:xfrm>
            <a:custGeom>
              <a:avLst/>
              <a:gdLst/>
              <a:ahLst/>
              <a:cxnLst/>
              <a:rect l="l" t="t" r="r" b="b"/>
              <a:pathLst>
                <a:path w="207" h="124" extrusionOk="0">
                  <a:moveTo>
                    <a:pt x="1" y="1"/>
                  </a:moveTo>
                  <a:lnTo>
                    <a:pt x="1" y="17"/>
                  </a:lnTo>
                  <a:cubicBezTo>
                    <a:pt x="1" y="78"/>
                    <a:pt x="54" y="124"/>
                    <a:pt x="100" y="124"/>
                  </a:cubicBezTo>
                  <a:cubicBezTo>
                    <a:pt x="107" y="124"/>
                    <a:pt x="114" y="123"/>
                    <a:pt x="120" y="120"/>
                  </a:cubicBezTo>
                  <a:cubicBezTo>
                    <a:pt x="153" y="120"/>
                    <a:pt x="174" y="104"/>
                    <a:pt x="190" y="71"/>
                  </a:cubicBezTo>
                  <a:cubicBezTo>
                    <a:pt x="207" y="71"/>
                    <a:pt x="207" y="50"/>
                    <a:pt x="207" y="50"/>
                  </a:cubicBezTo>
                  <a:cubicBezTo>
                    <a:pt x="137" y="34"/>
                    <a:pt x="71" y="17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6" name="Google Shape;20906;p55"/>
            <p:cNvSpPr/>
            <p:nvPr/>
          </p:nvSpPr>
          <p:spPr>
            <a:xfrm>
              <a:off x="5124700" y="2736225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34" y="0"/>
                  </a:moveTo>
                  <a:cubicBezTo>
                    <a:pt x="84" y="0"/>
                    <a:pt x="44" y="35"/>
                    <a:pt x="17" y="88"/>
                  </a:cubicBezTo>
                  <a:cubicBezTo>
                    <a:pt x="0" y="158"/>
                    <a:pt x="33" y="228"/>
                    <a:pt x="87" y="245"/>
                  </a:cubicBezTo>
                  <a:cubicBezTo>
                    <a:pt x="104" y="261"/>
                    <a:pt x="120" y="261"/>
                    <a:pt x="136" y="261"/>
                  </a:cubicBezTo>
                  <a:cubicBezTo>
                    <a:pt x="169" y="261"/>
                    <a:pt x="207" y="228"/>
                    <a:pt x="223" y="175"/>
                  </a:cubicBezTo>
                  <a:cubicBezTo>
                    <a:pt x="240" y="125"/>
                    <a:pt x="240" y="72"/>
                    <a:pt x="207" y="39"/>
                  </a:cubicBezTo>
                  <a:cubicBezTo>
                    <a:pt x="190" y="22"/>
                    <a:pt x="190" y="22"/>
                    <a:pt x="169" y="6"/>
                  </a:cubicBezTo>
                  <a:cubicBezTo>
                    <a:pt x="157" y="2"/>
                    <a:pt x="145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7" name="Google Shape;20907;p55"/>
            <p:cNvSpPr/>
            <p:nvPr/>
          </p:nvSpPr>
          <p:spPr>
            <a:xfrm>
              <a:off x="5191700" y="266112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3" y="0"/>
                  </a:moveTo>
                  <a:cubicBezTo>
                    <a:pt x="50" y="21"/>
                    <a:pt x="0" y="87"/>
                    <a:pt x="17" y="157"/>
                  </a:cubicBezTo>
                  <a:cubicBezTo>
                    <a:pt x="17" y="190"/>
                    <a:pt x="33" y="227"/>
                    <a:pt x="50" y="243"/>
                  </a:cubicBezTo>
                  <a:cubicBezTo>
                    <a:pt x="76" y="255"/>
                    <a:pt x="92" y="267"/>
                    <a:pt x="111" y="267"/>
                  </a:cubicBezTo>
                  <a:cubicBezTo>
                    <a:pt x="118" y="267"/>
                    <a:pt x="127" y="265"/>
                    <a:pt x="136" y="260"/>
                  </a:cubicBezTo>
                  <a:cubicBezTo>
                    <a:pt x="206" y="260"/>
                    <a:pt x="239" y="190"/>
                    <a:pt x="223" y="124"/>
                  </a:cubicBezTo>
                  <a:cubicBezTo>
                    <a:pt x="223" y="87"/>
                    <a:pt x="206" y="54"/>
                    <a:pt x="190" y="37"/>
                  </a:cubicBezTo>
                  <a:cubicBezTo>
                    <a:pt x="169" y="21"/>
                    <a:pt x="169" y="21"/>
                    <a:pt x="153" y="21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8" name="Google Shape;20908;p55"/>
            <p:cNvSpPr/>
            <p:nvPr/>
          </p:nvSpPr>
          <p:spPr>
            <a:xfrm>
              <a:off x="5216125" y="2644250"/>
              <a:ext cx="6100" cy="6550"/>
            </a:xfrm>
            <a:custGeom>
              <a:avLst/>
              <a:gdLst/>
              <a:ahLst/>
              <a:cxnLst/>
              <a:rect l="l" t="t" r="r" b="b"/>
              <a:pathLst>
                <a:path w="244" h="262" extrusionOk="0">
                  <a:moveTo>
                    <a:pt x="94" y="0"/>
                  </a:moveTo>
                  <a:cubicBezTo>
                    <a:pt x="76" y="0"/>
                    <a:pt x="61" y="12"/>
                    <a:pt x="38" y="24"/>
                  </a:cubicBezTo>
                  <a:cubicBezTo>
                    <a:pt x="17" y="40"/>
                    <a:pt x="0" y="77"/>
                    <a:pt x="0" y="110"/>
                  </a:cubicBezTo>
                  <a:cubicBezTo>
                    <a:pt x="0" y="143"/>
                    <a:pt x="0" y="180"/>
                    <a:pt x="17" y="213"/>
                  </a:cubicBezTo>
                  <a:cubicBezTo>
                    <a:pt x="48" y="242"/>
                    <a:pt x="86" y="261"/>
                    <a:pt x="117" y="261"/>
                  </a:cubicBezTo>
                  <a:cubicBezTo>
                    <a:pt x="140" y="261"/>
                    <a:pt x="160" y="252"/>
                    <a:pt x="174" y="230"/>
                  </a:cubicBezTo>
                  <a:cubicBezTo>
                    <a:pt x="223" y="180"/>
                    <a:pt x="244" y="110"/>
                    <a:pt x="190" y="40"/>
                  </a:cubicBezTo>
                  <a:cubicBezTo>
                    <a:pt x="190" y="24"/>
                    <a:pt x="174" y="7"/>
                    <a:pt x="157" y="7"/>
                  </a:cubicBezTo>
                  <a:lnTo>
                    <a:pt x="120" y="7"/>
                  </a:lnTo>
                  <a:cubicBezTo>
                    <a:pt x="110" y="2"/>
                    <a:pt x="102" y="0"/>
                    <a:pt x="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9" name="Google Shape;20909;p55"/>
            <p:cNvSpPr/>
            <p:nvPr/>
          </p:nvSpPr>
          <p:spPr>
            <a:xfrm>
              <a:off x="5207575" y="27062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33" y="1"/>
                    <a:pt x="0" y="71"/>
                    <a:pt x="17" y="137"/>
                  </a:cubicBezTo>
                  <a:cubicBezTo>
                    <a:pt x="17" y="174"/>
                    <a:pt x="33" y="207"/>
                    <a:pt x="50" y="224"/>
                  </a:cubicBezTo>
                  <a:cubicBezTo>
                    <a:pt x="87" y="257"/>
                    <a:pt x="103" y="257"/>
                    <a:pt x="136" y="257"/>
                  </a:cubicBezTo>
                  <a:cubicBezTo>
                    <a:pt x="190" y="240"/>
                    <a:pt x="239" y="174"/>
                    <a:pt x="223" y="104"/>
                  </a:cubicBezTo>
                  <a:cubicBezTo>
                    <a:pt x="223" y="71"/>
                    <a:pt x="206" y="34"/>
                    <a:pt x="190" y="17"/>
                  </a:cubicBezTo>
                  <a:cubicBezTo>
                    <a:pt x="173" y="17"/>
                    <a:pt x="173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0" name="Google Shape;20910;p55"/>
            <p:cNvSpPr/>
            <p:nvPr/>
          </p:nvSpPr>
          <p:spPr>
            <a:xfrm>
              <a:off x="5218300" y="262422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3" y="0"/>
                  </a:moveTo>
                  <a:cubicBezTo>
                    <a:pt x="54" y="17"/>
                    <a:pt x="0" y="87"/>
                    <a:pt x="17" y="157"/>
                  </a:cubicBezTo>
                  <a:cubicBezTo>
                    <a:pt x="17" y="190"/>
                    <a:pt x="33" y="223"/>
                    <a:pt x="54" y="239"/>
                  </a:cubicBezTo>
                  <a:cubicBezTo>
                    <a:pt x="77" y="254"/>
                    <a:pt x="92" y="267"/>
                    <a:pt x="111" y="267"/>
                  </a:cubicBezTo>
                  <a:cubicBezTo>
                    <a:pt x="119" y="267"/>
                    <a:pt x="127" y="265"/>
                    <a:pt x="136" y="260"/>
                  </a:cubicBezTo>
                  <a:cubicBezTo>
                    <a:pt x="206" y="260"/>
                    <a:pt x="239" y="190"/>
                    <a:pt x="223" y="120"/>
                  </a:cubicBezTo>
                  <a:cubicBezTo>
                    <a:pt x="223" y="87"/>
                    <a:pt x="206" y="54"/>
                    <a:pt x="190" y="33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1" name="Google Shape;20911;p55"/>
            <p:cNvSpPr/>
            <p:nvPr/>
          </p:nvSpPr>
          <p:spPr>
            <a:xfrm>
              <a:off x="5217475" y="267172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6" y="0"/>
                  </a:moveTo>
                  <a:cubicBezTo>
                    <a:pt x="83" y="0"/>
                    <a:pt x="61" y="14"/>
                    <a:pt x="50" y="25"/>
                  </a:cubicBezTo>
                  <a:cubicBezTo>
                    <a:pt x="0" y="75"/>
                    <a:pt x="0" y="162"/>
                    <a:pt x="33" y="215"/>
                  </a:cubicBezTo>
                  <a:cubicBezTo>
                    <a:pt x="50" y="232"/>
                    <a:pt x="87" y="248"/>
                    <a:pt x="103" y="265"/>
                  </a:cubicBezTo>
                  <a:cubicBezTo>
                    <a:pt x="136" y="265"/>
                    <a:pt x="169" y="248"/>
                    <a:pt x="190" y="232"/>
                  </a:cubicBezTo>
                  <a:cubicBezTo>
                    <a:pt x="206" y="215"/>
                    <a:pt x="223" y="178"/>
                    <a:pt x="239" y="145"/>
                  </a:cubicBezTo>
                  <a:cubicBezTo>
                    <a:pt x="239" y="112"/>
                    <a:pt x="223" y="75"/>
                    <a:pt x="206" y="42"/>
                  </a:cubicBezTo>
                  <a:cubicBezTo>
                    <a:pt x="190" y="25"/>
                    <a:pt x="169" y="25"/>
                    <a:pt x="153" y="9"/>
                  </a:cubicBezTo>
                  <a:lnTo>
                    <a:pt x="136" y="9"/>
                  </a:lnTo>
                  <a:cubicBezTo>
                    <a:pt x="126" y="3"/>
                    <a:pt x="116" y="0"/>
                    <a:pt x="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2" name="Google Shape;20912;p55"/>
            <p:cNvSpPr/>
            <p:nvPr/>
          </p:nvSpPr>
          <p:spPr>
            <a:xfrm>
              <a:off x="5195500" y="2694475"/>
              <a:ext cx="6125" cy="6575"/>
            </a:xfrm>
            <a:custGeom>
              <a:avLst/>
              <a:gdLst/>
              <a:ahLst/>
              <a:cxnLst/>
              <a:rect l="l" t="t" r="r" b="b"/>
              <a:pathLst>
                <a:path w="245" h="263" extrusionOk="0">
                  <a:moveTo>
                    <a:pt x="119" y="0"/>
                  </a:moveTo>
                  <a:cubicBezTo>
                    <a:pt x="76" y="0"/>
                    <a:pt x="33" y="22"/>
                    <a:pt x="17" y="76"/>
                  </a:cubicBezTo>
                  <a:cubicBezTo>
                    <a:pt x="1" y="146"/>
                    <a:pt x="17" y="233"/>
                    <a:pt x="87" y="249"/>
                  </a:cubicBezTo>
                  <a:cubicBezTo>
                    <a:pt x="102" y="258"/>
                    <a:pt x="117" y="262"/>
                    <a:pt x="132" y="262"/>
                  </a:cubicBezTo>
                  <a:cubicBezTo>
                    <a:pt x="173" y="262"/>
                    <a:pt x="211" y="231"/>
                    <a:pt x="224" y="179"/>
                  </a:cubicBezTo>
                  <a:cubicBezTo>
                    <a:pt x="244" y="109"/>
                    <a:pt x="224" y="43"/>
                    <a:pt x="158" y="6"/>
                  </a:cubicBezTo>
                  <a:cubicBezTo>
                    <a:pt x="145" y="2"/>
                    <a:pt x="132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3" name="Google Shape;20913;p55"/>
            <p:cNvSpPr/>
            <p:nvPr/>
          </p:nvSpPr>
          <p:spPr>
            <a:xfrm>
              <a:off x="5200250" y="2719975"/>
              <a:ext cx="6525" cy="6400"/>
            </a:xfrm>
            <a:custGeom>
              <a:avLst/>
              <a:gdLst/>
              <a:ahLst/>
              <a:cxnLst/>
              <a:rect l="l" t="t" r="r" b="b"/>
              <a:pathLst>
                <a:path w="261" h="256" extrusionOk="0">
                  <a:moveTo>
                    <a:pt x="137" y="0"/>
                  </a:moveTo>
                  <a:cubicBezTo>
                    <a:pt x="104" y="0"/>
                    <a:pt x="87" y="0"/>
                    <a:pt x="54" y="37"/>
                  </a:cubicBezTo>
                  <a:cubicBezTo>
                    <a:pt x="17" y="70"/>
                    <a:pt x="1" y="157"/>
                    <a:pt x="34" y="206"/>
                  </a:cubicBezTo>
                  <a:cubicBezTo>
                    <a:pt x="64" y="237"/>
                    <a:pt x="101" y="256"/>
                    <a:pt x="132" y="256"/>
                  </a:cubicBezTo>
                  <a:cubicBezTo>
                    <a:pt x="155" y="256"/>
                    <a:pt x="176" y="246"/>
                    <a:pt x="190" y="223"/>
                  </a:cubicBezTo>
                  <a:cubicBezTo>
                    <a:pt x="240" y="190"/>
                    <a:pt x="260" y="103"/>
                    <a:pt x="207" y="54"/>
                  </a:cubicBezTo>
                  <a:cubicBezTo>
                    <a:pt x="207" y="37"/>
                    <a:pt x="190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4" name="Google Shape;20914;p55"/>
            <p:cNvSpPr/>
            <p:nvPr/>
          </p:nvSpPr>
          <p:spPr>
            <a:xfrm>
              <a:off x="5203650" y="27521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29" y="1"/>
                  </a:moveTo>
                  <a:cubicBezTo>
                    <a:pt x="83" y="1"/>
                    <a:pt x="35" y="33"/>
                    <a:pt x="21" y="91"/>
                  </a:cubicBezTo>
                  <a:cubicBezTo>
                    <a:pt x="1" y="141"/>
                    <a:pt x="21" y="227"/>
                    <a:pt x="87" y="244"/>
                  </a:cubicBezTo>
                  <a:cubicBezTo>
                    <a:pt x="104" y="260"/>
                    <a:pt x="124" y="260"/>
                    <a:pt x="141" y="260"/>
                  </a:cubicBezTo>
                  <a:cubicBezTo>
                    <a:pt x="174" y="260"/>
                    <a:pt x="207" y="227"/>
                    <a:pt x="227" y="174"/>
                  </a:cubicBezTo>
                  <a:cubicBezTo>
                    <a:pt x="244" y="124"/>
                    <a:pt x="227" y="71"/>
                    <a:pt x="207" y="38"/>
                  </a:cubicBezTo>
                  <a:cubicBezTo>
                    <a:pt x="190" y="21"/>
                    <a:pt x="174" y="21"/>
                    <a:pt x="157" y="5"/>
                  </a:cubicBezTo>
                  <a:cubicBezTo>
                    <a:pt x="148" y="2"/>
                    <a:pt x="139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5" name="Google Shape;20915;p55"/>
            <p:cNvSpPr/>
            <p:nvPr/>
          </p:nvSpPr>
          <p:spPr>
            <a:xfrm>
              <a:off x="5213125" y="2594400"/>
              <a:ext cx="5600" cy="6650"/>
            </a:xfrm>
            <a:custGeom>
              <a:avLst/>
              <a:gdLst/>
              <a:ahLst/>
              <a:cxnLst/>
              <a:rect l="l" t="t" r="r" b="b"/>
              <a:pathLst>
                <a:path w="224" h="266" extrusionOk="0">
                  <a:moveTo>
                    <a:pt x="116" y="1"/>
                  </a:moveTo>
                  <a:cubicBezTo>
                    <a:pt x="108" y="1"/>
                    <a:pt x="98" y="3"/>
                    <a:pt x="87" y="10"/>
                  </a:cubicBezTo>
                  <a:cubicBezTo>
                    <a:pt x="34" y="10"/>
                    <a:pt x="1" y="76"/>
                    <a:pt x="1" y="146"/>
                  </a:cubicBezTo>
                  <a:cubicBezTo>
                    <a:pt x="1" y="179"/>
                    <a:pt x="17" y="216"/>
                    <a:pt x="54" y="232"/>
                  </a:cubicBezTo>
                  <a:cubicBezTo>
                    <a:pt x="71" y="249"/>
                    <a:pt x="104" y="265"/>
                    <a:pt x="120" y="265"/>
                  </a:cubicBezTo>
                  <a:cubicBezTo>
                    <a:pt x="191" y="249"/>
                    <a:pt x="224" y="179"/>
                    <a:pt x="224" y="113"/>
                  </a:cubicBezTo>
                  <a:cubicBezTo>
                    <a:pt x="224" y="76"/>
                    <a:pt x="207" y="43"/>
                    <a:pt x="174" y="26"/>
                  </a:cubicBezTo>
                  <a:lnTo>
                    <a:pt x="158" y="10"/>
                  </a:lnTo>
                  <a:cubicBezTo>
                    <a:pt x="144" y="10"/>
                    <a:pt x="132" y="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6" name="Google Shape;20916;p55"/>
            <p:cNvSpPr/>
            <p:nvPr/>
          </p:nvSpPr>
          <p:spPr>
            <a:xfrm>
              <a:off x="5239325" y="25602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70" y="1"/>
                    <a:pt x="54" y="17"/>
                    <a:pt x="37" y="54"/>
                  </a:cubicBezTo>
                  <a:cubicBezTo>
                    <a:pt x="17" y="71"/>
                    <a:pt x="0" y="104"/>
                    <a:pt x="17" y="141"/>
                  </a:cubicBezTo>
                  <a:cubicBezTo>
                    <a:pt x="17" y="174"/>
                    <a:pt x="37" y="207"/>
                    <a:pt x="54" y="223"/>
                  </a:cubicBezTo>
                  <a:cubicBezTo>
                    <a:pt x="87" y="261"/>
                    <a:pt x="103" y="261"/>
                    <a:pt x="140" y="261"/>
                  </a:cubicBezTo>
                  <a:cubicBezTo>
                    <a:pt x="206" y="244"/>
                    <a:pt x="243" y="174"/>
                    <a:pt x="223" y="104"/>
                  </a:cubicBezTo>
                  <a:cubicBezTo>
                    <a:pt x="223" y="71"/>
                    <a:pt x="206" y="38"/>
                    <a:pt x="190" y="17"/>
                  </a:cubicBezTo>
                  <a:cubicBezTo>
                    <a:pt x="173" y="17"/>
                    <a:pt x="173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7" name="Google Shape;20917;p55"/>
            <p:cNvSpPr/>
            <p:nvPr/>
          </p:nvSpPr>
          <p:spPr>
            <a:xfrm>
              <a:off x="5220050" y="2608425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10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0" y="150"/>
                    <a:pt x="17" y="220"/>
                    <a:pt x="87" y="253"/>
                  </a:cubicBezTo>
                  <a:cubicBezTo>
                    <a:pt x="96" y="257"/>
                    <a:pt x="106" y="258"/>
                    <a:pt x="116" y="258"/>
                  </a:cubicBezTo>
                  <a:cubicBezTo>
                    <a:pt x="161" y="258"/>
                    <a:pt x="209" y="224"/>
                    <a:pt x="223" y="170"/>
                  </a:cubicBezTo>
                  <a:cubicBezTo>
                    <a:pt x="239" y="100"/>
                    <a:pt x="223" y="30"/>
                    <a:pt x="153" y="14"/>
                  </a:cubicBezTo>
                  <a:cubicBezTo>
                    <a:pt x="140" y="5"/>
                    <a:pt x="125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8" name="Google Shape;20918;p55"/>
            <p:cNvSpPr/>
            <p:nvPr/>
          </p:nvSpPr>
          <p:spPr>
            <a:xfrm>
              <a:off x="5246225" y="2589475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87" y="1"/>
                  </a:moveTo>
                  <a:cubicBezTo>
                    <a:pt x="70" y="1"/>
                    <a:pt x="33" y="17"/>
                    <a:pt x="17" y="50"/>
                  </a:cubicBezTo>
                  <a:cubicBezTo>
                    <a:pt x="0" y="67"/>
                    <a:pt x="0" y="104"/>
                    <a:pt x="0" y="137"/>
                  </a:cubicBezTo>
                  <a:cubicBezTo>
                    <a:pt x="0" y="170"/>
                    <a:pt x="17" y="207"/>
                    <a:pt x="50" y="223"/>
                  </a:cubicBezTo>
                  <a:cubicBezTo>
                    <a:pt x="70" y="256"/>
                    <a:pt x="103" y="256"/>
                    <a:pt x="120" y="256"/>
                  </a:cubicBezTo>
                  <a:cubicBezTo>
                    <a:pt x="190" y="240"/>
                    <a:pt x="223" y="170"/>
                    <a:pt x="223" y="104"/>
                  </a:cubicBezTo>
                  <a:cubicBezTo>
                    <a:pt x="223" y="67"/>
                    <a:pt x="206" y="34"/>
                    <a:pt x="174" y="17"/>
                  </a:cubicBezTo>
                  <a:lnTo>
                    <a:pt x="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9" name="Google Shape;20919;p55"/>
            <p:cNvSpPr/>
            <p:nvPr/>
          </p:nvSpPr>
          <p:spPr>
            <a:xfrm>
              <a:off x="5232925" y="2620825"/>
              <a:ext cx="6425" cy="6325"/>
            </a:xfrm>
            <a:custGeom>
              <a:avLst/>
              <a:gdLst/>
              <a:ahLst/>
              <a:cxnLst/>
              <a:rect l="l" t="t" r="r" b="b"/>
              <a:pathLst>
                <a:path w="257" h="253" extrusionOk="0">
                  <a:moveTo>
                    <a:pt x="137" y="0"/>
                  </a:moveTo>
                  <a:cubicBezTo>
                    <a:pt x="120" y="0"/>
                    <a:pt x="87" y="0"/>
                    <a:pt x="50" y="17"/>
                  </a:cubicBezTo>
                  <a:cubicBezTo>
                    <a:pt x="17" y="66"/>
                    <a:pt x="0" y="153"/>
                    <a:pt x="33" y="206"/>
                  </a:cubicBezTo>
                  <a:cubicBezTo>
                    <a:pt x="65" y="235"/>
                    <a:pt x="100" y="253"/>
                    <a:pt x="135" y="253"/>
                  </a:cubicBezTo>
                  <a:cubicBezTo>
                    <a:pt x="160" y="253"/>
                    <a:pt x="184" y="243"/>
                    <a:pt x="207" y="223"/>
                  </a:cubicBezTo>
                  <a:cubicBezTo>
                    <a:pt x="240" y="190"/>
                    <a:pt x="256" y="103"/>
                    <a:pt x="223" y="50"/>
                  </a:cubicBezTo>
                  <a:cubicBezTo>
                    <a:pt x="207" y="33"/>
                    <a:pt x="190" y="17"/>
                    <a:pt x="1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0" name="Google Shape;20920;p55"/>
            <p:cNvSpPr/>
            <p:nvPr/>
          </p:nvSpPr>
          <p:spPr>
            <a:xfrm>
              <a:off x="5234575" y="2577425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04" y="0"/>
                  </a:moveTo>
                  <a:cubicBezTo>
                    <a:pt x="104" y="0"/>
                    <a:pt x="87" y="0"/>
                    <a:pt x="87" y="17"/>
                  </a:cubicBezTo>
                  <a:cubicBezTo>
                    <a:pt x="38" y="33"/>
                    <a:pt x="0" y="87"/>
                    <a:pt x="21" y="153"/>
                  </a:cubicBezTo>
                  <a:cubicBezTo>
                    <a:pt x="21" y="190"/>
                    <a:pt x="38" y="206"/>
                    <a:pt x="54" y="239"/>
                  </a:cubicBezTo>
                  <a:cubicBezTo>
                    <a:pt x="87" y="256"/>
                    <a:pt x="104" y="256"/>
                    <a:pt x="141" y="256"/>
                  </a:cubicBezTo>
                  <a:cubicBezTo>
                    <a:pt x="207" y="239"/>
                    <a:pt x="244" y="173"/>
                    <a:pt x="244" y="103"/>
                  </a:cubicBezTo>
                  <a:cubicBezTo>
                    <a:pt x="227" y="103"/>
                    <a:pt x="227" y="87"/>
                    <a:pt x="227" y="70"/>
                  </a:cubicBezTo>
                  <a:cubicBezTo>
                    <a:pt x="207" y="50"/>
                    <a:pt x="190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1" name="Google Shape;20921;p55"/>
            <p:cNvSpPr/>
            <p:nvPr/>
          </p:nvSpPr>
          <p:spPr>
            <a:xfrm>
              <a:off x="5224275" y="2656700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23" y="1"/>
                  </a:moveTo>
                  <a:cubicBezTo>
                    <a:pt x="117" y="1"/>
                    <a:pt x="110" y="3"/>
                    <a:pt x="103" y="8"/>
                  </a:cubicBezTo>
                  <a:cubicBezTo>
                    <a:pt x="37" y="8"/>
                    <a:pt x="0" y="74"/>
                    <a:pt x="21" y="144"/>
                  </a:cubicBezTo>
                  <a:cubicBezTo>
                    <a:pt x="21" y="177"/>
                    <a:pt x="37" y="214"/>
                    <a:pt x="54" y="231"/>
                  </a:cubicBezTo>
                  <a:cubicBezTo>
                    <a:pt x="87" y="247"/>
                    <a:pt x="103" y="264"/>
                    <a:pt x="140" y="264"/>
                  </a:cubicBezTo>
                  <a:cubicBezTo>
                    <a:pt x="173" y="247"/>
                    <a:pt x="190" y="231"/>
                    <a:pt x="206" y="214"/>
                  </a:cubicBezTo>
                  <a:cubicBezTo>
                    <a:pt x="227" y="177"/>
                    <a:pt x="243" y="144"/>
                    <a:pt x="227" y="111"/>
                  </a:cubicBezTo>
                  <a:cubicBezTo>
                    <a:pt x="227" y="74"/>
                    <a:pt x="206" y="41"/>
                    <a:pt x="190" y="25"/>
                  </a:cubicBezTo>
                  <a:cubicBezTo>
                    <a:pt x="173" y="25"/>
                    <a:pt x="173" y="8"/>
                    <a:pt x="157" y="8"/>
                  </a:cubicBezTo>
                  <a:cubicBezTo>
                    <a:pt x="146" y="8"/>
                    <a:pt x="135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2" name="Google Shape;20922;p55"/>
            <p:cNvSpPr/>
            <p:nvPr/>
          </p:nvSpPr>
          <p:spPr>
            <a:xfrm>
              <a:off x="5230350" y="2670275"/>
              <a:ext cx="6425" cy="6550"/>
            </a:xfrm>
            <a:custGeom>
              <a:avLst/>
              <a:gdLst/>
              <a:ahLst/>
              <a:cxnLst/>
              <a:rect l="l" t="t" r="r" b="b"/>
              <a:pathLst>
                <a:path w="257" h="262" extrusionOk="0">
                  <a:moveTo>
                    <a:pt x="127" y="1"/>
                  </a:moveTo>
                  <a:cubicBezTo>
                    <a:pt x="87" y="1"/>
                    <a:pt x="46" y="32"/>
                    <a:pt x="33" y="83"/>
                  </a:cubicBezTo>
                  <a:cubicBezTo>
                    <a:pt x="0" y="149"/>
                    <a:pt x="33" y="220"/>
                    <a:pt x="87" y="253"/>
                  </a:cubicBezTo>
                  <a:cubicBezTo>
                    <a:pt x="98" y="253"/>
                    <a:pt x="109" y="262"/>
                    <a:pt x="120" y="262"/>
                  </a:cubicBezTo>
                  <a:cubicBezTo>
                    <a:pt x="125" y="262"/>
                    <a:pt x="131" y="259"/>
                    <a:pt x="136" y="253"/>
                  </a:cubicBezTo>
                  <a:cubicBezTo>
                    <a:pt x="190" y="253"/>
                    <a:pt x="223" y="220"/>
                    <a:pt x="240" y="187"/>
                  </a:cubicBezTo>
                  <a:cubicBezTo>
                    <a:pt x="256" y="133"/>
                    <a:pt x="240" y="83"/>
                    <a:pt x="207" y="46"/>
                  </a:cubicBezTo>
                  <a:cubicBezTo>
                    <a:pt x="207" y="30"/>
                    <a:pt x="190" y="13"/>
                    <a:pt x="169" y="13"/>
                  </a:cubicBezTo>
                  <a:cubicBezTo>
                    <a:pt x="156" y="5"/>
                    <a:pt x="142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3" name="Google Shape;20923;p55"/>
            <p:cNvSpPr/>
            <p:nvPr/>
          </p:nvSpPr>
          <p:spPr>
            <a:xfrm>
              <a:off x="5227775" y="26841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99" y="1"/>
                  </a:moveTo>
                  <a:cubicBezTo>
                    <a:pt x="57" y="1"/>
                    <a:pt x="13" y="23"/>
                    <a:pt x="0" y="77"/>
                  </a:cubicBezTo>
                  <a:lnTo>
                    <a:pt x="0" y="147"/>
                  </a:lnTo>
                  <a:cubicBezTo>
                    <a:pt x="0" y="196"/>
                    <a:pt x="33" y="233"/>
                    <a:pt x="66" y="250"/>
                  </a:cubicBezTo>
                  <a:cubicBezTo>
                    <a:pt x="82" y="257"/>
                    <a:pt x="99" y="261"/>
                    <a:pt x="116" y="261"/>
                  </a:cubicBezTo>
                  <a:cubicBezTo>
                    <a:pt x="139" y="261"/>
                    <a:pt x="160" y="253"/>
                    <a:pt x="169" y="233"/>
                  </a:cubicBezTo>
                  <a:cubicBezTo>
                    <a:pt x="190" y="213"/>
                    <a:pt x="206" y="196"/>
                    <a:pt x="206" y="180"/>
                  </a:cubicBezTo>
                  <a:cubicBezTo>
                    <a:pt x="223" y="110"/>
                    <a:pt x="206" y="44"/>
                    <a:pt x="136" y="7"/>
                  </a:cubicBezTo>
                  <a:cubicBezTo>
                    <a:pt x="125" y="3"/>
                    <a:pt x="112" y="1"/>
                    <a:pt x="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4" name="Google Shape;20924;p55"/>
            <p:cNvSpPr/>
            <p:nvPr/>
          </p:nvSpPr>
          <p:spPr>
            <a:xfrm>
              <a:off x="5183550" y="264682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10" y="0"/>
                  </a:moveTo>
                  <a:cubicBezTo>
                    <a:pt x="91" y="0"/>
                    <a:pt x="73" y="12"/>
                    <a:pt x="50" y="24"/>
                  </a:cubicBezTo>
                  <a:cubicBezTo>
                    <a:pt x="17" y="77"/>
                    <a:pt x="1" y="160"/>
                    <a:pt x="34" y="213"/>
                  </a:cubicBezTo>
                  <a:cubicBezTo>
                    <a:pt x="50" y="230"/>
                    <a:pt x="83" y="246"/>
                    <a:pt x="120" y="263"/>
                  </a:cubicBezTo>
                  <a:cubicBezTo>
                    <a:pt x="137" y="263"/>
                    <a:pt x="170" y="246"/>
                    <a:pt x="186" y="230"/>
                  </a:cubicBezTo>
                  <a:cubicBezTo>
                    <a:pt x="223" y="213"/>
                    <a:pt x="240" y="180"/>
                    <a:pt x="240" y="143"/>
                  </a:cubicBezTo>
                  <a:cubicBezTo>
                    <a:pt x="240" y="110"/>
                    <a:pt x="223" y="77"/>
                    <a:pt x="207" y="40"/>
                  </a:cubicBezTo>
                  <a:cubicBezTo>
                    <a:pt x="207" y="24"/>
                    <a:pt x="186" y="7"/>
                    <a:pt x="170" y="7"/>
                  </a:cubicBezTo>
                  <a:lnTo>
                    <a:pt x="137" y="7"/>
                  </a:lnTo>
                  <a:cubicBezTo>
                    <a:pt x="127" y="2"/>
                    <a:pt x="118" y="0"/>
                    <a:pt x="1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5" name="Google Shape;20925;p55"/>
            <p:cNvSpPr/>
            <p:nvPr/>
          </p:nvSpPr>
          <p:spPr>
            <a:xfrm>
              <a:off x="5145325" y="2685750"/>
              <a:ext cx="6000" cy="6450"/>
            </a:xfrm>
            <a:custGeom>
              <a:avLst/>
              <a:gdLst/>
              <a:ahLst/>
              <a:cxnLst/>
              <a:rect l="l" t="t" r="r" b="b"/>
              <a:pathLst>
                <a:path w="240" h="258" extrusionOk="0">
                  <a:moveTo>
                    <a:pt x="103" y="0"/>
                  </a:moveTo>
                  <a:cubicBezTo>
                    <a:pt x="86" y="0"/>
                    <a:pt x="68" y="5"/>
                    <a:pt x="49" y="13"/>
                  </a:cubicBezTo>
                  <a:cubicBezTo>
                    <a:pt x="33" y="29"/>
                    <a:pt x="17" y="46"/>
                    <a:pt x="17" y="83"/>
                  </a:cubicBezTo>
                  <a:cubicBezTo>
                    <a:pt x="0" y="116"/>
                    <a:pt x="0" y="132"/>
                    <a:pt x="0" y="169"/>
                  </a:cubicBezTo>
                  <a:cubicBezTo>
                    <a:pt x="17" y="202"/>
                    <a:pt x="33" y="235"/>
                    <a:pt x="66" y="252"/>
                  </a:cubicBezTo>
                  <a:cubicBezTo>
                    <a:pt x="80" y="256"/>
                    <a:pt x="92" y="258"/>
                    <a:pt x="105" y="258"/>
                  </a:cubicBezTo>
                  <a:cubicBezTo>
                    <a:pt x="156" y="258"/>
                    <a:pt x="196" y="226"/>
                    <a:pt x="223" y="186"/>
                  </a:cubicBezTo>
                  <a:cubicBezTo>
                    <a:pt x="239" y="116"/>
                    <a:pt x="206" y="29"/>
                    <a:pt x="153" y="13"/>
                  </a:cubicBezTo>
                  <a:cubicBezTo>
                    <a:pt x="136" y="5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6" name="Google Shape;20926;p55"/>
            <p:cNvSpPr/>
            <p:nvPr/>
          </p:nvSpPr>
          <p:spPr>
            <a:xfrm>
              <a:off x="5141400" y="273327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3" y="0"/>
                  </a:moveTo>
                  <a:cubicBezTo>
                    <a:pt x="37" y="21"/>
                    <a:pt x="0" y="70"/>
                    <a:pt x="17" y="157"/>
                  </a:cubicBezTo>
                  <a:cubicBezTo>
                    <a:pt x="17" y="190"/>
                    <a:pt x="37" y="206"/>
                    <a:pt x="54" y="227"/>
                  </a:cubicBezTo>
                  <a:cubicBezTo>
                    <a:pt x="87" y="260"/>
                    <a:pt x="103" y="260"/>
                    <a:pt x="141" y="260"/>
                  </a:cubicBezTo>
                  <a:cubicBezTo>
                    <a:pt x="190" y="243"/>
                    <a:pt x="244" y="173"/>
                    <a:pt x="223" y="103"/>
                  </a:cubicBezTo>
                  <a:cubicBezTo>
                    <a:pt x="223" y="54"/>
                    <a:pt x="190" y="21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7" name="Google Shape;20927;p55"/>
            <p:cNvSpPr/>
            <p:nvPr/>
          </p:nvSpPr>
          <p:spPr>
            <a:xfrm>
              <a:off x="5140150" y="26551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67" y="17"/>
                    <a:pt x="50" y="34"/>
                    <a:pt x="34" y="55"/>
                  </a:cubicBezTo>
                  <a:cubicBezTo>
                    <a:pt x="17" y="88"/>
                    <a:pt x="1" y="121"/>
                    <a:pt x="17" y="158"/>
                  </a:cubicBezTo>
                  <a:cubicBezTo>
                    <a:pt x="17" y="191"/>
                    <a:pt x="34" y="224"/>
                    <a:pt x="50" y="240"/>
                  </a:cubicBezTo>
                  <a:cubicBezTo>
                    <a:pt x="87" y="261"/>
                    <a:pt x="104" y="261"/>
                    <a:pt x="137" y="261"/>
                  </a:cubicBezTo>
                  <a:cubicBezTo>
                    <a:pt x="207" y="261"/>
                    <a:pt x="240" y="191"/>
                    <a:pt x="224" y="121"/>
                  </a:cubicBezTo>
                  <a:cubicBezTo>
                    <a:pt x="224" y="88"/>
                    <a:pt x="207" y="55"/>
                    <a:pt x="191" y="34"/>
                  </a:cubicBezTo>
                  <a:cubicBezTo>
                    <a:pt x="170" y="17"/>
                    <a:pt x="170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8" name="Google Shape;20928;p55"/>
            <p:cNvSpPr/>
            <p:nvPr/>
          </p:nvSpPr>
          <p:spPr>
            <a:xfrm>
              <a:off x="5157775" y="2730825"/>
              <a:ext cx="5600" cy="6550"/>
            </a:xfrm>
            <a:custGeom>
              <a:avLst/>
              <a:gdLst/>
              <a:ahLst/>
              <a:cxnLst/>
              <a:rect l="l" t="t" r="r" b="b"/>
              <a:pathLst>
                <a:path w="224" h="262" extrusionOk="0">
                  <a:moveTo>
                    <a:pt x="129" y="0"/>
                  </a:moveTo>
                  <a:cubicBezTo>
                    <a:pt x="120" y="0"/>
                    <a:pt x="112" y="5"/>
                    <a:pt x="104" y="16"/>
                  </a:cubicBezTo>
                  <a:cubicBezTo>
                    <a:pt x="34" y="16"/>
                    <a:pt x="1" y="82"/>
                    <a:pt x="1" y="152"/>
                  </a:cubicBezTo>
                  <a:cubicBezTo>
                    <a:pt x="1" y="185"/>
                    <a:pt x="17" y="222"/>
                    <a:pt x="50" y="238"/>
                  </a:cubicBezTo>
                  <a:cubicBezTo>
                    <a:pt x="62" y="250"/>
                    <a:pt x="84" y="262"/>
                    <a:pt x="108" y="262"/>
                  </a:cubicBezTo>
                  <a:cubicBezTo>
                    <a:pt x="117" y="262"/>
                    <a:pt x="127" y="260"/>
                    <a:pt x="137" y="255"/>
                  </a:cubicBezTo>
                  <a:cubicBezTo>
                    <a:pt x="153" y="255"/>
                    <a:pt x="186" y="238"/>
                    <a:pt x="207" y="201"/>
                  </a:cubicBezTo>
                  <a:cubicBezTo>
                    <a:pt x="224" y="185"/>
                    <a:pt x="224" y="152"/>
                    <a:pt x="224" y="119"/>
                  </a:cubicBezTo>
                  <a:cubicBezTo>
                    <a:pt x="224" y="82"/>
                    <a:pt x="207" y="49"/>
                    <a:pt x="170" y="32"/>
                  </a:cubicBezTo>
                  <a:cubicBezTo>
                    <a:pt x="170" y="16"/>
                    <a:pt x="153" y="16"/>
                    <a:pt x="153" y="16"/>
                  </a:cubicBezTo>
                  <a:cubicBezTo>
                    <a:pt x="145" y="5"/>
                    <a:pt x="137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9" name="Google Shape;20929;p55"/>
            <p:cNvSpPr/>
            <p:nvPr/>
          </p:nvSpPr>
          <p:spPr>
            <a:xfrm>
              <a:off x="5146950" y="2668100"/>
              <a:ext cx="6125" cy="6850"/>
            </a:xfrm>
            <a:custGeom>
              <a:avLst/>
              <a:gdLst/>
              <a:ahLst/>
              <a:cxnLst/>
              <a:rect l="l" t="t" r="r" b="b"/>
              <a:pathLst>
                <a:path w="245" h="274" extrusionOk="0">
                  <a:moveTo>
                    <a:pt x="132" y="1"/>
                  </a:moveTo>
                  <a:cubicBezTo>
                    <a:pt x="91" y="1"/>
                    <a:pt x="50" y="32"/>
                    <a:pt x="38" y="84"/>
                  </a:cubicBezTo>
                  <a:cubicBezTo>
                    <a:pt x="1" y="154"/>
                    <a:pt x="38" y="236"/>
                    <a:pt x="88" y="257"/>
                  </a:cubicBezTo>
                  <a:cubicBezTo>
                    <a:pt x="104" y="257"/>
                    <a:pt x="125" y="274"/>
                    <a:pt x="141" y="274"/>
                  </a:cubicBezTo>
                  <a:cubicBezTo>
                    <a:pt x="191" y="257"/>
                    <a:pt x="228" y="220"/>
                    <a:pt x="244" y="187"/>
                  </a:cubicBezTo>
                  <a:cubicBezTo>
                    <a:pt x="244" y="133"/>
                    <a:pt x="244" y="84"/>
                    <a:pt x="207" y="51"/>
                  </a:cubicBezTo>
                  <a:cubicBezTo>
                    <a:pt x="207" y="30"/>
                    <a:pt x="191" y="14"/>
                    <a:pt x="174" y="14"/>
                  </a:cubicBezTo>
                  <a:cubicBezTo>
                    <a:pt x="161" y="5"/>
                    <a:pt x="146" y="1"/>
                    <a:pt x="1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0" name="Google Shape;20930;p55"/>
            <p:cNvSpPr/>
            <p:nvPr/>
          </p:nvSpPr>
          <p:spPr>
            <a:xfrm>
              <a:off x="5127275" y="268647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37" y="0"/>
                  </a:moveTo>
                  <a:cubicBezTo>
                    <a:pt x="104" y="0"/>
                    <a:pt x="66" y="17"/>
                    <a:pt x="50" y="37"/>
                  </a:cubicBezTo>
                  <a:cubicBezTo>
                    <a:pt x="1" y="87"/>
                    <a:pt x="1" y="157"/>
                    <a:pt x="33" y="223"/>
                  </a:cubicBezTo>
                  <a:cubicBezTo>
                    <a:pt x="52" y="253"/>
                    <a:pt x="82" y="266"/>
                    <a:pt x="114" y="266"/>
                  </a:cubicBezTo>
                  <a:cubicBezTo>
                    <a:pt x="140" y="266"/>
                    <a:pt x="167" y="258"/>
                    <a:pt x="190" y="244"/>
                  </a:cubicBezTo>
                  <a:cubicBezTo>
                    <a:pt x="240" y="190"/>
                    <a:pt x="240" y="103"/>
                    <a:pt x="207" y="54"/>
                  </a:cubicBezTo>
                  <a:cubicBezTo>
                    <a:pt x="190" y="37"/>
                    <a:pt x="190" y="17"/>
                    <a:pt x="153" y="17"/>
                  </a:cubicBezTo>
                  <a:lnTo>
                    <a:pt x="1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1" name="Google Shape;20931;p55"/>
            <p:cNvSpPr/>
            <p:nvPr/>
          </p:nvSpPr>
          <p:spPr>
            <a:xfrm>
              <a:off x="5134600" y="26727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33" y="17"/>
                    <a:pt x="0" y="88"/>
                    <a:pt x="0" y="154"/>
                  </a:cubicBezTo>
                  <a:cubicBezTo>
                    <a:pt x="17" y="191"/>
                    <a:pt x="33" y="224"/>
                    <a:pt x="50" y="240"/>
                  </a:cubicBezTo>
                  <a:cubicBezTo>
                    <a:pt x="66" y="257"/>
                    <a:pt x="103" y="257"/>
                    <a:pt x="136" y="257"/>
                  </a:cubicBezTo>
                  <a:cubicBezTo>
                    <a:pt x="186" y="240"/>
                    <a:pt x="239" y="191"/>
                    <a:pt x="223" y="104"/>
                  </a:cubicBezTo>
                  <a:cubicBezTo>
                    <a:pt x="223" y="71"/>
                    <a:pt x="206" y="50"/>
                    <a:pt x="186" y="34"/>
                  </a:cubicBezTo>
                  <a:cubicBezTo>
                    <a:pt x="169" y="17"/>
                    <a:pt x="169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2" name="Google Shape;20932;p55"/>
            <p:cNvSpPr/>
            <p:nvPr/>
          </p:nvSpPr>
          <p:spPr>
            <a:xfrm>
              <a:off x="5130275" y="2718825"/>
              <a:ext cx="6400" cy="6325"/>
            </a:xfrm>
            <a:custGeom>
              <a:avLst/>
              <a:gdLst/>
              <a:ahLst/>
              <a:cxnLst/>
              <a:rect l="l" t="t" r="r" b="b"/>
              <a:pathLst>
                <a:path w="256" h="253" extrusionOk="0">
                  <a:moveTo>
                    <a:pt x="128" y="0"/>
                  </a:moveTo>
                  <a:cubicBezTo>
                    <a:pt x="86" y="0"/>
                    <a:pt x="45" y="32"/>
                    <a:pt x="33" y="83"/>
                  </a:cubicBezTo>
                  <a:cubicBezTo>
                    <a:pt x="0" y="149"/>
                    <a:pt x="33" y="219"/>
                    <a:pt x="87" y="252"/>
                  </a:cubicBezTo>
                  <a:lnTo>
                    <a:pt x="136" y="252"/>
                  </a:lnTo>
                  <a:cubicBezTo>
                    <a:pt x="190" y="252"/>
                    <a:pt x="223" y="219"/>
                    <a:pt x="239" y="166"/>
                  </a:cubicBezTo>
                  <a:cubicBezTo>
                    <a:pt x="256" y="133"/>
                    <a:pt x="239" y="83"/>
                    <a:pt x="206" y="46"/>
                  </a:cubicBezTo>
                  <a:cubicBezTo>
                    <a:pt x="206" y="30"/>
                    <a:pt x="190" y="13"/>
                    <a:pt x="173" y="13"/>
                  </a:cubicBezTo>
                  <a:cubicBezTo>
                    <a:pt x="159" y="5"/>
                    <a:pt x="144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3" name="Google Shape;20933;p55"/>
            <p:cNvSpPr/>
            <p:nvPr/>
          </p:nvSpPr>
          <p:spPr>
            <a:xfrm>
              <a:off x="5173250" y="2555975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83" y="1"/>
                  </a:moveTo>
                  <a:cubicBezTo>
                    <a:pt x="66" y="1"/>
                    <a:pt x="33" y="17"/>
                    <a:pt x="17" y="50"/>
                  </a:cubicBezTo>
                  <a:cubicBezTo>
                    <a:pt x="0" y="83"/>
                    <a:pt x="0" y="120"/>
                    <a:pt x="0" y="153"/>
                  </a:cubicBezTo>
                  <a:cubicBezTo>
                    <a:pt x="0" y="186"/>
                    <a:pt x="17" y="207"/>
                    <a:pt x="33" y="240"/>
                  </a:cubicBezTo>
                  <a:cubicBezTo>
                    <a:pt x="66" y="256"/>
                    <a:pt x="103" y="256"/>
                    <a:pt x="120" y="256"/>
                  </a:cubicBezTo>
                  <a:cubicBezTo>
                    <a:pt x="186" y="240"/>
                    <a:pt x="223" y="186"/>
                    <a:pt x="223" y="104"/>
                  </a:cubicBezTo>
                  <a:cubicBezTo>
                    <a:pt x="206" y="67"/>
                    <a:pt x="186" y="50"/>
                    <a:pt x="169" y="17"/>
                  </a:cubicBezTo>
                  <a:cubicBezTo>
                    <a:pt x="169" y="17"/>
                    <a:pt x="15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4" name="Google Shape;20934;p55"/>
            <p:cNvSpPr/>
            <p:nvPr/>
          </p:nvSpPr>
          <p:spPr>
            <a:xfrm>
              <a:off x="5177875" y="2586525"/>
              <a:ext cx="6125" cy="6475"/>
            </a:xfrm>
            <a:custGeom>
              <a:avLst/>
              <a:gdLst/>
              <a:ahLst/>
              <a:cxnLst/>
              <a:rect l="l" t="t" r="r" b="b"/>
              <a:pathLst>
                <a:path w="245" h="259" extrusionOk="0">
                  <a:moveTo>
                    <a:pt x="108" y="0"/>
                  </a:moveTo>
                  <a:cubicBezTo>
                    <a:pt x="93" y="0"/>
                    <a:pt x="79" y="5"/>
                    <a:pt x="71" y="16"/>
                  </a:cubicBezTo>
                  <a:cubicBezTo>
                    <a:pt x="38" y="32"/>
                    <a:pt x="21" y="49"/>
                    <a:pt x="21" y="82"/>
                  </a:cubicBezTo>
                  <a:cubicBezTo>
                    <a:pt x="1" y="119"/>
                    <a:pt x="1" y="135"/>
                    <a:pt x="21" y="168"/>
                  </a:cubicBezTo>
                  <a:cubicBezTo>
                    <a:pt x="21" y="201"/>
                    <a:pt x="54" y="238"/>
                    <a:pt x="71" y="255"/>
                  </a:cubicBezTo>
                  <a:cubicBezTo>
                    <a:pt x="83" y="258"/>
                    <a:pt x="94" y="259"/>
                    <a:pt x="105" y="259"/>
                  </a:cubicBezTo>
                  <a:cubicBezTo>
                    <a:pt x="158" y="259"/>
                    <a:pt x="197" y="226"/>
                    <a:pt x="228" y="168"/>
                  </a:cubicBezTo>
                  <a:cubicBezTo>
                    <a:pt x="244" y="119"/>
                    <a:pt x="207" y="32"/>
                    <a:pt x="158" y="16"/>
                  </a:cubicBezTo>
                  <a:cubicBezTo>
                    <a:pt x="141" y="5"/>
                    <a:pt x="124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5" name="Google Shape;20935;p55"/>
            <p:cNvSpPr/>
            <p:nvPr/>
          </p:nvSpPr>
          <p:spPr>
            <a:xfrm>
              <a:off x="5179625" y="2568900"/>
              <a:ext cx="6525" cy="6375"/>
            </a:xfrm>
            <a:custGeom>
              <a:avLst/>
              <a:gdLst/>
              <a:ahLst/>
              <a:cxnLst/>
              <a:rect l="l" t="t" r="r" b="b"/>
              <a:pathLst>
                <a:path w="261" h="255" extrusionOk="0">
                  <a:moveTo>
                    <a:pt x="129" y="1"/>
                  </a:moveTo>
                  <a:cubicBezTo>
                    <a:pt x="88" y="1"/>
                    <a:pt x="49" y="34"/>
                    <a:pt x="34" y="82"/>
                  </a:cubicBezTo>
                  <a:cubicBezTo>
                    <a:pt x="1" y="152"/>
                    <a:pt x="34" y="222"/>
                    <a:pt x="88" y="255"/>
                  </a:cubicBezTo>
                  <a:lnTo>
                    <a:pt x="137" y="255"/>
                  </a:lnTo>
                  <a:cubicBezTo>
                    <a:pt x="191" y="255"/>
                    <a:pt x="224" y="222"/>
                    <a:pt x="240" y="185"/>
                  </a:cubicBezTo>
                  <a:cubicBezTo>
                    <a:pt x="261" y="135"/>
                    <a:pt x="240" y="82"/>
                    <a:pt x="224" y="49"/>
                  </a:cubicBezTo>
                  <a:cubicBezTo>
                    <a:pt x="207" y="32"/>
                    <a:pt x="191" y="16"/>
                    <a:pt x="174" y="16"/>
                  </a:cubicBezTo>
                  <a:cubicBezTo>
                    <a:pt x="159" y="5"/>
                    <a:pt x="144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6" name="Google Shape;20936;p55"/>
            <p:cNvSpPr/>
            <p:nvPr/>
          </p:nvSpPr>
          <p:spPr>
            <a:xfrm>
              <a:off x="5186550" y="267710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6" y="0"/>
                  </a:moveTo>
                  <a:cubicBezTo>
                    <a:pt x="103" y="0"/>
                    <a:pt x="66" y="0"/>
                    <a:pt x="50" y="33"/>
                  </a:cubicBezTo>
                  <a:cubicBezTo>
                    <a:pt x="0" y="66"/>
                    <a:pt x="0" y="153"/>
                    <a:pt x="33" y="206"/>
                  </a:cubicBezTo>
                  <a:cubicBezTo>
                    <a:pt x="50" y="239"/>
                    <a:pt x="87" y="256"/>
                    <a:pt x="103" y="256"/>
                  </a:cubicBezTo>
                  <a:cubicBezTo>
                    <a:pt x="136" y="256"/>
                    <a:pt x="169" y="256"/>
                    <a:pt x="190" y="223"/>
                  </a:cubicBezTo>
                  <a:cubicBezTo>
                    <a:pt x="239" y="186"/>
                    <a:pt x="239" y="103"/>
                    <a:pt x="206" y="50"/>
                  </a:cubicBezTo>
                  <a:cubicBezTo>
                    <a:pt x="190" y="33"/>
                    <a:pt x="19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7" name="Google Shape;20937;p55"/>
            <p:cNvSpPr/>
            <p:nvPr/>
          </p:nvSpPr>
          <p:spPr>
            <a:xfrm>
              <a:off x="5250025" y="2572275"/>
              <a:ext cx="5700" cy="6925"/>
            </a:xfrm>
            <a:custGeom>
              <a:avLst/>
              <a:gdLst/>
              <a:ahLst/>
              <a:cxnLst/>
              <a:rect l="l" t="t" r="r" b="b"/>
              <a:pathLst>
                <a:path w="228" h="277" extrusionOk="0">
                  <a:moveTo>
                    <a:pt x="141" y="0"/>
                  </a:moveTo>
                  <a:cubicBezTo>
                    <a:pt x="104" y="0"/>
                    <a:pt x="87" y="17"/>
                    <a:pt x="54" y="33"/>
                  </a:cubicBezTo>
                  <a:cubicBezTo>
                    <a:pt x="22" y="87"/>
                    <a:pt x="1" y="153"/>
                    <a:pt x="38" y="223"/>
                  </a:cubicBezTo>
                  <a:cubicBezTo>
                    <a:pt x="54" y="239"/>
                    <a:pt x="87" y="256"/>
                    <a:pt x="125" y="276"/>
                  </a:cubicBezTo>
                  <a:cubicBezTo>
                    <a:pt x="141" y="276"/>
                    <a:pt x="174" y="256"/>
                    <a:pt x="191" y="239"/>
                  </a:cubicBezTo>
                  <a:cubicBezTo>
                    <a:pt x="207" y="223"/>
                    <a:pt x="228" y="206"/>
                    <a:pt x="228" y="190"/>
                  </a:cubicBezTo>
                  <a:cubicBezTo>
                    <a:pt x="207" y="136"/>
                    <a:pt x="174" y="70"/>
                    <a:pt x="158" y="17"/>
                  </a:cubicBezTo>
                  <a:cubicBezTo>
                    <a:pt x="158" y="17"/>
                    <a:pt x="141" y="17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8" name="Google Shape;20938;p55"/>
            <p:cNvSpPr/>
            <p:nvPr/>
          </p:nvSpPr>
          <p:spPr>
            <a:xfrm>
              <a:off x="5174075" y="26341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50" y="1"/>
                    <a:pt x="0" y="71"/>
                    <a:pt x="17" y="137"/>
                  </a:cubicBezTo>
                  <a:cubicBezTo>
                    <a:pt x="17" y="174"/>
                    <a:pt x="33" y="207"/>
                    <a:pt x="50" y="224"/>
                  </a:cubicBezTo>
                  <a:cubicBezTo>
                    <a:pt x="87" y="257"/>
                    <a:pt x="103" y="257"/>
                    <a:pt x="136" y="257"/>
                  </a:cubicBezTo>
                  <a:cubicBezTo>
                    <a:pt x="206" y="240"/>
                    <a:pt x="239" y="174"/>
                    <a:pt x="239" y="104"/>
                  </a:cubicBezTo>
                  <a:cubicBezTo>
                    <a:pt x="223" y="50"/>
                    <a:pt x="206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9" name="Google Shape;20939;p55"/>
            <p:cNvSpPr/>
            <p:nvPr/>
          </p:nvSpPr>
          <p:spPr>
            <a:xfrm>
              <a:off x="5162000" y="266585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41" y="1"/>
                  </a:moveTo>
                  <a:cubicBezTo>
                    <a:pt x="104" y="1"/>
                    <a:pt x="71" y="17"/>
                    <a:pt x="55" y="38"/>
                  </a:cubicBezTo>
                  <a:cubicBezTo>
                    <a:pt x="1" y="71"/>
                    <a:pt x="1" y="157"/>
                    <a:pt x="38" y="207"/>
                  </a:cubicBezTo>
                  <a:cubicBezTo>
                    <a:pt x="55" y="244"/>
                    <a:pt x="71" y="260"/>
                    <a:pt x="104" y="260"/>
                  </a:cubicBezTo>
                  <a:cubicBezTo>
                    <a:pt x="141" y="260"/>
                    <a:pt x="174" y="260"/>
                    <a:pt x="191" y="244"/>
                  </a:cubicBezTo>
                  <a:cubicBezTo>
                    <a:pt x="207" y="207"/>
                    <a:pt x="224" y="190"/>
                    <a:pt x="224" y="157"/>
                  </a:cubicBezTo>
                  <a:cubicBezTo>
                    <a:pt x="224" y="120"/>
                    <a:pt x="224" y="87"/>
                    <a:pt x="207" y="54"/>
                  </a:cubicBezTo>
                  <a:cubicBezTo>
                    <a:pt x="191" y="38"/>
                    <a:pt x="174" y="17"/>
                    <a:pt x="158" y="17"/>
                  </a:cubicBezTo>
                  <a:cubicBezTo>
                    <a:pt x="158" y="1"/>
                    <a:pt x="141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0" name="Google Shape;20940;p55"/>
            <p:cNvSpPr/>
            <p:nvPr/>
          </p:nvSpPr>
          <p:spPr>
            <a:xfrm>
              <a:off x="5159025" y="271552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20" y="0"/>
                  </a:moveTo>
                  <a:cubicBezTo>
                    <a:pt x="114" y="0"/>
                    <a:pt x="109" y="2"/>
                    <a:pt x="103" y="9"/>
                  </a:cubicBezTo>
                  <a:cubicBezTo>
                    <a:pt x="54" y="9"/>
                    <a:pt x="0" y="75"/>
                    <a:pt x="17" y="145"/>
                  </a:cubicBezTo>
                  <a:cubicBezTo>
                    <a:pt x="17" y="215"/>
                    <a:pt x="87" y="265"/>
                    <a:pt x="136" y="265"/>
                  </a:cubicBezTo>
                  <a:cubicBezTo>
                    <a:pt x="174" y="248"/>
                    <a:pt x="190" y="232"/>
                    <a:pt x="207" y="215"/>
                  </a:cubicBezTo>
                  <a:cubicBezTo>
                    <a:pt x="223" y="178"/>
                    <a:pt x="239" y="145"/>
                    <a:pt x="223" y="112"/>
                  </a:cubicBezTo>
                  <a:cubicBezTo>
                    <a:pt x="223" y="75"/>
                    <a:pt x="207" y="42"/>
                    <a:pt x="190" y="26"/>
                  </a:cubicBezTo>
                  <a:cubicBezTo>
                    <a:pt x="174" y="26"/>
                    <a:pt x="174" y="9"/>
                    <a:pt x="157" y="9"/>
                  </a:cubicBezTo>
                  <a:cubicBezTo>
                    <a:pt x="143" y="9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1" name="Google Shape;20941;p55"/>
            <p:cNvSpPr/>
            <p:nvPr/>
          </p:nvSpPr>
          <p:spPr>
            <a:xfrm>
              <a:off x="5165000" y="2695425"/>
              <a:ext cx="6525" cy="6625"/>
            </a:xfrm>
            <a:custGeom>
              <a:avLst/>
              <a:gdLst/>
              <a:ahLst/>
              <a:cxnLst/>
              <a:rect l="l" t="t" r="r" b="b"/>
              <a:pathLst>
                <a:path w="261" h="265" extrusionOk="0">
                  <a:moveTo>
                    <a:pt x="147" y="1"/>
                  </a:moveTo>
                  <a:cubicBezTo>
                    <a:pt x="102" y="1"/>
                    <a:pt x="51" y="34"/>
                    <a:pt x="38" y="92"/>
                  </a:cubicBezTo>
                  <a:cubicBezTo>
                    <a:pt x="0" y="158"/>
                    <a:pt x="38" y="228"/>
                    <a:pt x="87" y="261"/>
                  </a:cubicBezTo>
                  <a:cubicBezTo>
                    <a:pt x="99" y="264"/>
                    <a:pt x="110" y="265"/>
                    <a:pt x="121" y="265"/>
                  </a:cubicBezTo>
                  <a:cubicBezTo>
                    <a:pt x="174" y="265"/>
                    <a:pt x="213" y="232"/>
                    <a:pt x="244" y="174"/>
                  </a:cubicBezTo>
                  <a:cubicBezTo>
                    <a:pt x="260" y="108"/>
                    <a:pt x="227" y="38"/>
                    <a:pt x="174" y="5"/>
                  </a:cubicBezTo>
                  <a:cubicBezTo>
                    <a:pt x="165" y="2"/>
                    <a:pt x="156" y="1"/>
                    <a:pt x="1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42" name="Google Shape;20942;p55"/>
          <p:cNvSpPr/>
          <p:nvPr/>
        </p:nvSpPr>
        <p:spPr>
          <a:xfrm flipH="1">
            <a:off x="6431825" y="4615050"/>
            <a:ext cx="343650" cy="281174"/>
          </a:xfrm>
          <a:custGeom>
            <a:avLst/>
            <a:gdLst/>
            <a:ahLst/>
            <a:cxnLst/>
            <a:rect l="l" t="t" r="r" b="b"/>
            <a:pathLst>
              <a:path w="2442" h="1998" extrusionOk="0">
                <a:moveTo>
                  <a:pt x="1079" y="1"/>
                </a:moveTo>
                <a:cubicBezTo>
                  <a:pt x="952" y="1"/>
                  <a:pt x="821" y="27"/>
                  <a:pt x="689" y="85"/>
                </a:cubicBezTo>
                <a:cubicBezTo>
                  <a:pt x="207" y="274"/>
                  <a:pt x="1" y="703"/>
                  <a:pt x="1" y="1202"/>
                </a:cubicBezTo>
                <a:cubicBezTo>
                  <a:pt x="1" y="1425"/>
                  <a:pt x="17" y="1684"/>
                  <a:pt x="207" y="1837"/>
                </a:cubicBezTo>
                <a:cubicBezTo>
                  <a:pt x="354" y="1956"/>
                  <a:pt x="560" y="1997"/>
                  <a:pt x="754" y="1997"/>
                </a:cubicBezTo>
                <a:cubicBezTo>
                  <a:pt x="790" y="1997"/>
                  <a:pt x="824" y="1996"/>
                  <a:pt x="859" y="1994"/>
                </a:cubicBezTo>
                <a:cubicBezTo>
                  <a:pt x="1514" y="1961"/>
                  <a:pt x="2442" y="1528"/>
                  <a:pt x="2095" y="740"/>
                </a:cubicBezTo>
                <a:cubicBezTo>
                  <a:pt x="1910" y="312"/>
                  <a:pt x="1517" y="1"/>
                  <a:pt x="107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43" name="Google Shape;20943;p55"/>
          <p:cNvSpPr/>
          <p:nvPr/>
        </p:nvSpPr>
        <p:spPr>
          <a:xfrm flipH="1">
            <a:off x="8253969" y="3533876"/>
            <a:ext cx="420427" cy="461299"/>
          </a:xfrm>
          <a:custGeom>
            <a:avLst/>
            <a:gdLst/>
            <a:ahLst/>
            <a:cxnLst/>
            <a:rect l="l" t="t" r="r" b="b"/>
            <a:pathLst>
              <a:path w="2903" h="2718" extrusionOk="0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44" name="Google Shape;20944;p55"/>
          <p:cNvSpPr/>
          <p:nvPr/>
        </p:nvSpPr>
        <p:spPr>
          <a:xfrm rot="10800000">
            <a:off x="6690125" y="3203971"/>
            <a:ext cx="2453875" cy="1939529"/>
          </a:xfrm>
          <a:custGeom>
            <a:avLst/>
            <a:gdLst/>
            <a:ahLst/>
            <a:cxnLst/>
            <a:rect l="l" t="t" r="r" b="b"/>
            <a:pathLst>
              <a:path w="8279" h="7456" extrusionOk="0">
                <a:moveTo>
                  <a:pt x="0" y="1"/>
                </a:moveTo>
                <a:lnTo>
                  <a:pt x="0" y="7455"/>
                </a:lnTo>
                <a:cubicBezTo>
                  <a:pt x="186" y="6235"/>
                  <a:pt x="652" y="5117"/>
                  <a:pt x="1443" y="4379"/>
                </a:cubicBezTo>
                <a:cubicBezTo>
                  <a:pt x="1850" y="3996"/>
                  <a:pt x="2252" y="3845"/>
                  <a:pt x="2651" y="3845"/>
                </a:cubicBezTo>
                <a:cubicBezTo>
                  <a:pt x="3415" y="3845"/>
                  <a:pt x="4166" y="4394"/>
                  <a:pt x="4910" y="4911"/>
                </a:cubicBezTo>
                <a:cubicBezTo>
                  <a:pt x="5426" y="5274"/>
                  <a:pt x="6011" y="5600"/>
                  <a:pt x="6597" y="5703"/>
                </a:cubicBezTo>
                <a:cubicBezTo>
                  <a:pt x="6686" y="5720"/>
                  <a:pt x="6778" y="5729"/>
                  <a:pt x="6871" y="5729"/>
                </a:cubicBezTo>
                <a:cubicBezTo>
                  <a:pt x="7335" y="5729"/>
                  <a:pt x="7820" y="5505"/>
                  <a:pt x="8019" y="4948"/>
                </a:cubicBezTo>
                <a:cubicBezTo>
                  <a:pt x="8279" y="4190"/>
                  <a:pt x="7937" y="3365"/>
                  <a:pt x="7660" y="2730"/>
                </a:cubicBezTo>
                <a:cubicBezTo>
                  <a:pt x="7590" y="2578"/>
                  <a:pt x="6560" y="87"/>
                  <a:pt x="67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45" name="Google Shape;20945;p55"/>
          <p:cNvSpPr/>
          <p:nvPr/>
        </p:nvSpPr>
        <p:spPr>
          <a:xfrm rot="8405528" flipH="1">
            <a:off x="157178" y="1820773"/>
            <a:ext cx="513994" cy="420552"/>
          </a:xfrm>
          <a:custGeom>
            <a:avLst/>
            <a:gdLst/>
            <a:ahLst/>
            <a:cxnLst/>
            <a:rect l="l" t="t" r="r" b="b"/>
            <a:pathLst>
              <a:path w="2442" h="1998" extrusionOk="0">
                <a:moveTo>
                  <a:pt x="1079" y="1"/>
                </a:moveTo>
                <a:cubicBezTo>
                  <a:pt x="952" y="1"/>
                  <a:pt x="821" y="27"/>
                  <a:pt x="689" y="85"/>
                </a:cubicBezTo>
                <a:cubicBezTo>
                  <a:pt x="207" y="274"/>
                  <a:pt x="1" y="703"/>
                  <a:pt x="1" y="1202"/>
                </a:cubicBezTo>
                <a:cubicBezTo>
                  <a:pt x="1" y="1425"/>
                  <a:pt x="17" y="1684"/>
                  <a:pt x="207" y="1837"/>
                </a:cubicBezTo>
                <a:cubicBezTo>
                  <a:pt x="354" y="1956"/>
                  <a:pt x="560" y="1997"/>
                  <a:pt x="754" y="1997"/>
                </a:cubicBezTo>
                <a:cubicBezTo>
                  <a:pt x="790" y="1997"/>
                  <a:pt x="824" y="1996"/>
                  <a:pt x="859" y="1994"/>
                </a:cubicBezTo>
                <a:cubicBezTo>
                  <a:pt x="1514" y="1961"/>
                  <a:pt x="2442" y="1528"/>
                  <a:pt x="2095" y="740"/>
                </a:cubicBezTo>
                <a:cubicBezTo>
                  <a:pt x="1910" y="312"/>
                  <a:pt x="1517" y="1"/>
                  <a:pt x="107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46" name="Google Shape;20946;p55"/>
          <p:cNvSpPr/>
          <p:nvPr/>
        </p:nvSpPr>
        <p:spPr>
          <a:xfrm flipH="1">
            <a:off x="-691437" y="4063624"/>
            <a:ext cx="1543786" cy="1693878"/>
          </a:xfrm>
          <a:custGeom>
            <a:avLst/>
            <a:gdLst/>
            <a:ahLst/>
            <a:cxnLst/>
            <a:rect l="l" t="t" r="r" b="b"/>
            <a:pathLst>
              <a:path w="2903" h="2718" extrusionOk="0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Berkshire Swash"/>
              <a:buNone/>
              <a:defRPr sz="2800">
                <a:solidFill>
                  <a:schemeClr val="accent2"/>
                </a:solidFill>
                <a:latin typeface="Berkshire Swash"/>
                <a:ea typeface="Berkshire Swash"/>
                <a:cs typeface="Berkshire Swash"/>
                <a:sym typeface="Berkshire Swas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415900"/>
            <a:ext cx="7704000" cy="31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Open Sans"/>
              <a:buChar char="●"/>
              <a:defRPr sz="1800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pen Sans"/>
              <a:buChar char="○"/>
              <a:defRPr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pen Sans"/>
              <a:buChar char="■"/>
              <a:defRPr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pen Sans"/>
              <a:buChar char="●"/>
              <a:defRPr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pen Sans"/>
              <a:buChar char="○"/>
              <a:defRPr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pen Sans"/>
              <a:buChar char="■"/>
              <a:defRPr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pen Sans"/>
              <a:buChar char="●"/>
              <a:defRPr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pen Sans"/>
              <a:buChar char="○"/>
              <a:defRPr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Open Sans"/>
              <a:buChar char="■"/>
              <a:defRPr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6" r:id="rId4"/>
    <p:sldLayoutId id="2147483658" r:id="rId5"/>
    <p:sldLayoutId id="2147483659" r:id="rId6"/>
    <p:sldLayoutId id="2147483677" r:id="rId7"/>
    <p:sldLayoutId id="2147483678" r:id="rId8"/>
    <p:sldLayoutId id="2147483679" r:id="rId9"/>
    <p:sldLayoutId id="2147483700" r:id="rId10"/>
    <p:sldLayoutId id="2147483701" r:id="rId11"/>
  </p:sldLayoutIdLst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59" name="Google Shape;20959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17" y="608066"/>
            <a:ext cx="4564851" cy="4564851"/>
          </a:xfrm>
          <a:prstGeom prst="rect">
            <a:avLst/>
          </a:prstGeom>
          <a:noFill/>
          <a:ln>
            <a:noFill/>
          </a:ln>
        </p:spPr>
      </p:pic>
      <p:sp>
        <p:nvSpPr>
          <p:cNvPr id="20960" name="Google Shape;20960;p60"/>
          <p:cNvSpPr/>
          <p:nvPr/>
        </p:nvSpPr>
        <p:spPr>
          <a:xfrm>
            <a:off x="-199475" y="0"/>
            <a:ext cx="8276616" cy="5172932"/>
          </a:xfrm>
          <a:custGeom>
            <a:avLst/>
            <a:gdLst/>
            <a:ahLst/>
            <a:cxnLst/>
            <a:rect l="l" t="t" r="r" b="b"/>
            <a:pathLst>
              <a:path w="57087" h="32295" extrusionOk="0">
                <a:moveTo>
                  <a:pt x="16605" y="3152"/>
                </a:moveTo>
                <a:cubicBezTo>
                  <a:pt x="20314" y="3152"/>
                  <a:pt x="23884" y="4742"/>
                  <a:pt x="26952" y="7438"/>
                </a:cubicBezTo>
                <a:cubicBezTo>
                  <a:pt x="29100" y="9326"/>
                  <a:pt x="31644" y="11647"/>
                  <a:pt x="31574" y="14739"/>
                </a:cubicBezTo>
                <a:cubicBezTo>
                  <a:pt x="31504" y="17675"/>
                  <a:pt x="29583" y="20458"/>
                  <a:pt x="27624" y="22503"/>
                </a:cubicBezTo>
                <a:cubicBezTo>
                  <a:pt x="24108" y="26144"/>
                  <a:pt x="18387" y="29602"/>
                  <a:pt x="13323" y="29602"/>
                </a:cubicBezTo>
                <a:cubicBezTo>
                  <a:pt x="9974" y="29602"/>
                  <a:pt x="6913" y="28090"/>
                  <a:pt x="4965" y="24119"/>
                </a:cubicBezTo>
                <a:cubicBezTo>
                  <a:pt x="1531" y="17127"/>
                  <a:pt x="2953" y="8502"/>
                  <a:pt x="10292" y="4741"/>
                </a:cubicBezTo>
                <a:cubicBezTo>
                  <a:pt x="12397" y="3653"/>
                  <a:pt x="14523" y="3152"/>
                  <a:pt x="16605" y="3152"/>
                </a:cubicBezTo>
                <a:close/>
                <a:moveTo>
                  <a:pt x="1" y="0"/>
                </a:moveTo>
                <a:lnTo>
                  <a:pt x="1" y="32295"/>
                </a:lnTo>
                <a:lnTo>
                  <a:pt x="57087" y="32295"/>
                </a:lnTo>
                <a:lnTo>
                  <a:pt x="5708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961" name="Google Shape;20961;p60"/>
          <p:cNvSpPr/>
          <p:nvPr/>
        </p:nvSpPr>
        <p:spPr>
          <a:xfrm>
            <a:off x="7340777" y="3783865"/>
            <a:ext cx="1803223" cy="1389052"/>
          </a:xfrm>
          <a:custGeom>
            <a:avLst/>
            <a:gdLst/>
            <a:ahLst/>
            <a:cxnLst/>
            <a:rect l="l" t="t" r="r" b="b"/>
            <a:pathLst>
              <a:path w="8573" h="6604" extrusionOk="0">
                <a:moveTo>
                  <a:pt x="5789" y="1"/>
                </a:moveTo>
                <a:cubicBezTo>
                  <a:pt x="3331" y="1"/>
                  <a:pt x="117" y="1067"/>
                  <a:pt x="1" y="6604"/>
                </a:cubicBezTo>
                <a:lnTo>
                  <a:pt x="8572" y="6604"/>
                </a:lnTo>
                <a:lnTo>
                  <a:pt x="8572" y="419"/>
                </a:lnTo>
                <a:cubicBezTo>
                  <a:pt x="8572" y="419"/>
                  <a:pt x="7329" y="1"/>
                  <a:pt x="578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62" name="Google Shape;20962;p60"/>
          <p:cNvSpPr txBox="1">
            <a:spLocks noGrp="1"/>
          </p:cNvSpPr>
          <p:nvPr>
            <p:ph type="ctrTitle"/>
          </p:nvPr>
        </p:nvSpPr>
        <p:spPr>
          <a:xfrm>
            <a:off x="4904160" y="1012590"/>
            <a:ext cx="4399284" cy="231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ZA" dirty="0"/>
              <a:t>Bright Coffee Shop Sales</a:t>
            </a:r>
            <a:endParaRPr dirty="0"/>
          </a:p>
        </p:txBody>
      </p:sp>
      <p:sp>
        <p:nvSpPr>
          <p:cNvPr id="20963" name="Google Shape;20963;p60"/>
          <p:cNvSpPr txBox="1">
            <a:spLocks noGrp="1"/>
          </p:cNvSpPr>
          <p:nvPr>
            <p:ph type="subTitle" idx="1"/>
          </p:nvPr>
        </p:nvSpPr>
        <p:spPr>
          <a:xfrm>
            <a:off x="7340777" y="4731270"/>
            <a:ext cx="2796900" cy="6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Amukelani Khosa</a:t>
            </a:r>
            <a:endParaRPr dirty="0"/>
          </a:p>
        </p:txBody>
      </p:sp>
      <p:sp>
        <p:nvSpPr>
          <p:cNvPr id="20964" name="Google Shape;20964;p60"/>
          <p:cNvSpPr/>
          <p:nvPr/>
        </p:nvSpPr>
        <p:spPr>
          <a:xfrm>
            <a:off x="-199475" y="-188050"/>
            <a:ext cx="3673877" cy="1332473"/>
          </a:xfrm>
          <a:custGeom>
            <a:avLst/>
            <a:gdLst/>
            <a:ahLst/>
            <a:cxnLst/>
            <a:rect l="l" t="t" r="r" b="b"/>
            <a:pathLst>
              <a:path w="12333" h="4473" extrusionOk="0">
                <a:moveTo>
                  <a:pt x="17" y="0"/>
                </a:moveTo>
                <a:lnTo>
                  <a:pt x="33" y="4041"/>
                </a:lnTo>
                <a:cubicBezTo>
                  <a:pt x="0" y="4090"/>
                  <a:pt x="602" y="4280"/>
                  <a:pt x="652" y="4297"/>
                </a:cubicBezTo>
                <a:cubicBezTo>
                  <a:pt x="775" y="4335"/>
                  <a:pt x="897" y="4355"/>
                  <a:pt x="1019" y="4355"/>
                </a:cubicBezTo>
                <a:cubicBezTo>
                  <a:pt x="1221" y="4355"/>
                  <a:pt x="1420" y="4301"/>
                  <a:pt x="1612" y="4193"/>
                </a:cubicBezTo>
                <a:cubicBezTo>
                  <a:pt x="2198" y="3868"/>
                  <a:pt x="2577" y="3282"/>
                  <a:pt x="3159" y="2940"/>
                </a:cubicBezTo>
                <a:cubicBezTo>
                  <a:pt x="3576" y="2709"/>
                  <a:pt x="4037" y="2592"/>
                  <a:pt x="4498" y="2592"/>
                </a:cubicBezTo>
                <a:cubicBezTo>
                  <a:pt x="4893" y="2592"/>
                  <a:pt x="5287" y="2678"/>
                  <a:pt x="5653" y="2854"/>
                </a:cubicBezTo>
                <a:cubicBezTo>
                  <a:pt x="6131" y="3093"/>
                  <a:pt x="6494" y="3455"/>
                  <a:pt x="6906" y="3781"/>
                </a:cubicBezTo>
                <a:cubicBezTo>
                  <a:pt x="7302" y="4107"/>
                  <a:pt x="7817" y="4433"/>
                  <a:pt x="8333" y="4470"/>
                </a:cubicBezTo>
                <a:cubicBezTo>
                  <a:pt x="8363" y="4472"/>
                  <a:pt x="8393" y="4472"/>
                  <a:pt x="8423" y="4472"/>
                </a:cubicBezTo>
                <a:cubicBezTo>
                  <a:pt x="9185" y="4472"/>
                  <a:pt x="9795" y="3880"/>
                  <a:pt x="10291" y="3352"/>
                </a:cubicBezTo>
                <a:cubicBezTo>
                  <a:pt x="10786" y="2783"/>
                  <a:pt x="11252" y="2186"/>
                  <a:pt x="11648" y="1547"/>
                </a:cubicBezTo>
                <a:cubicBezTo>
                  <a:pt x="11837" y="1221"/>
                  <a:pt x="12006" y="879"/>
                  <a:pt x="12147" y="536"/>
                </a:cubicBezTo>
                <a:cubicBezTo>
                  <a:pt x="12212" y="380"/>
                  <a:pt x="12332" y="0"/>
                  <a:pt x="1233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965" name="Google Shape;20965;p60"/>
          <p:cNvGrpSpPr/>
          <p:nvPr/>
        </p:nvGrpSpPr>
        <p:grpSpPr>
          <a:xfrm rot="-5400000">
            <a:off x="-332682" y="3463597"/>
            <a:ext cx="1803243" cy="1536829"/>
            <a:chOff x="3796300" y="2184925"/>
            <a:chExt cx="427775" cy="364575"/>
          </a:xfrm>
        </p:grpSpPr>
        <p:sp>
          <p:nvSpPr>
            <p:cNvPr id="20966" name="Google Shape;20966;p60"/>
            <p:cNvSpPr/>
            <p:nvPr/>
          </p:nvSpPr>
          <p:spPr>
            <a:xfrm>
              <a:off x="4014925" y="231840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03" y="0"/>
                  </a:moveTo>
                  <a:cubicBezTo>
                    <a:pt x="33" y="21"/>
                    <a:pt x="0" y="71"/>
                    <a:pt x="0" y="157"/>
                  </a:cubicBezTo>
                  <a:cubicBezTo>
                    <a:pt x="17" y="190"/>
                    <a:pt x="17" y="207"/>
                    <a:pt x="54" y="244"/>
                  </a:cubicBezTo>
                  <a:cubicBezTo>
                    <a:pt x="70" y="260"/>
                    <a:pt x="103" y="260"/>
                    <a:pt x="136" y="260"/>
                  </a:cubicBezTo>
                  <a:cubicBezTo>
                    <a:pt x="157" y="260"/>
                    <a:pt x="190" y="227"/>
                    <a:pt x="206" y="207"/>
                  </a:cubicBezTo>
                  <a:cubicBezTo>
                    <a:pt x="223" y="174"/>
                    <a:pt x="223" y="141"/>
                    <a:pt x="223" y="104"/>
                  </a:cubicBezTo>
                  <a:cubicBezTo>
                    <a:pt x="223" y="71"/>
                    <a:pt x="206" y="38"/>
                    <a:pt x="173" y="21"/>
                  </a:cubicBezTo>
                  <a:cubicBezTo>
                    <a:pt x="173" y="21"/>
                    <a:pt x="157" y="21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7" name="Google Shape;20967;p60"/>
            <p:cNvSpPr/>
            <p:nvPr/>
          </p:nvSpPr>
          <p:spPr>
            <a:xfrm>
              <a:off x="4016250" y="2394475"/>
              <a:ext cx="6425" cy="6375"/>
            </a:xfrm>
            <a:custGeom>
              <a:avLst/>
              <a:gdLst/>
              <a:ahLst/>
              <a:cxnLst/>
              <a:rect l="l" t="t" r="r" b="b"/>
              <a:pathLst>
                <a:path w="257" h="255" extrusionOk="0">
                  <a:moveTo>
                    <a:pt x="137" y="0"/>
                  </a:moveTo>
                  <a:cubicBezTo>
                    <a:pt x="104" y="0"/>
                    <a:pt x="83" y="0"/>
                    <a:pt x="50" y="17"/>
                  </a:cubicBezTo>
                  <a:cubicBezTo>
                    <a:pt x="17" y="70"/>
                    <a:pt x="1" y="153"/>
                    <a:pt x="34" y="206"/>
                  </a:cubicBezTo>
                  <a:cubicBezTo>
                    <a:pt x="63" y="235"/>
                    <a:pt x="99" y="254"/>
                    <a:pt x="130" y="254"/>
                  </a:cubicBezTo>
                  <a:cubicBezTo>
                    <a:pt x="153" y="254"/>
                    <a:pt x="173" y="245"/>
                    <a:pt x="186" y="223"/>
                  </a:cubicBezTo>
                  <a:cubicBezTo>
                    <a:pt x="240" y="190"/>
                    <a:pt x="256" y="103"/>
                    <a:pt x="207" y="50"/>
                  </a:cubicBezTo>
                  <a:cubicBezTo>
                    <a:pt x="207" y="17"/>
                    <a:pt x="186" y="17"/>
                    <a:pt x="1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8" name="Google Shape;20968;p60"/>
            <p:cNvSpPr/>
            <p:nvPr/>
          </p:nvSpPr>
          <p:spPr>
            <a:xfrm>
              <a:off x="3944925" y="231757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4" y="0"/>
                  </a:moveTo>
                  <a:cubicBezTo>
                    <a:pt x="87" y="0"/>
                    <a:pt x="87" y="17"/>
                    <a:pt x="71" y="17"/>
                  </a:cubicBezTo>
                  <a:cubicBezTo>
                    <a:pt x="34" y="33"/>
                    <a:pt x="1" y="87"/>
                    <a:pt x="1" y="157"/>
                  </a:cubicBezTo>
                  <a:cubicBezTo>
                    <a:pt x="17" y="190"/>
                    <a:pt x="34" y="223"/>
                    <a:pt x="50" y="240"/>
                  </a:cubicBezTo>
                  <a:cubicBezTo>
                    <a:pt x="65" y="254"/>
                    <a:pt x="86" y="267"/>
                    <a:pt x="109" y="267"/>
                  </a:cubicBezTo>
                  <a:cubicBezTo>
                    <a:pt x="118" y="267"/>
                    <a:pt x="127" y="265"/>
                    <a:pt x="137" y="260"/>
                  </a:cubicBezTo>
                  <a:cubicBezTo>
                    <a:pt x="190" y="260"/>
                    <a:pt x="240" y="190"/>
                    <a:pt x="223" y="120"/>
                  </a:cubicBezTo>
                  <a:lnTo>
                    <a:pt x="223" y="87"/>
                  </a:lnTo>
                  <a:cubicBezTo>
                    <a:pt x="207" y="54"/>
                    <a:pt x="190" y="17"/>
                    <a:pt x="153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9" name="Google Shape;20969;p60"/>
            <p:cNvSpPr/>
            <p:nvPr/>
          </p:nvSpPr>
          <p:spPr>
            <a:xfrm>
              <a:off x="4002450" y="23514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0" y="1"/>
                  </a:moveTo>
                  <a:cubicBezTo>
                    <a:pt x="103" y="1"/>
                    <a:pt x="70" y="1"/>
                    <a:pt x="54" y="17"/>
                  </a:cubicBezTo>
                  <a:cubicBezTo>
                    <a:pt x="0" y="71"/>
                    <a:pt x="0" y="158"/>
                    <a:pt x="37" y="207"/>
                  </a:cubicBezTo>
                  <a:cubicBezTo>
                    <a:pt x="54" y="244"/>
                    <a:pt x="87" y="261"/>
                    <a:pt x="103" y="261"/>
                  </a:cubicBezTo>
                  <a:cubicBezTo>
                    <a:pt x="140" y="261"/>
                    <a:pt x="173" y="244"/>
                    <a:pt x="190" y="224"/>
                  </a:cubicBezTo>
                  <a:cubicBezTo>
                    <a:pt x="244" y="191"/>
                    <a:pt x="244" y="104"/>
                    <a:pt x="206" y="55"/>
                  </a:cubicBezTo>
                  <a:cubicBezTo>
                    <a:pt x="190" y="17"/>
                    <a:pt x="190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0" name="Google Shape;20970;p60"/>
            <p:cNvSpPr/>
            <p:nvPr/>
          </p:nvSpPr>
          <p:spPr>
            <a:xfrm>
              <a:off x="4017900" y="23510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71" y="0"/>
                  </a:moveTo>
                  <a:cubicBezTo>
                    <a:pt x="38" y="33"/>
                    <a:pt x="1" y="87"/>
                    <a:pt x="17" y="157"/>
                  </a:cubicBezTo>
                  <a:cubicBezTo>
                    <a:pt x="17" y="190"/>
                    <a:pt x="38" y="207"/>
                    <a:pt x="54" y="240"/>
                  </a:cubicBezTo>
                  <a:cubicBezTo>
                    <a:pt x="87" y="260"/>
                    <a:pt x="104" y="260"/>
                    <a:pt x="141" y="260"/>
                  </a:cubicBezTo>
                  <a:cubicBezTo>
                    <a:pt x="190" y="240"/>
                    <a:pt x="244" y="174"/>
                    <a:pt x="223" y="103"/>
                  </a:cubicBezTo>
                  <a:lnTo>
                    <a:pt x="223" y="71"/>
                  </a:lnTo>
                  <a:cubicBezTo>
                    <a:pt x="207" y="33"/>
                    <a:pt x="190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1" name="Google Shape;20971;p60"/>
            <p:cNvSpPr/>
            <p:nvPr/>
          </p:nvSpPr>
          <p:spPr>
            <a:xfrm>
              <a:off x="4011525" y="23688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10" y="0"/>
                  </a:moveTo>
                  <a:cubicBezTo>
                    <a:pt x="70" y="0"/>
                    <a:pt x="29" y="32"/>
                    <a:pt x="17" y="83"/>
                  </a:cubicBezTo>
                  <a:cubicBezTo>
                    <a:pt x="0" y="149"/>
                    <a:pt x="17" y="219"/>
                    <a:pt x="87" y="252"/>
                  </a:cubicBezTo>
                  <a:cubicBezTo>
                    <a:pt x="99" y="257"/>
                    <a:pt x="112" y="260"/>
                    <a:pt x="126" y="260"/>
                  </a:cubicBezTo>
                  <a:cubicBezTo>
                    <a:pt x="168" y="260"/>
                    <a:pt x="210" y="236"/>
                    <a:pt x="223" y="186"/>
                  </a:cubicBezTo>
                  <a:cubicBezTo>
                    <a:pt x="239" y="116"/>
                    <a:pt x="223" y="29"/>
                    <a:pt x="153" y="13"/>
                  </a:cubicBezTo>
                  <a:cubicBezTo>
                    <a:pt x="140" y="4"/>
                    <a:pt x="125" y="0"/>
                    <a:pt x="1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2" name="Google Shape;20972;p60"/>
            <p:cNvSpPr/>
            <p:nvPr/>
          </p:nvSpPr>
          <p:spPr>
            <a:xfrm>
              <a:off x="4014100" y="2270675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25" y="0"/>
                  </a:moveTo>
                  <a:cubicBezTo>
                    <a:pt x="80" y="0"/>
                    <a:pt x="30" y="31"/>
                    <a:pt x="17" y="75"/>
                  </a:cubicBezTo>
                  <a:cubicBezTo>
                    <a:pt x="0" y="141"/>
                    <a:pt x="17" y="227"/>
                    <a:pt x="87" y="244"/>
                  </a:cubicBezTo>
                  <a:cubicBezTo>
                    <a:pt x="100" y="254"/>
                    <a:pt x="115" y="259"/>
                    <a:pt x="130" y="259"/>
                  </a:cubicBezTo>
                  <a:cubicBezTo>
                    <a:pt x="170" y="259"/>
                    <a:pt x="211" y="226"/>
                    <a:pt x="223" y="178"/>
                  </a:cubicBezTo>
                  <a:cubicBezTo>
                    <a:pt x="239" y="108"/>
                    <a:pt x="223" y="38"/>
                    <a:pt x="153" y="5"/>
                  </a:cubicBezTo>
                  <a:cubicBezTo>
                    <a:pt x="144" y="2"/>
                    <a:pt x="135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3" name="Google Shape;20973;p60"/>
            <p:cNvSpPr/>
            <p:nvPr/>
          </p:nvSpPr>
          <p:spPr>
            <a:xfrm>
              <a:off x="4001625" y="239787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3" y="0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7" y="190"/>
                    <a:pt x="33" y="223"/>
                    <a:pt x="50" y="243"/>
                  </a:cubicBezTo>
                  <a:cubicBezTo>
                    <a:pt x="64" y="255"/>
                    <a:pt x="85" y="267"/>
                    <a:pt x="108" y="267"/>
                  </a:cubicBezTo>
                  <a:cubicBezTo>
                    <a:pt x="117" y="267"/>
                    <a:pt x="127" y="265"/>
                    <a:pt x="136" y="260"/>
                  </a:cubicBezTo>
                  <a:cubicBezTo>
                    <a:pt x="190" y="260"/>
                    <a:pt x="239" y="190"/>
                    <a:pt x="223" y="120"/>
                  </a:cubicBezTo>
                  <a:cubicBezTo>
                    <a:pt x="223" y="87"/>
                    <a:pt x="206" y="54"/>
                    <a:pt x="190" y="37"/>
                  </a:cubicBezTo>
                  <a:cubicBezTo>
                    <a:pt x="173" y="17"/>
                    <a:pt x="173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4" name="Google Shape;20974;p60"/>
            <p:cNvSpPr/>
            <p:nvPr/>
          </p:nvSpPr>
          <p:spPr>
            <a:xfrm>
              <a:off x="4020900" y="2301700"/>
              <a:ext cx="6525" cy="6425"/>
            </a:xfrm>
            <a:custGeom>
              <a:avLst/>
              <a:gdLst/>
              <a:ahLst/>
              <a:cxnLst/>
              <a:rect l="l" t="t" r="r" b="b"/>
              <a:pathLst>
                <a:path w="261" h="257" extrusionOk="0">
                  <a:moveTo>
                    <a:pt x="140" y="1"/>
                  </a:moveTo>
                  <a:cubicBezTo>
                    <a:pt x="124" y="1"/>
                    <a:pt x="87" y="1"/>
                    <a:pt x="70" y="34"/>
                  </a:cubicBezTo>
                  <a:cubicBezTo>
                    <a:pt x="21" y="71"/>
                    <a:pt x="0" y="153"/>
                    <a:pt x="54" y="207"/>
                  </a:cubicBezTo>
                  <a:cubicBezTo>
                    <a:pt x="70" y="240"/>
                    <a:pt x="87" y="256"/>
                    <a:pt x="124" y="256"/>
                  </a:cubicBezTo>
                  <a:cubicBezTo>
                    <a:pt x="157" y="256"/>
                    <a:pt x="173" y="256"/>
                    <a:pt x="206" y="223"/>
                  </a:cubicBezTo>
                  <a:cubicBezTo>
                    <a:pt x="260" y="190"/>
                    <a:pt x="260" y="104"/>
                    <a:pt x="227" y="50"/>
                  </a:cubicBezTo>
                  <a:cubicBezTo>
                    <a:pt x="206" y="34"/>
                    <a:pt x="190" y="17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5" name="Google Shape;20975;p60"/>
            <p:cNvSpPr/>
            <p:nvPr/>
          </p:nvSpPr>
          <p:spPr>
            <a:xfrm>
              <a:off x="4021825" y="2285425"/>
              <a:ext cx="5600" cy="6575"/>
            </a:xfrm>
            <a:custGeom>
              <a:avLst/>
              <a:gdLst/>
              <a:ahLst/>
              <a:cxnLst/>
              <a:rect l="l" t="t" r="r" b="b"/>
              <a:pathLst>
                <a:path w="224" h="263" extrusionOk="0">
                  <a:moveTo>
                    <a:pt x="87" y="0"/>
                  </a:moveTo>
                  <a:cubicBezTo>
                    <a:pt x="33" y="17"/>
                    <a:pt x="0" y="83"/>
                    <a:pt x="0" y="153"/>
                  </a:cubicBezTo>
                  <a:cubicBezTo>
                    <a:pt x="0" y="186"/>
                    <a:pt x="17" y="223"/>
                    <a:pt x="50" y="239"/>
                  </a:cubicBezTo>
                  <a:cubicBezTo>
                    <a:pt x="62" y="251"/>
                    <a:pt x="84" y="263"/>
                    <a:pt x="101" y="263"/>
                  </a:cubicBezTo>
                  <a:cubicBezTo>
                    <a:pt x="109" y="263"/>
                    <a:pt x="115" y="261"/>
                    <a:pt x="120" y="256"/>
                  </a:cubicBezTo>
                  <a:cubicBezTo>
                    <a:pt x="190" y="256"/>
                    <a:pt x="223" y="186"/>
                    <a:pt x="223" y="120"/>
                  </a:cubicBezTo>
                  <a:cubicBezTo>
                    <a:pt x="223" y="83"/>
                    <a:pt x="207" y="50"/>
                    <a:pt x="169" y="33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20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6" name="Google Shape;20976;p60"/>
            <p:cNvSpPr/>
            <p:nvPr/>
          </p:nvSpPr>
          <p:spPr>
            <a:xfrm>
              <a:off x="4023475" y="2380525"/>
              <a:ext cx="6100" cy="6650"/>
            </a:xfrm>
            <a:custGeom>
              <a:avLst/>
              <a:gdLst/>
              <a:ahLst/>
              <a:cxnLst/>
              <a:rect l="l" t="t" r="r" b="b"/>
              <a:pathLst>
                <a:path w="244" h="266" extrusionOk="0">
                  <a:moveTo>
                    <a:pt x="123" y="1"/>
                  </a:moveTo>
                  <a:cubicBezTo>
                    <a:pt x="117" y="1"/>
                    <a:pt x="110" y="3"/>
                    <a:pt x="103" y="10"/>
                  </a:cubicBezTo>
                  <a:cubicBezTo>
                    <a:pt x="37" y="10"/>
                    <a:pt x="0" y="76"/>
                    <a:pt x="21" y="146"/>
                  </a:cubicBezTo>
                  <a:cubicBezTo>
                    <a:pt x="21" y="179"/>
                    <a:pt x="37" y="216"/>
                    <a:pt x="54" y="232"/>
                  </a:cubicBezTo>
                  <a:cubicBezTo>
                    <a:pt x="87" y="249"/>
                    <a:pt x="103" y="265"/>
                    <a:pt x="141" y="265"/>
                  </a:cubicBezTo>
                  <a:cubicBezTo>
                    <a:pt x="190" y="249"/>
                    <a:pt x="244" y="179"/>
                    <a:pt x="227" y="113"/>
                  </a:cubicBezTo>
                  <a:cubicBezTo>
                    <a:pt x="227" y="76"/>
                    <a:pt x="207" y="43"/>
                    <a:pt x="190" y="26"/>
                  </a:cubicBezTo>
                  <a:cubicBezTo>
                    <a:pt x="174" y="26"/>
                    <a:pt x="174" y="10"/>
                    <a:pt x="157" y="10"/>
                  </a:cubicBezTo>
                  <a:cubicBezTo>
                    <a:pt x="146" y="10"/>
                    <a:pt x="135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7" name="Google Shape;20977;p60"/>
            <p:cNvSpPr/>
            <p:nvPr/>
          </p:nvSpPr>
          <p:spPr>
            <a:xfrm>
              <a:off x="4022650" y="23336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1"/>
                  </a:moveTo>
                  <a:cubicBezTo>
                    <a:pt x="114" y="1"/>
                    <a:pt x="109" y="2"/>
                    <a:pt x="103" y="8"/>
                  </a:cubicBezTo>
                  <a:cubicBezTo>
                    <a:pt x="70" y="8"/>
                    <a:pt x="54" y="29"/>
                    <a:pt x="33" y="61"/>
                  </a:cubicBezTo>
                  <a:cubicBezTo>
                    <a:pt x="17" y="78"/>
                    <a:pt x="0" y="111"/>
                    <a:pt x="17" y="148"/>
                  </a:cubicBezTo>
                  <a:cubicBezTo>
                    <a:pt x="17" y="181"/>
                    <a:pt x="33" y="214"/>
                    <a:pt x="54" y="235"/>
                  </a:cubicBezTo>
                  <a:cubicBezTo>
                    <a:pt x="70" y="251"/>
                    <a:pt x="103" y="268"/>
                    <a:pt x="136" y="268"/>
                  </a:cubicBezTo>
                  <a:cubicBezTo>
                    <a:pt x="190" y="251"/>
                    <a:pt x="240" y="181"/>
                    <a:pt x="223" y="111"/>
                  </a:cubicBezTo>
                  <a:cubicBezTo>
                    <a:pt x="223" y="78"/>
                    <a:pt x="207" y="45"/>
                    <a:pt x="190" y="29"/>
                  </a:cubicBezTo>
                  <a:cubicBezTo>
                    <a:pt x="174" y="29"/>
                    <a:pt x="174" y="8"/>
                    <a:pt x="157" y="8"/>
                  </a:cubicBezTo>
                  <a:cubicBezTo>
                    <a:pt x="143" y="8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8" name="Google Shape;20978;p60"/>
            <p:cNvSpPr/>
            <p:nvPr/>
          </p:nvSpPr>
          <p:spPr>
            <a:xfrm>
              <a:off x="4021400" y="2255000"/>
              <a:ext cx="6025" cy="6425"/>
            </a:xfrm>
            <a:custGeom>
              <a:avLst/>
              <a:gdLst/>
              <a:ahLst/>
              <a:cxnLst/>
              <a:rect l="l" t="t" r="r" b="b"/>
              <a:pathLst>
                <a:path w="241" h="257" extrusionOk="0">
                  <a:moveTo>
                    <a:pt x="118" y="0"/>
                  </a:moveTo>
                  <a:cubicBezTo>
                    <a:pt x="71" y="0"/>
                    <a:pt x="30" y="32"/>
                    <a:pt x="17" y="83"/>
                  </a:cubicBezTo>
                  <a:cubicBezTo>
                    <a:pt x="1" y="149"/>
                    <a:pt x="34" y="219"/>
                    <a:pt x="83" y="252"/>
                  </a:cubicBezTo>
                  <a:cubicBezTo>
                    <a:pt x="92" y="255"/>
                    <a:pt x="102" y="257"/>
                    <a:pt x="112" y="257"/>
                  </a:cubicBezTo>
                  <a:cubicBezTo>
                    <a:pt x="159" y="257"/>
                    <a:pt x="210" y="224"/>
                    <a:pt x="224" y="166"/>
                  </a:cubicBezTo>
                  <a:cubicBezTo>
                    <a:pt x="240" y="116"/>
                    <a:pt x="224" y="30"/>
                    <a:pt x="170" y="13"/>
                  </a:cubicBezTo>
                  <a:cubicBezTo>
                    <a:pt x="152" y="4"/>
                    <a:pt x="135" y="0"/>
                    <a:pt x="1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9" name="Google Shape;20979;p60"/>
            <p:cNvSpPr/>
            <p:nvPr/>
          </p:nvSpPr>
          <p:spPr>
            <a:xfrm>
              <a:off x="4023475" y="2238100"/>
              <a:ext cx="5700" cy="6525"/>
            </a:xfrm>
            <a:custGeom>
              <a:avLst/>
              <a:gdLst/>
              <a:ahLst/>
              <a:cxnLst/>
              <a:rect l="l" t="t" r="r" b="b"/>
              <a:pathLst>
                <a:path w="228" h="261" extrusionOk="0">
                  <a:moveTo>
                    <a:pt x="87" y="1"/>
                  </a:moveTo>
                  <a:cubicBezTo>
                    <a:pt x="70" y="1"/>
                    <a:pt x="54" y="17"/>
                    <a:pt x="37" y="38"/>
                  </a:cubicBezTo>
                  <a:cubicBezTo>
                    <a:pt x="0" y="71"/>
                    <a:pt x="0" y="104"/>
                    <a:pt x="0" y="157"/>
                  </a:cubicBezTo>
                  <a:cubicBezTo>
                    <a:pt x="0" y="190"/>
                    <a:pt x="21" y="223"/>
                    <a:pt x="54" y="244"/>
                  </a:cubicBezTo>
                  <a:cubicBezTo>
                    <a:pt x="70" y="260"/>
                    <a:pt x="103" y="260"/>
                    <a:pt x="124" y="260"/>
                  </a:cubicBezTo>
                  <a:cubicBezTo>
                    <a:pt x="190" y="260"/>
                    <a:pt x="227" y="190"/>
                    <a:pt x="227" y="120"/>
                  </a:cubicBezTo>
                  <a:lnTo>
                    <a:pt x="227" y="104"/>
                  </a:lnTo>
                  <a:cubicBezTo>
                    <a:pt x="207" y="71"/>
                    <a:pt x="190" y="38"/>
                    <a:pt x="157" y="17"/>
                  </a:cubicBezTo>
                  <a:cubicBezTo>
                    <a:pt x="141" y="1"/>
                    <a:pt x="103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0" name="Google Shape;20980;p60"/>
            <p:cNvSpPr/>
            <p:nvPr/>
          </p:nvSpPr>
          <p:spPr>
            <a:xfrm>
              <a:off x="4007600" y="229057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4" y="0"/>
                  </a:moveTo>
                  <a:cubicBezTo>
                    <a:pt x="54" y="17"/>
                    <a:pt x="0" y="83"/>
                    <a:pt x="17" y="153"/>
                  </a:cubicBezTo>
                  <a:cubicBezTo>
                    <a:pt x="35" y="214"/>
                    <a:pt x="75" y="259"/>
                    <a:pt x="120" y="259"/>
                  </a:cubicBezTo>
                  <a:cubicBezTo>
                    <a:pt x="127" y="259"/>
                    <a:pt x="134" y="258"/>
                    <a:pt x="141" y="256"/>
                  </a:cubicBezTo>
                  <a:cubicBezTo>
                    <a:pt x="174" y="256"/>
                    <a:pt x="207" y="239"/>
                    <a:pt x="223" y="206"/>
                  </a:cubicBezTo>
                  <a:cubicBezTo>
                    <a:pt x="244" y="186"/>
                    <a:pt x="244" y="153"/>
                    <a:pt x="244" y="120"/>
                  </a:cubicBezTo>
                  <a:cubicBezTo>
                    <a:pt x="223" y="83"/>
                    <a:pt x="223" y="50"/>
                    <a:pt x="190" y="33"/>
                  </a:cubicBezTo>
                  <a:cubicBezTo>
                    <a:pt x="190" y="17"/>
                    <a:pt x="174" y="17"/>
                    <a:pt x="174" y="17"/>
                  </a:cubicBezTo>
                  <a:cubicBezTo>
                    <a:pt x="15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1" name="Google Shape;20981;p60"/>
            <p:cNvSpPr/>
            <p:nvPr/>
          </p:nvSpPr>
          <p:spPr>
            <a:xfrm>
              <a:off x="3993475" y="229315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37" y="0"/>
                  </a:moveTo>
                  <a:cubicBezTo>
                    <a:pt x="104" y="0"/>
                    <a:pt x="67" y="17"/>
                    <a:pt x="50" y="33"/>
                  </a:cubicBezTo>
                  <a:cubicBezTo>
                    <a:pt x="17" y="50"/>
                    <a:pt x="17" y="83"/>
                    <a:pt x="1" y="120"/>
                  </a:cubicBezTo>
                  <a:cubicBezTo>
                    <a:pt x="1" y="153"/>
                    <a:pt x="17" y="186"/>
                    <a:pt x="34" y="223"/>
                  </a:cubicBezTo>
                  <a:cubicBezTo>
                    <a:pt x="50" y="239"/>
                    <a:pt x="67" y="256"/>
                    <a:pt x="104" y="256"/>
                  </a:cubicBezTo>
                  <a:cubicBezTo>
                    <a:pt x="113" y="261"/>
                    <a:pt x="123" y="263"/>
                    <a:pt x="132" y="263"/>
                  </a:cubicBezTo>
                  <a:cubicBezTo>
                    <a:pt x="155" y="263"/>
                    <a:pt x="176" y="251"/>
                    <a:pt x="190" y="239"/>
                  </a:cubicBezTo>
                  <a:cubicBezTo>
                    <a:pt x="240" y="186"/>
                    <a:pt x="240" y="103"/>
                    <a:pt x="207" y="50"/>
                  </a:cubicBezTo>
                  <a:cubicBezTo>
                    <a:pt x="190" y="33"/>
                    <a:pt x="170" y="17"/>
                    <a:pt x="153" y="17"/>
                  </a:cubicBezTo>
                  <a:cubicBezTo>
                    <a:pt x="153" y="17"/>
                    <a:pt x="137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2" name="Google Shape;20982;p60"/>
            <p:cNvSpPr/>
            <p:nvPr/>
          </p:nvSpPr>
          <p:spPr>
            <a:xfrm>
              <a:off x="3996050" y="2367975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37" y="1"/>
                  </a:moveTo>
                  <a:cubicBezTo>
                    <a:pt x="124" y="1"/>
                    <a:pt x="112" y="5"/>
                    <a:pt x="104" y="13"/>
                  </a:cubicBezTo>
                  <a:cubicBezTo>
                    <a:pt x="50" y="13"/>
                    <a:pt x="1" y="79"/>
                    <a:pt x="17" y="149"/>
                  </a:cubicBezTo>
                  <a:cubicBezTo>
                    <a:pt x="17" y="182"/>
                    <a:pt x="34" y="219"/>
                    <a:pt x="50" y="236"/>
                  </a:cubicBezTo>
                  <a:cubicBezTo>
                    <a:pt x="87" y="252"/>
                    <a:pt x="120" y="269"/>
                    <a:pt x="137" y="269"/>
                  </a:cubicBezTo>
                  <a:cubicBezTo>
                    <a:pt x="207" y="252"/>
                    <a:pt x="240" y="182"/>
                    <a:pt x="240" y="116"/>
                  </a:cubicBezTo>
                  <a:cubicBezTo>
                    <a:pt x="223" y="79"/>
                    <a:pt x="207" y="46"/>
                    <a:pt x="190" y="29"/>
                  </a:cubicBezTo>
                  <a:lnTo>
                    <a:pt x="170" y="13"/>
                  </a:lnTo>
                  <a:cubicBezTo>
                    <a:pt x="161" y="5"/>
                    <a:pt x="149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3" name="Google Shape;20983;p60"/>
            <p:cNvSpPr/>
            <p:nvPr/>
          </p:nvSpPr>
          <p:spPr>
            <a:xfrm>
              <a:off x="3993900" y="22608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53" y="1"/>
                  </a:moveTo>
                  <a:cubicBezTo>
                    <a:pt x="120" y="1"/>
                    <a:pt x="87" y="1"/>
                    <a:pt x="70" y="17"/>
                  </a:cubicBezTo>
                  <a:cubicBezTo>
                    <a:pt x="33" y="34"/>
                    <a:pt x="17" y="54"/>
                    <a:pt x="17" y="87"/>
                  </a:cubicBezTo>
                  <a:cubicBezTo>
                    <a:pt x="0" y="104"/>
                    <a:pt x="0" y="137"/>
                    <a:pt x="17" y="174"/>
                  </a:cubicBezTo>
                  <a:cubicBezTo>
                    <a:pt x="17" y="207"/>
                    <a:pt x="50" y="240"/>
                    <a:pt x="70" y="261"/>
                  </a:cubicBezTo>
                  <a:cubicBezTo>
                    <a:pt x="81" y="263"/>
                    <a:pt x="91" y="265"/>
                    <a:pt x="101" y="265"/>
                  </a:cubicBezTo>
                  <a:cubicBezTo>
                    <a:pt x="153" y="265"/>
                    <a:pt x="195" y="229"/>
                    <a:pt x="223" y="174"/>
                  </a:cubicBezTo>
                  <a:cubicBezTo>
                    <a:pt x="239" y="104"/>
                    <a:pt x="206" y="34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4" name="Google Shape;20984;p60"/>
            <p:cNvSpPr/>
            <p:nvPr/>
          </p:nvSpPr>
          <p:spPr>
            <a:xfrm>
              <a:off x="3988725" y="2384675"/>
              <a:ext cx="6025" cy="6825"/>
            </a:xfrm>
            <a:custGeom>
              <a:avLst/>
              <a:gdLst/>
              <a:ahLst/>
              <a:cxnLst/>
              <a:rect l="l" t="t" r="r" b="b"/>
              <a:pathLst>
                <a:path w="241" h="273" extrusionOk="0">
                  <a:moveTo>
                    <a:pt x="131" y="0"/>
                  </a:moveTo>
                  <a:cubicBezTo>
                    <a:pt x="121" y="0"/>
                    <a:pt x="112" y="5"/>
                    <a:pt x="104" y="13"/>
                  </a:cubicBezTo>
                  <a:cubicBezTo>
                    <a:pt x="50" y="13"/>
                    <a:pt x="1" y="83"/>
                    <a:pt x="17" y="153"/>
                  </a:cubicBezTo>
                  <a:cubicBezTo>
                    <a:pt x="17" y="186"/>
                    <a:pt x="34" y="219"/>
                    <a:pt x="50" y="235"/>
                  </a:cubicBezTo>
                  <a:cubicBezTo>
                    <a:pt x="88" y="256"/>
                    <a:pt x="121" y="273"/>
                    <a:pt x="137" y="273"/>
                  </a:cubicBezTo>
                  <a:cubicBezTo>
                    <a:pt x="207" y="256"/>
                    <a:pt x="240" y="186"/>
                    <a:pt x="240" y="116"/>
                  </a:cubicBezTo>
                  <a:cubicBezTo>
                    <a:pt x="224" y="83"/>
                    <a:pt x="207" y="50"/>
                    <a:pt x="191" y="29"/>
                  </a:cubicBezTo>
                  <a:lnTo>
                    <a:pt x="174" y="13"/>
                  </a:lnTo>
                  <a:cubicBezTo>
                    <a:pt x="156" y="5"/>
                    <a:pt x="142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5" name="Google Shape;20985;p60"/>
            <p:cNvSpPr/>
            <p:nvPr/>
          </p:nvSpPr>
          <p:spPr>
            <a:xfrm>
              <a:off x="4006350" y="2306025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104" y="1"/>
                  </a:moveTo>
                  <a:cubicBezTo>
                    <a:pt x="34" y="17"/>
                    <a:pt x="1" y="83"/>
                    <a:pt x="1" y="153"/>
                  </a:cubicBezTo>
                  <a:cubicBezTo>
                    <a:pt x="17" y="186"/>
                    <a:pt x="34" y="223"/>
                    <a:pt x="50" y="240"/>
                  </a:cubicBezTo>
                  <a:cubicBezTo>
                    <a:pt x="67" y="256"/>
                    <a:pt x="104" y="256"/>
                    <a:pt x="137" y="256"/>
                  </a:cubicBezTo>
                  <a:cubicBezTo>
                    <a:pt x="154" y="256"/>
                    <a:pt x="191" y="240"/>
                    <a:pt x="207" y="207"/>
                  </a:cubicBezTo>
                  <a:cubicBezTo>
                    <a:pt x="224" y="170"/>
                    <a:pt x="224" y="137"/>
                    <a:pt x="224" y="104"/>
                  </a:cubicBezTo>
                  <a:cubicBezTo>
                    <a:pt x="224" y="67"/>
                    <a:pt x="207" y="50"/>
                    <a:pt x="191" y="34"/>
                  </a:cubicBezTo>
                  <a:cubicBezTo>
                    <a:pt x="170" y="17"/>
                    <a:pt x="170" y="17"/>
                    <a:pt x="154" y="17"/>
                  </a:cubicBezTo>
                  <a:cubicBezTo>
                    <a:pt x="137" y="1"/>
                    <a:pt x="121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6" name="Google Shape;20986;p60"/>
            <p:cNvSpPr/>
            <p:nvPr/>
          </p:nvSpPr>
          <p:spPr>
            <a:xfrm>
              <a:off x="3990500" y="233737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3" y="0"/>
                  </a:moveTo>
                  <a:cubicBezTo>
                    <a:pt x="82" y="17"/>
                    <a:pt x="66" y="17"/>
                    <a:pt x="50" y="33"/>
                  </a:cubicBezTo>
                  <a:cubicBezTo>
                    <a:pt x="17" y="66"/>
                    <a:pt x="0" y="103"/>
                    <a:pt x="17" y="153"/>
                  </a:cubicBezTo>
                  <a:cubicBezTo>
                    <a:pt x="17" y="190"/>
                    <a:pt x="33" y="223"/>
                    <a:pt x="50" y="239"/>
                  </a:cubicBezTo>
                  <a:cubicBezTo>
                    <a:pt x="73" y="251"/>
                    <a:pt x="90" y="263"/>
                    <a:pt x="110" y="263"/>
                  </a:cubicBezTo>
                  <a:cubicBezTo>
                    <a:pt x="118" y="263"/>
                    <a:pt x="126" y="261"/>
                    <a:pt x="136" y="256"/>
                  </a:cubicBezTo>
                  <a:cubicBezTo>
                    <a:pt x="186" y="256"/>
                    <a:pt x="239" y="190"/>
                    <a:pt x="239" y="120"/>
                  </a:cubicBezTo>
                  <a:lnTo>
                    <a:pt x="223" y="120"/>
                  </a:lnTo>
                  <a:cubicBezTo>
                    <a:pt x="223" y="66"/>
                    <a:pt x="206" y="33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7" name="Google Shape;20987;p60"/>
            <p:cNvSpPr/>
            <p:nvPr/>
          </p:nvSpPr>
          <p:spPr>
            <a:xfrm>
              <a:off x="3984825" y="2323850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23" y="0"/>
                  </a:moveTo>
                  <a:cubicBezTo>
                    <a:pt x="117" y="0"/>
                    <a:pt x="110" y="2"/>
                    <a:pt x="103" y="9"/>
                  </a:cubicBezTo>
                  <a:cubicBezTo>
                    <a:pt x="70" y="9"/>
                    <a:pt x="37" y="26"/>
                    <a:pt x="21" y="59"/>
                  </a:cubicBezTo>
                  <a:cubicBezTo>
                    <a:pt x="0" y="75"/>
                    <a:pt x="0" y="112"/>
                    <a:pt x="0" y="145"/>
                  </a:cubicBezTo>
                  <a:cubicBezTo>
                    <a:pt x="21" y="178"/>
                    <a:pt x="21" y="215"/>
                    <a:pt x="54" y="232"/>
                  </a:cubicBezTo>
                  <a:cubicBezTo>
                    <a:pt x="70" y="248"/>
                    <a:pt x="103" y="265"/>
                    <a:pt x="140" y="265"/>
                  </a:cubicBezTo>
                  <a:cubicBezTo>
                    <a:pt x="190" y="248"/>
                    <a:pt x="244" y="178"/>
                    <a:pt x="227" y="112"/>
                  </a:cubicBezTo>
                  <a:cubicBezTo>
                    <a:pt x="227" y="75"/>
                    <a:pt x="206" y="42"/>
                    <a:pt x="173" y="26"/>
                  </a:cubicBezTo>
                  <a:cubicBezTo>
                    <a:pt x="173" y="26"/>
                    <a:pt x="173" y="9"/>
                    <a:pt x="157" y="9"/>
                  </a:cubicBezTo>
                  <a:cubicBezTo>
                    <a:pt x="146" y="9"/>
                    <a:pt x="135" y="0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8" name="Google Shape;20988;p60"/>
            <p:cNvSpPr/>
            <p:nvPr/>
          </p:nvSpPr>
          <p:spPr>
            <a:xfrm>
              <a:off x="3989975" y="2308225"/>
              <a:ext cx="6100" cy="6800"/>
            </a:xfrm>
            <a:custGeom>
              <a:avLst/>
              <a:gdLst/>
              <a:ahLst/>
              <a:cxnLst/>
              <a:rect l="l" t="t" r="r" b="b"/>
              <a:pathLst>
                <a:path w="244" h="272" extrusionOk="0">
                  <a:moveTo>
                    <a:pt x="134" y="0"/>
                  </a:moveTo>
                  <a:cubicBezTo>
                    <a:pt x="123" y="0"/>
                    <a:pt x="114" y="5"/>
                    <a:pt x="103" y="16"/>
                  </a:cubicBezTo>
                  <a:cubicBezTo>
                    <a:pt x="54" y="16"/>
                    <a:pt x="0" y="82"/>
                    <a:pt x="21" y="152"/>
                  </a:cubicBezTo>
                  <a:cubicBezTo>
                    <a:pt x="21" y="185"/>
                    <a:pt x="38" y="222"/>
                    <a:pt x="54" y="238"/>
                  </a:cubicBezTo>
                  <a:cubicBezTo>
                    <a:pt x="87" y="255"/>
                    <a:pt x="103" y="271"/>
                    <a:pt x="141" y="271"/>
                  </a:cubicBezTo>
                  <a:cubicBezTo>
                    <a:pt x="207" y="255"/>
                    <a:pt x="244" y="185"/>
                    <a:pt x="244" y="119"/>
                  </a:cubicBezTo>
                  <a:cubicBezTo>
                    <a:pt x="227" y="65"/>
                    <a:pt x="207" y="32"/>
                    <a:pt x="174" y="16"/>
                  </a:cubicBezTo>
                  <a:cubicBezTo>
                    <a:pt x="157" y="5"/>
                    <a:pt x="145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9" name="Google Shape;20989;p60"/>
            <p:cNvSpPr/>
            <p:nvPr/>
          </p:nvSpPr>
          <p:spPr>
            <a:xfrm>
              <a:off x="4007600" y="23356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4" y="1"/>
                  </a:moveTo>
                  <a:cubicBezTo>
                    <a:pt x="54" y="17"/>
                    <a:pt x="0" y="88"/>
                    <a:pt x="17" y="158"/>
                  </a:cubicBezTo>
                  <a:cubicBezTo>
                    <a:pt x="17" y="191"/>
                    <a:pt x="38" y="224"/>
                    <a:pt x="54" y="240"/>
                  </a:cubicBezTo>
                  <a:cubicBezTo>
                    <a:pt x="87" y="261"/>
                    <a:pt x="104" y="261"/>
                    <a:pt x="141" y="261"/>
                  </a:cubicBezTo>
                  <a:cubicBezTo>
                    <a:pt x="207" y="240"/>
                    <a:pt x="244" y="191"/>
                    <a:pt x="223" y="104"/>
                  </a:cubicBezTo>
                  <a:cubicBezTo>
                    <a:pt x="223" y="71"/>
                    <a:pt x="207" y="55"/>
                    <a:pt x="190" y="17"/>
                  </a:cubicBezTo>
                  <a:lnTo>
                    <a:pt x="157" y="17"/>
                  </a:lnTo>
                  <a:cubicBezTo>
                    <a:pt x="141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0" name="Google Shape;20990;p60"/>
            <p:cNvSpPr/>
            <p:nvPr/>
          </p:nvSpPr>
          <p:spPr>
            <a:xfrm>
              <a:off x="4003375" y="23820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11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0" y="154"/>
                    <a:pt x="17" y="220"/>
                    <a:pt x="66" y="257"/>
                  </a:cubicBezTo>
                  <a:cubicBezTo>
                    <a:pt x="78" y="260"/>
                    <a:pt x="89" y="261"/>
                    <a:pt x="100" y="261"/>
                  </a:cubicBezTo>
                  <a:cubicBezTo>
                    <a:pt x="157" y="261"/>
                    <a:pt x="209" y="226"/>
                    <a:pt x="223" y="170"/>
                  </a:cubicBezTo>
                  <a:cubicBezTo>
                    <a:pt x="240" y="100"/>
                    <a:pt x="207" y="30"/>
                    <a:pt x="153" y="14"/>
                  </a:cubicBezTo>
                  <a:cubicBezTo>
                    <a:pt x="140" y="5"/>
                    <a:pt x="125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1" name="Google Shape;20991;p60"/>
            <p:cNvSpPr/>
            <p:nvPr/>
          </p:nvSpPr>
          <p:spPr>
            <a:xfrm>
              <a:off x="3999450" y="23209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37" y="1"/>
                  </a:moveTo>
                  <a:cubicBezTo>
                    <a:pt x="104" y="1"/>
                    <a:pt x="87" y="21"/>
                    <a:pt x="54" y="38"/>
                  </a:cubicBezTo>
                  <a:cubicBezTo>
                    <a:pt x="17" y="87"/>
                    <a:pt x="1" y="157"/>
                    <a:pt x="34" y="227"/>
                  </a:cubicBezTo>
                  <a:cubicBezTo>
                    <a:pt x="54" y="244"/>
                    <a:pt x="87" y="260"/>
                    <a:pt x="120" y="260"/>
                  </a:cubicBezTo>
                  <a:cubicBezTo>
                    <a:pt x="125" y="265"/>
                    <a:pt x="132" y="267"/>
                    <a:pt x="139" y="267"/>
                  </a:cubicBezTo>
                  <a:cubicBezTo>
                    <a:pt x="157" y="267"/>
                    <a:pt x="179" y="255"/>
                    <a:pt x="190" y="244"/>
                  </a:cubicBezTo>
                  <a:cubicBezTo>
                    <a:pt x="223" y="207"/>
                    <a:pt x="240" y="190"/>
                    <a:pt x="240" y="157"/>
                  </a:cubicBezTo>
                  <a:cubicBezTo>
                    <a:pt x="240" y="124"/>
                    <a:pt x="223" y="87"/>
                    <a:pt x="207" y="54"/>
                  </a:cubicBezTo>
                  <a:cubicBezTo>
                    <a:pt x="207" y="38"/>
                    <a:pt x="190" y="21"/>
                    <a:pt x="174" y="21"/>
                  </a:cubicBezTo>
                  <a:cubicBezTo>
                    <a:pt x="157" y="21"/>
                    <a:pt x="157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2" name="Google Shape;20992;p60"/>
            <p:cNvSpPr/>
            <p:nvPr/>
          </p:nvSpPr>
          <p:spPr>
            <a:xfrm>
              <a:off x="4005950" y="2255825"/>
              <a:ext cx="6425" cy="6750"/>
            </a:xfrm>
            <a:custGeom>
              <a:avLst/>
              <a:gdLst/>
              <a:ahLst/>
              <a:cxnLst/>
              <a:rect l="l" t="t" r="r" b="b"/>
              <a:pathLst>
                <a:path w="257" h="270" extrusionOk="0">
                  <a:moveTo>
                    <a:pt x="127" y="0"/>
                  </a:moveTo>
                  <a:cubicBezTo>
                    <a:pt x="87" y="0"/>
                    <a:pt x="46" y="32"/>
                    <a:pt x="33" y="83"/>
                  </a:cubicBezTo>
                  <a:cubicBezTo>
                    <a:pt x="0" y="153"/>
                    <a:pt x="33" y="236"/>
                    <a:pt x="83" y="256"/>
                  </a:cubicBezTo>
                  <a:cubicBezTo>
                    <a:pt x="102" y="265"/>
                    <a:pt x="119" y="269"/>
                    <a:pt x="135" y="269"/>
                  </a:cubicBezTo>
                  <a:cubicBezTo>
                    <a:pt x="180" y="269"/>
                    <a:pt x="215" y="238"/>
                    <a:pt x="240" y="186"/>
                  </a:cubicBezTo>
                  <a:cubicBezTo>
                    <a:pt x="256" y="116"/>
                    <a:pt x="223" y="30"/>
                    <a:pt x="170" y="13"/>
                  </a:cubicBezTo>
                  <a:cubicBezTo>
                    <a:pt x="156" y="4"/>
                    <a:pt x="142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3" name="Google Shape;20993;p60"/>
            <p:cNvSpPr/>
            <p:nvPr/>
          </p:nvSpPr>
          <p:spPr>
            <a:xfrm>
              <a:off x="4001200" y="227592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4" y="1"/>
                  </a:moveTo>
                  <a:cubicBezTo>
                    <a:pt x="50" y="17"/>
                    <a:pt x="1" y="87"/>
                    <a:pt x="17" y="153"/>
                  </a:cubicBezTo>
                  <a:cubicBezTo>
                    <a:pt x="17" y="190"/>
                    <a:pt x="34" y="223"/>
                    <a:pt x="50" y="240"/>
                  </a:cubicBezTo>
                  <a:cubicBezTo>
                    <a:pt x="76" y="252"/>
                    <a:pt x="100" y="265"/>
                    <a:pt x="118" y="265"/>
                  </a:cubicBezTo>
                  <a:cubicBezTo>
                    <a:pt x="126" y="265"/>
                    <a:pt x="132" y="263"/>
                    <a:pt x="137" y="256"/>
                  </a:cubicBezTo>
                  <a:cubicBezTo>
                    <a:pt x="207" y="256"/>
                    <a:pt x="240" y="190"/>
                    <a:pt x="240" y="120"/>
                  </a:cubicBezTo>
                  <a:cubicBezTo>
                    <a:pt x="223" y="87"/>
                    <a:pt x="207" y="50"/>
                    <a:pt x="190" y="34"/>
                  </a:cubicBezTo>
                  <a:cubicBezTo>
                    <a:pt x="190" y="17"/>
                    <a:pt x="170" y="17"/>
                    <a:pt x="170" y="17"/>
                  </a:cubicBezTo>
                  <a:cubicBezTo>
                    <a:pt x="153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4" name="Google Shape;20994;p60"/>
            <p:cNvSpPr/>
            <p:nvPr/>
          </p:nvSpPr>
          <p:spPr>
            <a:xfrm>
              <a:off x="3988725" y="2354150"/>
              <a:ext cx="6025" cy="6575"/>
            </a:xfrm>
            <a:custGeom>
              <a:avLst/>
              <a:gdLst/>
              <a:ahLst/>
              <a:cxnLst/>
              <a:rect l="l" t="t" r="r" b="b"/>
              <a:pathLst>
                <a:path w="241" h="263" extrusionOk="0">
                  <a:moveTo>
                    <a:pt x="111" y="1"/>
                  </a:moveTo>
                  <a:cubicBezTo>
                    <a:pt x="71" y="1"/>
                    <a:pt x="30" y="32"/>
                    <a:pt x="17" y="84"/>
                  </a:cubicBezTo>
                  <a:cubicBezTo>
                    <a:pt x="1" y="154"/>
                    <a:pt x="17" y="220"/>
                    <a:pt x="88" y="257"/>
                  </a:cubicBezTo>
                  <a:cubicBezTo>
                    <a:pt x="99" y="261"/>
                    <a:pt x="112" y="263"/>
                    <a:pt x="125" y="263"/>
                  </a:cubicBezTo>
                  <a:cubicBezTo>
                    <a:pt x="167" y="263"/>
                    <a:pt x="211" y="240"/>
                    <a:pt x="224" y="187"/>
                  </a:cubicBezTo>
                  <a:cubicBezTo>
                    <a:pt x="240" y="117"/>
                    <a:pt x="224" y="34"/>
                    <a:pt x="153" y="13"/>
                  </a:cubicBezTo>
                  <a:cubicBezTo>
                    <a:pt x="140" y="5"/>
                    <a:pt x="126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5" name="Google Shape;20995;p60"/>
            <p:cNvSpPr/>
            <p:nvPr/>
          </p:nvSpPr>
          <p:spPr>
            <a:xfrm>
              <a:off x="3827225" y="23386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54" y="17"/>
                    <a:pt x="0" y="87"/>
                    <a:pt x="17" y="157"/>
                  </a:cubicBezTo>
                  <a:cubicBezTo>
                    <a:pt x="17" y="190"/>
                    <a:pt x="37" y="207"/>
                    <a:pt x="54" y="244"/>
                  </a:cubicBezTo>
                  <a:cubicBezTo>
                    <a:pt x="87" y="260"/>
                    <a:pt x="120" y="260"/>
                    <a:pt x="141" y="260"/>
                  </a:cubicBezTo>
                  <a:cubicBezTo>
                    <a:pt x="174" y="260"/>
                    <a:pt x="190" y="244"/>
                    <a:pt x="207" y="207"/>
                  </a:cubicBezTo>
                  <a:cubicBezTo>
                    <a:pt x="223" y="174"/>
                    <a:pt x="244" y="141"/>
                    <a:pt x="244" y="104"/>
                  </a:cubicBezTo>
                  <a:cubicBezTo>
                    <a:pt x="223" y="71"/>
                    <a:pt x="207" y="54"/>
                    <a:pt x="190" y="17"/>
                  </a:cubicBezTo>
                  <a:cubicBezTo>
                    <a:pt x="190" y="17"/>
                    <a:pt x="174" y="17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6" name="Google Shape;20996;p60"/>
            <p:cNvSpPr/>
            <p:nvPr/>
          </p:nvSpPr>
          <p:spPr>
            <a:xfrm>
              <a:off x="3947925" y="2268200"/>
              <a:ext cx="6525" cy="6625"/>
            </a:xfrm>
            <a:custGeom>
              <a:avLst/>
              <a:gdLst/>
              <a:ahLst/>
              <a:cxnLst/>
              <a:rect l="l" t="t" r="r" b="b"/>
              <a:pathLst>
                <a:path w="261" h="265" extrusionOk="0">
                  <a:moveTo>
                    <a:pt x="136" y="1"/>
                  </a:moveTo>
                  <a:cubicBezTo>
                    <a:pt x="120" y="1"/>
                    <a:pt x="87" y="17"/>
                    <a:pt x="70" y="34"/>
                  </a:cubicBezTo>
                  <a:cubicBezTo>
                    <a:pt x="17" y="87"/>
                    <a:pt x="0" y="153"/>
                    <a:pt x="54" y="223"/>
                  </a:cubicBezTo>
                  <a:cubicBezTo>
                    <a:pt x="70" y="240"/>
                    <a:pt x="87" y="256"/>
                    <a:pt x="120" y="256"/>
                  </a:cubicBezTo>
                  <a:cubicBezTo>
                    <a:pt x="131" y="262"/>
                    <a:pt x="140" y="265"/>
                    <a:pt x="149" y="265"/>
                  </a:cubicBezTo>
                  <a:cubicBezTo>
                    <a:pt x="168" y="265"/>
                    <a:pt x="183" y="251"/>
                    <a:pt x="206" y="240"/>
                  </a:cubicBezTo>
                  <a:cubicBezTo>
                    <a:pt x="239" y="190"/>
                    <a:pt x="260" y="104"/>
                    <a:pt x="223" y="50"/>
                  </a:cubicBezTo>
                  <a:cubicBezTo>
                    <a:pt x="206" y="34"/>
                    <a:pt x="190" y="17"/>
                    <a:pt x="173" y="17"/>
                  </a:cubicBezTo>
                  <a:cubicBezTo>
                    <a:pt x="157" y="17"/>
                    <a:pt x="157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7" name="Google Shape;20997;p60"/>
            <p:cNvSpPr/>
            <p:nvPr/>
          </p:nvSpPr>
          <p:spPr>
            <a:xfrm>
              <a:off x="3823400" y="2384000"/>
              <a:ext cx="6425" cy="6575"/>
            </a:xfrm>
            <a:custGeom>
              <a:avLst/>
              <a:gdLst/>
              <a:ahLst/>
              <a:cxnLst/>
              <a:rect l="l" t="t" r="r" b="b"/>
              <a:pathLst>
                <a:path w="257" h="263" extrusionOk="0">
                  <a:moveTo>
                    <a:pt x="119" y="0"/>
                  </a:moveTo>
                  <a:cubicBezTo>
                    <a:pt x="102" y="0"/>
                    <a:pt x="81" y="12"/>
                    <a:pt x="67" y="23"/>
                  </a:cubicBezTo>
                  <a:cubicBezTo>
                    <a:pt x="17" y="77"/>
                    <a:pt x="1" y="159"/>
                    <a:pt x="50" y="213"/>
                  </a:cubicBezTo>
                  <a:cubicBezTo>
                    <a:pt x="67" y="230"/>
                    <a:pt x="87" y="246"/>
                    <a:pt x="120" y="262"/>
                  </a:cubicBezTo>
                  <a:cubicBezTo>
                    <a:pt x="153" y="262"/>
                    <a:pt x="170" y="246"/>
                    <a:pt x="207" y="230"/>
                  </a:cubicBezTo>
                  <a:cubicBezTo>
                    <a:pt x="240" y="180"/>
                    <a:pt x="256" y="110"/>
                    <a:pt x="223" y="40"/>
                  </a:cubicBezTo>
                  <a:cubicBezTo>
                    <a:pt x="207" y="23"/>
                    <a:pt x="190" y="23"/>
                    <a:pt x="170" y="7"/>
                  </a:cubicBezTo>
                  <a:lnTo>
                    <a:pt x="137" y="7"/>
                  </a:lnTo>
                  <a:cubicBezTo>
                    <a:pt x="132" y="2"/>
                    <a:pt x="126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8" name="Google Shape;20998;p60"/>
            <p:cNvSpPr/>
            <p:nvPr/>
          </p:nvSpPr>
          <p:spPr>
            <a:xfrm>
              <a:off x="3824225" y="2414575"/>
              <a:ext cx="6525" cy="6425"/>
            </a:xfrm>
            <a:custGeom>
              <a:avLst/>
              <a:gdLst/>
              <a:ahLst/>
              <a:cxnLst/>
              <a:rect l="l" t="t" r="r" b="b"/>
              <a:pathLst>
                <a:path w="261" h="257" extrusionOk="0">
                  <a:moveTo>
                    <a:pt x="140" y="0"/>
                  </a:moveTo>
                  <a:cubicBezTo>
                    <a:pt x="87" y="0"/>
                    <a:pt x="48" y="33"/>
                    <a:pt x="17" y="91"/>
                  </a:cubicBezTo>
                  <a:cubicBezTo>
                    <a:pt x="1" y="157"/>
                    <a:pt x="34" y="227"/>
                    <a:pt x="87" y="243"/>
                  </a:cubicBezTo>
                  <a:cubicBezTo>
                    <a:pt x="101" y="252"/>
                    <a:pt x="115" y="256"/>
                    <a:pt x="130" y="256"/>
                  </a:cubicBezTo>
                  <a:cubicBezTo>
                    <a:pt x="170" y="256"/>
                    <a:pt x="211" y="225"/>
                    <a:pt x="223" y="173"/>
                  </a:cubicBezTo>
                  <a:cubicBezTo>
                    <a:pt x="261" y="107"/>
                    <a:pt x="223" y="37"/>
                    <a:pt x="174" y="4"/>
                  </a:cubicBezTo>
                  <a:cubicBezTo>
                    <a:pt x="162" y="1"/>
                    <a:pt x="151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9" name="Google Shape;20999;p60"/>
            <p:cNvSpPr/>
            <p:nvPr/>
          </p:nvSpPr>
          <p:spPr>
            <a:xfrm>
              <a:off x="3832375" y="2401425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21" y="0"/>
                  </a:moveTo>
                  <a:cubicBezTo>
                    <a:pt x="78" y="0"/>
                    <a:pt x="44" y="33"/>
                    <a:pt x="17" y="81"/>
                  </a:cubicBezTo>
                  <a:cubicBezTo>
                    <a:pt x="1" y="151"/>
                    <a:pt x="38" y="221"/>
                    <a:pt x="87" y="254"/>
                  </a:cubicBezTo>
                  <a:cubicBezTo>
                    <a:pt x="97" y="257"/>
                    <a:pt x="106" y="258"/>
                    <a:pt x="116" y="258"/>
                  </a:cubicBezTo>
                  <a:cubicBezTo>
                    <a:pt x="162" y="258"/>
                    <a:pt x="210" y="228"/>
                    <a:pt x="223" y="184"/>
                  </a:cubicBezTo>
                  <a:cubicBezTo>
                    <a:pt x="260" y="118"/>
                    <a:pt x="223" y="31"/>
                    <a:pt x="174" y="15"/>
                  </a:cubicBezTo>
                  <a:cubicBezTo>
                    <a:pt x="155" y="5"/>
                    <a:pt x="137" y="0"/>
                    <a:pt x="1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0" name="Google Shape;21000;p60"/>
            <p:cNvSpPr/>
            <p:nvPr/>
          </p:nvSpPr>
          <p:spPr>
            <a:xfrm>
              <a:off x="3827225" y="228850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13" y="0"/>
                  </a:moveTo>
                  <a:cubicBezTo>
                    <a:pt x="72" y="0"/>
                    <a:pt x="32" y="32"/>
                    <a:pt x="17" y="83"/>
                  </a:cubicBezTo>
                  <a:cubicBezTo>
                    <a:pt x="0" y="149"/>
                    <a:pt x="17" y="219"/>
                    <a:pt x="87" y="252"/>
                  </a:cubicBezTo>
                  <a:cubicBezTo>
                    <a:pt x="96" y="255"/>
                    <a:pt x="106" y="257"/>
                    <a:pt x="116" y="257"/>
                  </a:cubicBezTo>
                  <a:cubicBezTo>
                    <a:pt x="162" y="257"/>
                    <a:pt x="209" y="227"/>
                    <a:pt x="223" y="186"/>
                  </a:cubicBezTo>
                  <a:cubicBezTo>
                    <a:pt x="244" y="116"/>
                    <a:pt x="223" y="30"/>
                    <a:pt x="157" y="13"/>
                  </a:cubicBezTo>
                  <a:cubicBezTo>
                    <a:pt x="143" y="4"/>
                    <a:pt x="128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1" name="Google Shape;21001;p60"/>
            <p:cNvSpPr/>
            <p:nvPr/>
          </p:nvSpPr>
          <p:spPr>
            <a:xfrm>
              <a:off x="3833300" y="2443950"/>
              <a:ext cx="5600" cy="6575"/>
            </a:xfrm>
            <a:custGeom>
              <a:avLst/>
              <a:gdLst/>
              <a:ahLst/>
              <a:cxnLst/>
              <a:rect l="l" t="t" r="r" b="b"/>
              <a:pathLst>
                <a:path w="224" h="263" extrusionOk="0">
                  <a:moveTo>
                    <a:pt x="120" y="0"/>
                  </a:moveTo>
                  <a:cubicBezTo>
                    <a:pt x="107" y="0"/>
                    <a:pt x="93" y="4"/>
                    <a:pt x="83" y="13"/>
                  </a:cubicBezTo>
                  <a:cubicBezTo>
                    <a:pt x="67" y="13"/>
                    <a:pt x="34" y="29"/>
                    <a:pt x="17" y="66"/>
                  </a:cubicBezTo>
                  <a:cubicBezTo>
                    <a:pt x="1" y="83"/>
                    <a:pt x="1" y="116"/>
                    <a:pt x="1" y="153"/>
                  </a:cubicBezTo>
                  <a:cubicBezTo>
                    <a:pt x="1" y="186"/>
                    <a:pt x="17" y="219"/>
                    <a:pt x="34" y="235"/>
                  </a:cubicBezTo>
                  <a:cubicBezTo>
                    <a:pt x="57" y="250"/>
                    <a:pt x="83" y="262"/>
                    <a:pt x="102" y="262"/>
                  </a:cubicBezTo>
                  <a:cubicBezTo>
                    <a:pt x="109" y="262"/>
                    <a:pt x="115" y="260"/>
                    <a:pt x="120" y="256"/>
                  </a:cubicBezTo>
                  <a:cubicBezTo>
                    <a:pt x="186" y="256"/>
                    <a:pt x="223" y="186"/>
                    <a:pt x="223" y="116"/>
                  </a:cubicBezTo>
                  <a:cubicBezTo>
                    <a:pt x="207" y="83"/>
                    <a:pt x="186" y="50"/>
                    <a:pt x="170" y="29"/>
                  </a:cubicBezTo>
                  <a:cubicBezTo>
                    <a:pt x="170" y="13"/>
                    <a:pt x="153" y="13"/>
                    <a:pt x="153" y="13"/>
                  </a:cubicBezTo>
                  <a:cubicBezTo>
                    <a:pt x="145" y="4"/>
                    <a:pt x="133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2" name="Google Shape;21002;p60"/>
            <p:cNvSpPr/>
            <p:nvPr/>
          </p:nvSpPr>
          <p:spPr>
            <a:xfrm>
              <a:off x="3828975" y="2368275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104" y="1"/>
                  </a:moveTo>
                  <a:cubicBezTo>
                    <a:pt x="33" y="17"/>
                    <a:pt x="0" y="67"/>
                    <a:pt x="0" y="153"/>
                  </a:cubicBezTo>
                  <a:cubicBezTo>
                    <a:pt x="0" y="191"/>
                    <a:pt x="17" y="207"/>
                    <a:pt x="50" y="240"/>
                  </a:cubicBezTo>
                  <a:cubicBezTo>
                    <a:pt x="71" y="257"/>
                    <a:pt x="104" y="257"/>
                    <a:pt x="120" y="257"/>
                  </a:cubicBezTo>
                  <a:cubicBezTo>
                    <a:pt x="190" y="240"/>
                    <a:pt x="223" y="170"/>
                    <a:pt x="223" y="104"/>
                  </a:cubicBezTo>
                  <a:cubicBezTo>
                    <a:pt x="223" y="67"/>
                    <a:pt x="207" y="50"/>
                    <a:pt x="174" y="17"/>
                  </a:cubicBezTo>
                  <a:cubicBezTo>
                    <a:pt x="174" y="17"/>
                    <a:pt x="15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3" name="Google Shape;21003;p60"/>
            <p:cNvSpPr/>
            <p:nvPr/>
          </p:nvSpPr>
          <p:spPr>
            <a:xfrm>
              <a:off x="3842275" y="23343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6" y="1"/>
                  </a:moveTo>
                  <a:cubicBezTo>
                    <a:pt x="103" y="1"/>
                    <a:pt x="87" y="1"/>
                    <a:pt x="54" y="17"/>
                  </a:cubicBezTo>
                  <a:cubicBezTo>
                    <a:pt x="0" y="66"/>
                    <a:pt x="0" y="153"/>
                    <a:pt x="33" y="207"/>
                  </a:cubicBezTo>
                  <a:cubicBezTo>
                    <a:pt x="54" y="240"/>
                    <a:pt x="87" y="256"/>
                    <a:pt x="120" y="256"/>
                  </a:cubicBezTo>
                  <a:cubicBezTo>
                    <a:pt x="136" y="256"/>
                    <a:pt x="173" y="256"/>
                    <a:pt x="190" y="223"/>
                  </a:cubicBezTo>
                  <a:cubicBezTo>
                    <a:pt x="239" y="186"/>
                    <a:pt x="239" y="104"/>
                    <a:pt x="206" y="50"/>
                  </a:cubicBezTo>
                  <a:cubicBezTo>
                    <a:pt x="206" y="33"/>
                    <a:pt x="190" y="17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4" name="Google Shape;21004;p60"/>
            <p:cNvSpPr/>
            <p:nvPr/>
          </p:nvSpPr>
          <p:spPr>
            <a:xfrm>
              <a:off x="3842275" y="2287625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28" y="0"/>
                  </a:moveTo>
                  <a:cubicBezTo>
                    <a:pt x="87" y="0"/>
                    <a:pt x="48" y="33"/>
                    <a:pt x="33" y="81"/>
                  </a:cubicBezTo>
                  <a:cubicBezTo>
                    <a:pt x="0" y="151"/>
                    <a:pt x="33" y="221"/>
                    <a:pt x="87" y="254"/>
                  </a:cubicBezTo>
                  <a:cubicBezTo>
                    <a:pt x="99" y="257"/>
                    <a:pt x="110" y="259"/>
                    <a:pt x="121" y="259"/>
                  </a:cubicBezTo>
                  <a:cubicBezTo>
                    <a:pt x="173" y="259"/>
                    <a:pt x="212" y="226"/>
                    <a:pt x="239" y="168"/>
                  </a:cubicBezTo>
                  <a:cubicBezTo>
                    <a:pt x="260" y="98"/>
                    <a:pt x="223" y="32"/>
                    <a:pt x="173" y="15"/>
                  </a:cubicBezTo>
                  <a:cubicBezTo>
                    <a:pt x="159" y="5"/>
                    <a:pt x="143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5" name="Google Shape;21005;p60"/>
            <p:cNvSpPr/>
            <p:nvPr/>
          </p:nvSpPr>
          <p:spPr>
            <a:xfrm>
              <a:off x="3820425" y="245032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20" y="1"/>
                  </a:moveTo>
                  <a:cubicBezTo>
                    <a:pt x="103" y="1"/>
                    <a:pt x="66" y="17"/>
                    <a:pt x="50" y="34"/>
                  </a:cubicBezTo>
                  <a:cubicBezTo>
                    <a:pt x="17" y="50"/>
                    <a:pt x="0" y="83"/>
                    <a:pt x="0" y="120"/>
                  </a:cubicBezTo>
                  <a:cubicBezTo>
                    <a:pt x="0" y="153"/>
                    <a:pt x="17" y="186"/>
                    <a:pt x="33" y="223"/>
                  </a:cubicBezTo>
                  <a:cubicBezTo>
                    <a:pt x="51" y="251"/>
                    <a:pt x="81" y="263"/>
                    <a:pt x="112" y="263"/>
                  </a:cubicBezTo>
                  <a:cubicBezTo>
                    <a:pt x="137" y="263"/>
                    <a:pt x="164" y="255"/>
                    <a:pt x="186" y="240"/>
                  </a:cubicBezTo>
                  <a:cubicBezTo>
                    <a:pt x="239" y="186"/>
                    <a:pt x="239" y="104"/>
                    <a:pt x="206" y="50"/>
                  </a:cubicBezTo>
                  <a:cubicBezTo>
                    <a:pt x="186" y="34"/>
                    <a:pt x="169" y="17"/>
                    <a:pt x="153" y="17"/>
                  </a:cubicBezTo>
                  <a:cubicBezTo>
                    <a:pt x="153" y="17"/>
                    <a:pt x="136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6" name="Google Shape;21006;p60"/>
            <p:cNvSpPr/>
            <p:nvPr/>
          </p:nvSpPr>
          <p:spPr>
            <a:xfrm>
              <a:off x="3844425" y="2270775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104" y="1"/>
                  </a:moveTo>
                  <a:cubicBezTo>
                    <a:pt x="71" y="1"/>
                    <a:pt x="50" y="17"/>
                    <a:pt x="34" y="34"/>
                  </a:cubicBezTo>
                  <a:cubicBezTo>
                    <a:pt x="17" y="71"/>
                    <a:pt x="1" y="104"/>
                    <a:pt x="1" y="153"/>
                  </a:cubicBezTo>
                  <a:cubicBezTo>
                    <a:pt x="17" y="190"/>
                    <a:pt x="34" y="207"/>
                    <a:pt x="50" y="240"/>
                  </a:cubicBezTo>
                  <a:cubicBezTo>
                    <a:pt x="71" y="256"/>
                    <a:pt x="104" y="256"/>
                    <a:pt x="137" y="256"/>
                  </a:cubicBezTo>
                  <a:cubicBezTo>
                    <a:pt x="191" y="240"/>
                    <a:pt x="224" y="190"/>
                    <a:pt x="224" y="120"/>
                  </a:cubicBezTo>
                  <a:lnTo>
                    <a:pt x="224" y="104"/>
                  </a:lnTo>
                  <a:cubicBezTo>
                    <a:pt x="224" y="71"/>
                    <a:pt x="191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7" name="Google Shape;21007;p60"/>
            <p:cNvSpPr/>
            <p:nvPr/>
          </p:nvSpPr>
          <p:spPr>
            <a:xfrm>
              <a:off x="3839275" y="2383750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71" y="0"/>
                  </a:moveTo>
                  <a:cubicBezTo>
                    <a:pt x="17" y="33"/>
                    <a:pt x="1" y="87"/>
                    <a:pt x="1" y="136"/>
                  </a:cubicBezTo>
                  <a:cubicBezTo>
                    <a:pt x="1" y="169"/>
                    <a:pt x="17" y="207"/>
                    <a:pt x="50" y="223"/>
                  </a:cubicBezTo>
                  <a:cubicBezTo>
                    <a:pt x="71" y="256"/>
                    <a:pt x="104" y="256"/>
                    <a:pt x="120" y="256"/>
                  </a:cubicBezTo>
                  <a:cubicBezTo>
                    <a:pt x="190" y="240"/>
                    <a:pt x="223" y="169"/>
                    <a:pt x="223" y="103"/>
                  </a:cubicBezTo>
                  <a:cubicBezTo>
                    <a:pt x="223" y="87"/>
                    <a:pt x="223" y="87"/>
                    <a:pt x="207" y="66"/>
                  </a:cubicBezTo>
                  <a:cubicBezTo>
                    <a:pt x="207" y="33"/>
                    <a:pt x="174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8" name="Google Shape;21008;p60"/>
            <p:cNvSpPr/>
            <p:nvPr/>
          </p:nvSpPr>
          <p:spPr>
            <a:xfrm>
              <a:off x="3822475" y="2430550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04" y="0"/>
                  </a:moveTo>
                  <a:cubicBezTo>
                    <a:pt x="54" y="17"/>
                    <a:pt x="1" y="87"/>
                    <a:pt x="21" y="153"/>
                  </a:cubicBezTo>
                  <a:cubicBezTo>
                    <a:pt x="21" y="190"/>
                    <a:pt x="38" y="223"/>
                    <a:pt x="71" y="239"/>
                  </a:cubicBezTo>
                  <a:cubicBezTo>
                    <a:pt x="87" y="256"/>
                    <a:pt x="124" y="256"/>
                    <a:pt x="141" y="256"/>
                  </a:cubicBezTo>
                  <a:cubicBezTo>
                    <a:pt x="207" y="239"/>
                    <a:pt x="244" y="190"/>
                    <a:pt x="244" y="103"/>
                  </a:cubicBezTo>
                  <a:cubicBezTo>
                    <a:pt x="227" y="70"/>
                    <a:pt x="207" y="50"/>
                    <a:pt x="190" y="33"/>
                  </a:cubicBezTo>
                  <a:cubicBezTo>
                    <a:pt x="190" y="17"/>
                    <a:pt x="174" y="17"/>
                    <a:pt x="174" y="17"/>
                  </a:cubicBezTo>
                  <a:cubicBezTo>
                    <a:pt x="157" y="0"/>
                    <a:pt x="124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9" name="Google Shape;21009;p60"/>
            <p:cNvSpPr/>
            <p:nvPr/>
          </p:nvSpPr>
          <p:spPr>
            <a:xfrm>
              <a:off x="3828975" y="2323150"/>
              <a:ext cx="5600" cy="6575"/>
            </a:xfrm>
            <a:custGeom>
              <a:avLst/>
              <a:gdLst/>
              <a:ahLst/>
              <a:cxnLst/>
              <a:rect l="l" t="t" r="r" b="b"/>
              <a:pathLst>
                <a:path w="224" h="263" extrusionOk="0">
                  <a:moveTo>
                    <a:pt x="104" y="0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5" y="215"/>
                    <a:pt x="58" y="263"/>
                    <a:pt x="113" y="263"/>
                  </a:cubicBezTo>
                  <a:cubicBezTo>
                    <a:pt x="120" y="263"/>
                    <a:pt x="128" y="262"/>
                    <a:pt x="137" y="260"/>
                  </a:cubicBezTo>
                  <a:cubicBezTo>
                    <a:pt x="153" y="260"/>
                    <a:pt x="190" y="243"/>
                    <a:pt x="207" y="206"/>
                  </a:cubicBezTo>
                  <a:cubicBezTo>
                    <a:pt x="223" y="173"/>
                    <a:pt x="223" y="140"/>
                    <a:pt x="223" y="103"/>
                  </a:cubicBezTo>
                  <a:cubicBezTo>
                    <a:pt x="223" y="70"/>
                    <a:pt x="207" y="54"/>
                    <a:pt x="190" y="17"/>
                  </a:cubicBezTo>
                  <a:lnTo>
                    <a:pt x="153" y="17"/>
                  </a:ln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0" name="Google Shape;21010;p60"/>
            <p:cNvSpPr/>
            <p:nvPr/>
          </p:nvSpPr>
          <p:spPr>
            <a:xfrm>
              <a:off x="3898550" y="224542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3" y="0"/>
                  </a:moveTo>
                  <a:cubicBezTo>
                    <a:pt x="70" y="17"/>
                    <a:pt x="50" y="33"/>
                    <a:pt x="17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17" y="190"/>
                    <a:pt x="17" y="223"/>
                    <a:pt x="50" y="240"/>
                  </a:cubicBezTo>
                  <a:cubicBezTo>
                    <a:pt x="65" y="254"/>
                    <a:pt x="86" y="267"/>
                    <a:pt x="108" y="267"/>
                  </a:cubicBezTo>
                  <a:cubicBezTo>
                    <a:pt x="118" y="267"/>
                    <a:pt x="127" y="265"/>
                    <a:pt x="136" y="260"/>
                  </a:cubicBezTo>
                  <a:cubicBezTo>
                    <a:pt x="190" y="260"/>
                    <a:pt x="240" y="190"/>
                    <a:pt x="223" y="120"/>
                  </a:cubicBezTo>
                  <a:cubicBezTo>
                    <a:pt x="223" y="87"/>
                    <a:pt x="207" y="54"/>
                    <a:pt x="174" y="33"/>
                  </a:cubicBezTo>
                  <a:cubicBezTo>
                    <a:pt x="174" y="17"/>
                    <a:pt x="174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1" name="Google Shape;21011;p60"/>
            <p:cNvSpPr/>
            <p:nvPr/>
          </p:nvSpPr>
          <p:spPr>
            <a:xfrm>
              <a:off x="3828550" y="246270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4" y="1"/>
                  </a:moveTo>
                  <a:cubicBezTo>
                    <a:pt x="50" y="21"/>
                    <a:pt x="1" y="87"/>
                    <a:pt x="17" y="157"/>
                  </a:cubicBezTo>
                  <a:cubicBezTo>
                    <a:pt x="17" y="190"/>
                    <a:pt x="34" y="227"/>
                    <a:pt x="50" y="244"/>
                  </a:cubicBezTo>
                  <a:cubicBezTo>
                    <a:pt x="88" y="260"/>
                    <a:pt x="104" y="260"/>
                    <a:pt x="121" y="260"/>
                  </a:cubicBezTo>
                  <a:cubicBezTo>
                    <a:pt x="154" y="207"/>
                    <a:pt x="191" y="157"/>
                    <a:pt x="224" y="87"/>
                  </a:cubicBezTo>
                  <a:cubicBezTo>
                    <a:pt x="224" y="71"/>
                    <a:pt x="207" y="54"/>
                    <a:pt x="191" y="38"/>
                  </a:cubicBezTo>
                  <a:cubicBezTo>
                    <a:pt x="191" y="21"/>
                    <a:pt x="170" y="21"/>
                    <a:pt x="170" y="21"/>
                  </a:cubicBezTo>
                  <a:cubicBezTo>
                    <a:pt x="137" y="1"/>
                    <a:pt x="121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2" name="Google Shape;21012;p60"/>
            <p:cNvSpPr/>
            <p:nvPr/>
          </p:nvSpPr>
          <p:spPr>
            <a:xfrm>
              <a:off x="3837525" y="2426925"/>
              <a:ext cx="6100" cy="6550"/>
            </a:xfrm>
            <a:custGeom>
              <a:avLst/>
              <a:gdLst/>
              <a:ahLst/>
              <a:cxnLst/>
              <a:rect l="l" t="t" r="r" b="b"/>
              <a:pathLst>
                <a:path w="244" h="262" extrusionOk="0">
                  <a:moveTo>
                    <a:pt x="102" y="0"/>
                  </a:moveTo>
                  <a:cubicBezTo>
                    <a:pt x="85" y="0"/>
                    <a:pt x="66" y="14"/>
                    <a:pt x="54" y="26"/>
                  </a:cubicBezTo>
                  <a:cubicBezTo>
                    <a:pt x="1" y="75"/>
                    <a:pt x="1" y="162"/>
                    <a:pt x="38" y="215"/>
                  </a:cubicBezTo>
                  <a:cubicBezTo>
                    <a:pt x="57" y="244"/>
                    <a:pt x="89" y="262"/>
                    <a:pt x="122" y="262"/>
                  </a:cubicBezTo>
                  <a:cubicBezTo>
                    <a:pt x="145" y="262"/>
                    <a:pt x="170" y="252"/>
                    <a:pt x="190" y="232"/>
                  </a:cubicBezTo>
                  <a:cubicBezTo>
                    <a:pt x="244" y="178"/>
                    <a:pt x="244" y="112"/>
                    <a:pt x="207" y="42"/>
                  </a:cubicBezTo>
                  <a:cubicBezTo>
                    <a:pt x="190" y="26"/>
                    <a:pt x="174" y="26"/>
                    <a:pt x="157" y="9"/>
                  </a:cubicBezTo>
                  <a:lnTo>
                    <a:pt x="120" y="9"/>
                  </a:lnTo>
                  <a:cubicBezTo>
                    <a:pt x="115" y="3"/>
                    <a:pt x="109" y="0"/>
                    <a:pt x="1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3" name="Google Shape;21013;p60"/>
            <p:cNvSpPr/>
            <p:nvPr/>
          </p:nvSpPr>
          <p:spPr>
            <a:xfrm>
              <a:off x="3948325" y="2252325"/>
              <a:ext cx="6125" cy="6425"/>
            </a:xfrm>
            <a:custGeom>
              <a:avLst/>
              <a:gdLst/>
              <a:ahLst/>
              <a:cxnLst/>
              <a:rect l="l" t="t" r="r" b="b"/>
              <a:pathLst>
                <a:path w="245" h="257" extrusionOk="0">
                  <a:moveTo>
                    <a:pt x="104" y="1"/>
                  </a:moveTo>
                  <a:cubicBezTo>
                    <a:pt x="54" y="1"/>
                    <a:pt x="1" y="67"/>
                    <a:pt x="17" y="137"/>
                  </a:cubicBezTo>
                  <a:cubicBezTo>
                    <a:pt x="17" y="170"/>
                    <a:pt x="38" y="207"/>
                    <a:pt x="54" y="223"/>
                  </a:cubicBezTo>
                  <a:cubicBezTo>
                    <a:pt x="87" y="256"/>
                    <a:pt x="120" y="256"/>
                    <a:pt x="141" y="256"/>
                  </a:cubicBezTo>
                  <a:cubicBezTo>
                    <a:pt x="207" y="240"/>
                    <a:pt x="244" y="170"/>
                    <a:pt x="244" y="104"/>
                  </a:cubicBezTo>
                  <a:cubicBezTo>
                    <a:pt x="223" y="67"/>
                    <a:pt x="207" y="34"/>
                    <a:pt x="190" y="17"/>
                  </a:cubicBezTo>
                  <a:lnTo>
                    <a:pt x="1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4" name="Google Shape;21014;p60"/>
            <p:cNvSpPr/>
            <p:nvPr/>
          </p:nvSpPr>
          <p:spPr>
            <a:xfrm>
              <a:off x="3949675" y="23003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66" y="1"/>
                    <a:pt x="50" y="22"/>
                    <a:pt x="33" y="55"/>
                  </a:cubicBezTo>
                  <a:cubicBezTo>
                    <a:pt x="0" y="88"/>
                    <a:pt x="0" y="125"/>
                    <a:pt x="0" y="158"/>
                  </a:cubicBezTo>
                  <a:cubicBezTo>
                    <a:pt x="17" y="191"/>
                    <a:pt x="33" y="207"/>
                    <a:pt x="50" y="244"/>
                  </a:cubicBezTo>
                  <a:cubicBezTo>
                    <a:pt x="66" y="261"/>
                    <a:pt x="103" y="261"/>
                    <a:pt x="136" y="261"/>
                  </a:cubicBezTo>
                  <a:cubicBezTo>
                    <a:pt x="190" y="244"/>
                    <a:pt x="239" y="191"/>
                    <a:pt x="223" y="104"/>
                  </a:cubicBezTo>
                  <a:cubicBezTo>
                    <a:pt x="223" y="71"/>
                    <a:pt x="207" y="55"/>
                    <a:pt x="190" y="22"/>
                  </a:cubicBezTo>
                  <a:cubicBezTo>
                    <a:pt x="169" y="22"/>
                    <a:pt x="169" y="22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5" name="Google Shape;21015;p60"/>
            <p:cNvSpPr/>
            <p:nvPr/>
          </p:nvSpPr>
          <p:spPr>
            <a:xfrm>
              <a:off x="3820825" y="235365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37" y="0"/>
                  </a:moveTo>
                  <a:cubicBezTo>
                    <a:pt x="104" y="0"/>
                    <a:pt x="67" y="17"/>
                    <a:pt x="50" y="33"/>
                  </a:cubicBezTo>
                  <a:cubicBezTo>
                    <a:pt x="1" y="71"/>
                    <a:pt x="1" y="157"/>
                    <a:pt x="34" y="207"/>
                  </a:cubicBezTo>
                  <a:cubicBezTo>
                    <a:pt x="50" y="240"/>
                    <a:pt x="67" y="260"/>
                    <a:pt x="104" y="260"/>
                  </a:cubicBezTo>
                  <a:cubicBezTo>
                    <a:pt x="137" y="260"/>
                    <a:pt x="170" y="260"/>
                    <a:pt x="190" y="240"/>
                  </a:cubicBezTo>
                  <a:cubicBezTo>
                    <a:pt x="207" y="207"/>
                    <a:pt x="223" y="190"/>
                    <a:pt x="223" y="157"/>
                  </a:cubicBezTo>
                  <a:cubicBezTo>
                    <a:pt x="223" y="120"/>
                    <a:pt x="223" y="87"/>
                    <a:pt x="207" y="54"/>
                  </a:cubicBezTo>
                  <a:cubicBezTo>
                    <a:pt x="190" y="33"/>
                    <a:pt x="170" y="17"/>
                    <a:pt x="153" y="17"/>
                  </a:cubicBezTo>
                  <a:cubicBezTo>
                    <a:pt x="153" y="0"/>
                    <a:pt x="137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6" name="Google Shape;21016;p60"/>
            <p:cNvSpPr/>
            <p:nvPr/>
          </p:nvSpPr>
          <p:spPr>
            <a:xfrm>
              <a:off x="3864625" y="2391100"/>
              <a:ext cx="6025" cy="6550"/>
            </a:xfrm>
            <a:custGeom>
              <a:avLst/>
              <a:gdLst/>
              <a:ahLst/>
              <a:cxnLst/>
              <a:rect l="l" t="t" r="r" b="b"/>
              <a:pathLst>
                <a:path w="241" h="262" extrusionOk="0">
                  <a:moveTo>
                    <a:pt x="110" y="1"/>
                  </a:moveTo>
                  <a:cubicBezTo>
                    <a:pt x="70" y="1"/>
                    <a:pt x="29" y="34"/>
                    <a:pt x="17" y="82"/>
                  </a:cubicBezTo>
                  <a:cubicBezTo>
                    <a:pt x="1" y="102"/>
                    <a:pt x="1" y="119"/>
                    <a:pt x="1" y="152"/>
                  </a:cubicBezTo>
                  <a:cubicBezTo>
                    <a:pt x="17" y="185"/>
                    <a:pt x="34" y="238"/>
                    <a:pt x="67" y="255"/>
                  </a:cubicBezTo>
                  <a:cubicBezTo>
                    <a:pt x="81" y="259"/>
                    <a:pt x="94" y="261"/>
                    <a:pt x="106" y="261"/>
                  </a:cubicBezTo>
                  <a:cubicBezTo>
                    <a:pt x="139" y="261"/>
                    <a:pt x="163" y="246"/>
                    <a:pt x="191" y="222"/>
                  </a:cubicBezTo>
                  <a:cubicBezTo>
                    <a:pt x="207" y="222"/>
                    <a:pt x="207" y="205"/>
                    <a:pt x="224" y="185"/>
                  </a:cubicBezTo>
                  <a:cubicBezTo>
                    <a:pt x="240" y="119"/>
                    <a:pt x="207" y="32"/>
                    <a:pt x="154" y="16"/>
                  </a:cubicBezTo>
                  <a:cubicBezTo>
                    <a:pt x="140" y="5"/>
                    <a:pt x="125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7" name="Google Shape;21017;p60"/>
            <p:cNvSpPr/>
            <p:nvPr/>
          </p:nvSpPr>
          <p:spPr>
            <a:xfrm>
              <a:off x="3834950" y="2303075"/>
              <a:ext cx="6525" cy="6700"/>
            </a:xfrm>
            <a:custGeom>
              <a:avLst/>
              <a:gdLst/>
              <a:ahLst/>
              <a:cxnLst/>
              <a:rect l="l" t="t" r="r" b="b"/>
              <a:pathLst>
                <a:path w="261" h="268" extrusionOk="0">
                  <a:moveTo>
                    <a:pt x="121" y="1"/>
                  </a:moveTo>
                  <a:cubicBezTo>
                    <a:pt x="78" y="1"/>
                    <a:pt x="44" y="34"/>
                    <a:pt x="17" y="82"/>
                  </a:cubicBezTo>
                  <a:cubicBezTo>
                    <a:pt x="1" y="152"/>
                    <a:pt x="38" y="238"/>
                    <a:pt x="87" y="255"/>
                  </a:cubicBezTo>
                  <a:cubicBezTo>
                    <a:pt x="101" y="264"/>
                    <a:pt x="116" y="268"/>
                    <a:pt x="131" y="268"/>
                  </a:cubicBezTo>
                  <a:cubicBezTo>
                    <a:pt x="172" y="268"/>
                    <a:pt x="211" y="236"/>
                    <a:pt x="223" y="185"/>
                  </a:cubicBezTo>
                  <a:cubicBezTo>
                    <a:pt x="260" y="119"/>
                    <a:pt x="223" y="49"/>
                    <a:pt x="174" y="16"/>
                  </a:cubicBezTo>
                  <a:cubicBezTo>
                    <a:pt x="155" y="6"/>
                    <a:pt x="137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8" name="Google Shape;21018;p60"/>
            <p:cNvSpPr/>
            <p:nvPr/>
          </p:nvSpPr>
          <p:spPr>
            <a:xfrm>
              <a:off x="3835875" y="23510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0"/>
                  </a:moveTo>
                  <a:cubicBezTo>
                    <a:pt x="50" y="0"/>
                    <a:pt x="1" y="71"/>
                    <a:pt x="17" y="136"/>
                  </a:cubicBezTo>
                  <a:cubicBezTo>
                    <a:pt x="17" y="174"/>
                    <a:pt x="34" y="207"/>
                    <a:pt x="50" y="223"/>
                  </a:cubicBezTo>
                  <a:cubicBezTo>
                    <a:pt x="83" y="260"/>
                    <a:pt x="104" y="260"/>
                    <a:pt x="137" y="260"/>
                  </a:cubicBezTo>
                  <a:cubicBezTo>
                    <a:pt x="170" y="240"/>
                    <a:pt x="186" y="223"/>
                    <a:pt x="207" y="207"/>
                  </a:cubicBezTo>
                  <a:cubicBezTo>
                    <a:pt x="223" y="174"/>
                    <a:pt x="240" y="136"/>
                    <a:pt x="223" y="103"/>
                  </a:cubicBezTo>
                  <a:cubicBezTo>
                    <a:pt x="223" y="71"/>
                    <a:pt x="207" y="33"/>
                    <a:pt x="186" y="17"/>
                  </a:cubicBezTo>
                  <a:cubicBezTo>
                    <a:pt x="170" y="17"/>
                    <a:pt x="170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9" name="Google Shape;21019;p60"/>
            <p:cNvSpPr/>
            <p:nvPr/>
          </p:nvSpPr>
          <p:spPr>
            <a:xfrm>
              <a:off x="3831550" y="227360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19" y="0"/>
                  </a:moveTo>
                  <a:cubicBezTo>
                    <a:pt x="102" y="0"/>
                    <a:pt x="82" y="12"/>
                    <a:pt x="71" y="24"/>
                  </a:cubicBezTo>
                  <a:cubicBezTo>
                    <a:pt x="17" y="77"/>
                    <a:pt x="1" y="164"/>
                    <a:pt x="50" y="213"/>
                  </a:cubicBezTo>
                  <a:cubicBezTo>
                    <a:pt x="71" y="246"/>
                    <a:pt x="87" y="267"/>
                    <a:pt x="120" y="267"/>
                  </a:cubicBezTo>
                  <a:cubicBezTo>
                    <a:pt x="153" y="267"/>
                    <a:pt x="174" y="246"/>
                    <a:pt x="207" y="230"/>
                  </a:cubicBezTo>
                  <a:cubicBezTo>
                    <a:pt x="223" y="213"/>
                    <a:pt x="240" y="180"/>
                    <a:pt x="240" y="143"/>
                  </a:cubicBezTo>
                  <a:cubicBezTo>
                    <a:pt x="240" y="110"/>
                    <a:pt x="240" y="77"/>
                    <a:pt x="223" y="40"/>
                  </a:cubicBezTo>
                  <a:cubicBezTo>
                    <a:pt x="207" y="24"/>
                    <a:pt x="190" y="24"/>
                    <a:pt x="174" y="7"/>
                  </a:cubicBezTo>
                  <a:lnTo>
                    <a:pt x="137" y="7"/>
                  </a:lnTo>
                  <a:cubicBezTo>
                    <a:pt x="132" y="2"/>
                    <a:pt x="126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0" name="Google Shape;21020;p60"/>
            <p:cNvSpPr/>
            <p:nvPr/>
          </p:nvSpPr>
          <p:spPr>
            <a:xfrm>
              <a:off x="3824225" y="22584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13" y="0"/>
                  </a:moveTo>
                  <a:cubicBezTo>
                    <a:pt x="70" y="0"/>
                    <a:pt x="29" y="32"/>
                    <a:pt x="17" y="83"/>
                  </a:cubicBezTo>
                  <a:cubicBezTo>
                    <a:pt x="1" y="100"/>
                    <a:pt x="1" y="133"/>
                    <a:pt x="1" y="153"/>
                  </a:cubicBezTo>
                  <a:cubicBezTo>
                    <a:pt x="17" y="203"/>
                    <a:pt x="34" y="236"/>
                    <a:pt x="71" y="257"/>
                  </a:cubicBezTo>
                  <a:cubicBezTo>
                    <a:pt x="85" y="261"/>
                    <a:pt x="98" y="263"/>
                    <a:pt x="110" y="263"/>
                  </a:cubicBezTo>
                  <a:cubicBezTo>
                    <a:pt x="141" y="263"/>
                    <a:pt x="167" y="251"/>
                    <a:pt x="190" y="236"/>
                  </a:cubicBezTo>
                  <a:cubicBezTo>
                    <a:pt x="207" y="219"/>
                    <a:pt x="207" y="203"/>
                    <a:pt x="223" y="186"/>
                  </a:cubicBezTo>
                  <a:cubicBezTo>
                    <a:pt x="240" y="116"/>
                    <a:pt x="207" y="30"/>
                    <a:pt x="157" y="13"/>
                  </a:cubicBezTo>
                  <a:cubicBezTo>
                    <a:pt x="143" y="5"/>
                    <a:pt x="128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1" name="Google Shape;21021;p60"/>
            <p:cNvSpPr/>
            <p:nvPr/>
          </p:nvSpPr>
          <p:spPr>
            <a:xfrm>
              <a:off x="3822475" y="2308600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04" y="1"/>
                  </a:moveTo>
                  <a:cubicBezTo>
                    <a:pt x="38" y="17"/>
                    <a:pt x="1" y="83"/>
                    <a:pt x="1" y="153"/>
                  </a:cubicBezTo>
                  <a:cubicBezTo>
                    <a:pt x="21" y="186"/>
                    <a:pt x="38" y="223"/>
                    <a:pt x="54" y="240"/>
                  </a:cubicBezTo>
                  <a:cubicBezTo>
                    <a:pt x="66" y="252"/>
                    <a:pt x="86" y="263"/>
                    <a:pt x="110" y="263"/>
                  </a:cubicBezTo>
                  <a:cubicBezTo>
                    <a:pt x="120" y="263"/>
                    <a:pt x="130" y="261"/>
                    <a:pt x="141" y="256"/>
                  </a:cubicBezTo>
                  <a:cubicBezTo>
                    <a:pt x="190" y="256"/>
                    <a:pt x="244" y="186"/>
                    <a:pt x="227" y="120"/>
                  </a:cubicBezTo>
                  <a:cubicBezTo>
                    <a:pt x="227" y="83"/>
                    <a:pt x="207" y="50"/>
                    <a:pt x="190" y="34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1"/>
                    <a:pt x="124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2" name="Google Shape;21022;p60"/>
            <p:cNvSpPr/>
            <p:nvPr/>
          </p:nvSpPr>
          <p:spPr>
            <a:xfrm>
              <a:off x="3827225" y="2244700"/>
              <a:ext cx="6100" cy="6325"/>
            </a:xfrm>
            <a:custGeom>
              <a:avLst/>
              <a:gdLst/>
              <a:ahLst/>
              <a:cxnLst/>
              <a:rect l="l" t="t" r="r" b="b"/>
              <a:pathLst>
                <a:path w="244" h="253" extrusionOk="0">
                  <a:moveTo>
                    <a:pt x="122" y="0"/>
                  </a:moveTo>
                  <a:cubicBezTo>
                    <a:pt x="78" y="0"/>
                    <a:pt x="44" y="32"/>
                    <a:pt x="17" y="83"/>
                  </a:cubicBezTo>
                  <a:cubicBezTo>
                    <a:pt x="0" y="149"/>
                    <a:pt x="37" y="219"/>
                    <a:pt x="87" y="252"/>
                  </a:cubicBezTo>
                  <a:lnTo>
                    <a:pt x="141" y="252"/>
                  </a:lnTo>
                  <a:cubicBezTo>
                    <a:pt x="174" y="252"/>
                    <a:pt x="207" y="219"/>
                    <a:pt x="223" y="186"/>
                  </a:cubicBezTo>
                  <a:cubicBezTo>
                    <a:pt x="244" y="133"/>
                    <a:pt x="244" y="83"/>
                    <a:pt x="207" y="46"/>
                  </a:cubicBezTo>
                  <a:cubicBezTo>
                    <a:pt x="190" y="29"/>
                    <a:pt x="190" y="13"/>
                    <a:pt x="174" y="13"/>
                  </a:cubicBezTo>
                  <a:cubicBezTo>
                    <a:pt x="155" y="4"/>
                    <a:pt x="138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3" name="Google Shape;21023;p60"/>
            <p:cNvSpPr/>
            <p:nvPr/>
          </p:nvSpPr>
          <p:spPr>
            <a:xfrm>
              <a:off x="3973275" y="2355250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27" y="1"/>
                  </a:moveTo>
                  <a:cubicBezTo>
                    <a:pt x="79" y="1"/>
                    <a:pt x="42" y="22"/>
                    <a:pt x="17" y="73"/>
                  </a:cubicBezTo>
                  <a:cubicBezTo>
                    <a:pt x="1" y="143"/>
                    <a:pt x="33" y="229"/>
                    <a:pt x="87" y="246"/>
                  </a:cubicBezTo>
                  <a:cubicBezTo>
                    <a:pt x="100" y="254"/>
                    <a:pt x="115" y="259"/>
                    <a:pt x="129" y="259"/>
                  </a:cubicBezTo>
                  <a:cubicBezTo>
                    <a:pt x="170" y="259"/>
                    <a:pt x="211" y="227"/>
                    <a:pt x="223" y="176"/>
                  </a:cubicBezTo>
                  <a:cubicBezTo>
                    <a:pt x="256" y="110"/>
                    <a:pt x="223" y="40"/>
                    <a:pt x="174" y="7"/>
                  </a:cubicBezTo>
                  <a:cubicBezTo>
                    <a:pt x="157" y="3"/>
                    <a:pt x="142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4" name="Google Shape;21024;p60"/>
            <p:cNvSpPr/>
            <p:nvPr/>
          </p:nvSpPr>
          <p:spPr>
            <a:xfrm>
              <a:off x="3908025" y="2336575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26" y="1"/>
                  </a:moveTo>
                  <a:cubicBezTo>
                    <a:pt x="86" y="1"/>
                    <a:pt x="46" y="34"/>
                    <a:pt x="34" y="82"/>
                  </a:cubicBezTo>
                  <a:cubicBezTo>
                    <a:pt x="1" y="152"/>
                    <a:pt x="34" y="222"/>
                    <a:pt x="83" y="255"/>
                  </a:cubicBezTo>
                  <a:cubicBezTo>
                    <a:pt x="95" y="258"/>
                    <a:pt x="107" y="259"/>
                    <a:pt x="118" y="259"/>
                  </a:cubicBezTo>
                  <a:cubicBezTo>
                    <a:pt x="171" y="259"/>
                    <a:pt x="212" y="226"/>
                    <a:pt x="240" y="168"/>
                  </a:cubicBezTo>
                  <a:cubicBezTo>
                    <a:pt x="256" y="119"/>
                    <a:pt x="223" y="32"/>
                    <a:pt x="170" y="16"/>
                  </a:cubicBezTo>
                  <a:cubicBezTo>
                    <a:pt x="156" y="5"/>
                    <a:pt x="141" y="1"/>
                    <a:pt x="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5" name="Google Shape;21025;p60"/>
            <p:cNvSpPr/>
            <p:nvPr/>
          </p:nvSpPr>
          <p:spPr>
            <a:xfrm>
              <a:off x="3908850" y="2384150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4" y="1"/>
                  </a:moveTo>
                  <a:cubicBezTo>
                    <a:pt x="50" y="17"/>
                    <a:pt x="1" y="87"/>
                    <a:pt x="17" y="153"/>
                  </a:cubicBezTo>
                  <a:cubicBezTo>
                    <a:pt x="17" y="191"/>
                    <a:pt x="34" y="224"/>
                    <a:pt x="50" y="240"/>
                  </a:cubicBezTo>
                  <a:cubicBezTo>
                    <a:pt x="76" y="252"/>
                    <a:pt x="100" y="265"/>
                    <a:pt x="118" y="265"/>
                  </a:cubicBezTo>
                  <a:cubicBezTo>
                    <a:pt x="125" y="265"/>
                    <a:pt x="132" y="263"/>
                    <a:pt x="137" y="256"/>
                  </a:cubicBezTo>
                  <a:cubicBezTo>
                    <a:pt x="174" y="256"/>
                    <a:pt x="190" y="240"/>
                    <a:pt x="207" y="207"/>
                  </a:cubicBezTo>
                  <a:cubicBezTo>
                    <a:pt x="223" y="191"/>
                    <a:pt x="240" y="153"/>
                    <a:pt x="240" y="120"/>
                  </a:cubicBezTo>
                  <a:cubicBezTo>
                    <a:pt x="223" y="87"/>
                    <a:pt x="207" y="50"/>
                    <a:pt x="190" y="34"/>
                  </a:cubicBezTo>
                  <a:cubicBezTo>
                    <a:pt x="190" y="17"/>
                    <a:pt x="174" y="17"/>
                    <a:pt x="174" y="17"/>
                  </a:cubicBezTo>
                  <a:cubicBezTo>
                    <a:pt x="153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6" name="Google Shape;21026;p60"/>
            <p:cNvSpPr/>
            <p:nvPr/>
          </p:nvSpPr>
          <p:spPr>
            <a:xfrm>
              <a:off x="3917000" y="22751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54" y="17"/>
                    <a:pt x="0" y="67"/>
                    <a:pt x="17" y="153"/>
                  </a:cubicBezTo>
                  <a:cubicBezTo>
                    <a:pt x="17" y="186"/>
                    <a:pt x="33" y="207"/>
                    <a:pt x="54" y="240"/>
                  </a:cubicBezTo>
                  <a:cubicBezTo>
                    <a:pt x="87" y="256"/>
                    <a:pt x="103" y="256"/>
                    <a:pt x="136" y="256"/>
                  </a:cubicBezTo>
                  <a:cubicBezTo>
                    <a:pt x="207" y="240"/>
                    <a:pt x="240" y="170"/>
                    <a:pt x="223" y="104"/>
                  </a:cubicBezTo>
                  <a:cubicBezTo>
                    <a:pt x="223" y="50"/>
                    <a:pt x="190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7" name="Google Shape;21027;p60"/>
            <p:cNvSpPr/>
            <p:nvPr/>
          </p:nvSpPr>
          <p:spPr>
            <a:xfrm>
              <a:off x="3911850" y="2290575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103" y="0"/>
                  </a:moveTo>
                  <a:cubicBezTo>
                    <a:pt x="70" y="0"/>
                    <a:pt x="33" y="17"/>
                    <a:pt x="17" y="50"/>
                  </a:cubicBezTo>
                  <a:cubicBezTo>
                    <a:pt x="0" y="83"/>
                    <a:pt x="0" y="120"/>
                    <a:pt x="0" y="153"/>
                  </a:cubicBezTo>
                  <a:cubicBezTo>
                    <a:pt x="0" y="186"/>
                    <a:pt x="17" y="206"/>
                    <a:pt x="54" y="239"/>
                  </a:cubicBezTo>
                  <a:cubicBezTo>
                    <a:pt x="70" y="256"/>
                    <a:pt x="103" y="256"/>
                    <a:pt x="120" y="256"/>
                  </a:cubicBezTo>
                  <a:cubicBezTo>
                    <a:pt x="190" y="239"/>
                    <a:pt x="223" y="169"/>
                    <a:pt x="223" y="103"/>
                  </a:cubicBezTo>
                  <a:cubicBezTo>
                    <a:pt x="223" y="66"/>
                    <a:pt x="206" y="50"/>
                    <a:pt x="173" y="17"/>
                  </a:cubicBezTo>
                  <a:cubicBezTo>
                    <a:pt x="173" y="17"/>
                    <a:pt x="157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8" name="Google Shape;21028;p60"/>
            <p:cNvSpPr/>
            <p:nvPr/>
          </p:nvSpPr>
          <p:spPr>
            <a:xfrm>
              <a:off x="3901950" y="2356650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4" y="0"/>
                  </a:moveTo>
                  <a:cubicBezTo>
                    <a:pt x="38" y="0"/>
                    <a:pt x="0" y="70"/>
                    <a:pt x="17" y="140"/>
                  </a:cubicBezTo>
                  <a:cubicBezTo>
                    <a:pt x="17" y="206"/>
                    <a:pt x="71" y="260"/>
                    <a:pt x="141" y="260"/>
                  </a:cubicBezTo>
                  <a:cubicBezTo>
                    <a:pt x="174" y="243"/>
                    <a:pt x="190" y="223"/>
                    <a:pt x="207" y="206"/>
                  </a:cubicBezTo>
                  <a:cubicBezTo>
                    <a:pt x="223" y="173"/>
                    <a:pt x="244" y="140"/>
                    <a:pt x="223" y="103"/>
                  </a:cubicBezTo>
                  <a:cubicBezTo>
                    <a:pt x="223" y="70"/>
                    <a:pt x="207" y="37"/>
                    <a:pt x="190" y="17"/>
                  </a:cubicBezTo>
                  <a:cubicBezTo>
                    <a:pt x="174" y="17"/>
                    <a:pt x="174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9" name="Google Shape;21029;p60"/>
            <p:cNvSpPr/>
            <p:nvPr/>
          </p:nvSpPr>
          <p:spPr>
            <a:xfrm>
              <a:off x="3904525" y="2306850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41" y="1"/>
                  </a:moveTo>
                  <a:cubicBezTo>
                    <a:pt x="120" y="1"/>
                    <a:pt x="87" y="17"/>
                    <a:pt x="71" y="34"/>
                  </a:cubicBezTo>
                  <a:cubicBezTo>
                    <a:pt x="17" y="87"/>
                    <a:pt x="1" y="153"/>
                    <a:pt x="54" y="223"/>
                  </a:cubicBezTo>
                  <a:cubicBezTo>
                    <a:pt x="71" y="240"/>
                    <a:pt x="87" y="256"/>
                    <a:pt x="120" y="256"/>
                  </a:cubicBezTo>
                  <a:cubicBezTo>
                    <a:pt x="131" y="262"/>
                    <a:pt x="140" y="265"/>
                    <a:pt x="149" y="265"/>
                  </a:cubicBezTo>
                  <a:cubicBezTo>
                    <a:pt x="169" y="265"/>
                    <a:pt x="184" y="251"/>
                    <a:pt x="207" y="240"/>
                  </a:cubicBezTo>
                  <a:cubicBezTo>
                    <a:pt x="223" y="223"/>
                    <a:pt x="244" y="190"/>
                    <a:pt x="244" y="153"/>
                  </a:cubicBezTo>
                  <a:cubicBezTo>
                    <a:pt x="244" y="120"/>
                    <a:pt x="244" y="87"/>
                    <a:pt x="223" y="50"/>
                  </a:cubicBezTo>
                  <a:cubicBezTo>
                    <a:pt x="207" y="34"/>
                    <a:pt x="190" y="17"/>
                    <a:pt x="174" y="17"/>
                  </a:cubicBezTo>
                  <a:cubicBezTo>
                    <a:pt x="174" y="17"/>
                    <a:pt x="157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0" name="Google Shape;21030;p60"/>
            <p:cNvSpPr/>
            <p:nvPr/>
          </p:nvSpPr>
          <p:spPr>
            <a:xfrm>
              <a:off x="3900700" y="2371925"/>
              <a:ext cx="5600" cy="6700"/>
            </a:xfrm>
            <a:custGeom>
              <a:avLst/>
              <a:gdLst/>
              <a:ahLst/>
              <a:cxnLst/>
              <a:rect l="l" t="t" r="r" b="b"/>
              <a:pathLst>
                <a:path w="224" h="268" extrusionOk="0">
                  <a:moveTo>
                    <a:pt x="116" y="0"/>
                  </a:moveTo>
                  <a:cubicBezTo>
                    <a:pt x="108" y="0"/>
                    <a:pt x="99" y="2"/>
                    <a:pt x="88" y="7"/>
                  </a:cubicBezTo>
                  <a:cubicBezTo>
                    <a:pt x="34" y="7"/>
                    <a:pt x="1" y="78"/>
                    <a:pt x="1" y="148"/>
                  </a:cubicBezTo>
                  <a:cubicBezTo>
                    <a:pt x="1" y="181"/>
                    <a:pt x="17" y="214"/>
                    <a:pt x="50" y="230"/>
                  </a:cubicBezTo>
                  <a:cubicBezTo>
                    <a:pt x="67" y="251"/>
                    <a:pt x="104" y="267"/>
                    <a:pt x="121" y="267"/>
                  </a:cubicBezTo>
                  <a:cubicBezTo>
                    <a:pt x="154" y="251"/>
                    <a:pt x="191" y="230"/>
                    <a:pt x="207" y="214"/>
                  </a:cubicBezTo>
                  <a:cubicBezTo>
                    <a:pt x="224" y="181"/>
                    <a:pt x="224" y="148"/>
                    <a:pt x="224" y="111"/>
                  </a:cubicBezTo>
                  <a:cubicBezTo>
                    <a:pt x="224" y="78"/>
                    <a:pt x="207" y="45"/>
                    <a:pt x="170" y="24"/>
                  </a:cubicBezTo>
                  <a:lnTo>
                    <a:pt x="154" y="7"/>
                  </a:lnTo>
                  <a:cubicBezTo>
                    <a:pt x="143" y="7"/>
                    <a:pt x="132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1" name="Google Shape;21031;p60"/>
            <p:cNvSpPr/>
            <p:nvPr/>
          </p:nvSpPr>
          <p:spPr>
            <a:xfrm>
              <a:off x="3900300" y="2321800"/>
              <a:ext cx="6425" cy="6625"/>
            </a:xfrm>
            <a:custGeom>
              <a:avLst/>
              <a:gdLst/>
              <a:ahLst/>
              <a:cxnLst/>
              <a:rect l="l" t="t" r="r" b="b"/>
              <a:pathLst>
                <a:path w="257" h="265" extrusionOk="0">
                  <a:moveTo>
                    <a:pt x="137" y="0"/>
                  </a:moveTo>
                  <a:cubicBezTo>
                    <a:pt x="86" y="0"/>
                    <a:pt x="44" y="33"/>
                    <a:pt x="17" y="91"/>
                  </a:cubicBezTo>
                  <a:cubicBezTo>
                    <a:pt x="0" y="157"/>
                    <a:pt x="33" y="227"/>
                    <a:pt x="83" y="260"/>
                  </a:cubicBezTo>
                  <a:cubicBezTo>
                    <a:pt x="92" y="263"/>
                    <a:pt x="102" y="264"/>
                    <a:pt x="111" y="264"/>
                  </a:cubicBezTo>
                  <a:cubicBezTo>
                    <a:pt x="159" y="264"/>
                    <a:pt x="209" y="232"/>
                    <a:pt x="223" y="174"/>
                  </a:cubicBezTo>
                  <a:cubicBezTo>
                    <a:pt x="256" y="108"/>
                    <a:pt x="223" y="38"/>
                    <a:pt x="170" y="5"/>
                  </a:cubicBezTo>
                  <a:cubicBezTo>
                    <a:pt x="158" y="2"/>
                    <a:pt x="147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2" name="Google Shape;21032;p60"/>
            <p:cNvSpPr/>
            <p:nvPr/>
          </p:nvSpPr>
          <p:spPr>
            <a:xfrm>
              <a:off x="3917400" y="2304100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22" y="0"/>
                  </a:moveTo>
                  <a:cubicBezTo>
                    <a:pt x="115" y="0"/>
                    <a:pt x="109" y="2"/>
                    <a:pt x="104" y="8"/>
                  </a:cubicBezTo>
                  <a:cubicBezTo>
                    <a:pt x="87" y="8"/>
                    <a:pt x="54" y="24"/>
                    <a:pt x="38" y="41"/>
                  </a:cubicBezTo>
                  <a:cubicBezTo>
                    <a:pt x="17" y="57"/>
                    <a:pt x="1" y="111"/>
                    <a:pt x="17" y="144"/>
                  </a:cubicBezTo>
                  <a:cubicBezTo>
                    <a:pt x="17" y="181"/>
                    <a:pt x="38" y="214"/>
                    <a:pt x="54" y="230"/>
                  </a:cubicBezTo>
                  <a:cubicBezTo>
                    <a:pt x="87" y="247"/>
                    <a:pt x="104" y="263"/>
                    <a:pt x="141" y="263"/>
                  </a:cubicBezTo>
                  <a:cubicBezTo>
                    <a:pt x="191" y="247"/>
                    <a:pt x="244" y="197"/>
                    <a:pt x="224" y="127"/>
                  </a:cubicBezTo>
                  <a:lnTo>
                    <a:pt x="224" y="111"/>
                  </a:lnTo>
                  <a:cubicBezTo>
                    <a:pt x="224" y="57"/>
                    <a:pt x="191" y="24"/>
                    <a:pt x="158" y="8"/>
                  </a:cubicBezTo>
                  <a:cubicBezTo>
                    <a:pt x="147" y="8"/>
                    <a:pt x="134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3" name="Google Shape;21033;p60"/>
            <p:cNvSpPr/>
            <p:nvPr/>
          </p:nvSpPr>
          <p:spPr>
            <a:xfrm>
              <a:off x="3920400" y="226005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24" y="1"/>
                  </a:moveTo>
                  <a:cubicBezTo>
                    <a:pt x="104" y="1"/>
                    <a:pt x="71" y="1"/>
                    <a:pt x="54" y="17"/>
                  </a:cubicBezTo>
                  <a:cubicBezTo>
                    <a:pt x="21" y="50"/>
                    <a:pt x="0" y="87"/>
                    <a:pt x="0" y="120"/>
                  </a:cubicBezTo>
                  <a:cubicBezTo>
                    <a:pt x="0" y="153"/>
                    <a:pt x="21" y="191"/>
                    <a:pt x="38" y="207"/>
                  </a:cubicBezTo>
                  <a:cubicBezTo>
                    <a:pt x="54" y="240"/>
                    <a:pt x="71" y="257"/>
                    <a:pt x="104" y="257"/>
                  </a:cubicBezTo>
                  <a:cubicBezTo>
                    <a:pt x="141" y="257"/>
                    <a:pt x="157" y="257"/>
                    <a:pt x="190" y="224"/>
                  </a:cubicBezTo>
                  <a:cubicBezTo>
                    <a:pt x="227" y="191"/>
                    <a:pt x="244" y="104"/>
                    <a:pt x="207" y="50"/>
                  </a:cubicBezTo>
                  <a:cubicBezTo>
                    <a:pt x="190" y="34"/>
                    <a:pt x="174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4" name="Google Shape;21034;p60"/>
            <p:cNvSpPr/>
            <p:nvPr/>
          </p:nvSpPr>
          <p:spPr>
            <a:xfrm>
              <a:off x="3922975" y="2334800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04" y="0"/>
                  </a:moveTo>
                  <a:cubicBezTo>
                    <a:pt x="54" y="16"/>
                    <a:pt x="1" y="66"/>
                    <a:pt x="21" y="153"/>
                  </a:cubicBezTo>
                  <a:cubicBezTo>
                    <a:pt x="21" y="190"/>
                    <a:pt x="38" y="206"/>
                    <a:pt x="54" y="239"/>
                  </a:cubicBezTo>
                  <a:cubicBezTo>
                    <a:pt x="87" y="256"/>
                    <a:pt x="104" y="256"/>
                    <a:pt x="141" y="256"/>
                  </a:cubicBezTo>
                  <a:cubicBezTo>
                    <a:pt x="207" y="239"/>
                    <a:pt x="244" y="169"/>
                    <a:pt x="227" y="103"/>
                  </a:cubicBezTo>
                  <a:cubicBezTo>
                    <a:pt x="227" y="66"/>
                    <a:pt x="207" y="33"/>
                    <a:pt x="190" y="16"/>
                  </a:cubicBezTo>
                  <a:cubicBezTo>
                    <a:pt x="174" y="16"/>
                    <a:pt x="174" y="16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5" name="Google Shape;21035;p60"/>
            <p:cNvSpPr/>
            <p:nvPr/>
          </p:nvSpPr>
          <p:spPr>
            <a:xfrm>
              <a:off x="3915750" y="2351475"/>
              <a:ext cx="6025" cy="6525"/>
            </a:xfrm>
            <a:custGeom>
              <a:avLst/>
              <a:gdLst/>
              <a:ahLst/>
              <a:cxnLst/>
              <a:rect l="l" t="t" r="r" b="b"/>
              <a:pathLst>
                <a:path w="241" h="261" extrusionOk="0">
                  <a:moveTo>
                    <a:pt x="104" y="1"/>
                  </a:moveTo>
                  <a:cubicBezTo>
                    <a:pt x="50" y="17"/>
                    <a:pt x="1" y="71"/>
                    <a:pt x="17" y="158"/>
                  </a:cubicBezTo>
                  <a:cubicBezTo>
                    <a:pt x="17" y="191"/>
                    <a:pt x="34" y="207"/>
                    <a:pt x="50" y="244"/>
                  </a:cubicBezTo>
                  <a:cubicBezTo>
                    <a:pt x="83" y="261"/>
                    <a:pt x="104" y="261"/>
                    <a:pt x="137" y="261"/>
                  </a:cubicBezTo>
                  <a:cubicBezTo>
                    <a:pt x="207" y="244"/>
                    <a:pt x="240" y="174"/>
                    <a:pt x="224" y="104"/>
                  </a:cubicBezTo>
                  <a:cubicBezTo>
                    <a:pt x="224" y="71"/>
                    <a:pt x="207" y="38"/>
                    <a:pt x="186" y="17"/>
                  </a:cubicBezTo>
                  <a:cubicBezTo>
                    <a:pt x="170" y="17"/>
                    <a:pt x="17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6" name="Google Shape;21036;p60"/>
            <p:cNvSpPr/>
            <p:nvPr/>
          </p:nvSpPr>
          <p:spPr>
            <a:xfrm>
              <a:off x="3915250" y="2367350"/>
              <a:ext cx="6525" cy="6950"/>
            </a:xfrm>
            <a:custGeom>
              <a:avLst/>
              <a:gdLst/>
              <a:ahLst/>
              <a:cxnLst/>
              <a:rect l="l" t="t" r="r" b="b"/>
              <a:pathLst>
                <a:path w="261" h="278" extrusionOk="0">
                  <a:moveTo>
                    <a:pt x="140" y="1"/>
                  </a:moveTo>
                  <a:cubicBezTo>
                    <a:pt x="103" y="1"/>
                    <a:pt x="87" y="21"/>
                    <a:pt x="54" y="38"/>
                  </a:cubicBezTo>
                  <a:cubicBezTo>
                    <a:pt x="21" y="87"/>
                    <a:pt x="0" y="158"/>
                    <a:pt x="37" y="228"/>
                  </a:cubicBezTo>
                  <a:cubicBezTo>
                    <a:pt x="54" y="244"/>
                    <a:pt x="87" y="261"/>
                    <a:pt x="124" y="277"/>
                  </a:cubicBezTo>
                  <a:cubicBezTo>
                    <a:pt x="140" y="277"/>
                    <a:pt x="173" y="261"/>
                    <a:pt x="190" y="244"/>
                  </a:cubicBezTo>
                  <a:cubicBezTo>
                    <a:pt x="244" y="190"/>
                    <a:pt x="260" y="104"/>
                    <a:pt x="206" y="54"/>
                  </a:cubicBezTo>
                  <a:cubicBezTo>
                    <a:pt x="206" y="38"/>
                    <a:pt x="190" y="21"/>
                    <a:pt x="173" y="21"/>
                  </a:cubicBezTo>
                  <a:cubicBezTo>
                    <a:pt x="157" y="21"/>
                    <a:pt x="157" y="2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7" name="Google Shape;21037;p60"/>
            <p:cNvSpPr/>
            <p:nvPr/>
          </p:nvSpPr>
          <p:spPr>
            <a:xfrm>
              <a:off x="3915750" y="2320875"/>
              <a:ext cx="6025" cy="6525"/>
            </a:xfrm>
            <a:custGeom>
              <a:avLst/>
              <a:gdLst/>
              <a:ahLst/>
              <a:cxnLst/>
              <a:rect l="l" t="t" r="r" b="b"/>
              <a:pathLst>
                <a:path w="241" h="261" extrusionOk="0">
                  <a:moveTo>
                    <a:pt x="128" y="1"/>
                  </a:moveTo>
                  <a:cubicBezTo>
                    <a:pt x="83" y="1"/>
                    <a:pt x="31" y="36"/>
                    <a:pt x="17" y="91"/>
                  </a:cubicBezTo>
                  <a:cubicBezTo>
                    <a:pt x="1" y="145"/>
                    <a:pt x="17" y="231"/>
                    <a:pt x="67" y="248"/>
                  </a:cubicBezTo>
                  <a:cubicBezTo>
                    <a:pt x="86" y="257"/>
                    <a:pt x="104" y="261"/>
                    <a:pt x="122" y="261"/>
                  </a:cubicBezTo>
                  <a:cubicBezTo>
                    <a:pt x="170" y="261"/>
                    <a:pt x="211" y="229"/>
                    <a:pt x="224" y="178"/>
                  </a:cubicBezTo>
                  <a:cubicBezTo>
                    <a:pt x="240" y="108"/>
                    <a:pt x="207" y="42"/>
                    <a:pt x="153" y="5"/>
                  </a:cubicBezTo>
                  <a:cubicBezTo>
                    <a:pt x="146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8" name="Google Shape;21038;p60"/>
            <p:cNvSpPr/>
            <p:nvPr/>
          </p:nvSpPr>
          <p:spPr>
            <a:xfrm>
              <a:off x="3900300" y="22780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0"/>
                  </a:moveTo>
                  <a:cubicBezTo>
                    <a:pt x="86" y="0"/>
                    <a:pt x="44" y="33"/>
                    <a:pt x="17" y="91"/>
                  </a:cubicBezTo>
                  <a:cubicBezTo>
                    <a:pt x="0" y="157"/>
                    <a:pt x="33" y="227"/>
                    <a:pt x="83" y="244"/>
                  </a:cubicBezTo>
                  <a:cubicBezTo>
                    <a:pt x="104" y="260"/>
                    <a:pt x="120" y="260"/>
                    <a:pt x="137" y="260"/>
                  </a:cubicBezTo>
                  <a:cubicBezTo>
                    <a:pt x="170" y="260"/>
                    <a:pt x="223" y="227"/>
                    <a:pt x="223" y="173"/>
                  </a:cubicBezTo>
                  <a:cubicBezTo>
                    <a:pt x="240" y="124"/>
                    <a:pt x="240" y="70"/>
                    <a:pt x="207" y="37"/>
                  </a:cubicBezTo>
                  <a:cubicBezTo>
                    <a:pt x="207" y="21"/>
                    <a:pt x="186" y="21"/>
                    <a:pt x="170" y="4"/>
                  </a:cubicBezTo>
                  <a:cubicBezTo>
                    <a:pt x="158" y="2"/>
                    <a:pt x="147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9" name="Google Shape;21039;p60"/>
            <p:cNvSpPr/>
            <p:nvPr/>
          </p:nvSpPr>
          <p:spPr>
            <a:xfrm>
              <a:off x="3886075" y="2251925"/>
              <a:ext cx="5600" cy="6475"/>
            </a:xfrm>
            <a:custGeom>
              <a:avLst/>
              <a:gdLst/>
              <a:ahLst/>
              <a:cxnLst/>
              <a:rect l="l" t="t" r="r" b="b"/>
              <a:pathLst>
                <a:path w="224" h="259" extrusionOk="0">
                  <a:moveTo>
                    <a:pt x="120" y="0"/>
                  </a:moveTo>
                  <a:cubicBezTo>
                    <a:pt x="87" y="0"/>
                    <a:pt x="54" y="0"/>
                    <a:pt x="34" y="33"/>
                  </a:cubicBezTo>
                  <a:cubicBezTo>
                    <a:pt x="17" y="50"/>
                    <a:pt x="1" y="83"/>
                    <a:pt x="1" y="120"/>
                  </a:cubicBezTo>
                  <a:cubicBezTo>
                    <a:pt x="1" y="153"/>
                    <a:pt x="1" y="186"/>
                    <a:pt x="17" y="206"/>
                  </a:cubicBezTo>
                  <a:cubicBezTo>
                    <a:pt x="37" y="242"/>
                    <a:pt x="65" y="258"/>
                    <a:pt x="95" y="258"/>
                  </a:cubicBezTo>
                  <a:cubicBezTo>
                    <a:pt x="121" y="258"/>
                    <a:pt x="149" y="246"/>
                    <a:pt x="174" y="223"/>
                  </a:cubicBezTo>
                  <a:cubicBezTo>
                    <a:pt x="223" y="186"/>
                    <a:pt x="223" y="103"/>
                    <a:pt x="190" y="50"/>
                  </a:cubicBezTo>
                  <a:cubicBezTo>
                    <a:pt x="174" y="33"/>
                    <a:pt x="174" y="17"/>
                    <a:pt x="137" y="17"/>
                  </a:cubicBezTo>
                  <a:cubicBezTo>
                    <a:pt x="137" y="0"/>
                    <a:pt x="120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0" name="Google Shape;21040;p60"/>
            <p:cNvSpPr/>
            <p:nvPr/>
          </p:nvSpPr>
          <p:spPr>
            <a:xfrm>
              <a:off x="3883075" y="2296125"/>
              <a:ext cx="6025" cy="6600"/>
            </a:xfrm>
            <a:custGeom>
              <a:avLst/>
              <a:gdLst/>
              <a:ahLst/>
              <a:cxnLst/>
              <a:rect l="l" t="t" r="r" b="b"/>
              <a:pathLst>
                <a:path w="241" h="264" extrusionOk="0">
                  <a:moveTo>
                    <a:pt x="104" y="1"/>
                  </a:moveTo>
                  <a:cubicBezTo>
                    <a:pt x="71" y="17"/>
                    <a:pt x="50" y="34"/>
                    <a:pt x="34" y="50"/>
                  </a:cubicBezTo>
                  <a:cubicBezTo>
                    <a:pt x="17" y="87"/>
                    <a:pt x="1" y="120"/>
                    <a:pt x="17" y="153"/>
                  </a:cubicBezTo>
                  <a:cubicBezTo>
                    <a:pt x="17" y="191"/>
                    <a:pt x="34" y="224"/>
                    <a:pt x="50" y="240"/>
                  </a:cubicBezTo>
                  <a:cubicBezTo>
                    <a:pt x="65" y="252"/>
                    <a:pt x="86" y="263"/>
                    <a:pt x="108" y="263"/>
                  </a:cubicBezTo>
                  <a:cubicBezTo>
                    <a:pt x="118" y="263"/>
                    <a:pt x="127" y="261"/>
                    <a:pt x="137" y="257"/>
                  </a:cubicBezTo>
                  <a:cubicBezTo>
                    <a:pt x="191" y="257"/>
                    <a:pt x="240" y="191"/>
                    <a:pt x="224" y="120"/>
                  </a:cubicBezTo>
                  <a:cubicBezTo>
                    <a:pt x="224" y="87"/>
                    <a:pt x="207" y="50"/>
                    <a:pt x="191" y="34"/>
                  </a:cubicBezTo>
                  <a:cubicBezTo>
                    <a:pt x="174" y="17"/>
                    <a:pt x="174" y="17"/>
                    <a:pt x="154" y="17"/>
                  </a:cubicBezTo>
                  <a:cubicBezTo>
                    <a:pt x="137" y="1"/>
                    <a:pt x="121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1" name="Google Shape;21041;p60"/>
            <p:cNvSpPr/>
            <p:nvPr/>
          </p:nvSpPr>
          <p:spPr>
            <a:xfrm>
              <a:off x="3887425" y="227932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20" y="1"/>
                  </a:moveTo>
                  <a:cubicBezTo>
                    <a:pt x="103" y="1"/>
                    <a:pt x="66" y="1"/>
                    <a:pt x="50" y="38"/>
                  </a:cubicBezTo>
                  <a:cubicBezTo>
                    <a:pt x="0" y="71"/>
                    <a:pt x="0" y="158"/>
                    <a:pt x="33" y="207"/>
                  </a:cubicBezTo>
                  <a:cubicBezTo>
                    <a:pt x="50" y="244"/>
                    <a:pt x="66" y="261"/>
                    <a:pt x="103" y="261"/>
                  </a:cubicBezTo>
                  <a:cubicBezTo>
                    <a:pt x="136" y="261"/>
                    <a:pt x="153" y="261"/>
                    <a:pt x="186" y="244"/>
                  </a:cubicBezTo>
                  <a:cubicBezTo>
                    <a:pt x="206" y="207"/>
                    <a:pt x="223" y="174"/>
                    <a:pt x="223" y="141"/>
                  </a:cubicBezTo>
                  <a:cubicBezTo>
                    <a:pt x="223" y="104"/>
                    <a:pt x="223" y="71"/>
                    <a:pt x="206" y="54"/>
                  </a:cubicBezTo>
                  <a:cubicBezTo>
                    <a:pt x="186" y="38"/>
                    <a:pt x="169" y="17"/>
                    <a:pt x="153" y="17"/>
                  </a:cubicBezTo>
                  <a:cubicBezTo>
                    <a:pt x="153" y="1"/>
                    <a:pt x="136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2" name="Google Shape;21042;p60"/>
            <p:cNvSpPr/>
            <p:nvPr/>
          </p:nvSpPr>
          <p:spPr>
            <a:xfrm>
              <a:off x="3873200" y="2359775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28" y="1"/>
                  </a:moveTo>
                  <a:cubicBezTo>
                    <a:pt x="87" y="1"/>
                    <a:pt x="48" y="33"/>
                    <a:pt x="33" y="81"/>
                  </a:cubicBezTo>
                  <a:cubicBezTo>
                    <a:pt x="0" y="151"/>
                    <a:pt x="33" y="221"/>
                    <a:pt x="87" y="254"/>
                  </a:cubicBezTo>
                  <a:lnTo>
                    <a:pt x="136" y="254"/>
                  </a:lnTo>
                  <a:cubicBezTo>
                    <a:pt x="190" y="254"/>
                    <a:pt x="223" y="221"/>
                    <a:pt x="239" y="184"/>
                  </a:cubicBezTo>
                  <a:cubicBezTo>
                    <a:pt x="239" y="135"/>
                    <a:pt x="239" y="81"/>
                    <a:pt x="206" y="48"/>
                  </a:cubicBezTo>
                  <a:cubicBezTo>
                    <a:pt x="206" y="32"/>
                    <a:pt x="190" y="15"/>
                    <a:pt x="173" y="15"/>
                  </a:cubicBezTo>
                  <a:cubicBezTo>
                    <a:pt x="159" y="5"/>
                    <a:pt x="143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3" name="Google Shape;21043;p60"/>
            <p:cNvSpPr/>
            <p:nvPr/>
          </p:nvSpPr>
          <p:spPr>
            <a:xfrm>
              <a:off x="3888250" y="232675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3" y="0"/>
                  </a:moveTo>
                  <a:cubicBezTo>
                    <a:pt x="86" y="0"/>
                    <a:pt x="68" y="5"/>
                    <a:pt x="50" y="13"/>
                  </a:cubicBezTo>
                  <a:cubicBezTo>
                    <a:pt x="33" y="29"/>
                    <a:pt x="17" y="62"/>
                    <a:pt x="0" y="79"/>
                  </a:cubicBezTo>
                  <a:lnTo>
                    <a:pt x="0" y="165"/>
                  </a:lnTo>
                  <a:cubicBezTo>
                    <a:pt x="17" y="202"/>
                    <a:pt x="33" y="235"/>
                    <a:pt x="70" y="252"/>
                  </a:cubicBezTo>
                  <a:cubicBezTo>
                    <a:pt x="83" y="261"/>
                    <a:pt x="98" y="265"/>
                    <a:pt x="113" y="265"/>
                  </a:cubicBezTo>
                  <a:cubicBezTo>
                    <a:pt x="153" y="265"/>
                    <a:pt x="194" y="233"/>
                    <a:pt x="206" y="182"/>
                  </a:cubicBezTo>
                  <a:cubicBezTo>
                    <a:pt x="239" y="116"/>
                    <a:pt x="206" y="29"/>
                    <a:pt x="153" y="13"/>
                  </a:cubicBezTo>
                  <a:cubicBezTo>
                    <a:pt x="136" y="5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4" name="Google Shape;21044;p60"/>
            <p:cNvSpPr/>
            <p:nvPr/>
          </p:nvSpPr>
          <p:spPr>
            <a:xfrm>
              <a:off x="3880925" y="2343150"/>
              <a:ext cx="5600" cy="6700"/>
            </a:xfrm>
            <a:custGeom>
              <a:avLst/>
              <a:gdLst/>
              <a:ahLst/>
              <a:cxnLst/>
              <a:rect l="l" t="t" r="r" b="b"/>
              <a:pathLst>
                <a:path w="224" h="268" extrusionOk="0">
                  <a:moveTo>
                    <a:pt x="108" y="1"/>
                  </a:moveTo>
                  <a:cubicBezTo>
                    <a:pt x="105" y="1"/>
                    <a:pt x="103" y="3"/>
                    <a:pt x="103" y="8"/>
                  </a:cubicBezTo>
                  <a:cubicBezTo>
                    <a:pt x="33" y="8"/>
                    <a:pt x="0" y="78"/>
                    <a:pt x="0" y="144"/>
                  </a:cubicBezTo>
                  <a:cubicBezTo>
                    <a:pt x="17" y="198"/>
                    <a:pt x="33" y="214"/>
                    <a:pt x="54" y="247"/>
                  </a:cubicBezTo>
                  <a:cubicBezTo>
                    <a:pt x="87" y="247"/>
                    <a:pt x="103" y="268"/>
                    <a:pt x="136" y="268"/>
                  </a:cubicBezTo>
                  <a:cubicBezTo>
                    <a:pt x="157" y="247"/>
                    <a:pt x="190" y="231"/>
                    <a:pt x="207" y="214"/>
                  </a:cubicBezTo>
                  <a:cubicBezTo>
                    <a:pt x="223" y="181"/>
                    <a:pt x="223" y="144"/>
                    <a:pt x="223" y="111"/>
                  </a:cubicBezTo>
                  <a:cubicBezTo>
                    <a:pt x="223" y="78"/>
                    <a:pt x="207" y="41"/>
                    <a:pt x="174" y="25"/>
                  </a:cubicBezTo>
                  <a:lnTo>
                    <a:pt x="157" y="8"/>
                  </a:lnTo>
                  <a:lnTo>
                    <a:pt x="136" y="8"/>
                  </a:lnTo>
                  <a:cubicBezTo>
                    <a:pt x="125" y="8"/>
                    <a:pt x="114" y="1"/>
                    <a:pt x="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5" name="Google Shape;21045;p60"/>
            <p:cNvSpPr/>
            <p:nvPr/>
          </p:nvSpPr>
          <p:spPr>
            <a:xfrm>
              <a:off x="3879175" y="2389725"/>
              <a:ext cx="5700" cy="6525"/>
            </a:xfrm>
            <a:custGeom>
              <a:avLst/>
              <a:gdLst/>
              <a:ahLst/>
              <a:cxnLst/>
              <a:rect l="l" t="t" r="r" b="b"/>
              <a:pathLst>
                <a:path w="228" h="261" extrusionOk="0">
                  <a:moveTo>
                    <a:pt x="87" y="1"/>
                  </a:moveTo>
                  <a:cubicBezTo>
                    <a:pt x="70" y="1"/>
                    <a:pt x="37" y="33"/>
                    <a:pt x="21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0" y="190"/>
                    <a:pt x="21" y="223"/>
                    <a:pt x="37" y="240"/>
                  </a:cubicBezTo>
                  <a:cubicBezTo>
                    <a:pt x="70" y="260"/>
                    <a:pt x="103" y="260"/>
                    <a:pt x="124" y="260"/>
                  </a:cubicBezTo>
                  <a:cubicBezTo>
                    <a:pt x="190" y="260"/>
                    <a:pt x="227" y="190"/>
                    <a:pt x="227" y="120"/>
                  </a:cubicBezTo>
                  <a:cubicBezTo>
                    <a:pt x="206" y="71"/>
                    <a:pt x="190" y="54"/>
                    <a:pt x="173" y="33"/>
                  </a:cubicBezTo>
                  <a:cubicBezTo>
                    <a:pt x="173" y="17"/>
                    <a:pt x="157" y="17"/>
                    <a:pt x="157" y="17"/>
                  </a:cubicBezTo>
                  <a:cubicBezTo>
                    <a:pt x="140" y="1"/>
                    <a:pt x="103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6" name="Google Shape;21046;p60"/>
            <p:cNvSpPr/>
            <p:nvPr/>
          </p:nvSpPr>
          <p:spPr>
            <a:xfrm>
              <a:off x="3897200" y="2291900"/>
              <a:ext cx="6125" cy="6575"/>
            </a:xfrm>
            <a:custGeom>
              <a:avLst/>
              <a:gdLst/>
              <a:ahLst/>
              <a:cxnLst/>
              <a:rect l="l" t="t" r="r" b="b"/>
              <a:pathLst>
                <a:path w="245" h="263" extrusionOk="0">
                  <a:moveTo>
                    <a:pt x="113" y="0"/>
                  </a:moveTo>
                  <a:cubicBezTo>
                    <a:pt x="72" y="0"/>
                    <a:pt x="34" y="32"/>
                    <a:pt x="21" y="83"/>
                  </a:cubicBezTo>
                  <a:cubicBezTo>
                    <a:pt x="1" y="100"/>
                    <a:pt x="1" y="116"/>
                    <a:pt x="1" y="133"/>
                  </a:cubicBezTo>
                  <a:cubicBezTo>
                    <a:pt x="21" y="186"/>
                    <a:pt x="38" y="236"/>
                    <a:pt x="87" y="256"/>
                  </a:cubicBezTo>
                  <a:cubicBezTo>
                    <a:pt x="97" y="261"/>
                    <a:pt x="107" y="263"/>
                    <a:pt x="116" y="263"/>
                  </a:cubicBezTo>
                  <a:cubicBezTo>
                    <a:pt x="142" y="263"/>
                    <a:pt x="166" y="247"/>
                    <a:pt x="190" y="219"/>
                  </a:cubicBezTo>
                  <a:cubicBezTo>
                    <a:pt x="207" y="219"/>
                    <a:pt x="207" y="203"/>
                    <a:pt x="228" y="170"/>
                  </a:cubicBezTo>
                  <a:cubicBezTo>
                    <a:pt x="244" y="100"/>
                    <a:pt x="207" y="30"/>
                    <a:pt x="157" y="13"/>
                  </a:cubicBezTo>
                  <a:cubicBezTo>
                    <a:pt x="143" y="4"/>
                    <a:pt x="128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7" name="Google Shape;21047;p60"/>
            <p:cNvSpPr/>
            <p:nvPr/>
          </p:nvSpPr>
          <p:spPr>
            <a:xfrm>
              <a:off x="3893800" y="23871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0"/>
                  </a:moveTo>
                  <a:cubicBezTo>
                    <a:pt x="104" y="0"/>
                    <a:pt x="71" y="0"/>
                    <a:pt x="54" y="17"/>
                  </a:cubicBezTo>
                  <a:cubicBezTo>
                    <a:pt x="1" y="71"/>
                    <a:pt x="1" y="157"/>
                    <a:pt x="34" y="207"/>
                  </a:cubicBezTo>
                  <a:cubicBezTo>
                    <a:pt x="54" y="240"/>
                    <a:pt x="87" y="260"/>
                    <a:pt x="104" y="260"/>
                  </a:cubicBezTo>
                  <a:cubicBezTo>
                    <a:pt x="137" y="260"/>
                    <a:pt x="174" y="260"/>
                    <a:pt x="190" y="223"/>
                  </a:cubicBezTo>
                  <a:cubicBezTo>
                    <a:pt x="207" y="207"/>
                    <a:pt x="223" y="174"/>
                    <a:pt x="223" y="136"/>
                  </a:cubicBezTo>
                  <a:cubicBezTo>
                    <a:pt x="240" y="104"/>
                    <a:pt x="223" y="71"/>
                    <a:pt x="207" y="54"/>
                  </a:cubicBezTo>
                  <a:cubicBezTo>
                    <a:pt x="190" y="33"/>
                    <a:pt x="174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8" name="Google Shape;21048;p60"/>
            <p:cNvSpPr/>
            <p:nvPr/>
          </p:nvSpPr>
          <p:spPr>
            <a:xfrm>
              <a:off x="3895550" y="23421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34" y="17"/>
                    <a:pt x="1" y="67"/>
                    <a:pt x="17" y="153"/>
                  </a:cubicBezTo>
                  <a:cubicBezTo>
                    <a:pt x="17" y="186"/>
                    <a:pt x="34" y="207"/>
                    <a:pt x="50" y="240"/>
                  </a:cubicBezTo>
                  <a:cubicBezTo>
                    <a:pt x="67" y="256"/>
                    <a:pt x="104" y="256"/>
                    <a:pt x="137" y="256"/>
                  </a:cubicBezTo>
                  <a:cubicBezTo>
                    <a:pt x="190" y="240"/>
                    <a:pt x="240" y="170"/>
                    <a:pt x="223" y="104"/>
                  </a:cubicBezTo>
                  <a:cubicBezTo>
                    <a:pt x="223" y="67"/>
                    <a:pt x="207" y="34"/>
                    <a:pt x="190" y="17"/>
                  </a:cubicBezTo>
                  <a:cubicBezTo>
                    <a:pt x="170" y="17"/>
                    <a:pt x="17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9" name="Google Shape;21049;p60"/>
            <p:cNvSpPr/>
            <p:nvPr/>
          </p:nvSpPr>
          <p:spPr>
            <a:xfrm>
              <a:off x="3926475" y="22877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11" y="1"/>
                  </a:moveTo>
                  <a:cubicBezTo>
                    <a:pt x="92" y="1"/>
                    <a:pt x="76" y="14"/>
                    <a:pt x="50" y="26"/>
                  </a:cubicBezTo>
                  <a:cubicBezTo>
                    <a:pt x="1" y="75"/>
                    <a:pt x="1" y="162"/>
                    <a:pt x="34" y="215"/>
                  </a:cubicBezTo>
                  <a:cubicBezTo>
                    <a:pt x="50" y="248"/>
                    <a:pt x="87" y="265"/>
                    <a:pt x="120" y="265"/>
                  </a:cubicBezTo>
                  <a:cubicBezTo>
                    <a:pt x="137" y="265"/>
                    <a:pt x="170" y="248"/>
                    <a:pt x="190" y="232"/>
                  </a:cubicBezTo>
                  <a:cubicBezTo>
                    <a:pt x="223" y="215"/>
                    <a:pt x="223" y="178"/>
                    <a:pt x="240" y="145"/>
                  </a:cubicBezTo>
                  <a:cubicBezTo>
                    <a:pt x="240" y="112"/>
                    <a:pt x="223" y="75"/>
                    <a:pt x="207" y="42"/>
                  </a:cubicBezTo>
                  <a:cubicBezTo>
                    <a:pt x="207" y="26"/>
                    <a:pt x="190" y="26"/>
                    <a:pt x="170" y="9"/>
                  </a:cubicBezTo>
                  <a:lnTo>
                    <a:pt x="137" y="9"/>
                  </a:lnTo>
                  <a:cubicBezTo>
                    <a:pt x="127" y="3"/>
                    <a:pt x="119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0" name="Google Shape;21050;p60"/>
            <p:cNvSpPr/>
            <p:nvPr/>
          </p:nvSpPr>
          <p:spPr>
            <a:xfrm>
              <a:off x="3890000" y="23093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85" y="1"/>
                    <a:pt x="44" y="31"/>
                    <a:pt x="17" y="75"/>
                  </a:cubicBezTo>
                  <a:cubicBezTo>
                    <a:pt x="0" y="141"/>
                    <a:pt x="33" y="227"/>
                    <a:pt x="83" y="244"/>
                  </a:cubicBezTo>
                  <a:cubicBezTo>
                    <a:pt x="103" y="260"/>
                    <a:pt x="120" y="260"/>
                    <a:pt x="136" y="260"/>
                  </a:cubicBezTo>
                  <a:cubicBezTo>
                    <a:pt x="169" y="244"/>
                    <a:pt x="223" y="227"/>
                    <a:pt x="223" y="178"/>
                  </a:cubicBezTo>
                  <a:cubicBezTo>
                    <a:pt x="239" y="124"/>
                    <a:pt x="239" y="75"/>
                    <a:pt x="206" y="38"/>
                  </a:cubicBezTo>
                  <a:cubicBezTo>
                    <a:pt x="206" y="21"/>
                    <a:pt x="186" y="21"/>
                    <a:pt x="169" y="5"/>
                  </a:cubicBezTo>
                  <a:cubicBezTo>
                    <a:pt x="158" y="2"/>
                    <a:pt x="146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1" name="Google Shape;21051;p60"/>
            <p:cNvSpPr/>
            <p:nvPr/>
          </p:nvSpPr>
          <p:spPr>
            <a:xfrm>
              <a:off x="3884325" y="237427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4" y="0"/>
                  </a:moveTo>
                  <a:cubicBezTo>
                    <a:pt x="38" y="17"/>
                    <a:pt x="0" y="87"/>
                    <a:pt x="0" y="157"/>
                  </a:cubicBezTo>
                  <a:cubicBezTo>
                    <a:pt x="21" y="190"/>
                    <a:pt x="38" y="206"/>
                    <a:pt x="54" y="239"/>
                  </a:cubicBezTo>
                  <a:cubicBezTo>
                    <a:pt x="71" y="260"/>
                    <a:pt x="104" y="260"/>
                    <a:pt x="141" y="260"/>
                  </a:cubicBezTo>
                  <a:cubicBezTo>
                    <a:pt x="190" y="239"/>
                    <a:pt x="244" y="173"/>
                    <a:pt x="227" y="103"/>
                  </a:cubicBezTo>
                  <a:cubicBezTo>
                    <a:pt x="227" y="70"/>
                    <a:pt x="190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2" name="Google Shape;21052;p60"/>
            <p:cNvSpPr/>
            <p:nvPr/>
          </p:nvSpPr>
          <p:spPr>
            <a:xfrm>
              <a:off x="3887825" y="235922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20" y="0"/>
                  </a:moveTo>
                  <a:cubicBezTo>
                    <a:pt x="87" y="0"/>
                    <a:pt x="67" y="0"/>
                    <a:pt x="34" y="37"/>
                  </a:cubicBezTo>
                  <a:cubicBezTo>
                    <a:pt x="17" y="54"/>
                    <a:pt x="1" y="87"/>
                    <a:pt x="1" y="120"/>
                  </a:cubicBezTo>
                  <a:cubicBezTo>
                    <a:pt x="1" y="157"/>
                    <a:pt x="1" y="190"/>
                    <a:pt x="17" y="206"/>
                  </a:cubicBezTo>
                  <a:cubicBezTo>
                    <a:pt x="34" y="243"/>
                    <a:pt x="67" y="260"/>
                    <a:pt x="104" y="260"/>
                  </a:cubicBezTo>
                  <a:cubicBezTo>
                    <a:pt x="120" y="260"/>
                    <a:pt x="153" y="260"/>
                    <a:pt x="170" y="223"/>
                  </a:cubicBezTo>
                  <a:cubicBezTo>
                    <a:pt x="223" y="190"/>
                    <a:pt x="240" y="103"/>
                    <a:pt x="190" y="54"/>
                  </a:cubicBezTo>
                  <a:cubicBezTo>
                    <a:pt x="190" y="37"/>
                    <a:pt x="17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3" name="Google Shape;21053;p60"/>
            <p:cNvSpPr/>
            <p:nvPr/>
          </p:nvSpPr>
          <p:spPr>
            <a:xfrm>
              <a:off x="3943175" y="2360975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41" y="0"/>
                  </a:moveTo>
                  <a:cubicBezTo>
                    <a:pt x="104" y="0"/>
                    <a:pt x="71" y="0"/>
                    <a:pt x="54" y="33"/>
                  </a:cubicBezTo>
                  <a:cubicBezTo>
                    <a:pt x="1" y="70"/>
                    <a:pt x="1" y="153"/>
                    <a:pt x="38" y="206"/>
                  </a:cubicBezTo>
                  <a:cubicBezTo>
                    <a:pt x="57" y="247"/>
                    <a:pt x="88" y="264"/>
                    <a:pt x="121" y="264"/>
                  </a:cubicBezTo>
                  <a:cubicBezTo>
                    <a:pt x="145" y="264"/>
                    <a:pt x="169" y="255"/>
                    <a:pt x="190" y="239"/>
                  </a:cubicBezTo>
                  <a:cubicBezTo>
                    <a:pt x="244" y="190"/>
                    <a:pt x="244" y="103"/>
                    <a:pt x="207" y="50"/>
                  </a:cubicBezTo>
                  <a:cubicBezTo>
                    <a:pt x="190" y="33"/>
                    <a:pt x="190" y="17"/>
                    <a:pt x="157" y="17"/>
                  </a:cubicBezTo>
                  <a:cubicBezTo>
                    <a:pt x="157" y="0"/>
                    <a:pt x="141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4" name="Google Shape;21054;p60"/>
            <p:cNvSpPr/>
            <p:nvPr/>
          </p:nvSpPr>
          <p:spPr>
            <a:xfrm>
              <a:off x="3979250" y="229387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29" y="0"/>
                  </a:moveTo>
                  <a:cubicBezTo>
                    <a:pt x="83" y="0"/>
                    <a:pt x="34" y="33"/>
                    <a:pt x="17" y="91"/>
                  </a:cubicBezTo>
                  <a:cubicBezTo>
                    <a:pt x="1" y="140"/>
                    <a:pt x="17" y="227"/>
                    <a:pt x="87" y="243"/>
                  </a:cubicBezTo>
                  <a:cubicBezTo>
                    <a:pt x="104" y="260"/>
                    <a:pt x="120" y="260"/>
                    <a:pt x="141" y="260"/>
                  </a:cubicBezTo>
                  <a:cubicBezTo>
                    <a:pt x="174" y="260"/>
                    <a:pt x="207" y="227"/>
                    <a:pt x="223" y="177"/>
                  </a:cubicBezTo>
                  <a:cubicBezTo>
                    <a:pt x="244" y="124"/>
                    <a:pt x="223" y="74"/>
                    <a:pt x="207" y="37"/>
                  </a:cubicBezTo>
                  <a:cubicBezTo>
                    <a:pt x="190" y="21"/>
                    <a:pt x="174" y="21"/>
                    <a:pt x="157" y="4"/>
                  </a:cubicBezTo>
                  <a:cubicBezTo>
                    <a:pt x="148" y="2"/>
                    <a:pt x="139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5" name="Google Shape;21055;p60"/>
            <p:cNvSpPr/>
            <p:nvPr/>
          </p:nvSpPr>
          <p:spPr>
            <a:xfrm>
              <a:off x="3981000" y="2369850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47" y="0"/>
                  </a:moveTo>
                  <a:cubicBezTo>
                    <a:pt x="99" y="0"/>
                    <a:pt x="48" y="35"/>
                    <a:pt x="34" y="90"/>
                  </a:cubicBezTo>
                  <a:cubicBezTo>
                    <a:pt x="1" y="144"/>
                    <a:pt x="34" y="231"/>
                    <a:pt x="87" y="247"/>
                  </a:cubicBezTo>
                  <a:cubicBezTo>
                    <a:pt x="105" y="256"/>
                    <a:pt x="121" y="260"/>
                    <a:pt x="137" y="260"/>
                  </a:cubicBezTo>
                  <a:cubicBezTo>
                    <a:pt x="180" y="260"/>
                    <a:pt x="216" y="229"/>
                    <a:pt x="240" y="177"/>
                  </a:cubicBezTo>
                  <a:cubicBezTo>
                    <a:pt x="256" y="107"/>
                    <a:pt x="223" y="41"/>
                    <a:pt x="174" y="4"/>
                  </a:cubicBezTo>
                  <a:cubicBezTo>
                    <a:pt x="165" y="1"/>
                    <a:pt x="156" y="0"/>
                    <a:pt x="1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6" name="Google Shape;21056;p60"/>
            <p:cNvSpPr/>
            <p:nvPr/>
          </p:nvSpPr>
          <p:spPr>
            <a:xfrm>
              <a:off x="3978025" y="2340350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136" y="1"/>
                  </a:moveTo>
                  <a:cubicBezTo>
                    <a:pt x="103" y="1"/>
                    <a:pt x="66" y="1"/>
                    <a:pt x="50" y="34"/>
                  </a:cubicBezTo>
                  <a:cubicBezTo>
                    <a:pt x="0" y="71"/>
                    <a:pt x="0" y="153"/>
                    <a:pt x="33" y="207"/>
                  </a:cubicBezTo>
                  <a:cubicBezTo>
                    <a:pt x="50" y="240"/>
                    <a:pt x="66" y="256"/>
                    <a:pt x="103" y="256"/>
                  </a:cubicBezTo>
                  <a:cubicBezTo>
                    <a:pt x="136" y="256"/>
                    <a:pt x="169" y="256"/>
                    <a:pt x="190" y="223"/>
                  </a:cubicBezTo>
                  <a:cubicBezTo>
                    <a:pt x="206" y="207"/>
                    <a:pt x="223" y="174"/>
                    <a:pt x="223" y="137"/>
                  </a:cubicBezTo>
                  <a:cubicBezTo>
                    <a:pt x="223" y="104"/>
                    <a:pt x="223" y="71"/>
                    <a:pt x="206" y="50"/>
                  </a:cubicBezTo>
                  <a:cubicBezTo>
                    <a:pt x="190" y="34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7" name="Google Shape;21057;p60"/>
            <p:cNvSpPr/>
            <p:nvPr/>
          </p:nvSpPr>
          <p:spPr>
            <a:xfrm>
              <a:off x="3975850" y="2261700"/>
              <a:ext cx="6425" cy="6575"/>
            </a:xfrm>
            <a:custGeom>
              <a:avLst/>
              <a:gdLst/>
              <a:ahLst/>
              <a:cxnLst/>
              <a:rect l="l" t="t" r="r" b="b"/>
              <a:pathLst>
                <a:path w="257" h="263" extrusionOk="0">
                  <a:moveTo>
                    <a:pt x="137" y="1"/>
                  </a:moveTo>
                  <a:cubicBezTo>
                    <a:pt x="104" y="1"/>
                    <a:pt x="87" y="1"/>
                    <a:pt x="50" y="38"/>
                  </a:cubicBezTo>
                  <a:cubicBezTo>
                    <a:pt x="17" y="71"/>
                    <a:pt x="1" y="158"/>
                    <a:pt x="34" y="207"/>
                  </a:cubicBezTo>
                  <a:cubicBezTo>
                    <a:pt x="63" y="245"/>
                    <a:pt x="95" y="262"/>
                    <a:pt x="125" y="262"/>
                  </a:cubicBezTo>
                  <a:cubicBezTo>
                    <a:pt x="150" y="262"/>
                    <a:pt x="173" y="250"/>
                    <a:pt x="190" y="228"/>
                  </a:cubicBezTo>
                  <a:cubicBezTo>
                    <a:pt x="240" y="191"/>
                    <a:pt x="256" y="104"/>
                    <a:pt x="207" y="54"/>
                  </a:cubicBezTo>
                  <a:cubicBezTo>
                    <a:pt x="207" y="38"/>
                    <a:pt x="190" y="2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8" name="Google Shape;21058;p60"/>
            <p:cNvSpPr/>
            <p:nvPr/>
          </p:nvSpPr>
          <p:spPr>
            <a:xfrm>
              <a:off x="3967300" y="2297775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3" y="1"/>
                  </a:moveTo>
                  <a:cubicBezTo>
                    <a:pt x="33" y="1"/>
                    <a:pt x="0" y="71"/>
                    <a:pt x="0" y="141"/>
                  </a:cubicBezTo>
                  <a:cubicBezTo>
                    <a:pt x="17" y="174"/>
                    <a:pt x="33" y="207"/>
                    <a:pt x="50" y="228"/>
                  </a:cubicBezTo>
                  <a:cubicBezTo>
                    <a:pt x="66" y="261"/>
                    <a:pt x="103" y="261"/>
                    <a:pt x="136" y="261"/>
                  </a:cubicBezTo>
                  <a:cubicBezTo>
                    <a:pt x="153" y="244"/>
                    <a:pt x="186" y="228"/>
                    <a:pt x="207" y="207"/>
                  </a:cubicBezTo>
                  <a:cubicBezTo>
                    <a:pt x="223" y="174"/>
                    <a:pt x="223" y="141"/>
                    <a:pt x="223" y="104"/>
                  </a:cubicBezTo>
                  <a:cubicBezTo>
                    <a:pt x="223" y="71"/>
                    <a:pt x="207" y="38"/>
                    <a:pt x="186" y="21"/>
                  </a:cubicBezTo>
                  <a:cubicBezTo>
                    <a:pt x="169" y="21"/>
                    <a:pt x="16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9" name="Google Shape;21059;p60"/>
            <p:cNvSpPr/>
            <p:nvPr/>
          </p:nvSpPr>
          <p:spPr>
            <a:xfrm>
              <a:off x="3971525" y="22789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0"/>
                  </a:moveTo>
                  <a:cubicBezTo>
                    <a:pt x="71" y="0"/>
                    <a:pt x="54" y="17"/>
                    <a:pt x="38" y="54"/>
                  </a:cubicBezTo>
                  <a:cubicBezTo>
                    <a:pt x="17" y="87"/>
                    <a:pt x="0" y="120"/>
                    <a:pt x="0" y="157"/>
                  </a:cubicBezTo>
                  <a:cubicBezTo>
                    <a:pt x="17" y="190"/>
                    <a:pt x="38" y="207"/>
                    <a:pt x="54" y="223"/>
                  </a:cubicBezTo>
                  <a:cubicBezTo>
                    <a:pt x="71" y="260"/>
                    <a:pt x="103" y="260"/>
                    <a:pt x="141" y="260"/>
                  </a:cubicBezTo>
                  <a:cubicBezTo>
                    <a:pt x="190" y="240"/>
                    <a:pt x="244" y="174"/>
                    <a:pt x="223" y="103"/>
                  </a:cubicBezTo>
                  <a:cubicBezTo>
                    <a:pt x="223" y="70"/>
                    <a:pt x="207" y="33"/>
                    <a:pt x="190" y="17"/>
                  </a:cubicBezTo>
                  <a:cubicBezTo>
                    <a:pt x="174" y="17"/>
                    <a:pt x="174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0" name="Google Shape;21060;p60"/>
            <p:cNvSpPr/>
            <p:nvPr/>
          </p:nvSpPr>
          <p:spPr>
            <a:xfrm>
              <a:off x="3975025" y="23897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4" y="1"/>
                  </a:moveTo>
                  <a:cubicBezTo>
                    <a:pt x="50" y="17"/>
                    <a:pt x="1" y="87"/>
                    <a:pt x="17" y="157"/>
                  </a:cubicBezTo>
                  <a:cubicBezTo>
                    <a:pt x="17" y="215"/>
                    <a:pt x="68" y="263"/>
                    <a:pt x="116" y="263"/>
                  </a:cubicBezTo>
                  <a:cubicBezTo>
                    <a:pt x="123" y="263"/>
                    <a:pt x="130" y="262"/>
                    <a:pt x="137" y="260"/>
                  </a:cubicBezTo>
                  <a:cubicBezTo>
                    <a:pt x="170" y="260"/>
                    <a:pt x="186" y="240"/>
                    <a:pt x="207" y="207"/>
                  </a:cubicBezTo>
                  <a:cubicBezTo>
                    <a:pt x="223" y="190"/>
                    <a:pt x="240" y="157"/>
                    <a:pt x="223" y="120"/>
                  </a:cubicBezTo>
                  <a:cubicBezTo>
                    <a:pt x="223" y="87"/>
                    <a:pt x="207" y="54"/>
                    <a:pt x="186" y="33"/>
                  </a:cubicBezTo>
                  <a:cubicBezTo>
                    <a:pt x="170" y="17"/>
                    <a:pt x="170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1" name="Google Shape;21061;p60"/>
            <p:cNvSpPr/>
            <p:nvPr/>
          </p:nvSpPr>
          <p:spPr>
            <a:xfrm>
              <a:off x="3960400" y="23128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103" y="1"/>
                    <a:pt x="70" y="1"/>
                    <a:pt x="50" y="17"/>
                  </a:cubicBezTo>
                  <a:cubicBezTo>
                    <a:pt x="0" y="71"/>
                    <a:pt x="0" y="157"/>
                    <a:pt x="33" y="207"/>
                  </a:cubicBezTo>
                  <a:cubicBezTo>
                    <a:pt x="50" y="244"/>
                    <a:pt x="87" y="261"/>
                    <a:pt x="103" y="261"/>
                  </a:cubicBezTo>
                  <a:cubicBezTo>
                    <a:pt x="136" y="261"/>
                    <a:pt x="173" y="244"/>
                    <a:pt x="190" y="223"/>
                  </a:cubicBezTo>
                  <a:cubicBezTo>
                    <a:pt x="206" y="207"/>
                    <a:pt x="223" y="174"/>
                    <a:pt x="223" y="141"/>
                  </a:cubicBezTo>
                  <a:cubicBezTo>
                    <a:pt x="239" y="104"/>
                    <a:pt x="223" y="71"/>
                    <a:pt x="206" y="54"/>
                  </a:cubicBezTo>
                  <a:cubicBezTo>
                    <a:pt x="190" y="17"/>
                    <a:pt x="17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2" name="Google Shape;21062;p60"/>
            <p:cNvSpPr/>
            <p:nvPr/>
          </p:nvSpPr>
          <p:spPr>
            <a:xfrm>
              <a:off x="3929475" y="23179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103" y="1"/>
                    <a:pt x="70" y="1"/>
                    <a:pt x="50" y="38"/>
                  </a:cubicBezTo>
                  <a:cubicBezTo>
                    <a:pt x="0" y="71"/>
                    <a:pt x="0" y="158"/>
                    <a:pt x="33" y="207"/>
                  </a:cubicBezTo>
                  <a:cubicBezTo>
                    <a:pt x="50" y="244"/>
                    <a:pt x="87" y="261"/>
                    <a:pt x="103" y="261"/>
                  </a:cubicBezTo>
                  <a:cubicBezTo>
                    <a:pt x="136" y="261"/>
                    <a:pt x="173" y="261"/>
                    <a:pt x="190" y="244"/>
                  </a:cubicBezTo>
                  <a:cubicBezTo>
                    <a:pt x="239" y="191"/>
                    <a:pt x="239" y="104"/>
                    <a:pt x="206" y="55"/>
                  </a:cubicBezTo>
                  <a:cubicBezTo>
                    <a:pt x="190" y="38"/>
                    <a:pt x="173" y="17"/>
                    <a:pt x="153" y="17"/>
                  </a:cubicBezTo>
                  <a:cubicBezTo>
                    <a:pt x="153" y="1"/>
                    <a:pt x="136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3" name="Google Shape;21063;p60"/>
            <p:cNvSpPr/>
            <p:nvPr/>
          </p:nvSpPr>
          <p:spPr>
            <a:xfrm>
              <a:off x="3962975" y="2342600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29" y="1"/>
                  </a:moveTo>
                  <a:cubicBezTo>
                    <a:pt x="86" y="1"/>
                    <a:pt x="45" y="32"/>
                    <a:pt x="33" y="84"/>
                  </a:cubicBezTo>
                  <a:cubicBezTo>
                    <a:pt x="0" y="150"/>
                    <a:pt x="33" y="220"/>
                    <a:pt x="87" y="253"/>
                  </a:cubicBezTo>
                  <a:lnTo>
                    <a:pt x="136" y="253"/>
                  </a:lnTo>
                  <a:cubicBezTo>
                    <a:pt x="190" y="253"/>
                    <a:pt x="223" y="220"/>
                    <a:pt x="239" y="187"/>
                  </a:cubicBezTo>
                  <a:cubicBezTo>
                    <a:pt x="239" y="133"/>
                    <a:pt x="239" y="84"/>
                    <a:pt x="206" y="47"/>
                  </a:cubicBezTo>
                  <a:cubicBezTo>
                    <a:pt x="206" y="30"/>
                    <a:pt x="190" y="14"/>
                    <a:pt x="173" y="14"/>
                  </a:cubicBezTo>
                  <a:cubicBezTo>
                    <a:pt x="159" y="5"/>
                    <a:pt x="144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4" name="Google Shape;21064;p60"/>
            <p:cNvSpPr/>
            <p:nvPr/>
          </p:nvSpPr>
          <p:spPr>
            <a:xfrm>
              <a:off x="3961225" y="236025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4" y="0"/>
                  </a:moveTo>
                  <a:cubicBezTo>
                    <a:pt x="87" y="0"/>
                    <a:pt x="70" y="4"/>
                    <a:pt x="54" y="13"/>
                  </a:cubicBezTo>
                  <a:cubicBezTo>
                    <a:pt x="37" y="29"/>
                    <a:pt x="17" y="46"/>
                    <a:pt x="17" y="79"/>
                  </a:cubicBezTo>
                  <a:cubicBezTo>
                    <a:pt x="0" y="116"/>
                    <a:pt x="0" y="132"/>
                    <a:pt x="0" y="165"/>
                  </a:cubicBezTo>
                  <a:cubicBezTo>
                    <a:pt x="17" y="202"/>
                    <a:pt x="37" y="235"/>
                    <a:pt x="70" y="252"/>
                  </a:cubicBezTo>
                  <a:cubicBezTo>
                    <a:pt x="82" y="255"/>
                    <a:pt x="93" y="256"/>
                    <a:pt x="104" y="256"/>
                  </a:cubicBezTo>
                  <a:cubicBezTo>
                    <a:pt x="157" y="256"/>
                    <a:pt x="195" y="223"/>
                    <a:pt x="223" y="165"/>
                  </a:cubicBezTo>
                  <a:cubicBezTo>
                    <a:pt x="243" y="99"/>
                    <a:pt x="206" y="29"/>
                    <a:pt x="157" y="13"/>
                  </a:cubicBezTo>
                  <a:cubicBezTo>
                    <a:pt x="138" y="4"/>
                    <a:pt x="121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5" name="Google Shape;21065;p60"/>
            <p:cNvSpPr/>
            <p:nvPr/>
          </p:nvSpPr>
          <p:spPr>
            <a:xfrm>
              <a:off x="3970700" y="2325200"/>
              <a:ext cx="5600" cy="6450"/>
            </a:xfrm>
            <a:custGeom>
              <a:avLst/>
              <a:gdLst/>
              <a:ahLst/>
              <a:cxnLst/>
              <a:rect l="l" t="t" r="r" b="b"/>
              <a:pathLst>
                <a:path w="224" h="258" extrusionOk="0">
                  <a:moveTo>
                    <a:pt x="110" y="1"/>
                  </a:moveTo>
                  <a:cubicBezTo>
                    <a:pt x="65" y="1"/>
                    <a:pt x="14" y="33"/>
                    <a:pt x="0" y="91"/>
                  </a:cubicBezTo>
                  <a:lnTo>
                    <a:pt x="0" y="141"/>
                  </a:lnTo>
                  <a:cubicBezTo>
                    <a:pt x="0" y="194"/>
                    <a:pt x="17" y="227"/>
                    <a:pt x="71" y="244"/>
                  </a:cubicBezTo>
                  <a:cubicBezTo>
                    <a:pt x="85" y="253"/>
                    <a:pt x="102" y="258"/>
                    <a:pt x="118" y="258"/>
                  </a:cubicBezTo>
                  <a:cubicBezTo>
                    <a:pt x="141" y="258"/>
                    <a:pt x="162" y="249"/>
                    <a:pt x="174" y="227"/>
                  </a:cubicBezTo>
                  <a:cubicBezTo>
                    <a:pt x="190" y="211"/>
                    <a:pt x="207" y="194"/>
                    <a:pt x="207" y="178"/>
                  </a:cubicBezTo>
                  <a:cubicBezTo>
                    <a:pt x="223" y="108"/>
                    <a:pt x="207" y="38"/>
                    <a:pt x="136" y="5"/>
                  </a:cubicBezTo>
                  <a:cubicBezTo>
                    <a:pt x="128" y="2"/>
                    <a:pt x="119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6" name="Google Shape;21066;p60"/>
            <p:cNvSpPr/>
            <p:nvPr/>
          </p:nvSpPr>
          <p:spPr>
            <a:xfrm>
              <a:off x="3973275" y="2311225"/>
              <a:ext cx="6425" cy="6775"/>
            </a:xfrm>
            <a:custGeom>
              <a:avLst/>
              <a:gdLst/>
              <a:ahLst/>
              <a:cxnLst/>
              <a:rect l="l" t="t" r="r" b="b"/>
              <a:pathLst>
                <a:path w="257" h="271" extrusionOk="0">
                  <a:moveTo>
                    <a:pt x="128" y="1"/>
                  </a:moveTo>
                  <a:cubicBezTo>
                    <a:pt x="86" y="1"/>
                    <a:pt x="45" y="33"/>
                    <a:pt x="33" y="81"/>
                  </a:cubicBezTo>
                  <a:cubicBezTo>
                    <a:pt x="1" y="151"/>
                    <a:pt x="33" y="238"/>
                    <a:pt x="87" y="254"/>
                  </a:cubicBezTo>
                  <a:cubicBezTo>
                    <a:pt x="104" y="271"/>
                    <a:pt x="120" y="271"/>
                    <a:pt x="137" y="271"/>
                  </a:cubicBezTo>
                  <a:cubicBezTo>
                    <a:pt x="190" y="254"/>
                    <a:pt x="223" y="238"/>
                    <a:pt x="240" y="184"/>
                  </a:cubicBezTo>
                  <a:cubicBezTo>
                    <a:pt x="256" y="135"/>
                    <a:pt x="240" y="81"/>
                    <a:pt x="207" y="48"/>
                  </a:cubicBezTo>
                  <a:cubicBezTo>
                    <a:pt x="207" y="32"/>
                    <a:pt x="190" y="15"/>
                    <a:pt x="174" y="15"/>
                  </a:cubicBezTo>
                  <a:cubicBezTo>
                    <a:pt x="159" y="5"/>
                    <a:pt x="143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7" name="Google Shape;21067;p60"/>
            <p:cNvSpPr/>
            <p:nvPr/>
          </p:nvSpPr>
          <p:spPr>
            <a:xfrm>
              <a:off x="3844025" y="2366225"/>
              <a:ext cx="5600" cy="6825"/>
            </a:xfrm>
            <a:custGeom>
              <a:avLst/>
              <a:gdLst/>
              <a:ahLst/>
              <a:cxnLst/>
              <a:rect l="l" t="t" r="r" b="b"/>
              <a:pathLst>
                <a:path w="224" h="273" extrusionOk="0">
                  <a:moveTo>
                    <a:pt x="120" y="0"/>
                  </a:moveTo>
                  <a:cubicBezTo>
                    <a:pt x="108" y="0"/>
                    <a:pt x="95" y="5"/>
                    <a:pt x="87" y="13"/>
                  </a:cubicBezTo>
                  <a:cubicBezTo>
                    <a:pt x="66" y="13"/>
                    <a:pt x="33" y="29"/>
                    <a:pt x="17" y="66"/>
                  </a:cubicBezTo>
                  <a:cubicBezTo>
                    <a:pt x="0" y="83"/>
                    <a:pt x="0" y="116"/>
                    <a:pt x="0" y="149"/>
                  </a:cubicBezTo>
                  <a:cubicBezTo>
                    <a:pt x="0" y="186"/>
                    <a:pt x="17" y="219"/>
                    <a:pt x="50" y="235"/>
                  </a:cubicBezTo>
                  <a:cubicBezTo>
                    <a:pt x="66" y="252"/>
                    <a:pt x="103" y="273"/>
                    <a:pt x="120" y="273"/>
                  </a:cubicBezTo>
                  <a:cubicBezTo>
                    <a:pt x="190" y="252"/>
                    <a:pt x="223" y="186"/>
                    <a:pt x="223" y="116"/>
                  </a:cubicBezTo>
                  <a:cubicBezTo>
                    <a:pt x="207" y="83"/>
                    <a:pt x="207" y="46"/>
                    <a:pt x="169" y="29"/>
                  </a:cubicBezTo>
                  <a:lnTo>
                    <a:pt x="153" y="13"/>
                  </a:lnTo>
                  <a:cubicBezTo>
                    <a:pt x="145" y="5"/>
                    <a:pt x="132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8" name="Google Shape;21068;p60"/>
            <p:cNvSpPr/>
            <p:nvPr/>
          </p:nvSpPr>
          <p:spPr>
            <a:xfrm>
              <a:off x="3962975" y="2249375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09" y="1"/>
                  </a:moveTo>
                  <a:cubicBezTo>
                    <a:pt x="69" y="1"/>
                    <a:pt x="29" y="34"/>
                    <a:pt x="17" y="82"/>
                  </a:cubicBezTo>
                  <a:cubicBezTo>
                    <a:pt x="0" y="152"/>
                    <a:pt x="17" y="222"/>
                    <a:pt x="87" y="255"/>
                  </a:cubicBezTo>
                  <a:cubicBezTo>
                    <a:pt x="95" y="258"/>
                    <a:pt x="105" y="259"/>
                    <a:pt x="114" y="259"/>
                  </a:cubicBezTo>
                  <a:cubicBezTo>
                    <a:pt x="159" y="259"/>
                    <a:pt x="209" y="229"/>
                    <a:pt x="223" y="185"/>
                  </a:cubicBezTo>
                  <a:cubicBezTo>
                    <a:pt x="239" y="119"/>
                    <a:pt x="206" y="32"/>
                    <a:pt x="153" y="16"/>
                  </a:cubicBezTo>
                  <a:cubicBezTo>
                    <a:pt x="139" y="5"/>
                    <a:pt x="124" y="1"/>
                    <a:pt x="1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9" name="Google Shape;21069;p60"/>
            <p:cNvSpPr/>
            <p:nvPr/>
          </p:nvSpPr>
          <p:spPr>
            <a:xfrm>
              <a:off x="3941950" y="2284900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87" y="1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0" y="190"/>
                    <a:pt x="17" y="227"/>
                    <a:pt x="50" y="244"/>
                  </a:cubicBezTo>
                  <a:cubicBezTo>
                    <a:pt x="61" y="255"/>
                    <a:pt x="83" y="267"/>
                    <a:pt x="101" y="267"/>
                  </a:cubicBezTo>
                  <a:cubicBezTo>
                    <a:pt x="108" y="267"/>
                    <a:pt x="115" y="265"/>
                    <a:pt x="120" y="260"/>
                  </a:cubicBezTo>
                  <a:cubicBezTo>
                    <a:pt x="153" y="260"/>
                    <a:pt x="190" y="244"/>
                    <a:pt x="206" y="207"/>
                  </a:cubicBezTo>
                  <a:cubicBezTo>
                    <a:pt x="223" y="190"/>
                    <a:pt x="223" y="157"/>
                    <a:pt x="223" y="124"/>
                  </a:cubicBezTo>
                  <a:cubicBezTo>
                    <a:pt x="223" y="87"/>
                    <a:pt x="206" y="54"/>
                    <a:pt x="169" y="38"/>
                  </a:cubicBezTo>
                  <a:cubicBezTo>
                    <a:pt x="169" y="21"/>
                    <a:pt x="153" y="21"/>
                    <a:pt x="153" y="21"/>
                  </a:cubicBezTo>
                  <a:cubicBezTo>
                    <a:pt x="136" y="1"/>
                    <a:pt x="120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0" name="Google Shape;21070;p60"/>
            <p:cNvSpPr/>
            <p:nvPr/>
          </p:nvSpPr>
          <p:spPr>
            <a:xfrm>
              <a:off x="3968525" y="2375225"/>
              <a:ext cx="6000" cy="6800"/>
            </a:xfrm>
            <a:custGeom>
              <a:avLst/>
              <a:gdLst/>
              <a:ahLst/>
              <a:cxnLst/>
              <a:rect l="l" t="t" r="r" b="b"/>
              <a:pathLst>
                <a:path w="240" h="272" extrusionOk="0">
                  <a:moveTo>
                    <a:pt x="129" y="0"/>
                  </a:moveTo>
                  <a:cubicBezTo>
                    <a:pt x="120" y="0"/>
                    <a:pt x="112" y="5"/>
                    <a:pt x="104" y="16"/>
                  </a:cubicBezTo>
                  <a:cubicBezTo>
                    <a:pt x="54" y="16"/>
                    <a:pt x="1" y="82"/>
                    <a:pt x="17" y="152"/>
                  </a:cubicBezTo>
                  <a:cubicBezTo>
                    <a:pt x="17" y="185"/>
                    <a:pt x="34" y="222"/>
                    <a:pt x="54" y="238"/>
                  </a:cubicBezTo>
                  <a:cubicBezTo>
                    <a:pt x="87" y="255"/>
                    <a:pt x="104" y="271"/>
                    <a:pt x="137" y="271"/>
                  </a:cubicBezTo>
                  <a:cubicBezTo>
                    <a:pt x="207" y="255"/>
                    <a:pt x="240" y="185"/>
                    <a:pt x="223" y="119"/>
                  </a:cubicBezTo>
                  <a:cubicBezTo>
                    <a:pt x="223" y="82"/>
                    <a:pt x="207" y="49"/>
                    <a:pt x="191" y="32"/>
                  </a:cubicBezTo>
                  <a:cubicBezTo>
                    <a:pt x="174" y="32"/>
                    <a:pt x="174" y="16"/>
                    <a:pt x="158" y="16"/>
                  </a:cubicBezTo>
                  <a:cubicBezTo>
                    <a:pt x="147" y="5"/>
                    <a:pt x="138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1" name="Google Shape;21071;p60"/>
            <p:cNvSpPr/>
            <p:nvPr/>
          </p:nvSpPr>
          <p:spPr>
            <a:xfrm>
              <a:off x="3938425" y="2335500"/>
              <a:ext cx="6125" cy="6475"/>
            </a:xfrm>
            <a:custGeom>
              <a:avLst/>
              <a:gdLst/>
              <a:ahLst/>
              <a:cxnLst/>
              <a:rect l="l" t="t" r="r" b="b"/>
              <a:pathLst>
                <a:path w="245" h="259" extrusionOk="0">
                  <a:moveTo>
                    <a:pt x="129" y="1"/>
                  </a:moveTo>
                  <a:cubicBezTo>
                    <a:pt x="83" y="1"/>
                    <a:pt x="35" y="33"/>
                    <a:pt x="22" y="92"/>
                  </a:cubicBezTo>
                  <a:cubicBezTo>
                    <a:pt x="1" y="141"/>
                    <a:pt x="22" y="228"/>
                    <a:pt x="71" y="244"/>
                  </a:cubicBezTo>
                  <a:cubicBezTo>
                    <a:pt x="90" y="254"/>
                    <a:pt x="109" y="259"/>
                    <a:pt x="127" y="259"/>
                  </a:cubicBezTo>
                  <a:cubicBezTo>
                    <a:pt x="174" y="259"/>
                    <a:pt x="213" y="226"/>
                    <a:pt x="228" y="178"/>
                  </a:cubicBezTo>
                  <a:cubicBezTo>
                    <a:pt x="244" y="108"/>
                    <a:pt x="207" y="38"/>
                    <a:pt x="158" y="5"/>
                  </a:cubicBezTo>
                  <a:cubicBezTo>
                    <a:pt x="149" y="2"/>
                    <a:pt x="139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2" name="Google Shape;21072;p60"/>
            <p:cNvSpPr/>
            <p:nvPr/>
          </p:nvSpPr>
          <p:spPr>
            <a:xfrm>
              <a:off x="3938950" y="23781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67" y="1"/>
                    <a:pt x="34" y="17"/>
                    <a:pt x="17" y="50"/>
                  </a:cubicBezTo>
                  <a:cubicBezTo>
                    <a:pt x="1" y="83"/>
                    <a:pt x="1" y="120"/>
                    <a:pt x="1" y="153"/>
                  </a:cubicBezTo>
                  <a:cubicBezTo>
                    <a:pt x="17" y="186"/>
                    <a:pt x="17" y="207"/>
                    <a:pt x="50" y="240"/>
                  </a:cubicBezTo>
                  <a:cubicBezTo>
                    <a:pt x="67" y="256"/>
                    <a:pt x="104" y="256"/>
                    <a:pt x="137" y="256"/>
                  </a:cubicBezTo>
                  <a:cubicBezTo>
                    <a:pt x="186" y="240"/>
                    <a:pt x="240" y="170"/>
                    <a:pt x="223" y="104"/>
                  </a:cubicBezTo>
                  <a:cubicBezTo>
                    <a:pt x="223" y="67"/>
                    <a:pt x="207" y="50"/>
                    <a:pt x="170" y="17"/>
                  </a:cubicBezTo>
                  <a:cubicBezTo>
                    <a:pt x="170" y="17"/>
                    <a:pt x="15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3" name="Google Shape;21073;p60"/>
            <p:cNvSpPr/>
            <p:nvPr/>
          </p:nvSpPr>
          <p:spPr>
            <a:xfrm>
              <a:off x="3934625" y="22573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0" y="1"/>
                  </a:moveTo>
                  <a:cubicBezTo>
                    <a:pt x="114" y="1"/>
                    <a:pt x="109" y="2"/>
                    <a:pt x="103" y="8"/>
                  </a:cubicBezTo>
                  <a:cubicBezTo>
                    <a:pt x="50" y="8"/>
                    <a:pt x="0" y="74"/>
                    <a:pt x="17" y="144"/>
                  </a:cubicBezTo>
                  <a:cubicBezTo>
                    <a:pt x="17" y="214"/>
                    <a:pt x="87" y="263"/>
                    <a:pt x="136" y="263"/>
                  </a:cubicBezTo>
                  <a:cubicBezTo>
                    <a:pt x="174" y="247"/>
                    <a:pt x="190" y="230"/>
                    <a:pt x="207" y="214"/>
                  </a:cubicBezTo>
                  <a:cubicBezTo>
                    <a:pt x="223" y="177"/>
                    <a:pt x="240" y="144"/>
                    <a:pt x="240" y="111"/>
                  </a:cubicBezTo>
                  <a:cubicBezTo>
                    <a:pt x="223" y="74"/>
                    <a:pt x="207" y="41"/>
                    <a:pt x="190" y="24"/>
                  </a:cubicBezTo>
                  <a:cubicBezTo>
                    <a:pt x="190" y="24"/>
                    <a:pt x="174" y="8"/>
                    <a:pt x="153" y="8"/>
                  </a:cubicBezTo>
                  <a:cubicBezTo>
                    <a:pt x="142" y="8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4" name="Google Shape;21074;p60"/>
            <p:cNvSpPr/>
            <p:nvPr/>
          </p:nvSpPr>
          <p:spPr>
            <a:xfrm>
              <a:off x="3933275" y="2272625"/>
              <a:ext cx="5700" cy="6500"/>
            </a:xfrm>
            <a:custGeom>
              <a:avLst/>
              <a:gdLst/>
              <a:ahLst/>
              <a:cxnLst/>
              <a:rect l="l" t="t" r="r" b="b"/>
              <a:pathLst>
                <a:path w="228" h="260" extrusionOk="0">
                  <a:moveTo>
                    <a:pt x="132" y="1"/>
                  </a:moveTo>
                  <a:cubicBezTo>
                    <a:pt x="123" y="1"/>
                    <a:pt x="114" y="5"/>
                    <a:pt x="104" y="13"/>
                  </a:cubicBezTo>
                  <a:cubicBezTo>
                    <a:pt x="38" y="13"/>
                    <a:pt x="1" y="79"/>
                    <a:pt x="1" y="149"/>
                  </a:cubicBezTo>
                  <a:cubicBezTo>
                    <a:pt x="21" y="182"/>
                    <a:pt x="21" y="219"/>
                    <a:pt x="54" y="236"/>
                  </a:cubicBezTo>
                  <a:cubicBezTo>
                    <a:pt x="66" y="248"/>
                    <a:pt x="86" y="259"/>
                    <a:pt x="110" y="259"/>
                  </a:cubicBezTo>
                  <a:cubicBezTo>
                    <a:pt x="120" y="259"/>
                    <a:pt x="130" y="257"/>
                    <a:pt x="141" y="252"/>
                  </a:cubicBezTo>
                  <a:cubicBezTo>
                    <a:pt x="157" y="252"/>
                    <a:pt x="190" y="236"/>
                    <a:pt x="207" y="203"/>
                  </a:cubicBezTo>
                  <a:cubicBezTo>
                    <a:pt x="228" y="182"/>
                    <a:pt x="228" y="149"/>
                    <a:pt x="228" y="116"/>
                  </a:cubicBezTo>
                  <a:cubicBezTo>
                    <a:pt x="228" y="79"/>
                    <a:pt x="207" y="46"/>
                    <a:pt x="174" y="30"/>
                  </a:cubicBezTo>
                  <a:cubicBezTo>
                    <a:pt x="174" y="13"/>
                    <a:pt x="157" y="13"/>
                    <a:pt x="157" y="13"/>
                  </a:cubicBezTo>
                  <a:cubicBezTo>
                    <a:pt x="149" y="5"/>
                    <a:pt x="141" y="1"/>
                    <a:pt x="1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5" name="Google Shape;21075;p60"/>
            <p:cNvSpPr/>
            <p:nvPr/>
          </p:nvSpPr>
          <p:spPr>
            <a:xfrm>
              <a:off x="3934625" y="230212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3" y="0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7" y="190"/>
                    <a:pt x="33" y="223"/>
                    <a:pt x="50" y="239"/>
                  </a:cubicBezTo>
                  <a:cubicBezTo>
                    <a:pt x="65" y="254"/>
                    <a:pt x="86" y="267"/>
                    <a:pt x="108" y="267"/>
                  </a:cubicBezTo>
                  <a:cubicBezTo>
                    <a:pt x="118" y="267"/>
                    <a:pt x="127" y="265"/>
                    <a:pt x="136" y="260"/>
                  </a:cubicBezTo>
                  <a:cubicBezTo>
                    <a:pt x="190" y="260"/>
                    <a:pt x="240" y="190"/>
                    <a:pt x="223" y="120"/>
                  </a:cubicBezTo>
                  <a:cubicBezTo>
                    <a:pt x="223" y="87"/>
                    <a:pt x="207" y="54"/>
                    <a:pt x="190" y="33"/>
                  </a:cubicBezTo>
                  <a:cubicBezTo>
                    <a:pt x="174" y="17"/>
                    <a:pt x="174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6" name="Google Shape;21076;p60"/>
            <p:cNvSpPr/>
            <p:nvPr/>
          </p:nvSpPr>
          <p:spPr>
            <a:xfrm>
              <a:off x="3956050" y="2329625"/>
              <a:ext cx="6125" cy="6425"/>
            </a:xfrm>
            <a:custGeom>
              <a:avLst/>
              <a:gdLst/>
              <a:ahLst/>
              <a:cxnLst/>
              <a:rect l="l" t="t" r="r" b="b"/>
              <a:pathLst>
                <a:path w="245" h="257" extrusionOk="0">
                  <a:moveTo>
                    <a:pt x="104" y="1"/>
                  </a:moveTo>
                  <a:cubicBezTo>
                    <a:pt x="71" y="1"/>
                    <a:pt x="55" y="17"/>
                    <a:pt x="38" y="50"/>
                  </a:cubicBezTo>
                  <a:cubicBezTo>
                    <a:pt x="17" y="87"/>
                    <a:pt x="1" y="120"/>
                    <a:pt x="17" y="153"/>
                  </a:cubicBezTo>
                  <a:cubicBezTo>
                    <a:pt x="17" y="191"/>
                    <a:pt x="38" y="207"/>
                    <a:pt x="55" y="240"/>
                  </a:cubicBezTo>
                  <a:cubicBezTo>
                    <a:pt x="88" y="256"/>
                    <a:pt x="104" y="256"/>
                    <a:pt x="141" y="256"/>
                  </a:cubicBezTo>
                  <a:cubicBezTo>
                    <a:pt x="207" y="240"/>
                    <a:pt x="244" y="170"/>
                    <a:pt x="224" y="104"/>
                  </a:cubicBezTo>
                  <a:cubicBezTo>
                    <a:pt x="224" y="67"/>
                    <a:pt x="207" y="50"/>
                    <a:pt x="191" y="17"/>
                  </a:cubicBezTo>
                  <a:cubicBezTo>
                    <a:pt x="174" y="17"/>
                    <a:pt x="174" y="17"/>
                    <a:pt x="1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7" name="Google Shape;21077;p60"/>
            <p:cNvSpPr/>
            <p:nvPr/>
          </p:nvSpPr>
          <p:spPr>
            <a:xfrm>
              <a:off x="3953900" y="2376425"/>
              <a:ext cx="5700" cy="6425"/>
            </a:xfrm>
            <a:custGeom>
              <a:avLst/>
              <a:gdLst/>
              <a:ahLst/>
              <a:cxnLst/>
              <a:rect l="l" t="t" r="r" b="b"/>
              <a:pathLst>
                <a:path w="228" h="257" extrusionOk="0">
                  <a:moveTo>
                    <a:pt x="103" y="1"/>
                  </a:moveTo>
                  <a:cubicBezTo>
                    <a:pt x="38" y="17"/>
                    <a:pt x="0" y="87"/>
                    <a:pt x="0" y="153"/>
                  </a:cubicBezTo>
                  <a:cubicBezTo>
                    <a:pt x="21" y="190"/>
                    <a:pt x="38" y="223"/>
                    <a:pt x="54" y="240"/>
                  </a:cubicBezTo>
                  <a:cubicBezTo>
                    <a:pt x="87" y="256"/>
                    <a:pt x="103" y="256"/>
                    <a:pt x="141" y="256"/>
                  </a:cubicBezTo>
                  <a:cubicBezTo>
                    <a:pt x="157" y="256"/>
                    <a:pt x="190" y="240"/>
                    <a:pt x="207" y="207"/>
                  </a:cubicBezTo>
                  <a:cubicBezTo>
                    <a:pt x="227" y="190"/>
                    <a:pt x="227" y="153"/>
                    <a:pt x="227" y="120"/>
                  </a:cubicBezTo>
                  <a:cubicBezTo>
                    <a:pt x="227" y="87"/>
                    <a:pt x="207" y="50"/>
                    <a:pt x="190" y="34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57" y="1"/>
                    <a:pt x="141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8" name="Google Shape;21078;p60"/>
            <p:cNvSpPr/>
            <p:nvPr/>
          </p:nvSpPr>
          <p:spPr>
            <a:xfrm>
              <a:off x="3959050" y="2285200"/>
              <a:ext cx="6100" cy="6550"/>
            </a:xfrm>
            <a:custGeom>
              <a:avLst/>
              <a:gdLst/>
              <a:ahLst/>
              <a:cxnLst/>
              <a:rect l="l" t="t" r="r" b="b"/>
              <a:pathLst>
                <a:path w="244" h="262" extrusionOk="0">
                  <a:moveTo>
                    <a:pt x="95" y="0"/>
                  </a:moveTo>
                  <a:cubicBezTo>
                    <a:pt x="76" y="0"/>
                    <a:pt x="61" y="14"/>
                    <a:pt x="38" y="26"/>
                  </a:cubicBezTo>
                  <a:cubicBezTo>
                    <a:pt x="21" y="59"/>
                    <a:pt x="1" y="75"/>
                    <a:pt x="1" y="112"/>
                  </a:cubicBezTo>
                  <a:cubicBezTo>
                    <a:pt x="1" y="145"/>
                    <a:pt x="1" y="178"/>
                    <a:pt x="21" y="215"/>
                  </a:cubicBezTo>
                  <a:cubicBezTo>
                    <a:pt x="40" y="244"/>
                    <a:pt x="78" y="262"/>
                    <a:pt x="112" y="262"/>
                  </a:cubicBezTo>
                  <a:cubicBezTo>
                    <a:pt x="137" y="262"/>
                    <a:pt x="160" y="252"/>
                    <a:pt x="174" y="232"/>
                  </a:cubicBezTo>
                  <a:cubicBezTo>
                    <a:pt x="227" y="178"/>
                    <a:pt x="244" y="112"/>
                    <a:pt x="190" y="42"/>
                  </a:cubicBezTo>
                  <a:cubicBezTo>
                    <a:pt x="190" y="26"/>
                    <a:pt x="174" y="26"/>
                    <a:pt x="157" y="9"/>
                  </a:cubicBezTo>
                  <a:lnTo>
                    <a:pt x="124" y="9"/>
                  </a:lnTo>
                  <a:cubicBezTo>
                    <a:pt x="113" y="3"/>
                    <a:pt x="104" y="0"/>
                    <a:pt x="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9" name="Google Shape;21079;p60"/>
            <p:cNvSpPr/>
            <p:nvPr/>
          </p:nvSpPr>
          <p:spPr>
            <a:xfrm>
              <a:off x="3929875" y="2348575"/>
              <a:ext cx="6525" cy="6750"/>
            </a:xfrm>
            <a:custGeom>
              <a:avLst/>
              <a:gdLst/>
              <a:ahLst/>
              <a:cxnLst/>
              <a:rect l="l" t="t" r="r" b="b"/>
              <a:pathLst>
                <a:path w="261" h="270" extrusionOk="0">
                  <a:moveTo>
                    <a:pt x="130" y="1"/>
                  </a:moveTo>
                  <a:cubicBezTo>
                    <a:pt x="89" y="1"/>
                    <a:pt x="49" y="32"/>
                    <a:pt x="34" y="84"/>
                  </a:cubicBezTo>
                  <a:cubicBezTo>
                    <a:pt x="1" y="154"/>
                    <a:pt x="34" y="220"/>
                    <a:pt x="87" y="257"/>
                  </a:cubicBezTo>
                  <a:cubicBezTo>
                    <a:pt x="106" y="266"/>
                    <a:pt x="123" y="270"/>
                    <a:pt x="139" y="270"/>
                  </a:cubicBezTo>
                  <a:cubicBezTo>
                    <a:pt x="183" y="270"/>
                    <a:pt x="216" y="238"/>
                    <a:pt x="240" y="187"/>
                  </a:cubicBezTo>
                  <a:cubicBezTo>
                    <a:pt x="261" y="117"/>
                    <a:pt x="223" y="30"/>
                    <a:pt x="174" y="14"/>
                  </a:cubicBezTo>
                  <a:cubicBezTo>
                    <a:pt x="160" y="5"/>
                    <a:pt x="145" y="1"/>
                    <a:pt x="1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0" name="Google Shape;21080;p60"/>
            <p:cNvSpPr/>
            <p:nvPr/>
          </p:nvSpPr>
          <p:spPr>
            <a:xfrm>
              <a:off x="3961225" y="2265325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30" y="0"/>
                  </a:moveTo>
                  <a:cubicBezTo>
                    <a:pt x="121" y="0"/>
                    <a:pt x="111" y="4"/>
                    <a:pt x="103" y="13"/>
                  </a:cubicBezTo>
                  <a:cubicBezTo>
                    <a:pt x="37" y="13"/>
                    <a:pt x="0" y="83"/>
                    <a:pt x="17" y="149"/>
                  </a:cubicBezTo>
                  <a:cubicBezTo>
                    <a:pt x="17" y="186"/>
                    <a:pt x="37" y="219"/>
                    <a:pt x="54" y="235"/>
                  </a:cubicBezTo>
                  <a:cubicBezTo>
                    <a:pt x="65" y="247"/>
                    <a:pt x="85" y="259"/>
                    <a:pt x="109" y="259"/>
                  </a:cubicBezTo>
                  <a:cubicBezTo>
                    <a:pt x="119" y="259"/>
                    <a:pt x="129" y="256"/>
                    <a:pt x="140" y="252"/>
                  </a:cubicBezTo>
                  <a:cubicBezTo>
                    <a:pt x="190" y="252"/>
                    <a:pt x="243" y="186"/>
                    <a:pt x="223" y="116"/>
                  </a:cubicBezTo>
                  <a:cubicBezTo>
                    <a:pt x="223" y="83"/>
                    <a:pt x="206" y="46"/>
                    <a:pt x="190" y="29"/>
                  </a:cubicBezTo>
                  <a:cubicBezTo>
                    <a:pt x="173" y="13"/>
                    <a:pt x="173" y="13"/>
                    <a:pt x="157" y="13"/>
                  </a:cubicBezTo>
                  <a:cubicBezTo>
                    <a:pt x="149" y="4"/>
                    <a:pt x="139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1" name="Google Shape;21081;p60"/>
            <p:cNvSpPr/>
            <p:nvPr/>
          </p:nvSpPr>
          <p:spPr>
            <a:xfrm>
              <a:off x="3928650" y="23646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0"/>
                  </a:moveTo>
                  <a:cubicBezTo>
                    <a:pt x="114" y="0"/>
                    <a:pt x="109" y="2"/>
                    <a:pt x="103" y="8"/>
                  </a:cubicBezTo>
                  <a:cubicBezTo>
                    <a:pt x="33" y="8"/>
                    <a:pt x="0" y="78"/>
                    <a:pt x="0" y="148"/>
                  </a:cubicBezTo>
                  <a:cubicBezTo>
                    <a:pt x="17" y="181"/>
                    <a:pt x="17" y="214"/>
                    <a:pt x="50" y="235"/>
                  </a:cubicBezTo>
                  <a:cubicBezTo>
                    <a:pt x="66" y="251"/>
                    <a:pt x="103" y="268"/>
                    <a:pt x="136" y="268"/>
                  </a:cubicBezTo>
                  <a:cubicBezTo>
                    <a:pt x="186" y="251"/>
                    <a:pt x="239" y="181"/>
                    <a:pt x="223" y="111"/>
                  </a:cubicBezTo>
                  <a:cubicBezTo>
                    <a:pt x="223" y="78"/>
                    <a:pt x="206" y="45"/>
                    <a:pt x="169" y="28"/>
                  </a:cubicBezTo>
                  <a:cubicBezTo>
                    <a:pt x="169" y="28"/>
                    <a:pt x="169" y="8"/>
                    <a:pt x="153" y="8"/>
                  </a:cubicBezTo>
                  <a:cubicBezTo>
                    <a:pt x="142" y="8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2" name="Google Shape;21082;p60"/>
            <p:cNvSpPr/>
            <p:nvPr/>
          </p:nvSpPr>
          <p:spPr>
            <a:xfrm>
              <a:off x="3821650" y="2477750"/>
              <a:ext cx="5175" cy="6525"/>
            </a:xfrm>
            <a:custGeom>
              <a:avLst/>
              <a:gdLst/>
              <a:ahLst/>
              <a:cxnLst/>
              <a:rect l="l" t="t" r="r" b="b"/>
              <a:pathLst>
                <a:path w="207" h="261" extrusionOk="0">
                  <a:moveTo>
                    <a:pt x="137" y="0"/>
                  </a:moveTo>
                  <a:cubicBezTo>
                    <a:pt x="104" y="0"/>
                    <a:pt x="87" y="17"/>
                    <a:pt x="54" y="38"/>
                  </a:cubicBezTo>
                  <a:cubicBezTo>
                    <a:pt x="17" y="87"/>
                    <a:pt x="1" y="157"/>
                    <a:pt x="34" y="223"/>
                  </a:cubicBezTo>
                  <a:cubicBezTo>
                    <a:pt x="54" y="244"/>
                    <a:pt x="71" y="260"/>
                    <a:pt x="87" y="260"/>
                  </a:cubicBezTo>
                  <a:cubicBezTo>
                    <a:pt x="137" y="190"/>
                    <a:pt x="174" y="120"/>
                    <a:pt x="207" y="38"/>
                  </a:cubicBezTo>
                  <a:cubicBezTo>
                    <a:pt x="190" y="38"/>
                    <a:pt x="174" y="17"/>
                    <a:pt x="174" y="17"/>
                  </a:cubicBezTo>
                  <a:cubicBezTo>
                    <a:pt x="157" y="17"/>
                    <a:pt x="157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3" name="Google Shape;21083;p60"/>
            <p:cNvSpPr/>
            <p:nvPr/>
          </p:nvSpPr>
          <p:spPr>
            <a:xfrm>
              <a:off x="4137775" y="2252750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37" y="0"/>
                  </a:moveTo>
                  <a:cubicBezTo>
                    <a:pt x="104" y="0"/>
                    <a:pt x="67" y="0"/>
                    <a:pt x="50" y="17"/>
                  </a:cubicBezTo>
                  <a:cubicBezTo>
                    <a:pt x="17" y="50"/>
                    <a:pt x="17" y="87"/>
                    <a:pt x="1" y="120"/>
                  </a:cubicBezTo>
                  <a:cubicBezTo>
                    <a:pt x="1" y="153"/>
                    <a:pt x="17" y="190"/>
                    <a:pt x="34" y="206"/>
                  </a:cubicBezTo>
                  <a:cubicBezTo>
                    <a:pt x="53" y="235"/>
                    <a:pt x="85" y="254"/>
                    <a:pt x="119" y="254"/>
                  </a:cubicBezTo>
                  <a:cubicBezTo>
                    <a:pt x="143" y="254"/>
                    <a:pt x="168" y="245"/>
                    <a:pt x="190" y="223"/>
                  </a:cubicBezTo>
                  <a:cubicBezTo>
                    <a:pt x="240" y="190"/>
                    <a:pt x="240" y="103"/>
                    <a:pt x="207" y="50"/>
                  </a:cubicBezTo>
                  <a:cubicBezTo>
                    <a:pt x="190" y="33"/>
                    <a:pt x="17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4" name="Google Shape;21084;p60"/>
            <p:cNvSpPr/>
            <p:nvPr/>
          </p:nvSpPr>
          <p:spPr>
            <a:xfrm>
              <a:off x="4139025" y="228025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40" y="1"/>
                  </a:moveTo>
                  <a:cubicBezTo>
                    <a:pt x="103" y="1"/>
                    <a:pt x="87" y="1"/>
                    <a:pt x="54" y="34"/>
                  </a:cubicBezTo>
                  <a:cubicBezTo>
                    <a:pt x="17" y="67"/>
                    <a:pt x="0" y="154"/>
                    <a:pt x="37" y="207"/>
                  </a:cubicBezTo>
                  <a:cubicBezTo>
                    <a:pt x="70" y="240"/>
                    <a:pt x="87" y="257"/>
                    <a:pt x="120" y="257"/>
                  </a:cubicBezTo>
                  <a:cubicBezTo>
                    <a:pt x="140" y="257"/>
                    <a:pt x="173" y="257"/>
                    <a:pt x="206" y="224"/>
                  </a:cubicBezTo>
                  <a:cubicBezTo>
                    <a:pt x="223" y="207"/>
                    <a:pt x="243" y="170"/>
                    <a:pt x="243" y="137"/>
                  </a:cubicBezTo>
                  <a:cubicBezTo>
                    <a:pt x="243" y="104"/>
                    <a:pt x="243" y="67"/>
                    <a:pt x="206" y="50"/>
                  </a:cubicBezTo>
                  <a:cubicBezTo>
                    <a:pt x="206" y="34"/>
                    <a:pt x="190" y="17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5" name="Google Shape;21085;p60"/>
            <p:cNvSpPr/>
            <p:nvPr/>
          </p:nvSpPr>
          <p:spPr>
            <a:xfrm>
              <a:off x="4135200" y="22969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67" y="1"/>
                    <a:pt x="34" y="34"/>
                    <a:pt x="17" y="54"/>
                  </a:cubicBezTo>
                  <a:cubicBezTo>
                    <a:pt x="1" y="87"/>
                    <a:pt x="1" y="120"/>
                    <a:pt x="1" y="158"/>
                  </a:cubicBezTo>
                  <a:cubicBezTo>
                    <a:pt x="17" y="191"/>
                    <a:pt x="17" y="224"/>
                    <a:pt x="50" y="240"/>
                  </a:cubicBezTo>
                  <a:cubicBezTo>
                    <a:pt x="67" y="261"/>
                    <a:pt x="104" y="261"/>
                    <a:pt x="137" y="261"/>
                  </a:cubicBezTo>
                  <a:cubicBezTo>
                    <a:pt x="190" y="240"/>
                    <a:pt x="240" y="191"/>
                    <a:pt x="223" y="104"/>
                  </a:cubicBezTo>
                  <a:cubicBezTo>
                    <a:pt x="223" y="71"/>
                    <a:pt x="207" y="54"/>
                    <a:pt x="170" y="34"/>
                  </a:cubicBezTo>
                  <a:cubicBezTo>
                    <a:pt x="170" y="17"/>
                    <a:pt x="153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6" name="Google Shape;21086;p60"/>
            <p:cNvSpPr/>
            <p:nvPr/>
          </p:nvSpPr>
          <p:spPr>
            <a:xfrm>
              <a:off x="4136450" y="2375100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03" y="0"/>
                  </a:moveTo>
                  <a:cubicBezTo>
                    <a:pt x="37" y="0"/>
                    <a:pt x="0" y="70"/>
                    <a:pt x="0" y="140"/>
                  </a:cubicBezTo>
                  <a:cubicBezTo>
                    <a:pt x="0" y="173"/>
                    <a:pt x="17" y="206"/>
                    <a:pt x="54" y="227"/>
                  </a:cubicBezTo>
                  <a:cubicBezTo>
                    <a:pt x="70" y="260"/>
                    <a:pt x="103" y="260"/>
                    <a:pt x="120" y="260"/>
                  </a:cubicBezTo>
                  <a:cubicBezTo>
                    <a:pt x="190" y="243"/>
                    <a:pt x="223" y="173"/>
                    <a:pt x="223" y="103"/>
                  </a:cubicBezTo>
                  <a:cubicBezTo>
                    <a:pt x="223" y="54"/>
                    <a:pt x="190" y="21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7" name="Google Shape;21087;p60"/>
            <p:cNvSpPr/>
            <p:nvPr/>
          </p:nvSpPr>
          <p:spPr>
            <a:xfrm>
              <a:off x="4152300" y="2278825"/>
              <a:ext cx="6125" cy="6625"/>
            </a:xfrm>
            <a:custGeom>
              <a:avLst/>
              <a:gdLst/>
              <a:ahLst/>
              <a:cxnLst/>
              <a:rect l="l" t="t" r="r" b="b"/>
              <a:pathLst>
                <a:path w="245" h="265" extrusionOk="0">
                  <a:moveTo>
                    <a:pt x="129" y="0"/>
                  </a:moveTo>
                  <a:cubicBezTo>
                    <a:pt x="82" y="0"/>
                    <a:pt x="35" y="30"/>
                    <a:pt x="22" y="74"/>
                  </a:cubicBezTo>
                  <a:cubicBezTo>
                    <a:pt x="1" y="140"/>
                    <a:pt x="38" y="227"/>
                    <a:pt x="88" y="244"/>
                  </a:cubicBezTo>
                  <a:cubicBezTo>
                    <a:pt x="104" y="264"/>
                    <a:pt x="125" y="264"/>
                    <a:pt x="141" y="264"/>
                  </a:cubicBezTo>
                  <a:cubicBezTo>
                    <a:pt x="174" y="244"/>
                    <a:pt x="207" y="227"/>
                    <a:pt x="228" y="178"/>
                  </a:cubicBezTo>
                  <a:cubicBezTo>
                    <a:pt x="244" y="124"/>
                    <a:pt x="228" y="74"/>
                    <a:pt x="207" y="37"/>
                  </a:cubicBezTo>
                  <a:cubicBezTo>
                    <a:pt x="191" y="21"/>
                    <a:pt x="174" y="21"/>
                    <a:pt x="158" y="4"/>
                  </a:cubicBezTo>
                  <a:cubicBezTo>
                    <a:pt x="148" y="1"/>
                    <a:pt x="138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8" name="Google Shape;21088;p60"/>
            <p:cNvSpPr/>
            <p:nvPr/>
          </p:nvSpPr>
          <p:spPr>
            <a:xfrm>
              <a:off x="4142000" y="2309925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13" y="1"/>
                  </a:moveTo>
                  <a:cubicBezTo>
                    <a:pt x="72" y="1"/>
                    <a:pt x="33" y="32"/>
                    <a:pt x="21" y="84"/>
                  </a:cubicBezTo>
                  <a:cubicBezTo>
                    <a:pt x="1" y="154"/>
                    <a:pt x="21" y="220"/>
                    <a:pt x="87" y="257"/>
                  </a:cubicBezTo>
                  <a:cubicBezTo>
                    <a:pt x="98" y="257"/>
                    <a:pt x="111" y="264"/>
                    <a:pt x="123" y="264"/>
                  </a:cubicBezTo>
                  <a:cubicBezTo>
                    <a:pt x="129" y="264"/>
                    <a:pt x="135" y="263"/>
                    <a:pt x="141" y="257"/>
                  </a:cubicBezTo>
                  <a:cubicBezTo>
                    <a:pt x="174" y="257"/>
                    <a:pt x="207" y="220"/>
                    <a:pt x="227" y="187"/>
                  </a:cubicBezTo>
                  <a:cubicBezTo>
                    <a:pt x="244" y="133"/>
                    <a:pt x="227" y="84"/>
                    <a:pt x="207" y="51"/>
                  </a:cubicBezTo>
                  <a:cubicBezTo>
                    <a:pt x="190" y="30"/>
                    <a:pt x="174" y="14"/>
                    <a:pt x="157" y="14"/>
                  </a:cubicBezTo>
                  <a:cubicBezTo>
                    <a:pt x="143" y="5"/>
                    <a:pt x="128" y="1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9" name="Google Shape;21089;p60"/>
            <p:cNvSpPr/>
            <p:nvPr/>
          </p:nvSpPr>
          <p:spPr>
            <a:xfrm>
              <a:off x="4140350" y="2327575"/>
              <a:ext cx="5600" cy="6450"/>
            </a:xfrm>
            <a:custGeom>
              <a:avLst/>
              <a:gdLst/>
              <a:ahLst/>
              <a:cxnLst/>
              <a:rect l="l" t="t" r="r" b="b"/>
              <a:pathLst>
                <a:path w="224" h="258" extrusionOk="0">
                  <a:moveTo>
                    <a:pt x="101" y="0"/>
                  </a:moveTo>
                  <a:cubicBezTo>
                    <a:pt x="86" y="0"/>
                    <a:pt x="69" y="5"/>
                    <a:pt x="50" y="13"/>
                  </a:cubicBezTo>
                  <a:cubicBezTo>
                    <a:pt x="34" y="29"/>
                    <a:pt x="17" y="46"/>
                    <a:pt x="1" y="83"/>
                  </a:cubicBezTo>
                  <a:lnTo>
                    <a:pt x="1" y="169"/>
                  </a:lnTo>
                  <a:cubicBezTo>
                    <a:pt x="17" y="202"/>
                    <a:pt x="34" y="235"/>
                    <a:pt x="67" y="252"/>
                  </a:cubicBezTo>
                  <a:cubicBezTo>
                    <a:pt x="77" y="256"/>
                    <a:pt x="87" y="258"/>
                    <a:pt x="98" y="258"/>
                  </a:cubicBezTo>
                  <a:cubicBezTo>
                    <a:pt x="145" y="258"/>
                    <a:pt x="193" y="223"/>
                    <a:pt x="207" y="169"/>
                  </a:cubicBezTo>
                  <a:cubicBezTo>
                    <a:pt x="223" y="116"/>
                    <a:pt x="207" y="29"/>
                    <a:pt x="137" y="13"/>
                  </a:cubicBezTo>
                  <a:cubicBezTo>
                    <a:pt x="129" y="5"/>
                    <a:pt x="116" y="0"/>
                    <a:pt x="1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0" name="Google Shape;21090;p60"/>
            <p:cNvSpPr/>
            <p:nvPr/>
          </p:nvSpPr>
          <p:spPr>
            <a:xfrm>
              <a:off x="4132625" y="23437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4" y="1"/>
                  </a:moveTo>
                  <a:cubicBezTo>
                    <a:pt x="50" y="17"/>
                    <a:pt x="1" y="87"/>
                    <a:pt x="17" y="157"/>
                  </a:cubicBezTo>
                  <a:cubicBezTo>
                    <a:pt x="17" y="190"/>
                    <a:pt x="34" y="223"/>
                    <a:pt x="66" y="244"/>
                  </a:cubicBezTo>
                  <a:cubicBezTo>
                    <a:pt x="81" y="256"/>
                    <a:pt x="102" y="267"/>
                    <a:pt x="119" y="267"/>
                  </a:cubicBezTo>
                  <a:cubicBezTo>
                    <a:pt x="125" y="267"/>
                    <a:pt x="132" y="265"/>
                    <a:pt x="137" y="260"/>
                  </a:cubicBezTo>
                  <a:cubicBezTo>
                    <a:pt x="170" y="260"/>
                    <a:pt x="190" y="244"/>
                    <a:pt x="207" y="207"/>
                  </a:cubicBezTo>
                  <a:cubicBezTo>
                    <a:pt x="223" y="190"/>
                    <a:pt x="240" y="157"/>
                    <a:pt x="240" y="120"/>
                  </a:cubicBezTo>
                  <a:cubicBezTo>
                    <a:pt x="223" y="87"/>
                    <a:pt x="207" y="54"/>
                    <a:pt x="190" y="38"/>
                  </a:cubicBezTo>
                  <a:cubicBezTo>
                    <a:pt x="190" y="17"/>
                    <a:pt x="170" y="17"/>
                    <a:pt x="170" y="17"/>
                  </a:cubicBezTo>
                  <a:cubicBezTo>
                    <a:pt x="153" y="17"/>
                    <a:pt x="15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1" name="Google Shape;21091;p60"/>
            <p:cNvSpPr/>
            <p:nvPr/>
          </p:nvSpPr>
          <p:spPr>
            <a:xfrm>
              <a:off x="4169525" y="2304700"/>
              <a:ext cx="5600" cy="6675"/>
            </a:xfrm>
            <a:custGeom>
              <a:avLst/>
              <a:gdLst/>
              <a:ahLst/>
              <a:cxnLst/>
              <a:rect l="l" t="t" r="r" b="b"/>
              <a:pathLst>
                <a:path w="224" h="267" extrusionOk="0">
                  <a:moveTo>
                    <a:pt x="104" y="0"/>
                  </a:moveTo>
                  <a:cubicBezTo>
                    <a:pt x="71" y="17"/>
                    <a:pt x="54" y="17"/>
                    <a:pt x="33" y="54"/>
                  </a:cubicBezTo>
                  <a:cubicBezTo>
                    <a:pt x="17" y="70"/>
                    <a:pt x="1" y="120"/>
                    <a:pt x="1" y="157"/>
                  </a:cubicBezTo>
                  <a:cubicBezTo>
                    <a:pt x="17" y="190"/>
                    <a:pt x="17" y="223"/>
                    <a:pt x="54" y="239"/>
                  </a:cubicBezTo>
                  <a:cubicBezTo>
                    <a:pt x="66" y="254"/>
                    <a:pt x="86" y="267"/>
                    <a:pt x="109" y="267"/>
                  </a:cubicBezTo>
                  <a:cubicBezTo>
                    <a:pt x="118" y="267"/>
                    <a:pt x="127" y="265"/>
                    <a:pt x="137" y="260"/>
                  </a:cubicBezTo>
                  <a:cubicBezTo>
                    <a:pt x="190" y="260"/>
                    <a:pt x="223" y="190"/>
                    <a:pt x="223" y="136"/>
                  </a:cubicBezTo>
                  <a:lnTo>
                    <a:pt x="223" y="120"/>
                  </a:lnTo>
                  <a:cubicBezTo>
                    <a:pt x="223" y="70"/>
                    <a:pt x="190" y="33"/>
                    <a:pt x="157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2" name="Google Shape;21092;p60"/>
            <p:cNvSpPr/>
            <p:nvPr/>
          </p:nvSpPr>
          <p:spPr>
            <a:xfrm>
              <a:off x="4167350" y="2321525"/>
              <a:ext cx="6525" cy="6700"/>
            </a:xfrm>
            <a:custGeom>
              <a:avLst/>
              <a:gdLst/>
              <a:ahLst/>
              <a:cxnLst/>
              <a:rect l="l" t="t" r="r" b="b"/>
              <a:pathLst>
                <a:path w="261" h="268" extrusionOk="0">
                  <a:moveTo>
                    <a:pt x="128" y="1"/>
                  </a:moveTo>
                  <a:cubicBezTo>
                    <a:pt x="87" y="1"/>
                    <a:pt x="44" y="34"/>
                    <a:pt x="17" y="82"/>
                  </a:cubicBezTo>
                  <a:cubicBezTo>
                    <a:pt x="1" y="152"/>
                    <a:pt x="38" y="238"/>
                    <a:pt x="88" y="255"/>
                  </a:cubicBezTo>
                  <a:cubicBezTo>
                    <a:pt x="102" y="264"/>
                    <a:pt x="117" y="268"/>
                    <a:pt x="132" y="268"/>
                  </a:cubicBezTo>
                  <a:cubicBezTo>
                    <a:pt x="174" y="268"/>
                    <a:pt x="217" y="236"/>
                    <a:pt x="244" y="185"/>
                  </a:cubicBezTo>
                  <a:cubicBezTo>
                    <a:pt x="261" y="119"/>
                    <a:pt x="224" y="32"/>
                    <a:pt x="174" y="16"/>
                  </a:cubicBezTo>
                  <a:cubicBezTo>
                    <a:pt x="159" y="6"/>
                    <a:pt x="144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3" name="Google Shape;21093;p60"/>
            <p:cNvSpPr/>
            <p:nvPr/>
          </p:nvSpPr>
          <p:spPr>
            <a:xfrm>
              <a:off x="4169125" y="22757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0" y="1"/>
                  </a:moveTo>
                  <a:cubicBezTo>
                    <a:pt x="114" y="1"/>
                    <a:pt x="109" y="2"/>
                    <a:pt x="103" y="8"/>
                  </a:cubicBezTo>
                  <a:cubicBezTo>
                    <a:pt x="33" y="8"/>
                    <a:pt x="0" y="78"/>
                    <a:pt x="0" y="144"/>
                  </a:cubicBezTo>
                  <a:cubicBezTo>
                    <a:pt x="17" y="181"/>
                    <a:pt x="33" y="214"/>
                    <a:pt x="49" y="230"/>
                  </a:cubicBezTo>
                  <a:cubicBezTo>
                    <a:pt x="70" y="247"/>
                    <a:pt x="103" y="263"/>
                    <a:pt x="136" y="263"/>
                  </a:cubicBezTo>
                  <a:cubicBezTo>
                    <a:pt x="190" y="247"/>
                    <a:pt x="239" y="181"/>
                    <a:pt x="223" y="111"/>
                  </a:cubicBezTo>
                  <a:cubicBezTo>
                    <a:pt x="223" y="57"/>
                    <a:pt x="190" y="24"/>
                    <a:pt x="153" y="8"/>
                  </a:cubicBezTo>
                  <a:cubicBezTo>
                    <a:pt x="142" y="8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4" name="Google Shape;21094;p60"/>
            <p:cNvSpPr/>
            <p:nvPr/>
          </p:nvSpPr>
          <p:spPr>
            <a:xfrm>
              <a:off x="4152300" y="2322625"/>
              <a:ext cx="6125" cy="6475"/>
            </a:xfrm>
            <a:custGeom>
              <a:avLst/>
              <a:gdLst/>
              <a:ahLst/>
              <a:cxnLst/>
              <a:rect l="l" t="t" r="r" b="b"/>
              <a:pathLst>
                <a:path w="245" h="259" extrusionOk="0">
                  <a:moveTo>
                    <a:pt x="130" y="0"/>
                  </a:moveTo>
                  <a:cubicBezTo>
                    <a:pt x="83" y="0"/>
                    <a:pt x="35" y="33"/>
                    <a:pt x="22" y="91"/>
                  </a:cubicBezTo>
                  <a:cubicBezTo>
                    <a:pt x="1" y="141"/>
                    <a:pt x="22" y="227"/>
                    <a:pt x="88" y="244"/>
                  </a:cubicBezTo>
                  <a:cubicBezTo>
                    <a:pt x="102" y="254"/>
                    <a:pt x="118" y="258"/>
                    <a:pt x="133" y="258"/>
                  </a:cubicBezTo>
                  <a:cubicBezTo>
                    <a:pt x="174" y="258"/>
                    <a:pt x="213" y="226"/>
                    <a:pt x="228" y="178"/>
                  </a:cubicBezTo>
                  <a:cubicBezTo>
                    <a:pt x="244" y="108"/>
                    <a:pt x="228" y="38"/>
                    <a:pt x="158" y="5"/>
                  </a:cubicBezTo>
                  <a:cubicBezTo>
                    <a:pt x="149" y="2"/>
                    <a:pt x="139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5" name="Google Shape;21095;p60"/>
            <p:cNvSpPr/>
            <p:nvPr/>
          </p:nvSpPr>
          <p:spPr>
            <a:xfrm>
              <a:off x="4163950" y="2291400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87" y="0"/>
                  </a:moveTo>
                  <a:cubicBezTo>
                    <a:pt x="71" y="0"/>
                    <a:pt x="34" y="17"/>
                    <a:pt x="17" y="50"/>
                  </a:cubicBezTo>
                  <a:cubicBezTo>
                    <a:pt x="1" y="70"/>
                    <a:pt x="1" y="103"/>
                    <a:pt x="1" y="136"/>
                  </a:cubicBezTo>
                  <a:cubicBezTo>
                    <a:pt x="1" y="173"/>
                    <a:pt x="17" y="206"/>
                    <a:pt x="34" y="223"/>
                  </a:cubicBezTo>
                  <a:cubicBezTo>
                    <a:pt x="71" y="256"/>
                    <a:pt x="87" y="256"/>
                    <a:pt x="120" y="256"/>
                  </a:cubicBezTo>
                  <a:cubicBezTo>
                    <a:pt x="191" y="239"/>
                    <a:pt x="224" y="173"/>
                    <a:pt x="224" y="103"/>
                  </a:cubicBezTo>
                  <a:cubicBezTo>
                    <a:pt x="207" y="70"/>
                    <a:pt x="191" y="33"/>
                    <a:pt x="174" y="17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6" name="Google Shape;21096;p60"/>
            <p:cNvSpPr/>
            <p:nvPr/>
          </p:nvSpPr>
          <p:spPr>
            <a:xfrm>
              <a:off x="4147675" y="24646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1"/>
                  </a:moveTo>
                  <a:cubicBezTo>
                    <a:pt x="115" y="1"/>
                    <a:pt x="109" y="3"/>
                    <a:pt x="104" y="8"/>
                  </a:cubicBezTo>
                  <a:cubicBezTo>
                    <a:pt x="50" y="8"/>
                    <a:pt x="0" y="78"/>
                    <a:pt x="17" y="148"/>
                  </a:cubicBezTo>
                  <a:cubicBezTo>
                    <a:pt x="17" y="181"/>
                    <a:pt x="33" y="214"/>
                    <a:pt x="50" y="231"/>
                  </a:cubicBezTo>
                  <a:cubicBezTo>
                    <a:pt x="83" y="251"/>
                    <a:pt x="104" y="268"/>
                    <a:pt x="137" y="268"/>
                  </a:cubicBezTo>
                  <a:cubicBezTo>
                    <a:pt x="207" y="251"/>
                    <a:pt x="240" y="181"/>
                    <a:pt x="240" y="111"/>
                  </a:cubicBezTo>
                  <a:cubicBezTo>
                    <a:pt x="223" y="78"/>
                    <a:pt x="207" y="45"/>
                    <a:pt x="186" y="25"/>
                  </a:cubicBezTo>
                  <a:cubicBezTo>
                    <a:pt x="186" y="25"/>
                    <a:pt x="169" y="8"/>
                    <a:pt x="153" y="8"/>
                  </a:cubicBezTo>
                  <a:cubicBezTo>
                    <a:pt x="142" y="8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7" name="Google Shape;21097;p60"/>
            <p:cNvSpPr/>
            <p:nvPr/>
          </p:nvSpPr>
          <p:spPr>
            <a:xfrm>
              <a:off x="4150675" y="22462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87" y="0"/>
                  </a:moveTo>
                  <a:cubicBezTo>
                    <a:pt x="66" y="0"/>
                    <a:pt x="33" y="21"/>
                    <a:pt x="17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0" y="190"/>
                    <a:pt x="17" y="207"/>
                    <a:pt x="49" y="244"/>
                  </a:cubicBezTo>
                  <a:cubicBezTo>
                    <a:pt x="66" y="260"/>
                    <a:pt x="103" y="260"/>
                    <a:pt x="120" y="260"/>
                  </a:cubicBezTo>
                  <a:cubicBezTo>
                    <a:pt x="190" y="244"/>
                    <a:pt x="223" y="174"/>
                    <a:pt x="223" y="104"/>
                  </a:cubicBezTo>
                  <a:cubicBezTo>
                    <a:pt x="206" y="71"/>
                    <a:pt x="206" y="54"/>
                    <a:pt x="169" y="21"/>
                  </a:cubicBezTo>
                  <a:cubicBezTo>
                    <a:pt x="169" y="21"/>
                    <a:pt x="153" y="21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8" name="Google Shape;21098;p60"/>
            <p:cNvSpPr/>
            <p:nvPr/>
          </p:nvSpPr>
          <p:spPr>
            <a:xfrm>
              <a:off x="4157975" y="226120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37" y="0"/>
                  </a:moveTo>
                  <a:cubicBezTo>
                    <a:pt x="86" y="0"/>
                    <a:pt x="45" y="33"/>
                    <a:pt x="17" y="91"/>
                  </a:cubicBezTo>
                  <a:cubicBezTo>
                    <a:pt x="1" y="161"/>
                    <a:pt x="34" y="227"/>
                    <a:pt x="83" y="264"/>
                  </a:cubicBezTo>
                  <a:lnTo>
                    <a:pt x="137" y="264"/>
                  </a:lnTo>
                  <a:cubicBezTo>
                    <a:pt x="170" y="264"/>
                    <a:pt x="223" y="227"/>
                    <a:pt x="223" y="178"/>
                  </a:cubicBezTo>
                  <a:cubicBezTo>
                    <a:pt x="240" y="124"/>
                    <a:pt x="240" y="91"/>
                    <a:pt x="207" y="41"/>
                  </a:cubicBezTo>
                  <a:cubicBezTo>
                    <a:pt x="207" y="41"/>
                    <a:pt x="186" y="21"/>
                    <a:pt x="170" y="4"/>
                  </a:cubicBezTo>
                  <a:cubicBezTo>
                    <a:pt x="159" y="2"/>
                    <a:pt x="148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9" name="Google Shape;21099;p60"/>
            <p:cNvSpPr/>
            <p:nvPr/>
          </p:nvSpPr>
          <p:spPr>
            <a:xfrm>
              <a:off x="4160975" y="23849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17"/>
                    <a:pt x="0" y="87"/>
                    <a:pt x="17" y="158"/>
                  </a:cubicBezTo>
                  <a:cubicBezTo>
                    <a:pt x="17" y="191"/>
                    <a:pt x="33" y="223"/>
                    <a:pt x="50" y="244"/>
                  </a:cubicBezTo>
                  <a:cubicBezTo>
                    <a:pt x="87" y="261"/>
                    <a:pt x="103" y="261"/>
                    <a:pt x="136" y="261"/>
                  </a:cubicBezTo>
                  <a:cubicBezTo>
                    <a:pt x="169" y="261"/>
                    <a:pt x="190" y="244"/>
                    <a:pt x="206" y="207"/>
                  </a:cubicBezTo>
                  <a:cubicBezTo>
                    <a:pt x="223" y="191"/>
                    <a:pt x="239" y="158"/>
                    <a:pt x="223" y="120"/>
                  </a:cubicBezTo>
                  <a:cubicBezTo>
                    <a:pt x="223" y="87"/>
                    <a:pt x="206" y="54"/>
                    <a:pt x="190" y="38"/>
                  </a:cubicBezTo>
                  <a:cubicBezTo>
                    <a:pt x="169" y="17"/>
                    <a:pt x="169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0" name="Google Shape;21100;p60"/>
            <p:cNvSpPr/>
            <p:nvPr/>
          </p:nvSpPr>
          <p:spPr>
            <a:xfrm>
              <a:off x="4160050" y="2337250"/>
              <a:ext cx="6500" cy="6625"/>
            </a:xfrm>
            <a:custGeom>
              <a:avLst/>
              <a:gdLst/>
              <a:ahLst/>
              <a:cxnLst/>
              <a:rect l="l" t="t" r="r" b="b"/>
              <a:pathLst>
                <a:path w="260" h="265" extrusionOk="0">
                  <a:moveTo>
                    <a:pt x="139" y="1"/>
                  </a:moveTo>
                  <a:cubicBezTo>
                    <a:pt x="87" y="1"/>
                    <a:pt x="48" y="34"/>
                    <a:pt x="21" y="92"/>
                  </a:cubicBezTo>
                  <a:cubicBezTo>
                    <a:pt x="0" y="158"/>
                    <a:pt x="37" y="228"/>
                    <a:pt x="87" y="261"/>
                  </a:cubicBezTo>
                  <a:cubicBezTo>
                    <a:pt x="96" y="264"/>
                    <a:pt x="105" y="265"/>
                    <a:pt x="115" y="265"/>
                  </a:cubicBezTo>
                  <a:cubicBezTo>
                    <a:pt x="162" y="265"/>
                    <a:pt x="210" y="232"/>
                    <a:pt x="227" y="174"/>
                  </a:cubicBezTo>
                  <a:cubicBezTo>
                    <a:pt x="260" y="108"/>
                    <a:pt x="227" y="38"/>
                    <a:pt x="173" y="5"/>
                  </a:cubicBezTo>
                  <a:cubicBezTo>
                    <a:pt x="161" y="2"/>
                    <a:pt x="150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1" name="Google Shape;21101;p60"/>
            <p:cNvSpPr/>
            <p:nvPr/>
          </p:nvSpPr>
          <p:spPr>
            <a:xfrm>
              <a:off x="4167350" y="2368275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41" y="1"/>
                  </a:moveTo>
                  <a:cubicBezTo>
                    <a:pt x="104" y="1"/>
                    <a:pt x="71" y="17"/>
                    <a:pt x="55" y="34"/>
                  </a:cubicBezTo>
                  <a:cubicBezTo>
                    <a:pt x="1" y="67"/>
                    <a:pt x="1" y="153"/>
                    <a:pt x="38" y="224"/>
                  </a:cubicBezTo>
                  <a:cubicBezTo>
                    <a:pt x="55" y="240"/>
                    <a:pt x="88" y="257"/>
                    <a:pt x="104" y="257"/>
                  </a:cubicBezTo>
                  <a:cubicBezTo>
                    <a:pt x="115" y="261"/>
                    <a:pt x="125" y="263"/>
                    <a:pt x="135" y="263"/>
                  </a:cubicBezTo>
                  <a:cubicBezTo>
                    <a:pt x="159" y="263"/>
                    <a:pt x="179" y="252"/>
                    <a:pt x="191" y="240"/>
                  </a:cubicBezTo>
                  <a:cubicBezTo>
                    <a:pt x="244" y="191"/>
                    <a:pt x="244" y="104"/>
                    <a:pt x="207" y="50"/>
                  </a:cubicBezTo>
                  <a:cubicBezTo>
                    <a:pt x="191" y="34"/>
                    <a:pt x="174" y="17"/>
                    <a:pt x="158" y="17"/>
                  </a:cubicBezTo>
                  <a:cubicBezTo>
                    <a:pt x="158" y="1"/>
                    <a:pt x="141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2" name="Google Shape;21102;p60"/>
            <p:cNvSpPr/>
            <p:nvPr/>
          </p:nvSpPr>
          <p:spPr>
            <a:xfrm>
              <a:off x="4149325" y="2292525"/>
              <a:ext cx="6100" cy="6650"/>
            </a:xfrm>
            <a:custGeom>
              <a:avLst/>
              <a:gdLst/>
              <a:ahLst/>
              <a:cxnLst/>
              <a:rect l="l" t="t" r="r" b="b"/>
              <a:pathLst>
                <a:path w="244" h="266" extrusionOk="0">
                  <a:moveTo>
                    <a:pt x="131" y="1"/>
                  </a:moveTo>
                  <a:cubicBezTo>
                    <a:pt x="84" y="1"/>
                    <a:pt x="34" y="36"/>
                    <a:pt x="17" y="91"/>
                  </a:cubicBezTo>
                  <a:cubicBezTo>
                    <a:pt x="0" y="108"/>
                    <a:pt x="0" y="128"/>
                    <a:pt x="0" y="145"/>
                  </a:cubicBezTo>
                  <a:cubicBezTo>
                    <a:pt x="0" y="194"/>
                    <a:pt x="38" y="231"/>
                    <a:pt x="71" y="248"/>
                  </a:cubicBezTo>
                  <a:cubicBezTo>
                    <a:pt x="89" y="261"/>
                    <a:pt x="107" y="266"/>
                    <a:pt x="122" y="266"/>
                  </a:cubicBezTo>
                  <a:cubicBezTo>
                    <a:pt x="148" y="266"/>
                    <a:pt x="170" y="252"/>
                    <a:pt x="190" y="231"/>
                  </a:cubicBezTo>
                  <a:cubicBezTo>
                    <a:pt x="207" y="211"/>
                    <a:pt x="207" y="194"/>
                    <a:pt x="223" y="178"/>
                  </a:cubicBezTo>
                  <a:cubicBezTo>
                    <a:pt x="244" y="108"/>
                    <a:pt x="207" y="42"/>
                    <a:pt x="157" y="5"/>
                  </a:cubicBezTo>
                  <a:cubicBezTo>
                    <a:pt x="149" y="2"/>
                    <a:pt x="140" y="1"/>
                    <a:pt x="1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3" name="Google Shape;21103;p60"/>
            <p:cNvSpPr/>
            <p:nvPr/>
          </p:nvSpPr>
          <p:spPr>
            <a:xfrm>
              <a:off x="4156650" y="23076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103" y="1"/>
                    <a:pt x="87" y="1"/>
                    <a:pt x="54" y="38"/>
                  </a:cubicBezTo>
                  <a:cubicBezTo>
                    <a:pt x="17" y="71"/>
                    <a:pt x="0" y="157"/>
                    <a:pt x="33" y="207"/>
                  </a:cubicBezTo>
                  <a:cubicBezTo>
                    <a:pt x="54" y="244"/>
                    <a:pt x="87" y="260"/>
                    <a:pt x="120" y="260"/>
                  </a:cubicBezTo>
                  <a:cubicBezTo>
                    <a:pt x="136" y="260"/>
                    <a:pt x="173" y="260"/>
                    <a:pt x="190" y="244"/>
                  </a:cubicBezTo>
                  <a:cubicBezTo>
                    <a:pt x="223" y="207"/>
                    <a:pt x="239" y="174"/>
                    <a:pt x="239" y="141"/>
                  </a:cubicBezTo>
                  <a:cubicBezTo>
                    <a:pt x="239" y="104"/>
                    <a:pt x="239" y="71"/>
                    <a:pt x="206" y="54"/>
                  </a:cubicBezTo>
                  <a:cubicBezTo>
                    <a:pt x="206" y="38"/>
                    <a:pt x="190" y="17"/>
                    <a:pt x="173" y="17"/>
                  </a:cubicBezTo>
                  <a:cubicBezTo>
                    <a:pt x="157" y="1"/>
                    <a:pt x="157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4" name="Google Shape;21104;p60"/>
            <p:cNvSpPr/>
            <p:nvPr/>
          </p:nvSpPr>
          <p:spPr>
            <a:xfrm>
              <a:off x="4154900" y="222915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0" y="0"/>
                  </a:moveTo>
                  <a:cubicBezTo>
                    <a:pt x="103" y="0"/>
                    <a:pt x="70" y="0"/>
                    <a:pt x="54" y="33"/>
                  </a:cubicBezTo>
                  <a:cubicBezTo>
                    <a:pt x="0" y="66"/>
                    <a:pt x="0" y="153"/>
                    <a:pt x="37" y="206"/>
                  </a:cubicBezTo>
                  <a:cubicBezTo>
                    <a:pt x="56" y="245"/>
                    <a:pt x="89" y="261"/>
                    <a:pt x="122" y="261"/>
                  </a:cubicBezTo>
                  <a:cubicBezTo>
                    <a:pt x="145" y="261"/>
                    <a:pt x="169" y="253"/>
                    <a:pt x="190" y="239"/>
                  </a:cubicBezTo>
                  <a:cubicBezTo>
                    <a:pt x="243" y="190"/>
                    <a:pt x="243" y="103"/>
                    <a:pt x="206" y="50"/>
                  </a:cubicBezTo>
                  <a:cubicBezTo>
                    <a:pt x="190" y="33"/>
                    <a:pt x="173" y="17"/>
                    <a:pt x="157" y="17"/>
                  </a:cubicBezTo>
                  <a:cubicBezTo>
                    <a:pt x="157" y="0"/>
                    <a:pt x="140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5" name="Google Shape;21105;p60"/>
            <p:cNvSpPr/>
            <p:nvPr/>
          </p:nvSpPr>
          <p:spPr>
            <a:xfrm>
              <a:off x="4145500" y="2387800"/>
              <a:ext cx="6025" cy="6700"/>
            </a:xfrm>
            <a:custGeom>
              <a:avLst/>
              <a:gdLst/>
              <a:ahLst/>
              <a:cxnLst/>
              <a:rect l="l" t="t" r="r" b="b"/>
              <a:pathLst>
                <a:path w="241" h="268" extrusionOk="0">
                  <a:moveTo>
                    <a:pt x="119" y="1"/>
                  </a:moveTo>
                  <a:cubicBezTo>
                    <a:pt x="103" y="1"/>
                    <a:pt x="82" y="13"/>
                    <a:pt x="67" y="28"/>
                  </a:cubicBezTo>
                  <a:cubicBezTo>
                    <a:pt x="17" y="78"/>
                    <a:pt x="1" y="164"/>
                    <a:pt x="50" y="214"/>
                  </a:cubicBezTo>
                  <a:cubicBezTo>
                    <a:pt x="67" y="234"/>
                    <a:pt x="87" y="251"/>
                    <a:pt x="120" y="267"/>
                  </a:cubicBezTo>
                  <a:cubicBezTo>
                    <a:pt x="153" y="267"/>
                    <a:pt x="170" y="251"/>
                    <a:pt x="207" y="234"/>
                  </a:cubicBezTo>
                  <a:cubicBezTo>
                    <a:pt x="224" y="214"/>
                    <a:pt x="240" y="181"/>
                    <a:pt x="240" y="148"/>
                  </a:cubicBezTo>
                  <a:cubicBezTo>
                    <a:pt x="240" y="110"/>
                    <a:pt x="240" y="78"/>
                    <a:pt x="224" y="45"/>
                  </a:cubicBezTo>
                  <a:cubicBezTo>
                    <a:pt x="207" y="28"/>
                    <a:pt x="191" y="28"/>
                    <a:pt x="170" y="7"/>
                  </a:cubicBezTo>
                  <a:lnTo>
                    <a:pt x="137" y="7"/>
                  </a:lnTo>
                  <a:cubicBezTo>
                    <a:pt x="132" y="3"/>
                    <a:pt x="126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6" name="Google Shape;21106;p60"/>
            <p:cNvSpPr/>
            <p:nvPr/>
          </p:nvSpPr>
          <p:spPr>
            <a:xfrm>
              <a:off x="4149325" y="2448675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13" y="0"/>
                  </a:moveTo>
                  <a:cubicBezTo>
                    <a:pt x="72" y="0"/>
                    <a:pt x="32" y="32"/>
                    <a:pt x="17" y="83"/>
                  </a:cubicBezTo>
                  <a:cubicBezTo>
                    <a:pt x="0" y="149"/>
                    <a:pt x="17" y="219"/>
                    <a:pt x="87" y="252"/>
                  </a:cubicBezTo>
                  <a:cubicBezTo>
                    <a:pt x="97" y="256"/>
                    <a:pt x="108" y="258"/>
                    <a:pt x="119" y="258"/>
                  </a:cubicBezTo>
                  <a:cubicBezTo>
                    <a:pt x="164" y="258"/>
                    <a:pt x="210" y="226"/>
                    <a:pt x="223" y="186"/>
                  </a:cubicBezTo>
                  <a:cubicBezTo>
                    <a:pt x="244" y="116"/>
                    <a:pt x="223" y="30"/>
                    <a:pt x="157" y="13"/>
                  </a:cubicBezTo>
                  <a:cubicBezTo>
                    <a:pt x="143" y="4"/>
                    <a:pt x="128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7" name="Google Shape;21107;p60"/>
            <p:cNvSpPr/>
            <p:nvPr/>
          </p:nvSpPr>
          <p:spPr>
            <a:xfrm>
              <a:off x="4147675" y="2342750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20" y="0"/>
                  </a:moveTo>
                  <a:cubicBezTo>
                    <a:pt x="115" y="0"/>
                    <a:pt x="109" y="2"/>
                    <a:pt x="104" y="8"/>
                  </a:cubicBezTo>
                  <a:cubicBezTo>
                    <a:pt x="33" y="8"/>
                    <a:pt x="0" y="78"/>
                    <a:pt x="0" y="144"/>
                  </a:cubicBezTo>
                  <a:cubicBezTo>
                    <a:pt x="0" y="181"/>
                    <a:pt x="17" y="214"/>
                    <a:pt x="50" y="230"/>
                  </a:cubicBezTo>
                  <a:cubicBezTo>
                    <a:pt x="66" y="247"/>
                    <a:pt x="104" y="263"/>
                    <a:pt x="137" y="263"/>
                  </a:cubicBezTo>
                  <a:cubicBezTo>
                    <a:pt x="186" y="247"/>
                    <a:pt x="223" y="181"/>
                    <a:pt x="223" y="111"/>
                  </a:cubicBezTo>
                  <a:cubicBezTo>
                    <a:pt x="223" y="78"/>
                    <a:pt x="207" y="41"/>
                    <a:pt x="169" y="24"/>
                  </a:cubicBezTo>
                  <a:lnTo>
                    <a:pt x="153" y="8"/>
                  </a:lnTo>
                  <a:cubicBezTo>
                    <a:pt x="142" y="8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8" name="Google Shape;21108;p60"/>
            <p:cNvSpPr/>
            <p:nvPr/>
          </p:nvSpPr>
          <p:spPr>
            <a:xfrm>
              <a:off x="4154075" y="2357175"/>
              <a:ext cx="5575" cy="6475"/>
            </a:xfrm>
            <a:custGeom>
              <a:avLst/>
              <a:gdLst/>
              <a:ahLst/>
              <a:cxnLst/>
              <a:rect l="l" t="t" r="r" b="b"/>
              <a:pathLst>
                <a:path w="223" h="259" extrusionOk="0">
                  <a:moveTo>
                    <a:pt x="128" y="1"/>
                  </a:moveTo>
                  <a:cubicBezTo>
                    <a:pt x="120" y="1"/>
                    <a:pt x="111" y="6"/>
                    <a:pt x="103" y="16"/>
                  </a:cubicBezTo>
                  <a:cubicBezTo>
                    <a:pt x="33" y="16"/>
                    <a:pt x="0" y="82"/>
                    <a:pt x="0" y="152"/>
                  </a:cubicBezTo>
                  <a:cubicBezTo>
                    <a:pt x="14" y="213"/>
                    <a:pt x="57" y="258"/>
                    <a:pt x="111" y="258"/>
                  </a:cubicBezTo>
                  <a:cubicBezTo>
                    <a:pt x="119" y="258"/>
                    <a:pt x="128" y="257"/>
                    <a:pt x="136" y="255"/>
                  </a:cubicBezTo>
                  <a:cubicBezTo>
                    <a:pt x="157" y="255"/>
                    <a:pt x="190" y="239"/>
                    <a:pt x="206" y="202"/>
                  </a:cubicBezTo>
                  <a:cubicBezTo>
                    <a:pt x="223" y="185"/>
                    <a:pt x="223" y="152"/>
                    <a:pt x="223" y="119"/>
                  </a:cubicBezTo>
                  <a:cubicBezTo>
                    <a:pt x="223" y="82"/>
                    <a:pt x="206" y="49"/>
                    <a:pt x="173" y="33"/>
                  </a:cubicBezTo>
                  <a:cubicBezTo>
                    <a:pt x="173" y="16"/>
                    <a:pt x="157" y="16"/>
                    <a:pt x="157" y="16"/>
                  </a:cubicBezTo>
                  <a:cubicBezTo>
                    <a:pt x="146" y="6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9" name="Google Shape;21109;p60"/>
            <p:cNvSpPr/>
            <p:nvPr/>
          </p:nvSpPr>
          <p:spPr>
            <a:xfrm>
              <a:off x="4152300" y="2372500"/>
              <a:ext cx="6125" cy="6700"/>
            </a:xfrm>
            <a:custGeom>
              <a:avLst/>
              <a:gdLst/>
              <a:ahLst/>
              <a:cxnLst/>
              <a:rect l="l" t="t" r="r" b="b"/>
              <a:pathLst>
                <a:path w="245" h="268" extrusionOk="0">
                  <a:moveTo>
                    <a:pt x="104" y="1"/>
                  </a:moveTo>
                  <a:cubicBezTo>
                    <a:pt x="55" y="22"/>
                    <a:pt x="1" y="88"/>
                    <a:pt x="22" y="158"/>
                  </a:cubicBezTo>
                  <a:cubicBezTo>
                    <a:pt x="22" y="191"/>
                    <a:pt x="38" y="228"/>
                    <a:pt x="55" y="244"/>
                  </a:cubicBezTo>
                  <a:cubicBezTo>
                    <a:pt x="78" y="256"/>
                    <a:pt x="93" y="268"/>
                    <a:pt x="113" y="268"/>
                  </a:cubicBezTo>
                  <a:cubicBezTo>
                    <a:pt x="121" y="268"/>
                    <a:pt x="130" y="266"/>
                    <a:pt x="141" y="261"/>
                  </a:cubicBezTo>
                  <a:cubicBezTo>
                    <a:pt x="174" y="261"/>
                    <a:pt x="191" y="244"/>
                    <a:pt x="207" y="207"/>
                  </a:cubicBezTo>
                  <a:cubicBezTo>
                    <a:pt x="228" y="191"/>
                    <a:pt x="244" y="158"/>
                    <a:pt x="228" y="125"/>
                  </a:cubicBezTo>
                  <a:cubicBezTo>
                    <a:pt x="228" y="88"/>
                    <a:pt x="207" y="55"/>
                    <a:pt x="191" y="38"/>
                  </a:cubicBezTo>
                  <a:cubicBezTo>
                    <a:pt x="174" y="22"/>
                    <a:pt x="174" y="22"/>
                    <a:pt x="158" y="22"/>
                  </a:cubicBezTo>
                  <a:cubicBezTo>
                    <a:pt x="141" y="1"/>
                    <a:pt x="125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0" name="Google Shape;21110;p60"/>
            <p:cNvSpPr/>
            <p:nvPr/>
          </p:nvSpPr>
          <p:spPr>
            <a:xfrm>
              <a:off x="4148500" y="2418075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36" y="0"/>
                  </a:moveTo>
                  <a:cubicBezTo>
                    <a:pt x="104" y="0"/>
                    <a:pt x="87" y="0"/>
                    <a:pt x="50" y="33"/>
                  </a:cubicBezTo>
                  <a:cubicBezTo>
                    <a:pt x="17" y="70"/>
                    <a:pt x="0" y="157"/>
                    <a:pt x="33" y="206"/>
                  </a:cubicBezTo>
                  <a:cubicBezTo>
                    <a:pt x="71" y="239"/>
                    <a:pt x="87" y="260"/>
                    <a:pt x="120" y="260"/>
                  </a:cubicBezTo>
                  <a:cubicBezTo>
                    <a:pt x="136" y="260"/>
                    <a:pt x="174" y="260"/>
                    <a:pt x="190" y="223"/>
                  </a:cubicBezTo>
                  <a:cubicBezTo>
                    <a:pt x="240" y="190"/>
                    <a:pt x="256" y="103"/>
                    <a:pt x="207" y="54"/>
                  </a:cubicBezTo>
                  <a:cubicBezTo>
                    <a:pt x="207" y="33"/>
                    <a:pt x="190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1" name="Google Shape;21111;p60"/>
            <p:cNvSpPr/>
            <p:nvPr/>
          </p:nvSpPr>
          <p:spPr>
            <a:xfrm>
              <a:off x="4209925" y="2437450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104" y="0"/>
                  </a:moveTo>
                  <a:cubicBezTo>
                    <a:pt x="67" y="0"/>
                    <a:pt x="50" y="17"/>
                    <a:pt x="34" y="33"/>
                  </a:cubicBezTo>
                  <a:cubicBezTo>
                    <a:pt x="17" y="66"/>
                    <a:pt x="1" y="103"/>
                    <a:pt x="1" y="153"/>
                  </a:cubicBezTo>
                  <a:cubicBezTo>
                    <a:pt x="17" y="186"/>
                    <a:pt x="17" y="223"/>
                    <a:pt x="50" y="240"/>
                  </a:cubicBezTo>
                  <a:cubicBezTo>
                    <a:pt x="67" y="256"/>
                    <a:pt x="104" y="256"/>
                    <a:pt x="137" y="256"/>
                  </a:cubicBezTo>
                  <a:cubicBezTo>
                    <a:pt x="190" y="256"/>
                    <a:pt x="223" y="186"/>
                    <a:pt x="223" y="120"/>
                  </a:cubicBezTo>
                  <a:cubicBezTo>
                    <a:pt x="223" y="66"/>
                    <a:pt x="190" y="33"/>
                    <a:pt x="153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2" name="Google Shape;21112;p60"/>
            <p:cNvSpPr/>
            <p:nvPr/>
          </p:nvSpPr>
          <p:spPr>
            <a:xfrm>
              <a:off x="4114600" y="24420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49" y="1"/>
                    <a:pt x="0" y="71"/>
                    <a:pt x="17" y="141"/>
                  </a:cubicBezTo>
                  <a:cubicBezTo>
                    <a:pt x="17" y="174"/>
                    <a:pt x="33" y="207"/>
                    <a:pt x="66" y="228"/>
                  </a:cubicBezTo>
                  <a:cubicBezTo>
                    <a:pt x="87" y="261"/>
                    <a:pt x="120" y="261"/>
                    <a:pt x="136" y="261"/>
                  </a:cubicBezTo>
                  <a:cubicBezTo>
                    <a:pt x="206" y="244"/>
                    <a:pt x="239" y="174"/>
                    <a:pt x="239" y="104"/>
                  </a:cubicBezTo>
                  <a:cubicBezTo>
                    <a:pt x="223" y="71"/>
                    <a:pt x="223" y="38"/>
                    <a:pt x="190" y="22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3" name="Google Shape;21113;p60"/>
            <p:cNvSpPr/>
            <p:nvPr/>
          </p:nvSpPr>
          <p:spPr>
            <a:xfrm>
              <a:off x="3876600" y="2266875"/>
              <a:ext cx="5675" cy="6675"/>
            </a:xfrm>
            <a:custGeom>
              <a:avLst/>
              <a:gdLst/>
              <a:ahLst/>
              <a:cxnLst/>
              <a:rect l="l" t="t" r="r" b="b"/>
              <a:pathLst>
                <a:path w="227" h="267" extrusionOk="0">
                  <a:moveTo>
                    <a:pt x="103" y="0"/>
                  </a:moveTo>
                  <a:cubicBezTo>
                    <a:pt x="70" y="21"/>
                    <a:pt x="37" y="37"/>
                    <a:pt x="21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0" y="190"/>
                    <a:pt x="21" y="227"/>
                    <a:pt x="54" y="243"/>
                  </a:cubicBezTo>
                  <a:cubicBezTo>
                    <a:pt x="65" y="255"/>
                    <a:pt x="85" y="267"/>
                    <a:pt x="109" y="267"/>
                  </a:cubicBezTo>
                  <a:cubicBezTo>
                    <a:pt x="119" y="267"/>
                    <a:pt x="130" y="265"/>
                    <a:pt x="140" y="260"/>
                  </a:cubicBezTo>
                  <a:cubicBezTo>
                    <a:pt x="190" y="260"/>
                    <a:pt x="227" y="190"/>
                    <a:pt x="227" y="124"/>
                  </a:cubicBezTo>
                  <a:cubicBezTo>
                    <a:pt x="227" y="87"/>
                    <a:pt x="206" y="54"/>
                    <a:pt x="173" y="37"/>
                  </a:cubicBezTo>
                  <a:cubicBezTo>
                    <a:pt x="173" y="21"/>
                    <a:pt x="157" y="21"/>
                    <a:pt x="157" y="21"/>
                  </a:cubicBezTo>
                  <a:cubicBezTo>
                    <a:pt x="140" y="0"/>
                    <a:pt x="12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4" name="Google Shape;21114;p60"/>
            <p:cNvSpPr/>
            <p:nvPr/>
          </p:nvSpPr>
          <p:spPr>
            <a:xfrm>
              <a:off x="3803625" y="2233875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87" y="1"/>
                  </a:moveTo>
                  <a:cubicBezTo>
                    <a:pt x="70" y="1"/>
                    <a:pt x="33" y="17"/>
                    <a:pt x="17" y="50"/>
                  </a:cubicBezTo>
                  <a:cubicBezTo>
                    <a:pt x="0" y="67"/>
                    <a:pt x="0" y="104"/>
                    <a:pt x="0" y="137"/>
                  </a:cubicBezTo>
                  <a:cubicBezTo>
                    <a:pt x="0" y="170"/>
                    <a:pt x="17" y="207"/>
                    <a:pt x="54" y="223"/>
                  </a:cubicBezTo>
                  <a:cubicBezTo>
                    <a:pt x="70" y="256"/>
                    <a:pt x="103" y="256"/>
                    <a:pt x="120" y="256"/>
                  </a:cubicBezTo>
                  <a:cubicBezTo>
                    <a:pt x="190" y="240"/>
                    <a:pt x="223" y="170"/>
                    <a:pt x="223" y="104"/>
                  </a:cubicBezTo>
                  <a:cubicBezTo>
                    <a:pt x="206" y="67"/>
                    <a:pt x="206" y="34"/>
                    <a:pt x="173" y="17"/>
                  </a:cubicBez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5" name="Google Shape;21115;p60"/>
            <p:cNvSpPr/>
            <p:nvPr/>
          </p:nvSpPr>
          <p:spPr>
            <a:xfrm>
              <a:off x="3915750" y="2196875"/>
              <a:ext cx="6025" cy="6700"/>
            </a:xfrm>
            <a:custGeom>
              <a:avLst/>
              <a:gdLst/>
              <a:ahLst/>
              <a:cxnLst/>
              <a:rect l="l" t="t" r="r" b="b"/>
              <a:pathLst>
                <a:path w="241" h="268" extrusionOk="0">
                  <a:moveTo>
                    <a:pt x="104" y="1"/>
                  </a:moveTo>
                  <a:cubicBezTo>
                    <a:pt x="67" y="17"/>
                    <a:pt x="50" y="38"/>
                    <a:pt x="34" y="54"/>
                  </a:cubicBezTo>
                  <a:cubicBezTo>
                    <a:pt x="17" y="87"/>
                    <a:pt x="1" y="120"/>
                    <a:pt x="17" y="157"/>
                  </a:cubicBezTo>
                  <a:cubicBezTo>
                    <a:pt x="17" y="190"/>
                    <a:pt x="34" y="223"/>
                    <a:pt x="50" y="244"/>
                  </a:cubicBezTo>
                  <a:cubicBezTo>
                    <a:pt x="74" y="255"/>
                    <a:pt x="91" y="267"/>
                    <a:pt x="111" y="267"/>
                  </a:cubicBezTo>
                  <a:cubicBezTo>
                    <a:pt x="119" y="267"/>
                    <a:pt x="127" y="265"/>
                    <a:pt x="137" y="260"/>
                  </a:cubicBezTo>
                  <a:cubicBezTo>
                    <a:pt x="207" y="260"/>
                    <a:pt x="240" y="190"/>
                    <a:pt x="224" y="120"/>
                  </a:cubicBezTo>
                  <a:cubicBezTo>
                    <a:pt x="224" y="87"/>
                    <a:pt x="207" y="54"/>
                    <a:pt x="186" y="38"/>
                  </a:cubicBezTo>
                  <a:cubicBezTo>
                    <a:pt x="170" y="17"/>
                    <a:pt x="170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6" name="Google Shape;21116;p60"/>
            <p:cNvSpPr/>
            <p:nvPr/>
          </p:nvSpPr>
          <p:spPr>
            <a:xfrm>
              <a:off x="3842675" y="2317975"/>
              <a:ext cx="6125" cy="6700"/>
            </a:xfrm>
            <a:custGeom>
              <a:avLst/>
              <a:gdLst/>
              <a:ahLst/>
              <a:cxnLst/>
              <a:rect l="l" t="t" r="r" b="b"/>
              <a:pathLst>
                <a:path w="245" h="268" extrusionOk="0">
                  <a:moveTo>
                    <a:pt x="104" y="1"/>
                  </a:moveTo>
                  <a:cubicBezTo>
                    <a:pt x="38" y="17"/>
                    <a:pt x="1" y="88"/>
                    <a:pt x="17" y="158"/>
                  </a:cubicBezTo>
                  <a:cubicBezTo>
                    <a:pt x="17" y="191"/>
                    <a:pt x="38" y="224"/>
                    <a:pt x="54" y="244"/>
                  </a:cubicBezTo>
                  <a:cubicBezTo>
                    <a:pt x="66" y="256"/>
                    <a:pt x="86" y="268"/>
                    <a:pt x="110" y="268"/>
                  </a:cubicBezTo>
                  <a:cubicBezTo>
                    <a:pt x="120" y="268"/>
                    <a:pt x="130" y="266"/>
                    <a:pt x="141" y="261"/>
                  </a:cubicBezTo>
                  <a:cubicBezTo>
                    <a:pt x="190" y="261"/>
                    <a:pt x="244" y="191"/>
                    <a:pt x="223" y="121"/>
                  </a:cubicBezTo>
                  <a:cubicBezTo>
                    <a:pt x="223" y="88"/>
                    <a:pt x="207" y="55"/>
                    <a:pt x="190" y="38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7" name="Google Shape;21117;p60"/>
            <p:cNvSpPr/>
            <p:nvPr/>
          </p:nvSpPr>
          <p:spPr>
            <a:xfrm>
              <a:off x="4055325" y="2234400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28" y="0"/>
                  </a:moveTo>
                  <a:cubicBezTo>
                    <a:pt x="120" y="0"/>
                    <a:pt x="112" y="4"/>
                    <a:pt x="103" y="13"/>
                  </a:cubicBezTo>
                  <a:cubicBezTo>
                    <a:pt x="66" y="13"/>
                    <a:pt x="50" y="29"/>
                    <a:pt x="33" y="62"/>
                  </a:cubicBezTo>
                  <a:cubicBezTo>
                    <a:pt x="17" y="83"/>
                    <a:pt x="0" y="116"/>
                    <a:pt x="17" y="149"/>
                  </a:cubicBezTo>
                  <a:cubicBezTo>
                    <a:pt x="17" y="186"/>
                    <a:pt x="33" y="219"/>
                    <a:pt x="50" y="235"/>
                  </a:cubicBezTo>
                  <a:cubicBezTo>
                    <a:pt x="87" y="252"/>
                    <a:pt x="103" y="268"/>
                    <a:pt x="136" y="268"/>
                  </a:cubicBezTo>
                  <a:cubicBezTo>
                    <a:pt x="206" y="252"/>
                    <a:pt x="239" y="186"/>
                    <a:pt x="223" y="116"/>
                  </a:cubicBezTo>
                  <a:cubicBezTo>
                    <a:pt x="223" y="83"/>
                    <a:pt x="206" y="46"/>
                    <a:pt x="190" y="29"/>
                  </a:cubicBezTo>
                  <a:cubicBezTo>
                    <a:pt x="169" y="29"/>
                    <a:pt x="169" y="13"/>
                    <a:pt x="153" y="13"/>
                  </a:cubicBezTo>
                  <a:cubicBezTo>
                    <a:pt x="145" y="4"/>
                    <a:pt x="136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8" name="Google Shape;21118;p60"/>
            <p:cNvSpPr/>
            <p:nvPr/>
          </p:nvSpPr>
          <p:spPr>
            <a:xfrm>
              <a:off x="3982250" y="220120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3" y="1"/>
                  </a:moveTo>
                  <a:cubicBezTo>
                    <a:pt x="70" y="1"/>
                    <a:pt x="54" y="17"/>
                    <a:pt x="37" y="50"/>
                  </a:cubicBezTo>
                  <a:cubicBezTo>
                    <a:pt x="21" y="87"/>
                    <a:pt x="0" y="120"/>
                    <a:pt x="21" y="153"/>
                  </a:cubicBezTo>
                  <a:cubicBezTo>
                    <a:pt x="21" y="190"/>
                    <a:pt x="37" y="207"/>
                    <a:pt x="54" y="240"/>
                  </a:cubicBezTo>
                  <a:cubicBezTo>
                    <a:pt x="70" y="256"/>
                    <a:pt x="103" y="256"/>
                    <a:pt x="140" y="256"/>
                  </a:cubicBezTo>
                  <a:cubicBezTo>
                    <a:pt x="190" y="240"/>
                    <a:pt x="243" y="174"/>
                    <a:pt x="227" y="104"/>
                  </a:cubicBezTo>
                  <a:cubicBezTo>
                    <a:pt x="227" y="71"/>
                    <a:pt x="206" y="34"/>
                    <a:pt x="190" y="17"/>
                  </a:cubicBezTo>
                  <a:cubicBezTo>
                    <a:pt x="173" y="17"/>
                    <a:pt x="173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9" name="Google Shape;21119;p60"/>
            <p:cNvSpPr/>
            <p:nvPr/>
          </p:nvSpPr>
          <p:spPr>
            <a:xfrm>
              <a:off x="4142525" y="2434875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103" y="0"/>
                  </a:moveTo>
                  <a:cubicBezTo>
                    <a:pt x="33" y="0"/>
                    <a:pt x="0" y="66"/>
                    <a:pt x="0" y="136"/>
                  </a:cubicBezTo>
                  <a:cubicBezTo>
                    <a:pt x="0" y="169"/>
                    <a:pt x="17" y="206"/>
                    <a:pt x="50" y="223"/>
                  </a:cubicBezTo>
                  <a:cubicBezTo>
                    <a:pt x="66" y="256"/>
                    <a:pt x="103" y="256"/>
                    <a:pt x="136" y="256"/>
                  </a:cubicBezTo>
                  <a:cubicBezTo>
                    <a:pt x="186" y="239"/>
                    <a:pt x="223" y="169"/>
                    <a:pt x="223" y="103"/>
                  </a:cubicBezTo>
                  <a:cubicBezTo>
                    <a:pt x="223" y="66"/>
                    <a:pt x="206" y="33"/>
                    <a:pt x="169" y="17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0" name="Google Shape;21120;p60"/>
            <p:cNvSpPr/>
            <p:nvPr/>
          </p:nvSpPr>
          <p:spPr>
            <a:xfrm>
              <a:off x="4190975" y="2379000"/>
              <a:ext cx="5675" cy="6425"/>
            </a:xfrm>
            <a:custGeom>
              <a:avLst/>
              <a:gdLst/>
              <a:ahLst/>
              <a:cxnLst/>
              <a:rect l="l" t="t" r="r" b="b"/>
              <a:pathLst>
                <a:path w="227" h="257" extrusionOk="0">
                  <a:moveTo>
                    <a:pt x="87" y="1"/>
                  </a:moveTo>
                  <a:cubicBezTo>
                    <a:pt x="70" y="1"/>
                    <a:pt x="37" y="17"/>
                    <a:pt x="21" y="50"/>
                  </a:cubicBezTo>
                  <a:cubicBezTo>
                    <a:pt x="0" y="71"/>
                    <a:pt x="0" y="104"/>
                    <a:pt x="0" y="137"/>
                  </a:cubicBezTo>
                  <a:cubicBezTo>
                    <a:pt x="0" y="174"/>
                    <a:pt x="21" y="207"/>
                    <a:pt x="54" y="223"/>
                  </a:cubicBezTo>
                  <a:cubicBezTo>
                    <a:pt x="70" y="256"/>
                    <a:pt x="103" y="256"/>
                    <a:pt x="124" y="256"/>
                  </a:cubicBezTo>
                  <a:cubicBezTo>
                    <a:pt x="190" y="240"/>
                    <a:pt x="227" y="174"/>
                    <a:pt x="227" y="104"/>
                  </a:cubicBezTo>
                  <a:cubicBezTo>
                    <a:pt x="206" y="71"/>
                    <a:pt x="206" y="34"/>
                    <a:pt x="173" y="17"/>
                  </a:cubicBez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1" name="Google Shape;21121;p60"/>
            <p:cNvSpPr/>
            <p:nvPr/>
          </p:nvSpPr>
          <p:spPr>
            <a:xfrm>
              <a:off x="4200850" y="2469900"/>
              <a:ext cx="3550" cy="3125"/>
            </a:xfrm>
            <a:custGeom>
              <a:avLst/>
              <a:gdLst/>
              <a:ahLst/>
              <a:cxnLst/>
              <a:rect l="l" t="t" r="r" b="b"/>
              <a:pathLst>
                <a:path w="142" h="125" extrusionOk="0">
                  <a:moveTo>
                    <a:pt x="112" y="1"/>
                  </a:moveTo>
                  <a:cubicBezTo>
                    <a:pt x="64" y="1"/>
                    <a:pt x="14" y="31"/>
                    <a:pt x="1" y="75"/>
                  </a:cubicBezTo>
                  <a:lnTo>
                    <a:pt x="1" y="125"/>
                  </a:lnTo>
                  <a:cubicBezTo>
                    <a:pt x="54" y="92"/>
                    <a:pt x="87" y="59"/>
                    <a:pt x="141" y="5"/>
                  </a:cubicBezTo>
                  <a:cubicBezTo>
                    <a:pt x="132" y="2"/>
                    <a:pt x="122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2" name="Google Shape;21122;p60"/>
            <p:cNvSpPr/>
            <p:nvPr/>
          </p:nvSpPr>
          <p:spPr>
            <a:xfrm>
              <a:off x="4145925" y="22652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3" y="0"/>
                  </a:moveTo>
                  <a:cubicBezTo>
                    <a:pt x="50" y="17"/>
                    <a:pt x="0" y="66"/>
                    <a:pt x="17" y="153"/>
                  </a:cubicBezTo>
                  <a:cubicBezTo>
                    <a:pt x="17" y="190"/>
                    <a:pt x="33" y="206"/>
                    <a:pt x="70" y="239"/>
                  </a:cubicBezTo>
                  <a:cubicBezTo>
                    <a:pt x="87" y="256"/>
                    <a:pt x="120" y="256"/>
                    <a:pt x="136" y="256"/>
                  </a:cubicBezTo>
                  <a:cubicBezTo>
                    <a:pt x="174" y="256"/>
                    <a:pt x="207" y="239"/>
                    <a:pt x="223" y="206"/>
                  </a:cubicBezTo>
                  <a:cubicBezTo>
                    <a:pt x="239" y="169"/>
                    <a:pt x="239" y="136"/>
                    <a:pt x="239" y="103"/>
                  </a:cubicBezTo>
                  <a:cubicBezTo>
                    <a:pt x="223" y="66"/>
                    <a:pt x="223" y="50"/>
                    <a:pt x="190" y="17"/>
                  </a:cubicBezTo>
                  <a:cubicBezTo>
                    <a:pt x="190" y="17"/>
                    <a:pt x="174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3" name="Google Shape;21123;p60"/>
            <p:cNvSpPr/>
            <p:nvPr/>
          </p:nvSpPr>
          <p:spPr>
            <a:xfrm>
              <a:off x="4172925" y="247650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4" y="1"/>
                  </a:moveTo>
                  <a:cubicBezTo>
                    <a:pt x="54" y="17"/>
                    <a:pt x="1" y="88"/>
                    <a:pt x="21" y="154"/>
                  </a:cubicBezTo>
                  <a:cubicBezTo>
                    <a:pt x="21" y="191"/>
                    <a:pt x="38" y="224"/>
                    <a:pt x="71" y="240"/>
                  </a:cubicBezTo>
                  <a:cubicBezTo>
                    <a:pt x="87" y="257"/>
                    <a:pt x="124" y="257"/>
                    <a:pt x="141" y="257"/>
                  </a:cubicBezTo>
                  <a:cubicBezTo>
                    <a:pt x="174" y="257"/>
                    <a:pt x="190" y="240"/>
                    <a:pt x="207" y="207"/>
                  </a:cubicBezTo>
                  <a:cubicBezTo>
                    <a:pt x="227" y="170"/>
                    <a:pt x="244" y="137"/>
                    <a:pt x="244" y="104"/>
                  </a:cubicBezTo>
                  <a:cubicBezTo>
                    <a:pt x="227" y="67"/>
                    <a:pt x="207" y="50"/>
                    <a:pt x="190" y="34"/>
                  </a:cubicBezTo>
                  <a:cubicBezTo>
                    <a:pt x="190" y="17"/>
                    <a:pt x="174" y="17"/>
                    <a:pt x="174" y="17"/>
                  </a:cubicBez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4" name="Google Shape;21124;p60"/>
            <p:cNvSpPr/>
            <p:nvPr/>
          </p:nvSpPr>
          <p:spPr>
            <a:xfrm>
              <a:off x="4169525" y="244725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4" y="0"/>
                  </a:moveTo>
                  <a:cubicBezTo>
                    <a:pt x="54" y="21"/>
                    <a:pt x="1" y="70"/>
                    <a:pt x="17" y="157"/>
                  </a:cubicBezTo>
                  <a:cubicBezTo>
                    <a:pt x="17" y="190"/>
                    <a:pt x="33" y="206"/>
                    <a:pt x="54" y="227"/>
                  </a:cubicBezTo>
                  <a:cubicBezTo>
                    <a:pt x="87" y="260"/>
                    <a:pt x="120" y="260"/>
                    <a:pt x="137" y="260"/>
                  </a:cubicBezTo>
                  <a:cubicBezTo>
                    <a:pt x="207" y="243"/>
                    <a:pt x="240" y="173"/>
                    <a:pt x="240" y="103"/>
                  </a:cubicBezTo>
                  <a:cubicBezTo>
                    <a:pt x="223" y="70"/>
                    <a:pt x="207" y="37"/>
                    <a:pt x="190" y="21"/>
                  </a:cubicBezTo>
                  <a:cubicBezTo>
                    <a:pt x="190" y="21"/>
                    <a:pt x="174" y="21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5" name="Google Shape;21125;p60"/>
            <p:cNvSpPr/>
            <p:nvPr/>
          </p:nvSpPr>
          <p:spPr>
            <a:xfrm>
              <a:off x="4167775" y="2352175"/>
              <a:ext cx="6100" cy="6650"/>
            </a:xfrm>
            <a:custGeom>
              <a:avLst/>
              <a:gdLst/>
              <a:ahLst/>
              <a:cxnLst/>
              <a:rect l="l" t="t" r="r" b="b"/>
              <a:pathLst>
                <a:path w="244" h="266" extrusionOk="0">
                  <a:moveTo>
                    <a:pt x="123" y="1"/>
                  </a:moveTo>
                  <a:cubicBezTo>
                    <a:pt x="117" y="1"/>
                    <a:pt x="110" y="3"/>
                    <a:pt x="103" y="10"/>
                  </a:cubicBezTo>
                  <a:cubicBezTo>
                    <a:pt x="38" y="10"/>
                    <a:pt x="0" y="76"/>
                    <a:pt x="0" y="146"/>
                  </a:cubicBezTo>
                  <a:cubicBezTo>
                    <a:pt x="21" y="179"/>
                    <a:pt x="38" y="216"/>
                    <a:pt x="54" y="233"/>
                  </a:cubicBezTo>
                  <a:cubicBezTo>
                    <a:pt x="71" y="249"/>
                    <a:pt x="103" y="266"/>
                    <a:pt x="141" y="266"/>
                  </a:cubicBezTo>
                  <a:cubicBezTo>
                    <a:pt x="190" y="249"/>
                    <a:pt x="244" y="179"/>
                    <a:pt x="227" y="113"/>
                  </a:cubicBezTo>
                  <a:cubicBezTo>
                    <a:pt x="227" y="76"/>
                    <a:pt x="207" y="43"/>
                    <a:pt x="190" y="27"/>
                  </a:cubicBezTo>
                  <a:cubicBezTo>
                    <a:pt x="174" y="27"/>
                    <a:pt x="174" y="10"/>
                    <a:pt x="157" y="10"/>
                  </a:cubicBezTo>
                  <a:cubicBezTo>
                    <a:pt x="146" y="10"/>
                    <a:pt x="135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6" name="Google Shape;21126;p60"/>
            <p:cNvSpPr/>
            <p:nvPr/>
          </p:nvSpPr>
          <p:spPr>
            <a:xfrm>
              <a:off x="4179425" y="241275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11" y="0"/>
                  </a:moveTo>
                  <a:cubicBezTo>
                    <a:pt x="92" y="0"/>
                    <a:pt x="76" y="12"/>
                    <a:pt x="50" y="24"/>
                  </a:cubicBezTo>
                  <a:cubicBezTo>
                    <a:pt x="17" y="77"/>
                    <a:pt x="0" y="164"/>
                    <a:pt x="33" y="213"/>
                  </a:cubicBezTo>
                  <a:cubicBezTo>
                    <a:pt x="50" y="246"/>
                    <a:pt x="87" y="267"/>
                    <a:pt x="120" y="267"/>
                  </a:cubicBezTo>
                  <a:cubicBezTo>
                    <a:pt x="136" y="267"/>
                    <a:pt x="173" y="246"/>
                    <a:pt x="190" y="230"/>
                  </a:cubicBezTo>
                  <a:cubicBezTo>
                    <a:pt x="223" y="213"/>
                    <a:pt x="239" y="180"/>
                    <a:pt x="239" y="143"/>
                  </a:cubicBezTo>
                  <a:cubicBezTo>
                    <a:pt x="239" y="110"/>
                    <a:pt x="239" y="77"/>
                    <a:pt x="206" y="40"/>
                  </a:cubicBezTo>
                  <a:cubicBezTo>
                    <a:pt x="206" y="24"/>
                    <a:pt x="190" y="24"/>
                    <a:pt x="173" y="7"/>
                  </a:cubicBezTo>
                  <a:lnTo>
                    <a:pt x="136" y="7"/>
                  </a:lnTo>
                  <a:cubicBezTo>
                    <a:pt x="127" y="2"/>
                    <a:pt x="118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7" name="Google Shape;21127;p60"/>
            <p:cNvSpPr/>
            <p:nvPr/>
          </p:nvSpPr>
          <p:spPr>
            <a:xfrm>
              <a:off x="4178075" y="2385225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04" y="1"/>
                  </a:moveTo>
                  <a:cubicBezTo>
                    <a:pt x="86" y="1"/>
                    <a:pt x="66" y="13"/>
                    <a:pt x="54" y="28"/>
                  </a:cubicBezTo>
                  <a:cubicBezTo>
                    <a:pt x="21" y="44"/>
                    <a:pt x="21" y="77"/>
                    <a:pt x="1" y="110"/>
                  </a:cubicBezTo>
                  <a:cubicBezTo>
                    <a:pt x="1" y="148"/>
                    <a:pt x="21" y="181"/>
                    <a:pt x="38" y="213"/>
                  </a:cubicBezTo>
                  <a:cubicBezTo>
                    <a:pt x="57" y="245"/>
                    <a:pt x="89" y="264"/>
                    <a:pt x="123" y="264"/>
                  </a:cubicBezTo>
                  <a:cubicBezTo>
                    <a:pt x="146" y="264"/>
                    <a:pt x="170" y="254"/>
                    <a:pt x="190" y="234"/>
                  </a:cubicBezTo>
                  <a:cubicBezTo>
                    <a:pt x="244" y="181"/>
                    <a:pt x="244" y="110"/>
                    <a:pt x="207" y="44"/>
                  </a:cubicBezTo>
                  <a:cubicBezTo>
                    <a:pt x="190" y="28"/>
                    <a:pt x="174" y="28"/>
                    <a:pt x="157" y="7"/>
                  </a:cubicBezTo>
                  <a:lnTo>
                    <a:pt x="124" y="7"/>
                  </a:lnTo>
                  <a:cubicBezTo>
                    <a:pt x="119" y="3"/>
                    <a:pt x="112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8" name="Google Shape;21128;p60"/>
            <p:cNvSpPr/>
            <p:nvPr/>
          </p:nvSpPr>
          <p:spPr>
            <a:xfrm>
              <a:off x="4181175" y="2318925"/>
              <a:ext cx="6425" cy="6400"/>
            </a:xfrm>
            <a:custGeom>
              <a:avLst/>
              <a:gdLst/>
              <a:ahLst/>
              <a:cxnLst/>
              <a:rect l="l" t="t" r="r" b="b"/>
              <a:pathLst>
                <a:path w="257" h="256" extrusionOk="0">
                  <a:moveTo>
                    <a:pt x="136" y="0"/>
                  </a:moveTo>
                  <a:cubicBezTo>
                    <a:pt x="120" y="0"/>
                    <a:pt x="83" y="0"/>
                    <a:pt x="66" y="33"/>
                  </a:cubicBezTo>
                  <a:cubicBezTo>
                    <a:pt x="17" y="66"/>
                    <a:pt x="0" y="153"/>
                    <a:pt x="50" y="206"/>
                  </a:cubicBezTo>
                  <a:cubicBezTo>
                    <a:pt x="66" y="239"/>
                    <a:pt x="83" y="256"/>
                    <a:pt x="120" y="256"/>
                  </a:cubicBezTo>
                  <a:cubicBezTo>
                    <a:pt x="153" y="256"/>
                    <a:pt x="169" y="256"/>
                    <a:pt x="207" y="223"/>
                  </a:cubicBezTo>
                  <a:cubicBezTo>
                    <a:pt x="240" y="186"/>
                    <a:pt x="256" y="103"/>
                    <a:pt x="223" y="50"/>
                  </a:cubicBezTo>
                  <a:cubicBezTo>
                    <a:pt x="207" y="33"/>
                    <a:pt x="186" y="17"/>
                    <a:pt x="1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9" name="Google Shape;21129;p60"/>
            <p:cNvSpPr/>
            <p:nvPr/>
          </p:nvSpPr>
          <p:spPr>
            <a:xfrm>
              <a:off x="4180250" y="236530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03" y="0"/>
                  </a:moveTo>
                  <a:cubicBezTo>
                    <a:pt x="54" y="17"/>
                    <a:pt x="0" y="83"/>
                    <a:pt x="17" y="153"/>
                  </a:cubicBezTo>
                  <a:cubicBezTo>
                    <a:pt x="17" y="186"/>
                    <a:pt x="37" y="223"/>
                    <a:pt x="70" y="240"/>
                  </a:cubicBezTo>
                  <a:cubicBezTo>
                    <a:pt x="82" y="251"/>
                    <a:pt x="102" y="263"/>
                    <a:pt x="120" y="263"/>
                  </a:cubicBezTo>
                  <a:cubicBezTo>
                    <a:pt x="127" y="263"/>
                    <a:pt x="134" y="261"/>
                    <a:pt x="140" y="256"/>
                  </a:cubicBezTo>
                  <a:cubicBezTo>
                    <a:pt x="206" y="256"/>
                    <a:pt x="244" y="186"/>
                    <a:pt x="244" y="120"/>
                  </a:cubicBezTo>
                  <a:cubicBezTo>
                    <a:pt x="223" y="83"/>
                    <a:pt x="223" y="50"/>
                    <a:pt x="190" y="33"/>
                  </a:cubicBezTo>
                  <a:cubicBezTo>
                    <a:pt x="190" y="17"/>
                    <a:pt x="173" y="17"/>
                    <a:pt x="173" y="17"/>
                  </a:cubicBezTo>
                  <a:cubicBezTo>
                    <a:pt x="157" y="0"/>
                    <a:pt x="14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0" name="Google Shape;21130;p60"/>
            <p:cNvSpPr/>
            <p:nvPr/>
          </p:nvSpPr>
          <p:spPr>
            <a:xfrm>
              <a:off x="4172525" y="2261300"/>
              <a:ext cx="3000" cy="6100"/>
            </a:xfrm>
            <a:custGeom>
              <a:avLst/>
              <a:gdLst/>
              <a:ahLst/>
              <a:cxnLst/>
              <a:rect l="l" t="t" r="r" b="b"/>
              <a:pathLst>
                <a:path w="120" h="244" extrusionOk="0">
                  <a:moveTo>
                    <a:pt x="37" y="0"/>
                  </a:moveTo>
                  <a:cubicBezTo>
                    <a:pt x="17" y="37"/>
                    <a:pt x="0" y="54"/>
                    <a:pt x="0" y="87"/>
                  </a:cubicBezTo>
                  <a:cubicBezTo>
                    <a:pt x="0" y="120"/>
                    <a:pt x="0" y="157"/>
                    <a:pt x="17" y="190"/>
                  </a:cubicBezTo>
                  <a:cubicBezTo>
                    <a:pt x="37" y="207"/>
                    <a:pt x="70" y="223"/>
                    <a:pt x="103" y="244"/>
                  </a:cubicBezTo>
                  <a:lnTo>
                    <a:pt x="120" y="244"/>
                  </a:lnTo>
                  <a:cubicBezTo>
                    <a:pt x="87" y="157"/>
                    <a:pt x="70" y="87"/>
                    <a:pt x="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1" name="Google Shape;21131;p60"/>
            <p:cNvSpPr/>
            <p:nvPr/>
          </p:nvSpPr>
          <p:spPr>
            <a:xfrm>
              <a:off x="4182000" y="2349475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20" y="0"/>
                  </a:moveTo>
                  <a:cubicBezTo>
                    <a:pt x="76" y="0"/>
                    <a:pt x="41" y="33"/>
                    <a:pt x="17" y="81"/>
                  </a:cubicBezTo>
                  <a:cubicBezTo>
                    <a:pt x="0" y="151"/>
                    <a:pt x="33" y="221"/>
                    <a:pt x="87" y="254"/>
                  </a:cubicBezTo>
                  <a:cubicBezTo>
                    <a:pt x="95" y="257"/>
                    <a:pt x="104" y="258"/>
                    <a:pt x="114" y="258"/>
                  </a:cubicBezTo>
                  <a:cubicBezTo>
                    <a:pt x="159" y="258"/>
                    <a:pt x="209" y="226"/>
                    <a:pt x="223" y="167"/>
                  </a:cubicBezTo>
                  <a:cubicBezTo>
                    <a:pt x="256" y="118"/>
                    <a:pt x="223" y="31"/>
                    <a:pt x="174" y="15"/>
                  </a:cubicBezTo>
                  <a:cubicBezTo>
                    <a:pt x="154" y="5"/>
                    <a:pt x="13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2" name="Google Shape;21132;p60"/>
            <p:cNvSpPr/>
            <p:nvPr/>
          </p:nvSpPr>
          <p:spPr>
            <a:xfrm>
              <a:off x="4192725" y="241130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11" y="1"/>
                  </a:moveTo>
                  <a:cubicBezTo>
                    <a:pt x="69" y="1"/>
                    <a:pt x="29" y="34"/>
                    <a:pt x="17" y="82"/>
                  </a:cubicBezTo>
                  <a:cubicBezTo>
                    <a:pt x="0" y="152"/>
                    <a:pt x="17" y="238"/>
                    <a:pt x="87" y="255"/>
                  </a:cubicBezTo>
                  <a:cubicBezTo>
                    <a:pt x="98" y="255"/>
                    <a:pt x="109" y="262"/>
                    <a:pt x="120" y="262"/>
                  </a:cubicBezTo>
                  <a:cubicBezTo>
                    <a:pt x="125" y="262"/>
                    <a:pt x="131" y="260"/>
                    <a:pt x="136" y="255"/>
                  </a:cubicBezTo>
                  <a:cubicBezTo>
                    <a:pt x="173" y="255"/>
                    <a:pt x="206" y="222"/>
                    <a:pt x="223" y="185"/>
                  </a:cubicBezTo>
                  <a:cubicBezTo>
                    <a:pt x="239" y="135"/>
                    <a:pt x="223" y="82"/>
                    <a:pt x="206" y="49"/>
                  </a:cubicBezTo>
                  <a:cubicBezTo>
                    <a:pt x="190" y="32"/>
                    <a:pt x="173" y="16"/>
                    <a:pt x="157" y="16"/>
                  </a:cubicBezTo>
                  <a:cubicBezTo>
                    <a:pt x="142" y="6"/>
                    <a:pt x="126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3" name="Google Shape;21133;p60"/>
            <p:cNvSpPr/>
            <p:nvPr/>
          </p:nvSpPr>
          <p:spPr>
            <a:xfrm>
              <a:off x="4197050" y="2321900"/>
              <a:ext cx="850" cy="2200"/>
            </a:xfrm>
            <a:custGeom>
              <a:avLst/>
              <a:gdLst/>
              <a:ahLst/>
              <a:cxnLst/>
              <a:rect l="l" t="t" r="r" b="b"/>
              <a:pathLst>
                <a:path w="34" h="88" extrusionOk="0">
                  <a:moveTo>
                    <a:pt x="0" y="1"/>
                  </a:moveTo>
                  <a:lnTo>
                    <a:pt x="0" y="17"/>
                  </a:lnTo>
                  <a:cubicBezTo>
                    <a:pt x="0" y="34"/>
                    <a:pt x="17" y="67"/>
                    <a:pt x="33" y="87"/>
                  </a:cubicBezTo>
                  <a:cubicBezTo>
                    <a:pt x="17" y="67"/>
                    <a:pt x="17" y="3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4" name="Google Shape;21134;p60"/>
            <p:cNvSpPr/>
            <p:nvPr/>
          </p:nvSpPr>
          <p:spPr>
            <a:xfrm>
              <a:off x="4195300" y="236180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6" y="0"/>
                  </a:moveTo>
                  <a:cubicBezTo>
                    <a:pt x="103" y="0"/>
                    <a:pt x="70" y="0"/>
                    <a:pt x="54" y="17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5" y="237"/>
                    <a:pt x="85" y="256"/>
                    <a:pt x="118" y="256"/>
                  </a:cubicBezTo>
                  <a:cubicBezTo>
                    <a:pt x="142" y="256"/>
                    <a:pt x="167" y="246"/>
                    <a:pt x="190" y="223"/>
                  </a:cubicBezTo>
                  <a:cubicBezTo>
                    <a:pt x="239" y="190"/>
                    <a:pt x="239" y="103"/>
                    <a:pt x="206" y="54"/>
                  </a:cubicBezTo>
                  <a:cubicBezTo>
                    <a:pt x="190" y="37"/>
                    <a:pt x="173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5" name="Google Shape;21135;p60"/>
            <p:cNvSpPr/>
            <p:nvPr/>
          </p:nvSpPr>
          <p:spPr>
            <a:xfrm>
              <a:off x="4190150" y="2336125"/>
              <a:ext cx="6500" cy="6750"/>
            </a:xfrm>
            <a:custGeom>
              <a:avLst/>
              <a:gdLst/>
              <a:ahLst/>
              <a:cxnLst/>
              <a:rect l="l" t="t" r="r" b="b"/>
              <a:pathLst>
                <a:path w="260" h="270" extrusionOk="0">
                  <a:moveTo>
                    <a:pt x="129" y="0"/>
                  </a:moveTo>
                  <a:cubicBezTo>
                    <a:pt x="87" y="0"/>
                    <a:pt x="44" y="32"/>
                    <a:pt x="17" y="83"/>
                  </a:cubicBezTo>
                  <a:cubicBezTo>
                    <a:pt x="0" y="153"/>
                    <a:pt x="33" y="240"/>
                    <a:pt x="87" y="256"/>
                  </a:cubicBezTo>
                  <a:cubicBezTo>
                    <a:pt x="100" y="265"/>
                    <a:pt x="114" y="269"/>
                    <a:pt x="129" y="269"/>
                  </a:cubicBezTo>
                  <a:cubicBezTo>
                    <a:pt x="170" y="269"/>
                    <a:pt x="211" y="238"/>
                    <a:pt x="223" y="186"/>
                  </a:cubicBezTo>
                  <a:cubicBezTo>
                    <a:pt x="260" y="116"/>
                    <a:pt x="223" y="34"/>
                    <a:pt x="173" y="13"/>
                  </a:cubicBezTo>
                  <a:cubicBezTo>
                    <a:pt x="159" y="4"/>
                    <a:pt x="144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6" name="Google Shape;21136;p60"/>
            <p:cNvSpPr/>
            <p:nvPr/>
          </p:nvSpPr>
          <p:spPr>
            <a:xfrm>
              <a:off x="4178600" y="2288400"/>
              <a:ext cx="5575" cy="6825"/>
            </a:xfrm>
            <a:custGeom>
              <a:avLst/>
              <a:gdLst/>
              <a:ahLst/>
              <a:cxnLst/>
              <a:rect l="l" t="t" r="r" b="b"/>
              <a:pathLst>
                <a:path w="223" h="273" extrusionOk="0">
                  <a:moveTo>
                    <a:pt x="136" y="1"/>
                  </a:moveTo>
                  <a:cubicBezTo>
                    <a:pt x="103" y="1"/>
                    <a:pt x="66" y="17"/>
                    <a:pt x="50" y="34"/>
                  </a:cubicBezTo>
                  <a:cubicBezTo>
                    <a:pt x="0" y="87"/>
                    <a:pt x="0" y="153"/>
                    <a:pt x="33" y="223"/>
                  </a:cubicBezTo>
                  <a:cubicBezTo>
                    <a:pt x="50" y="240"/>
                    <a:pt x="83" y="256"/>
                    <a:pt x="103" y="273"/>
                  </a:cubicBezTo>
                  <a:cubicBezTo>
                    <a:pt x="136" y="273"/>
                    <a:pt x="169" y="256"/>
                    <a:pt x="186" y="240"/>
                  </a:cubicBezTo>
                  <a:cubicBezTo>
                    <a:pt x="206" y="223"/>
                    <a:pt x="223" y="190"/>
                    <a:pt x="223" y="153"/>
                  </a:cubicBezTo>
                  <a:cubicBezTo>
                    <a:pt x="223" y="120"/>
                    <a:pt x="223" y="87"/>
                    <a:pt x="206" y="50"/>
                  </a:cubicBezTo>
                  <a:cubicBezTo>
                    <a:pt x="186" y="34"/>
                    <a:pt x="169" y="17"/>
                    <a:pt x="153" y="17"/>
                  </a:cubicBezTo>
                  <a:cubicBezTo>
                    <a:pt x="153" y="17"/>
                    <a:pt x="136" y="17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7" name="Google Shape;21137;p60"/>
            <p:cNvSpPr/>
            <p:nvPr/>
          </p:nvSpPr>
          <p:spPr>
            <a:xfrm>
              <a:off x="4175100" y="233542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21" y="1"/>
                  </a:moveTo>
                  <a:cubicBezTo>
                    <a:pt x="115" y="1"/>
                    <a:pt x="109" y="2"/>
                    <a:pt x="103" y="8"/>
                  </a:cubicBezTo>
                  <a:cubicBezTo>
                    <a:pt x="37" y="8"/>
                    <a:pt x="0" y="78"/>
                    <a:pt x="0" y="144"/>
                  </a:cubicBezTo>
                  <a:cubicBezTo>
                    <a:pt x="17" y="181"/>
                    <a:pt x="37" y="214"/>
                    <a:pt x="54" y="231"/>
                  </a:cubicBezTo>
                  <a:cubicBezTo>
                    <a:pt x="70" y="247"/>
                    <a:pt x="103" y="268"/>
                    <a:pt x="140" y="268"/>
                  </a:cubicBezTo>
                  <a:cubicBezTo>
                    <a:pt x="190" y="247"/>
                    <a:pt x="243" y="181"/>
                    <a:pt x="223" y="111"/>
                  </a:cubicBezTo>
                  <a:cubicBezTo>
                    <a:pt x="223" y="78"/>
                    <a:pt x="206" y="41"/>
                    <a:pt x="190" y="24"/>
                  </a:cubicBezTo>
                  <a:cubicBezTo>
                    <a:pt x="173" y="24"/>
                    <a:pt x="173" y="8"/>
                    <a:pt x="157" y="8"/>
                  </a:cubicBezTo>
                  <a:cubicBezTo>
                    <a:pt x="146" y="8"/>
                    <a:pt x="133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8" name="Google Shape;21138;p60"/>
            <p:cNvSpPr/>
            <p:nvPr/>
          </p:nvSpPr>
          <p:spPr>
            <a:xfrm>
              <a:off x="4186750" y="2302950"/>
              <a:ext cx="4750" cy="6675"/>
            </a:xfrm>
            <a:custGeom>
              <a:avLst/>
              <a:gdLst/>
              <a:ahLst/>
              <a:cxnLst/>
              <a:rect l="l" t="t" r="r" b="b"/>
              <a:pathLst>
                <a:path w="190" h="267" extrusionOk="0">
                  <a:moveTo>
                    <a:pt x="103" y="0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0" y="190"/>
                    <a:pt x="17" y="227"/>
                    <a:pt x="50" y="243"/>
                  </a:cubicBezTo>
                  <a:cubicBezTo>
                    <a:pt x="61" y="255"/>
                    <a:pt x="83" y="267"/>
                    <a:pt x="107" y="267"/>
                  </a:cubicBezTo>
                  <a:cubicBezTo>
                    <a:pt x="116" y="267"/>
                    <a:pt x="126" y="265"/>
                    <a:pt x="136" y="260"/>
                  </a:cubicBezTo>
                  <a:cubicBezTo>
                    <a:pt x="153" y="260"/>
                    <a:pt x="169" y="243"/>
                    <a:pt x="190" y="227"/>
                  </a:cubicBezTo>
                  <a:cubicBezTo>
                    <a:pt x="169" y="157"/>
                    <a:pt x="136" y="87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9" name="Google Shape;21139;p60"/>
            <p:cNvSpPr/>
            <p:nvPr/>
          </p:nvSpPr>
          <p:spPr>
            <a:xfrm>
              <a:off x="4128700" y="2267800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87" y="0"/>
                  </a:moveTo>
                  <a:cubicBezTo>
                    <a:pt x="71" y="17"/>
                    <a:pt x="38" y="33"/>
                    <a:pt x="17" y="50"/>
                  </a:cubicBezTo>
                  <a:cubicBezTo>
                    <a:pt x="1" y="87"/>
                    <a:pt x="1" y="120"/>
                    <a:pt x="1" y="153"/>
                  </a:cubicBezTo>
                  <a:cubicBezTo>
                    <a:pt x="1" y="190"/>
                    <a:pt x="17" y="223"/>
                    <a:pt x="38" y="239"/>
                  </a:cubicBezTo>
                  <a:cubicBezTo>
                    <a:pt x="71" y="256"/>
                    <a:pt x="104" y="256"/>
                    <a:pt x="120" y="256"/>
                  </a:cubicBezTo>
                  <a:cubicBezTo>
                    <a:pt x="191" y="256"/>
                    <a:pt x="223" y="190"/>
                    <a:pt x="223" y="120"/>
                  </a:cubicBezTo>
                  <a:cubicBezTo>
                    <a:pt x="207" y="87"/>
                    <a:pt x="191" y="50"/>
                    <a:pt x="174" y="33"/>
                  </a:cubicBezTo>
                  <a:cubicBezTo>
                    <a:pt x="174" y="17"/>
                    <a:pt x="158" y="17"/>
                    <a:pt x="158" y="17"/>
                  </a:cubicBezTo>
                  <a:cubicBezTo>
                    <a:pt x="141" y="0"/>
                    <a:pt x="104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0" name="Google Shape;21140;p60"/>
            <p:cNvSpPr/>
            <p:nvPr/>
          </p:nvSpPr>
          <p:spPr>
            <a:xfrm>
              <a:off x="3796300" y="2343850"/>
              <a:ext cx="4350" cy="6600"/>
            </a:xfrm>
            <a:custGeom>
              <a:avLst/>
              <a:gdLst/>
              <a:ahLst/>
              <a:cxnLst/>
              <a:rect l="l" t="t" r="r" b="b"/>
              <a:pathLst>
                <a:path w="174" h="264" extrusionOk="0">
                  <a:moveTo>
                    <a:pt x="52" y="1"/>
                  </a:moveTo>
                  <a:cubicBezTo>
                    <a:pt x="37" y="1"/>
                    <a:pt x="19" y="5"/>
                    <a:pt x="0" y="13"/>
                  </a:cubicBezTo>
                  <a:lnTo>
                    <a:pt x="0" y="256"/>
                  </a:lnTo>
                  <a:lnTo>
                    <a:pt x="17" y="256"/>
                  </a:lnTo>
                  <a:cubicBezTo>
                    <a:pt x="31" y="256"/>
                    <a:pt x="43" y="264"/>
                    <a:pt x="54" y="264"/>
                  </a:cubicBezTo>
                  <a:cubicBezTo>
                    <a:pt x="60" y="264"/>
                    <a:pt x="65" y="262"/>
                    <a:pt x="71" y="256"/>
                  </a:cubicBezTo>
                  <a:cubicBezTo>
                    <a:pt x="104" y="256"/>
                    <a:pt x="141" y="219"/>
                    <a:pt x="157" y="186"/>
                  </a:cubicBezTo>
                  <a:cubicBezTo>
                    <a:pt x="174" y="137"/>
                    <a:pt x="157" y="83"/>
                    <a:pt x="141" y="50"/>
                  </a:cubicBezTo>
                  <a:cubicBezTo>
                    <a:pt x="120" y="34"/>
                    <a:pt x="104" y="13"/>
                    <a:pt x="87" y="13"/>
                  </a:cubicBezTo>
                  <a:cubicBezTo>
                    <a:pt x="79" y="5"/>
                    <a:pt x="66" y="1"/>
                    <a:pt x="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1" name="Google Shape;21141;p60"/>
            <p:cNvSpPr/>
            <p:nvPr/>
          </p:nvSpPr>
          <p:spPr>
            <a:xfrm>
              <a:off x="3796300" y="2437850"/>
              <a:ext cx="4350" cy="6425"/>
            </a:xfrm>
            <a:custGeom>
              <a:avLst/>
              <a:gdLst/>
              <a:ahLst/>
              <a:cxnLst/>
              <a:rect l="l" t="t" r="r" b="b"/>
              <a:pathLst>
                <a:path w="174" h="257" extrusionOk="0">
                  <a:moveTo>
                    <a:pt x="38" y="1"/>
                  </a:moveTo>
                  <a:cubicBezTo>
                    <a:pt x="17" y="1"/>
                    <a:pt x="17" y="1"/>
                    <a:pt x="0" y="17"/>
                  </a:cubicBezTo>
                  <a:lnTo>
                    <a:pt x="0" y="257"/>
                  </a:lnTo>
                  <a:lnTo>
                    <a:pt x="71" y="257"/>
                  </a:lnTo>
                  <a:cubicBezTo>
                    <a:pt x="104" y="257"/>
                    <a:pt x="120" y="240"/>
                    <a:pt x="141" y="207"/>
                  </a:cubicBezTo>
                  <a:cubicBezTo>
                    <a:pt x="157" y="170"/>
                    <a:pt x="174" y="137"/>
                    <a:pt x="157" y="104"/>
                  </a:cubicBezTo>
                  <a:cubicBezTo>
                    <a:pt x="157" y="67"/>
                    <a:pt x="141" y="50"/>
                    <a:pt x="120" y="34"/>
                  </a:cubicBezTo>
                  <a:cubicBezTo>
                    <a:pt x="104" y="17"/>
                    <a:pt x="104" y="17"/>
                    <a:pt x="87" y="17"/>
                  </a:cubicBezTo>
                  <a:cubicBezTo>
                    <a:pt x="71" y="1"/>
                    <a:pt x="54" y="1"/>
                    <a:pt x="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2" name="Google Shape;21142;p60"/>
            <p:cNvSpPr/>
            <p:nvPr/>
          </p:nvSpPr>
          <p:spPr>
            <a:xfrm>
              <a:off x="3796300" y="2387675"/>
              <a:ext cx="4350" cy="6725"/>
            </a:xfrm>
            <a:custGeom>
              <a:avLst/>
              <a:gdLst/>
              <a:ahLst/>
              <a:cxnLst/>
              <a:rect l="l" t="t" r="r" b="b"/>
              <a:pathLst>
                <a:path w="174" h="269" extrusionOk="0">
                  <a:moveTo>
                    <a:pt x="52" y="0"/>
                  </a:moveTo>
                  <a:cubicBezTo>
                    <a:pt x="37" y="0"/>
                    <a:pt x="19" y="4"/>
                    <a:pt x="0" y="12"/>
                  </a:cubicBezTo>
                  <a:lnTo>
                    <a:pt x="0" y="256"/>
                  </a:lnTo>
                  <a:lnTo>
                    <a:pt x="17" y="256"/>
                  </a:lnTo>
                  <a:cubicBezTo>
                    <a:pt x="31" y="264"/>
                    <a:pt x="47" y="269"/>
                    <a:pt x="62" y="269"/>
                  </a:cubicBezTo>
                  <a:cubicBezTo>
                    <a:pt x="104" y="269"/>
                    <a:pt x="145" y="237"/>
                    <a:pt x="157" y="186"/>
                  </a:cubicBezTo>
                  <a:cubicBezTo>
                    <a:pt x="174" y="115"/>
                    <a:pt x="157" y="33"/>
                    <a:pt x="87" y="12"/>
                  </a:cubicBezTo>
                  <a:cubicBezTo>
                    <a:pt x="79" y="4"/>
                    <a:pt x="66" y="0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3" name="Google Shape;21143;p60"/>
            <p:cNvSpPr/>
            <p:nvPr/>
          </p:nvSpPr>
          <p:spPr>
            <a:xfrm>
              <a:off x="4141600" y="2216750"/>
              <a:ext cx="6500" cy="6700"/>
            </a:xfrm>
            <a:custGeom>
              <a:avLst/>
              <a:gdLst/>
              <a:ahLst/>
              <a:cxnLst/>
              <a:rect l="l" t="t" r="r" b="b"/>
              <a:pathLst>
                <a:path w="260" h="268" extrusionOk="0">
                  <a:moveTo>
                    <a:pt x="122" y="1"/>
                  </a:moveTo>
                  <a:cubicBezTo>
                    <a:pt x="78" y="1"/>
                    <a:pt x="44" y="32"/>
                    <a:pt x="17" y="84"/>
                  </a:cubicBezTo>
                  <a:cubicBezTo>
                    <a:pt x="0" y="150"/>
                    <a:pt x="37" y="220"/>
                    <a:pt x="87" y="253"/>
                  </a:cubicBezTo>
                  <a:cubicBezTo>
                    <a:pt x="101" y="263"/>
                    <a:pt x="117" y="268"/>
                    <a:pt x="132" y="268"/>
                  </a:cubicBezTo>
                  <a:cubicBezTo>
                    <a:pt x="173" y="268"/>
                    <a:pt x="211" y="235"/>
                    <a:pt x="223" y="187"/>
                  </a:cubicBezTo>
                  <a:cubicBezTo>
                    <a:pt x="260" y="117"/>
                    <a:pt x="223" y="30"/>
                    <a:pt x="173" y="14"/>
                  </a:cubicBezTo>
                  <a:cubicBezTo>
                    <a:pt x="155" y="5"/>
                    <a:pt x="138" y="1"/>
                    <a:pt x="1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4" name="Google Shape;21144;p60"/>
            <p:cNvSpPr/>
            <p:nvPr/>
          </p:nvSpPr>
          <p:spPr>
            <a:xfrm>
              <a:off x="3806200" y="2356325"/>
              <a:ext cx="5575" cy="6825"/>
            </a:xfrm>
            <a:custGeom>
              <a:avLst/>
              <a:gdLst/>
              <a:ahLst/>
              <a:cxnLst/>
              <a:rect l="l" t="t" r="r" b="b"/>
              <a:pathLst>
                <a:path w="223" h="273" extrusionOk="0">
                  <a:moveTo>
                    <a:pt x="112" y="1"/>
                  </a:moveTo>
                  <a:cubicBezTo>
                    <a:pt x="103" y="1"/>
                    <a:pt x="95" y="5"/>
                    <a:pt x="87" y="13"/>
                  </a:cubicBezTo>
                  <a:cubicBezTo>
                    <a:pt x="54" y="13"/>
                    <a:pt x="33" y="30"/>
                    <a:pt x="17" y="67"/>
                  </a:cubicBezTo>
                  <a:cubicBezTo>
                    <a:pt x="0" y="83"/>
                    <a:pt x="0" y="116"/>
                    <a:pt x="0" y="153"/>
                  </a:cubicBezTo>
                  <a:cubicBezTo>
                    <a:pt x="0" y="186"/>
                    <a:pt x="17" y="219"/>
                    <a:pt x="33" y="236"/>
                  </a:cubicBezTo>
                  <a:cubicBezTo>
                    <a:pt x="70" y="256"/>
                    <a:pt x="87" y="273"/>
                    <a:pt x="120" y="273"/>
                  </a:cubicBezTo>
                  <a:cubicBezTo>
                    <a:pt x="190" y="256"/>
                    <a:pt x="223" y="186"/>
                    <a:pt x="206" y="116"/>
                  </a:cubicBezTo>
                  <a:cubicBezTo>
                    <a:pt x="206" y="83"/>
                    <a:pt x="190" y="50"/>
                    <a:pt x="173" y="30"/>
                  </a:cubicBezTo>
                  <a:cubicBezTo>
                    <a:pt x="157" y="30"/>
                    <a:pt x="157" y="13"/>
                    <a:pt x="136" y="13"/>
                  </a:cubicBezTo>
                  <a:cubicBezTo>
                    <a:pt x="128" y="5"/>
                    <a:pt x="120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5" name="Google Shape;21145;p60"/>
            <p:cNvSpPr/>
            <p:nvPr/>
          </p:nvSpPr>
          <p:spPr>
            <a:xfrm>
              <a:off x="3798875" y="2373025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41" y="1"/>
                  </a:moveTo>
                  <a:cubicBezTo>
                    <a:pt x="104" y="1"/>
                    <a:pt x="87" y="1"/>
                    <a:pt x="54" y="17"/>
                  </a:cubicBezTo>
                  <a:cubicBezTo>
                    <a:pt x="17" y="67"/>
                    <a:pt x="1" y="153"/>
                    <a:pt x="38" y="207"/>
                  </a:cubicBezTo>
                  <a:cubicBezTo>
                    <a:pt x="54" y="240"/>
                    <a:pt x="87" y="256"/>
                    <a:pt x="120" y="256"/>
                  </a:cubicBezTo>
                  <a:cubicBezTo>
                    <a:pt x="141" y="256"/>
                    <a:pt x="174" y="256"/>
                    <a:pt x="190" y="223"/>
                  </a:cubicBezTo>
                  <a:cubicBezTo>
                    <a:pt x="223" y="207"/>
                    <a:pt x="244" y="170"/>
                    <a:pt x="244" y="137"/>
                  </a:cubicBezTo>
                  <a:cubicBezTo>
                    <a:pt x="244" y="104"/>
                    <a:pt x="223" y="67"/>
                    <a:pt x="207" y="50"/>
                  </a:cubicBezTo>
                  <a:cubicBezTo>
                    <a:pt x="207" y="34"/>
                    <a:pt x="190" y="17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6" name="Google Shape;21146;p60"/>
            <p:cNvSpPr/>
            <p:nvPr/>
          </p:nvSpPr>
          <p:spPr>
            <a:xfrm>
              <a:off x="3796300" y="2358800"/>
              <a:ext cx="950" cy="4350"/>
            </a:xfrm>
            <a:custGeom>
              <a:avLst/>
              <a:gdLst/>
              <a:ahLst/>
              <a:cxnLst/>
              <a:rect l="l" t="t" r="r" b="b"/>
              <a:pathLst>
                <a:path w="38" h="174" extrusionOk="0">
                  <a:moveTo>
                    <a:pt x="0" y="1"/>
                  </a:moveTo>
                  <a:lnTo>
                    <a:pt x="0" y="174"/>
                  </a:lnTo>
                  <a:cubicBezTo>
                    <a:pt x="17" y="157"/>
                    <a:pt x="17" y="157"/>
                    <a:pt x="17" y="137"/>
                  </a:cubicBezTo>
                  <a:cubicBezTo>
                    <a:pt x="38" y="87"/>
                    <a:pt x="38" y="3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7" name="Google Shape;21147;p60"/>
            <p:cNvSpPr/>
            <p:nvPr/>
          </p:nvSpPr>
          <p:spPr>
            <a:xfrm>
              <a:off x="3796300" y="242240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04" y="0"/>
                  </a:moveTo>
                  <a:cubicBezTo>
                    <a:pt x="54" y="17"/>
                    <a:pt x="17" y="50"/>
                    <a:pt x="0" y="104"/>
                  </a:cubicBezTo>
                  <a:lnTo>
                    <a:pt x="0" y="170"/>
                  </a:lnTo>
                  <a:cubicBezTo>
                    <a:pt x="15" y="216"/>
                    <a:pt x="57" y="259"/>
                    <a:pt x="114" y="259"/>
                  </a:cubicBezTo>
                  <a:cubicBezTo>
                    <a:pt x="122" y="259"/>
                    <a:pt x="131" y="258"/>
                    <a:pt x="141" y="256"/>
                  </a:cubicBezTo>
                  <a:cubicBezTo>
                    <a:pt x="157" y="256"/>
                    <a:pt x="190" y="240"/>
                    <a:pt x="207" y="207"/>
                  </a:cubicBezTo>
                  <a:cubicBezTo>
                    <a:pt x="223" y="190"/>
                    <a:pt x="223" y="153"/>
                    <a:pt x="223" y="120"/>
                  </a:cubicBezTo>
                  <a:cubicBezTo>
                    <a:pt x="223" y="87"/>
                    <a:pt x="207" y="50"/>
                    <a:pt x="174" y="33"/>
                  </a:cubicBezTo>
                  <a:cubicBezTo>
                    <a:pt x="174" y="17"/>
                    <a:pt x="157" y="17"/>
                    <a:pt x="157" y="17"/>
                  </a:cubicBezTo>
                  <a:cubicBezTo>
                    <a:pt x="141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8" name="Google Shape;21148;p60"/>
            <p:cNvSpPr/>
            <p:nvPr/>
          </p:nvSpPr>
          <p:spPr>
            <a:xfrm>
              <a:off x="3796300" y="2311600"/>
              <a:ext cx="2200" cy="6000"/>
            </a:xfrm>
            <a:custGeom>
              <a:avLst/>
              <a:gdLst/>
              <a:ahLst/>
              <a:cxnLst/>
              <a:rect l="l" t="t" r="r" b="b"/>
              <a:pathLst>
                <a:path w="88" h="240" extrusionOk="0">
                  <a:moveTo>
                    <a:pt x="0" y="0"/>
                  </a:moveTo>
                  <a:lnTo>
                    <a:pt x="0" y="239"/>
                  </a:lnTo>
                  <a:cubicBezTo>
                    <a:pt x="54" y="223"/>
                    <a:pt x="87" y="169"/>
                    <a:pt x="87" y="103"/>
                  </a:cubicBezTo>
                  <a:cubicBezTo>
                    <a:pt x="71" y="66"/>
                    <a:pt x="71" y="33"/>
                    <a:pt x="38" y="17"/>
                  </a:cubicBezTo>
                  <a:lnTo>
                    <a:pt x="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9" name="Google Shape;21149;p60"/>
            <p:cNvSpPr/>
            <p:nvPr/>
          </p:nvSpPr>
          <p:spPr>
            <a:xfrm>
              <a:off x="4074600" y="243137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3" y="0"/>
                  </a:moveTo>
                  <a:cubicBezTo>
                    <a:pt x="54" y="17"/>
                    <a:pt x="0" y="70"/>
                    <a:pt x="17" y="157"/>
                  </a:cubicBezTo>
                  <a:cubicBezTo>
                    <a:pt x="17" y="190"/>
                    <a:pt x="37" y="206"/>
                    <a:pt x="54" y="243"/>
                  </a:cubicBezTo>
                  <a:cubicBezTo>
                    <a:pt x="87" y="260"/>
                    <a:pt x="103" y="260"/>
                    <a:pt x="141" y="260"/>
                  </a:cubicBezTo>
                  <a:cubicBezTo>
                    <a:pt x="190" y="243"/>
                    <a:pt x="244" y="173"/>
                    <a:pt x="223" y="103"/>
                  </a:cubicBezTo>
                  <a:cubicBezTo>
                    <a:pt x="223" y="70"/>
                    <a:pt x="206" y="37"/>
                    <a:pt x="190" y="17"/>
                  </a:cubicBezTo>
                  <a:cubicBezTo>
                    <a:pt x="173" y="17"/>
                    <a:pt x="173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0" name="Google Shape;21150;p60"/>
            <p:cNvSpPr/>
            <p:nvPr/>
          </p:nvSpPr>
          <p:spPr>
            <a:xfrm>
              <a:off x="4102125" y="230212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3" y="0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7" y="190"/>
                    <a:pt x="17" y="206"/>
                    <a:pt x="50" y="239"/>
                  </a:cubicBezTo>
                  <a:cubicBezTo>
                    <a:pt x="70" y="260"/>
                    <a:pt x="103" y="260"/>
                    <a:pt x="136" y="260"/>
                  </a:cubicBezTo>
                  <a:cubicBezTo>
                    <a:pt x="190" y="239"/>
                    <a:pt x="239" y="173"/>
                    <a:pt x="223" y="103"/>
                  </a:cubicBezTo>
                  <a:cubicBezTo>
                    <a:pt x="223" y="70"/>
                    <a:pt x="206" y="54"/>
                    <a:pt x="173" y="17"/>
                  </a:cubicBezTo>
                  <a:cubicBezTo>
                    <a:pt x="173" y="17"/>
                    <a:pt x="153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1" name="Google Shape;21151;p60"/>
            <p:cNvSpPr/>
            <p:nvPr/>
          </p:nvSpPr>
          <p:spPr>
            <a:xfrm>
              <a:off x="4041500" y="2408575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04" y="1"/>
                  </a:moveTo>
                  <a:cubicBezTo>
                    <a:pt x="54" y="22"/>
                    <a:pt x="1" y="88"/>
                    <a:pt x="21" y="158"/>
                  </a:cubicBezTo>
                  <a:cubicBezTo>
                    <a:pt x="21" y="191"/>
                    <a:pt x="38" y="228"/>
                    <a:pt x="54" y="244"/>
                  </a:cubicBezTo>
                  <a:cubicBezTo>
                    <a:pt x="87" y="261"/>
                    <a:pt x="125" y="261"/>
                    <a:pt x="141" y="261"/>
                  </a:cubicBezTo>
                  <a:cubicBezTo>
                    <a:pt x="207" y="261"/>
                    <a:pt x="244" y="191"/>
                    <a:pt x="244" y="125"/>
                  </a:cubicBezTo>
                  <a:cubicBezTo>
                    <a:pt x="228" y="71"/>
                    <a:pt x="207" y="55"/>
                    <a:pt x="191" y="38"/>
                  </a:cubicBezTo>
                  <a:cubicBezTo>
                    <a:pt x="191" y="22"/>
                    <a:pt x="174" y="22"/>
                    <a:pt x="174" y="22"/>
                  </a:cubicBezTo>
                  <a:cubicBezTo>
                    <a:pt x="141" y="1"/>
                    <a:pt x="125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2" name="Google Shape;21152;p60"/>
            <p:cNvSpPr/>
            <p:nvPr/>
          </p:nvSpPr>
          <p:spPr>
            <a:xfrm>
              <a:off x="3817325" y="2400450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04" y="0"/>
                  </a:moveTo>
                  <a:cubicBezTo>
                    <a:pt x="38" y="17"/>
                    <a:pt x="1" y="87"/>
                    <a:pt x="1" y="157"/>
                  </a:cubicBezTo>
                  <a:cubicBezTo>
                    <a:pt x="21" y="190"/>
                    <a:pt x="38" y="223"/>
                    <a:pt x="54" y="244"/>
                  </a:cubicBezTo>
                  <a:cubicBezTo>
                    <a:pt x="66" y="255"/>
                    <a:pt x="86" y="267"/>
                    <a:pt x="110" y="267"/>
                  </a:cubicBezTo>
                  <a:cubicBezTo>
                    <a:pt x="119" y="267"/>
                    <a:pt x="130" y="265"/>
                    <a:pt x="141" y="260"/>
                  </a:cubicBezTo>
                  <a:cubicBezTo>
                    <a:pt x="190" y="260"/>
                    <a:pt x="244" y="190"/>
                    <a:pt x="227" y="120"/>
                  </a:cubicBezTo>
                  <a:cubicBezTo>
                    <a:pt x="227" y="87"/>
                    <a:pt x="207" y="54"/>
                    <a:pt x="190" y="37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0"/>
                    <a:pt x="124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3" name="Google Shape;21153;p60"/>
            <p:cNvSpPr/>
            <p:nvPr/>
          </p:nvSpPr>
          <p:spPr>
            <a:xfrm>
              <a:off x="3855575" y="2425950"/>
              <a:ext cx="5175" cy="6375"/>
            </a:xfrm>
            <a:custGeom>
              <a:avLst/>
              <a:gdLst/>
              <a:ahLst/>
              <a:cxnLst/>
              <a:rect l="l" t="t" r="r" b="b"/>
              <a:pathLst>
                <a:path w="207" h="255" extrusionOk="0">
                  <a:moveTo>
                    <a:pt x="113" y="0"/>
                  </a:moveTo>
                  <a:cubicBezTo>
                    <a:pt x="92" y="0"/>
                    <a:pt x="73" y="8"/>
                    <a:pt x="54" y="28"/>
                  </a:cubicBezTo>
                  <a:cubicBezTo>
                    <a:pt x="37" y="28"/>
                    <a:pt x="17" y="65"/>
                    <a:pt x="0" y="81"/>
                  </a:cubicBezTo>
                  <a:lnTo>
                    <a:pt x="0" y="168"/>
                  </a:lnTo>
                  <a:cubicBezTo>
                    <a:pt x="17" y="201"/>
                    <a:pt x="37" y="234"/>
                    <a:pt x="70" y="254"/>
                  </a:cubicBezTo>
                  <a:cubicBezTo>
                    <a:pt x="120" y="201"/>
                    <a:pt x="157" y="151"/>
                    <a:pt x="206" y="81"/>
                  </a:cubicBezTo>
                  <a:cubicBezTo>
                    <a:pt x="206" y="48"/>
                    <a:pt x="173" y="28"/>
                    <a:pt x="157" y="11"/>
                  </a:cubicBezTo>
                  <a:cubicBezTo>
                    <a:pt x="141" y="4"/>
                    <a:pt x="127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4" name="Google Shape;21154;p60"/>
            <p:cNvSpPr/>
            <p:nvPr/>
          </p:nvSpPr>
          <p:spPr>
            <a:xfrm>
              <a:off x="3809600" y="24335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1" y="1"/>
                  </a:moveTo>
                  <a:cubicBezTo>
                    <a:pt x="103" y="1"/>
                    <a:pt x="70" y="1"/>
                    <a:pt x="54" y="34"/>
                  </a:cubicBezTo>
                  <a:cubicBezTo>
                    <a:pt x="0" y="71"/>
                    <a:pt x="0" y="157"/>
                    <a:pt x="37" y="207"/>
                  </a:cubicBezTo>
                  <a:cubicBezTo>
                    <a:pt x="54" y="240"/>
                    <a:pt x="87" y="260"/>
                    <a:pt x="103" y="260"/>
                  </a:cubicBezTo>
                  <a:cubicBezTo>
                    <a:pt x="141" y="260"/>
                    <a:pt x="174" y="260"/>
                    <a:pt x="190" y="223"/>
                  </a:cubicBezTo>
                  <a:cubicBezTo>
                    <a:pt x="244" y="190"/>
                    <a:pt x="244" y="104"/>
                    <a:pt x="206" y="54"/>
                  </a:cubicBezTo>
                  <a:cubicBezTo>
                    <a:pt x="190" y="34"/>
                    <a:pt x="174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5" name="Google Shape;21155;p60"/>
            <p:cNvSpPr/>
            <p:nvPr/>
          </p:nvSpPr>
          <p:spPr>
            <a:xfrm>
              <a:off x="3815275" y="2293400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23" y="0"/>
                  </a:moveTo>
                  <a:cubicBezTo>
                    <a:pt x="98" y="0"/>
                    <a:pt x="73" y="12"/>
                    <a:pt x="50" y="23"/>
                  </a:cubicBezTo>
                  <a:cubicBezTo>
                    <a:pt x="33" y="40"/>
                    <a:pt x="17" y="56"/>
                    <a:pt x="0" y="93"/>
                  </a:cubicBezTo>
                  <a:lnTo>
                    <a:pt x="0" y="176"/>
                  </a:lnTo>
                  <a:cubicBezTo>
                    <a:pt x="17" y="213"/>
                    <a:pt x="33" y="246"/>
                    <a:pt x="66" y="246"/>
                  </a:cubicBezTo>
                  <a:cubicBezTo>
                    <a:pt x="80" y="255"/>
                    <a:pt x="95" y="259"/>
                    <a:pt x="110" y="259"/>
                  </a:cubicBezTo>
                  <a:cubicBezTo>
                    <a:pt x="151" y="259"/>
                    <a:pt x="191" y="227"/>
                    <a:pt x="206" y="176"/>
                  </a:cubicBezTo>
                  <a:cubicBezTo>
                    <a:pt x="239" y="110"/>
                    <a:pt x="206" y="40"/>
                    <a:pt x="153" y="7"/>
                  </a:cubicBezTo>
                  <a:cubicBezTo>
                    <a:pt x="143" y="2"/>
                    <a:pt x="133" y="0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6" name="Google Shape;21156;p60"/>
            <p:cNvSpPr/>
            <p:nvPr/>
          </p:nvSpPr>
          <p:spPr>
            <a:xfrm>
              <a:off x="3810925" y="2465575"/>
              <a:ext cx="6025" cy="6625"/>
            </a:xfrm>
            <a:custGeom>
              <a:avLst/>
              <a:gdLst/>
              <a:ahLst/>
              <a:cxnLst/>
              <a:rect l="l" t="t" r="r" b="b"/>
              <a:pathLst>
                <a:path w="241" h="265" extrusionOk="0">
                  <a:moveTo>
                    <a:pt x="121" y="0"/>
                  </a:moveTo>
                  <a:cubicBezTo>
                    <a:pt x="115" y="0"/>
                    <a:pt x="110" y="2"/>
                    <a:pt x="104" y="9"/>
                  </a:cubicBezTo>
                  <a:cubicBezTo>
                    <a:pt x="71" y="9"/>
                    <a:pt x="50" y="26"/>
                    <a:pt x="34" y="59"/>
                  </a:cubicBezTo>
                  <a:cubicBezTo>
                    <a:pt x="17" y="75"/>
                    <a:pt x="1" y="112"/>
                    <a:pt x="17" y="145"/>
                  </a:cubicBezTo>
                  <a:cubicBezTo>
                    <a:pt x="17" y="178"/>
                    <a:pt x="34" y="215"/>
                    <a:pt x="50" y="232"/>
                  </a:cubicBezTo>
                  <a:cubicBezTo>
                    <a:pt x="88" y="248"/>
                    <a:pt x="104" y="265"/>
                    <a:pt x="137" y="265"/>
                  </a:cubicBezTo>
                  <a:cubicBezTo>
                    <a:pt x="207" y="248"/>
                    <a:pt x="240" y="178"/>
                    <a:pt x="224" y="112"/>
                  </a:cubicBezTo>
                  <a:cubicBezTo>
                    <a:pt x="224" y="75"/>
                    <a:pt x="207" y="42"/>
                    <a:pt x="191" y="26"/>
                  </a:cubicBezTo>
                  <a:cubicBezTo>
                    <a:pt x="174" y="26"/>
                    <a:pt x="174" y="9"/>
                    <a:pt x="153" y="9"/>
                  </a:cubicBezTo>
                  <a:cubicBezTo>
                    <a:pt x="142" y="9"/>
                    <a:pt x="132" y="0"/>
                    <a:pt x="1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7" name="Google Shape;21157;p60"/>
            <p:cNvSpPr/>
            <p:nvPr/>
          </p:nvSpPr>
          <p:spPr>
            <a:xfrm>
              <a:off x="3811750" y="2369925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4" y="1"/>
                  </a:moveTo>
                  <a:cubicBezTo>
                    <a:pt x="71" y="1"/>
                    <a:pt x="55" y="22"/>
                    <a:pt x="38" y="38"/>
                  </a:cubicBezTo>
                  <a:cubicBezTo>
                    <a:pt x="17" y="71"/>
                    <a:pt x="1" y="104"/>
                    <a:pt x="1" y="158"/>
                  </a:cubicBezTo>
                  <a:cubicBezTo>
                    <a:pt x="1" y="191"/>
                    <a:pt x="17" y="228"/>
                    <a:pt x="55" y="244"/>
                  </a:cubicBezTo>
                  <a:cubicBezTo>
                    <a:pt x="71" y="261"/>
                    <a:pt x="104" y="261"/>
                    <a:pt x="141" y="261"/>
                  </a:cubicBezTo>
                  <a:cubicBezTo>
                    <a:pt x="191" y="261"/>
                    <a:pt x="224" y="191"/>
                    <a:pt x="224" y="125"/>
                  </a:cubicBezTo>
                  <a:lnTo>
                    <a:pt x="224" y="104"/>
                  </a:lnTo>
                  <a:cubicBezTo>
                    <a:pt x="224" y="71"/>
                    <a:pt x="191" y="38"/>
                    <a:pt x="158" y="22"/>
                  </a:cubicBezTo>
                  <a:cubicBezTo>
                    <a:pt x="141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8" name="Google Shape;21158;p60"/>
            <p:cNvSpPr/>
            <p:nvPr/>
          </p:nvSpPr>
          <p:spPr>
            <a:xfrm>
              <a:off x="3814750" y="2325725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24" y="0"/>
                  </a:moveTo>
                  <a:cubicBezTo>
                    <a:pt x="87" y="0"/>
                    <a:pt x="71" y="17"/>
                    <a:pt x="38" y="37"/>
                  </a:cubicBezTo>
                  <a:cubicBezTo>
                    <a:pt x="21" y="54"/>
                    <a:pt x="0" y="87"/>
                    <a:pt x="0" y="120"/>
                  </a:cubicBezTo>
                  <a:cubicBezTo>
                    <a:pt x="0" y="157"/>
                    <a:pt x="0" y="190"/>
                    <a:pt x="21" y="223"/>
                  </a:cubicBezTo>
                  <a:cubicBezTo>
                    <a:pt x="38" y="243"/>
                    <a:pt x="71" y="260"/>
                    <a:pt x="104" y="260"/>
                  </a:cubicBezTo>
                  <a:cubicBezTo>
                    <a:pt x="110" y="265"/>
                    <a:pt x="117" y="267"/>
                    <a:pt x="124" y="267"/>
                  </a:cubicBezTo>
                  <a:cubicBezTo>
                    <a:pt x="142" y="267"/>
                    <a:pt x="162" y="255"/>
                    <a:pt x="174" y="243"/>
                  </a:cubicBezTo>
                  <a:cubicBezTo>
                    <a:pt x="227" y="190"/>
                    <a:pt x="244" y="103"/>
                    <a:pt x="190" y="54"/>
                  </a:cubicBezTo>
                  <a:cubicBezTo>
                    <a:pt x="190" y="37"/>
                    <a:pt x="174" y="17"/>
                    <a:pt x="157" y="17"/>
                  </a:cubicBezTo>
                  <a:cubicBezTo>
                    <a:pt x="141" y="17"/>
                    <a:pt x="141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9" name="Google Shape;21159;p60"/>
            <p:cNvSpPr/>
            <p:nvPr/>
          </p:nvSpPr>
          <p:spPr>
            <a:xfrm>
              <a:off x="3813925" y="2245825"/>
              <a:ext cx="6000" cy="6950"/>
            </a:xfrm>
            <a:custGeom>
              <a:avLst/>
              <a:gdLst/>
              <a:ahLst/>
              <a:cxnLst/>
              <a:rect l="l" t="t" r="r" b="b"/>
              <a:pathLst>
                <a:path w="240" h="278" extrusionOk="0">
                  <a:moveTo>
                    <a:pt x="137" y="1"/>
                  </a:moveTo>
                  <a:cubicBezTo>
                    <a:pt x="120" y="1"/>
                    <a:pt x="87" y="17"/>
                    <a:pt x="71" y="38"/>
                  </a:cubicBezTo>
                  <a:cubicBezTo>
                    <a:pt x="17" y="88"/>
                    <a:pt x="1" y="174"/>
                    <a:pt x="54" y="224"/>
                  </a:cubicBezTo>
                  <a:cubicBezTo>
                    <a:pt x="71" y="244"/>
                    <a:pt x="87" y="261"/>
                    <a:pt x="120" y="277"/>
                  </a:cubicBezTo>
                  <a:cubicBezTo>
                    <a:pt x="157" y="277"/>
                    <a:pt x="174" y="261"/>
                    <a:pt x="207" y="244"/>
                  </a:cubicBezTo>
                  <a:cubicBezTo>
                    <a:pt x="223" y="224"/>
                    <a:pt x="240" y="191"/>
                    <a:pt x="240" y="158"/>
                  </a:cubicBezTo>
                  <a:cubicBezTo>
                    <a:pt x="240" y="121"/>
                    <a:pt x="240" y="88"/>
                    <a:pt x="223" y="55"/>
                  </a:cubicBezTo>
                  <a:cubicBezTo>
                    <a:pt x="207" y="38"/>
                    <a:pt x="190" y="17"/>
                    <a:pt x="174" y="17"/>
                  </a:cubicBezTo>
                  <a:cubicBezTo>
                    <a:pt x="157" y="17"/>
                    <a:pt x="157" y="17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0" name="Google Shape;21160;p60"/>
            <p:cNvSpPr/>
            <p:nvPr/>
          </p:nvSpPr>
          <p:spPr>
            <a:xfrm>
              <a:off x="3844425" y="2412925"/>
              <a:ext cx="6025" cy="6675"/>
            </a:xfrm>
            <a:custGeom>
              <a:avLst/>
              <a:gdLst/>
              <a:ahLst/>
              <a:cxnLst/>
              <a:rect l="l" t="t" r="r" b="b"/>
              <a:pathLst>
                <a:path w="241" h="267" extrusionOk="0">
                  <a:moveTo>
                    <a:pt x="104" y="0"/>
                  </a:moveTo>
                  <a:cubicBezTo>
                    <a:pt x="50" y="17"/>
                    <a:pt x="1" y="87"/>
                    <a:pt x="17" y="157"/>
                  </a:cubicBezTo>
                  <a:cubicBezTo>
                    <a:pt x="17" y="190"/>
                    <a:pt x="34" y="223"/>
                    <a:pt x="71" y="239"/>
                  </a:cubicBezTo>
                  <a:cubicBezTo>
                    <a:pt x="83" y="254"/>
                    <a:pt x="103" y="267"/>
                    <a:pt x="120" y="267"/>
                  </a:cubicBezTo>
                  <a:cubicBezTo>
                    <a:pt x="126" y="267"/>
                    <a:pt x="132" y="265"/>
                    <a:pt x="137" y="260"/>
                  </a:cubicBezTo>
                  <a:cubicBezTo>
                    <a:pt x="207" y="260"/>
                    <a:pt x="240" y="190"/>
                    <a:pt x="240" y="120"/>
                  </a:cubicBezTo>
                  <a:cubicBezTo>
                    <a:pt x="240" y="87"/>
                    <a:pt x="224" y="54"/>
                    <a:pt x="191" y="33"/>
                  </a:cubicBezTo>
                  <a:cubicBezTo>
                    <a:pt x="191" y="17"/>
                    <a:pt x="174" y="17"/>
                    <a:pt x="174" y="17"/>
                  </a:cubicBezTo>
                  <a:cubicBezTo>
                    <a:pt x="153" y="0"/>
                    <a:pt x="137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1" name="Google Shape;21161;p60"/>
            <p:cNvSpPr/>
            <p:nvPr/>
          </p:nvSpPr>
          <p:spPr>
            <a:xfrm>
              <a:off x="3800225" y="232650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32" y="0"/>
                  </a:moveTo>
                  <a:cubicBezTo>
                    <a:pt x="83" y="0"/>
                    <a:pt x="43" y="32"/>
                    <a:pt x="17" y="72"/>
                  </a:cubicBezTo>
                  <a:cubicBezTo>
                    <a:pt x="0" y="142"/>
                    <a:pt x="33" y="229"/>
                    <a:pt x="87" y="245"/>
                  </a:cubicBezTo>
                  <a:cubicBezTo>
                    <a:pt x="103" y="262"/>
                    <a:pt x="120" y="262"/>
                    <a:pt x="136" y="262"/>
                  </a:cubicBezTo>
                  <a:cubicBezTo>
                    <a:pt x="169" y="245"/>
                    <a:pt x="206" y="229"/>
                    <a:pt x="223" y="175"/>
                  </a:cubicBezTo>
                  <a:cubicBezTo>
                    <a:pt x="239" y="126"/>
                    <a:pt x="239" y="72"/>
                    <a:pt x="206" y="39"/>
                  </a:cubicBezTo>
                  <a:cubicBezTo>
                    <a:pt x="206" y="23"/>
                    <a:pt x="190" y="23"/>
                    <a:pt x="169" y="6"/>
                  </a:cubicBezTo>
                  <a:cubicBezTo>
                    <a:pt x="156" y="2"/>
                    <a:pt x="144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2" name="Google Shape;21162;p60"/>
            <p:cNvSpPr/>
            <p:nvPr/>
          </p:nvSpPr>
          <p:spPr>
            <a:xfrm>
              <a:off x="3810100" y="2417250"/>
              <a:ext cx="6025" cy="6575"/>
            </a:xfrm>
            <a:custGeom>
              <a:avLst/>
              <a:gdLst/>
              <a:ahLst/>
              <a:cxnLst/>
              <a:rect l="l" t="t" r="r" b="b"/>
              <a:pathLst>
                <a:path w="241" h="263" extrusionOk="0">
                  <a:moveTo>
                    <a:pt x="104" y="0"/>
                  </a:moveTo>
                  <a:cubicBezTo>
                    <a:pt x="34" y="17"/>
                    <a:pt x="1" y="87"/>
                    <a:pt x="1" y="153"/>
                  </a:cubicBezTo>
                  <a:cubicBezTo>
                    <a:pt x="17" y="190"/>
                    <a:pt x="17" y="223"/>
                    <a:pt x="50" y="239"/>
                  </a:cubicBezTo>
                  <a:cubicBezTo>
                    <a:pt x="62" y="251"/>
                    <a:pt x="84" y="263"/>
                    <a:pt x="108" y="263"/>
                  </a:cubicBezTo>
                  <a:cubicBezTo>
                    <a:pt x="117" y="263"/>
                    <a:pt x="127" y="261"/>
                    <a:pt x="137" y="256"/>
                  </a:cubicBezTo>
                  <a:cubicBezTo>
                    <a:pt x="186" y="256"/>
                    <a:pt x="240" y="190"/>
                    <a:pt x="224" y="120"/>
                  </a:cubicBezTo>
                  <a:cubicBezTo>
                    <a:pt x="224" y="87"/>
                    <a:pt x="207" y="50"/>
                    <a:pt x="170" y="33"/>
                  </a:cubicBezTo>
                  <a:cubicBezTo>
                    <a:pt x="170" y="17"/>
                    <a:pt x="170" y="17"/>
                    <a:pt x="154" y="17"/>
                  </a:cubicBezTo>
                  <a:cubicBezTo>
                    <a:pt x="137" y="0"/>
                    <a:pt x="121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3" name="Google Shape;21163;p60"/>
            <p:cNvSpPr/>
            <p:nvPr/>
          </p:nvSpPr>
          <p:spPr>
            <a:xfrm>
              <a:off x="3809600" y="2386825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22" y="1"/>
                  </a:moveTo>
                  <a:cubicBezTo>
                    <a:pt x="78" y="1"/>
                    <a:pt x="45" y="32"/>
                    <a:pt x="21" y="84"/>
                  </a:cubicBezTo>
                  <a:cubicBezTo>
                    <a:pt x="0" y="149"/>
                    <a:pt x="37" y="220"/>
                    <a:pt x="87" y="253"/>
                  </a:cubicBezTo>
                  <a:cubicBezTo>
                    <a:pt x="97" y="256"/>
                    <a:pt x="107" y="258"/>
                    <a:pt x="118" y="258"/>
                  </a:cubicBezTo>
                  <a:cubicBezTo>
                    <a:pt x="164" y="258"/>
                    <a:pt x="210" y="224"/>
                    <a:pt x="227" y="170"/>
                  </a:cubicBezTo>
                  <a:cubicBezTo>
                    <a:pt x="260" y="117"/>
                    <a:pt x="227" y="30"/>
                    <a:pt x="174" y="13"/>
                  </a:cubicBezTo>
                  <a:cubicBezTo>
                    <a:pt x="155" y="5"/>
                    <a:pt x="138" y="1"/>
                    <a:pt x="1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4" name="Google Shape;21164;p60"/>
            <p:cNvSpPr/>
            <p:nvPr/>
          </p:nvSpPr>
          <p:spPr>
            <a:xfrm>
              <a:off x="4105100" y="22553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7" y="0"/>
                  </a:moveTo>
                  <a:cubicBezTo>
                    <a:pt x="120" y="0"/>
                    <a:pt x="87" y="0"/>
                    <a:pt x="71" y="17"/>
                  </a:cubicBezTo>
                  <a:cubicBezTo>
                    <a:pt x="17" y="70"/>
                    <a:pt x="1" y="153"/>
                    <a:pt x="54" y="206"/>
                  </a:cubicBezTo>
                  <a:cubicBezTo>
                    <a:pt x="71" y="239"/>
                    <a:pt x="87" y="256"/>
                    <a:pt x="120" y="256"/>
                  </a:cubicBezTo>
                  <a:cubicBezTo>
                    <a:pt x="157" y="256"/>
                    <a:pt x="174" y="256"/>
                    <a:pt x="207" y="223"/>
                  </a:cubicBezTo>
                  <a:cubicBezTo>
                    <a:pt x="223" y="206"/>
                    <a:pt x="240" y="173"/>
                    <a:pt x="240" y="136"/>
                  </a:cubicBezTo>
                  <a:cubicBezTo>
                    <a:pt x="240" y="103"/>
                    <a:pt x="240" y="70"/>
                    <a:pt x="223" y="50"/>
                  </a:cubicBezTo>
                  <a:cubicBezTo>
                    <a:pt x="207" y="33"/>
                    <a:pt x="190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5" name="Google Shape;21165;p60"/>
            <p:cNvSpPr/>
            <p:nvPr/>
          </p:nvSpPr>
          <p:spPr>
            <a:xfrm>
              <a:off x="3802375" y="2402500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35" y="1"/>
                  </a:moveTo>
                  <a:cubicBezTo>
                    <a:pt x="81" y="1"/>
                    <a:pt x="31" y="31"/>
                    <a:pt x="17" y="75"/>
                  </a:cubicBezTo>
                  <a:cubicBezTo>
                    <a:pt x="1" y="141"/>
                    <a:pt x="34" y="228"/>
                    <a:pt x="83" y="244"/>
                  </a:cubicBezTo>
                  <a:cubicBezTo>
                    <a:pt x="98" y="254"/>
                    <a:pt x="114" y="259"/>
                    <a:pt x="129" y="259"/>
                  </a:cubicBezTo>
                  <a:cubicBezTo>
                    <a:pt x="171" y="259"/>
                    <a:pt x="211" y="226"/>
                    <a:pt x="223" y="178"/>
                  </a:cubicBezTo>
                  <a:cubicBezTo>
                    <a:pt x="240" y="108"/>
                    <a:pt x="223" y="38"/>
                    <a:pt x="170" y="5"/>
                  </a:cubicBezTo>
                  <a:cubicBezTo>
                    <a:pt x="158" y="2"/>
                    <a:pt x="146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6" name="Google Shape;21166;p60"/>
            <p:cNvSpPr/>
            <p:nvPr/>
          </p:nvSpPr>
          <p:spPr>
            <a:xfrm>
              <a:off x="3803200" y="24503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34" y="17"/>
                    <a:pt x="1" y="67"/>
                    <a:pt x="17" y="153"/>
                  </a:cubicBezTo>
                  <a:cubicBezTo>
                    <a:pt x="17" y="186"/>
                    <a:pt x="34" y="207"/>
                    <a:pt x="50" y="223"/>
                  </a:cubicBezTo>
                  <a:cubicBezTo>
                    <a:pt x="71" y="256"/>
                    <a:pt x="104" y="256"/>
                    <a:pt x="137" y="256"/>
                  </a:cubicBezTo>
                  <a:cubicBezTo>
                    <a:pt x="174" y="256"/>
                    <a:pt x="190" y="223"/>
                    <a:pt x="207" y="207"/>
                  </a:cubicBezTo>
                  <a:cubicBezTo>
                    <a:pt x="223" y="170"/>
                    <a:pt x="240" y="137"/>
                    <a:pt x="223" y="104"/>
                  </a:cubicBezTo>
                  <a:cubicBezTo>
                    <a:pt x="223" y="67"/>
                    <a:pt x="207" y="34"/>
                    <a:pt x="190" y="17"/>
                  </a:cubicBezTo>
                  <a:cubicBezTo>
                    <a:pt x="174" y="17"/>
                    <a:pt x="174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7" name="Google Shape;21167;p60"/>
            <p:cNvSpPr/>
            <p:nvPr/>
          </p:nvSpPr>
          <p:spPr>
            <a:xfrm>
              <a:off x="3806200" y="24829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87" y="1"/>
                  </a:moveTo>
                  <a:cubicBezTo>
                    <a:pt x="33" y="38"/>
                    <a:pt x="0" y="87"/>
                    <a:pt x="17" y="157"/>
                  </a:cubicBezTo>
                  <a:cubicBezTo>
                    <a:pt x="17" y="190"/>
                    <a:pt x="33" y="207"/>
                    <a:pt x="54" y="244"/>
                  </a:cubicBezTo>
                  <a:cubicBezTo>
                    <a:pt x="87" y="260"/>
                    <a:pt x="120" y="260"/>
                    <a:pt x="136" y="260"/>
                  </a:cubicBezTo>
                  <a:cubicBezTo>
                    <a:pt x="206" y="244"/>
                    <a:pt x="239" y="174"/>
                    <a:pt x="239" y="104"/>
                  </a:cubicBezTo>
                  <a:cubicBezTo>
                    <a:pt x="239" y="104"/>
                    <a:pt x="223" y="87"/>
                    <a:pt x="223" y="71"/>
                  </a:cubicBezTo>
                  <a:cubicBezTo>
                    <a:pt x="206" y="38"/>
                    <a:pt x="190" y="17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8" name="Google Shape;21168;p60"/>
            <p:cNvSpPr/>
            <p:nvPr/>
          </p:nvSpPr>
          <p:spPr>
            <a:xfrm>
              <a:off x="3811350" y="234077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4" y="0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7" y="190"/>
                    <a:pt x="17" y="223"/>
                    <a:pt x="54" y="239"/>
                  </a:cubicBezTo>
                  <a:cubicBezTo>
                    <a:pt x="66" y="254"/>
                    <a:pt x="86" y="267"/>
                    <a:pt x="109" y="267"/>
                  </a:cubicBezTo>
                  <a:cubicBezTo>
                    <a:pt x="118" y="267"/>
                    <a:pt x="127" y="265"/>
                    <a:pt x="136" y="260"/>
                  </a:cubicBezTo>
                  <a:cubicBezTo>
                    <a:pt x="190" y="260"/>
                    <a:pt x="240" y="190"/>
                    <a:pt x="223" y="120"/>
                  </a:cubicBezTo>
                  <a:cubicBezTo>
                    <a:pt x="223" y="70"/>
                    <a:pt x="190" y="33"/>
                    <a:pt x="157" y="17"/>
                  </a:cubicBezTo>
                  <a:cubicBezTo>
                    <a:pt x="136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9" name="Google Shape;21169;p60"/>
            <p:cNvSpPr/>
            <p:nvPr/>
          </p:nvSpPr>
          <p:spPr>
            <a:xfrm>
              <a:off x="4108100" y="2285425"/>
              <a:ext cx="6525" cy="6575"/>
            </a:xfrm>
            <a:custGeom>
              <a:avLst/>
              <a:gdLst/>
              <a:ahLst/>
              <a:cxnLst/>
              <a:rect l="l" t="t" r="r" b="b"/>
              <a:pathLst>
                <a:path w="261" h="263" extrusionOk="0">
                  <a:moveTo>
                    <a:pt x="140" y="0"/>
                  </a:moveTo>
                  <a:cubicBezTo>
                    <a:pt x="103" y="0"/>
                    <a:pt x="87" y="17"/>
                    <a:pt x="54" y="33"/>
                  </a:cubicBezTo>
                  <a:cubicBezTo>
                    <a:pt x="17" y="66"/>
                    <a:pt x="0" y="153"/>
                    <a:pt x="37" y="223"/>
                  </a:cubicBezTo>
                  <a:cubicBezTo>
                    <a:pt x="70" y="239"/>
                    <a:pt x="87" y="256"/>
                    <a:pt x="120" y="256"/>
                  </a:cubicBezTo>
                  <a:cubicBezTo>
                    <a:pt x="131" y="261"/>
                    <a:pt x="140" y="263"/>
                    <a:pt x="148" y="263"/>
                  </a:cubicBezTo>
                  <a:cubicBezTo>
                    <a:pt x="168" y="263"/>
                    <a:pt x="183" y="251"/>
                    <a:pt x="206" y="239"/>
                  </a:cubicBezTo>
                  <a:cubicBezTo>
                    <a:pt x="244" y="186"/>
                    <a:pt x="260" y="103"/>
                    <a:pt x="223" y="50"/>
                  </a:cubicBezTo>
                  <a:cubicBezTo>
                    <a:pt x="206" y="33"/>
                    <a:pt x="190" y="17"/>
                    <a:pt x="173" y="17"/>
                  </a:cubicBezTo>
                  <a:cubicBezTo>
                    <a:pt x="157" y="0"/>
                    <a:pt x="157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0" name="Google Shape;21170;p60"/>
            <p:cNvSpPr/>
            <p:nvPr/>
          </p:nvSpPr>
          <p:spPr>
            <a:xfrm>
              <a:off x="4113250" y="2269725"/>
              <a:ext cx="6100" cy="6650"/>
            </a:xfrm>
            <a:custGeom>
              <a:avLst/>
              <a:gdLst/>
              <a:ahLst/>
              <a:cxnLst/>
              <a:rect l="l" t="t" r="r" b="b"/>
              <a:pathLst>
                <a:path w="244" h="266" extrusionOk="0">
                  <a:moveTo>
                    <a:pt x="134" y="1"/>
                  </a:moveTo>
                  <a:cubicBezTo>
                    <a:pt x="126" y="1"/>
                    <a:pt x="116" y="3"/>
                    <a:pt x="103" y="10"/>
                  </a:cubicBezTo>
                  <a:cubicBezTo>
                    <a:pt x="54" y="10"/>
                    <a:pt x="0" y="76"/>
                    <a:pt x="17" y="146"/>
                  </a:cubicBezTo>
                  <a:cubicBezTo>
                    <a:pt x="17" y="179"/>
                    <a:pt x="38" y="216"/>
                    <a:pt x="71" y="232"/>
                  </a:cubicBezTo>
                  <a:cubicBezTo>
                    <a:pt x="87" y="249"/>
                    <a:pt x="120" y="265"/>
                    <a:pt x="141" y="265"/>
                  </a:cubicBezTo>
                  <a:cubicBezTo>
                    <a:pt x="207" y="249"/>
                    <a:pt x="244" y="179"/>
                    <a:pt x="244" y="113"/>
                  </a:cubicBezTo>
                  <a:cubicBezTo>
                    <a:pt x="223" y="76"/>
                    <a:pt x="223" y="43"/>
                    <a:pt x="190" y="26"/>
                  </a:cubicBezTo>
                  <a:lnTo>
                    <a:pt x="174" y="10"/>
                  </a:lnTo>
                  <a:cubicBezTo>
                    <a:pt x="163" y="10"/>
                    <a:pt x="152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1" name="Google Shape;21171;p60"/>
            <p:cNvSpPr/>
            <p:nvPr/>
          </p:nvSpPr>
          <p:spPr>
            <a:xfrm>
              <a:off x="4112000" y="2240075"/>
              <a:ext cx="6025" cy="6725"/>
            </a:xfrm>
            <a:custGeom>
              <a:avLst/>
              <a:gdLst/>
              <a:ahLst/>
              <a:cxnLst/>
              <a:rect l="l" t="t" r="r" b="b"/>
              <a:pathLst>
                <a:path w="241" h="269" extrusionOk="0">
                  <a:moveTo>
                    <a:pt x="121" y="1"/>
                  </a:moveTo>
                  <a:cubicBezTo>
                    <a:pt x="115" y="1"/>
                    <a:pt x="110" y="3"/>
                    <a:pt x="104" y="8"/>
                  </a:cubicBezTo>
                  <a:cubicBezTo>
                    <a:pt x="50" y="8"/>
                    <a:pt x="1" y="78"/>
                    <a:pt x="17" y="144"/>
                  </a:cubicBezTo>
                  <a:cubicBezTo>
                    <a:pt x="17" y="181"/>
                    <a:pt x="34" y="214"/>
                    <a:pt x="50" y="231"/>
                  </a:cubicBezTo>
                  <a:cubicBezTo>
                    <a:pt x="88" y="247"/>
                    <a:pt x="104" y="268"/>
                    <a:pt x="137" y="268"/>
                  </a:cubicBezTo>
                  <a:cubicBezTo>
                    <a:pt x="170" y="247"/>
                    <a:pt x="191" y="231"/>
                    <a:pt x="207" y="214"/>
                  </a:cubicBezTo>
                  <a:cubicBezTo>
                    <a:pt x="224" y="181"/>
                    <a:pt x="240" y="144"/>
                    <a:pt x="240" y="111"/>
                  </a:cubicBezTo>
                  <a:cubicBezTo>
                    <a:pt x="224" y="78"/>
                    <a:pt x="207" y="41"/>
                    <a:pt x="191" y="25"/>
                  </a:cubicBezTo>
                  <a:cubicBezTo>
                    <a:pt x="191" y="25"/>
                    <a:pt x="170" y="8"/>
                    <a:pt x="153" y="8"/>
                  </a:cubicBezTo>
                  <a:cubicBezTo>
                    <a:pt x="142" y="8"/>
                    <a:pt x="131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2" name="Google Shape;21172;p60"/>
            <p:cNvSpPr/>
            <p:nvPr/>
          </p:nvSpPr>
          <p:spPr>
            <a:xfrm>
              <a:off x="4109025" y="231597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16" y="0"/>
                  </a:moveTo>
                  <a:cubicBezTo>
                    <a:pt x="69" y="0"/>
                    <a:pt x="29" y="33"/>
                    <a:pt x="17" y="81"/>
                  </a:cubicBezTo>
                  <a:cubicBezTo>
                    <a:pt x="0" y="151"/>
                    <a:pt x="33" y="238"/>
                    <a:pt x="83" y="254"/>
                  </a:cubicBezTo>
                  <a:cubicBezTo>
                    <a:pt x="97" y="263"/>
                    <a:pt x="112" y="267"/>
                    <a:pt x="128" y="267"/>
                  </a:cubicBezTo>
                  <a:cubicBezTo>
                    <a:pt x="170" y="267"/>
                    <a:pt x="211" y="236"/>
                    <a:pt x="223" y="184"/>
                  </a:cubicBezTo>
                  <a:cubicBezTo>
                    <a:pt x="240" y="118"/>
                    <a:pt x="223" y="48"/>
                    <a:pt x="169" y="15"/>
                  </a:cubicBezTo>
                  <a:cubicBezTo>
                    <a:pt x="151" y="5"/>
                    <a:pt x="133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3" name="Google Shape;21173;p60"/>
            <p:cNvSpPr/>
            <p:nvPr/>
          </p:nvSpPr>
          <p:spPr>
            <a:xfrm>
              <a:off x="4116750" y="2391775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19" y="1"/>
                  </a:moveTo>
                  <a:cubicBezTo>
                    <a:pt x="67" y="1"/>
                    <a:pt x="28" y="34"/>
                    <a:pt x="1" y="92"/>
                  </a:cubicBezTo>
                  <a:lnTo>
                    <a:pt x="1" y="141"/>
                  </a:lnTo>
                  <a:cubicBezTo>
                    <a:pt x="1" y="195"/>
                    <a:pt x="34" y="244"/>
                    <a:pt x="67" y="261"/>
                  </a:cubicBezTo>
                  <a:cubicBezTo>
                    <a:pt x="77" y="266"/>
                    <a:pt x="88" y="269"/>
                    <a:pt x="100" y="269"/>
                  </a:cubicBezTo>
                  <a:cubicBezTo>
                    <a:pt x="130" y="269"/>
                    <a:pt x="162" y="252"/>
                    <a:pt x="186" y="228"/>
                  </a:cubicBezTo>
                  <a:cubicBezTo>
                    <a:pt x="186" y="211"/>
                    <a:pt x="207" y="195"/>
                    <a:pt x="207" y="178"/>
                  </a:cubicBezTo>
                  <a:cubicBezTo>
                    <a:pt x="240" y="108"/>
                    <a:pt x="207" y="38"/>
                    <a:pt x="153" y="5"/>
                  </a:cubicBezTo>
                  <a:cubicBezTo>
                    <a:pt x="141" y="2"/>
                    <a:pt x="130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4" name="Google Shape;21174;p60"/>
            <p:cNvSpPr/>
            <p:nvPr/>
          </p:nvSpPr>
          <p:spPr>
            <a:xfrm>
              <a:off x="4107275" y="23322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50" y="1"/>
                    <a:pt x="0" y="67"/>
                    <a:pt x="17" y="137"/>
                  </a:cubicBezTo>
                  <a:cubicBezTo>
                    <a:pt x="17" y="170"/>
                    <a:pt x="33" y="207"/>
                    <a:pt x="50" y="224"/>
                  </a:cubicBezTo>
                  <a:cubicBezTo>
                    <a:pt x="87" y="257"/>
                    <a:pt x="120" y="257"/>
                    <a:pt x="136" y="257"/>
                  </a:cubicBezTo>
                  <a:cubicBezTo>
                    <a:pt x="206" y="240"/>
                    <a:pt x="239" y="170"/>
                    <a:pt x="239" y="104"/>
                  </a:cubicBezTo>
                  <a:cubicBezTo>
                    <a:pt x="223" y="67"/>
                    <a:pt x="206" y="34"/>
                    <a:pt x="190" y="17"/>
                  </a:cubicBezTo>
                  <a:lnTo>
                    <a:pt x="17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5" name="Google Shape;21175;p60"/>
            <p:cNvSpPr/>
            <p:nvPr/>
          </p:nvSpPr>
          <p:spPr>
            <a:xfrm>
              <a:off x="4113250" y="23643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0"/>
                  </a:moveTo>
                  <a:cubicBezTo>
                    <a:pt x="54" y="17"/>
                    <a:pt x="0" y="87"/>
                    <a:pt x="17" y="157"/>
                  </a:cubicBezTo>
                  <a:cubicBezTo>
                    <a:pt x="17" y="190"/>
                    <a:pt x="38" y="206"/>
                    <a:pt x="54" y="244"/>
                  </a:cubicBezTo>
                  <a:cubicBezTo>
                    <a:pt x="87" y="260"/>
                    <a:pt x="103" y="260"/>
                    <a:pt x="141" y="260"/>
                  </a:cubicBezTo>
                  <a:cubicBezTo>
                    <a:pt x="174" y="260"/>
                    <a:pt x="190" y="244"/>
                    <a:pt x="207" y="206"/>
                  </a:cubicBezTo>
                  <a:cubicBezTo>
                    <a:pt x="223" y="173"/>
                    <a:pt x="244" y="140"/>
                    <a:pt x="223" y="103"/>
                  </a:cubicBezTo>
                  <a:cubicBezTo>
                    <a:pt x="223" y="70"/>
                    <a:pt x="207" y="54"/>
                    <a:pt x="190" y="17"/>
                  </a:cubicBezTo>
                  <a:cubicBezTo>
                    <a:pt x="174" y="17"/>
                    <a:pt x="174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6" name="Google Shape;21176;p60"/>
            <p:cNvSpPr/>
            <p:nvPr/>
          </p:nvSpPr>
          <p:spPr>
            <a:xfrm>
              <a:off x="4118000" y="2345500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87" y="1"/>
                  </a:moveTo>
                  <a:cubicBezTo>
                    <a:pt x="54" y="1"/>
                    <a:pt x="33" y="34"/>
                    <a:pt x="1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0" y="190"/>
                    <a:pt x="17" y="223"/>
                    <a:pt x="33" y="240"/>
                  </a:cubicBezTo>
                  <a:cubicBezTo>
                    <a:pt x="70" y="256"/>
                    <a:pt x="87" y="256"/>
                    <a:pt x="120" y="256"/>
                  </a:cubicBezTo>
                  <a:cubicBezTo>
                    <a:pt x="190" y="240"/>
                    <a:pt x="223" y="190"/>
                    <a:pt x="223" y="104"/>
                  </a:cubicBezTo>
                  <a:cubicBezTo>
                    <a:pt x="206" y="71"/>
                    <a:pt x="190" y="50"/>
                    <a:pt x="173" y="34"/>
                  </a:cubicBezTo>
                  <a:cubicBezTo>
                    <a:pt x="173" y="17"/>
                    <a:pt x="157" y="17"/>
                    <a:pt x="136" y="17"/>
                  </a:cubicBezTo>
                  <a:cubicBezTo>
                    <a:pt x="120" y="1"/>
                    <a:pt x="103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7" name="Google Shape;21177;p60"/>
            <p:cNvSpPr/>
            <p:nvPr/>
          </p:nvSpPr>
          <p:spPr>
            <a:xfrm>
              <a:off x="4107275" y="22101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33" y="21"/>
                    <a:pt x="0" y="71"/>
                    <a:pt x="0" y="157"/>
                  </a:cubicBezTo>
                  <a:cubicBezTo>
                    <a:pt x="17" y="190"/>
                    <a:pt x="17" y="207"/>
                    <a:pt x="50" y="244"/>
                  </a:cubicBezTo>
                  <a:cubicBezTo>
                    <a:pt x="70" y="260"/>
                    <a:pt x="103" y="260"/>
                    <a:pt x="136" y="260"/>
                  </a:cubicBezTo>
                  <a:cubicBezTo>
                    <a:pt x="190" y="244"/>
                    <a:pt x="239" y="174"/>
                    <a:pt x="223" y="103"/>
                  </a:cubicBezTo>
                  <a:cubicBezTo>
                    <a:pt x="223" y="71"/>
                    <a:pt x="206" y="38"/>
                    <a:pt x="173" y="21"/>
                  </a:cubicBezTo>
                  <a:cubicBezTo>
                    <a:pt x="173" y="21"/>
                    <a:pt x="153" y="21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8" name="Google Shape;21178;p60"/>
            <p:cNvSpPr/>
            <p:nvPr/>
          </p:nvSpPr>
          <p:spPr>
            <a:xfrm>
              <a:off x="4134800" y="22029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33" y="17"/>
                    <a:pt x="0" y="67"/>
                    <a:pt x="0" y="153"/>
                  </a:cubicBezTo>
                  <a:cubicBezTo>
                    <a:pt x="17" y="186"/>
                    <a:pt x="33" y="207"/>
                    <a:pt x="50" y="240"/>
                  </a:cubicBezTo>
                  <a:cubicBezTo>
                    <a:pt x="66" y="256"/>
                    <a:pt x="103" y="256"/>
                    <a:pt x="136" y="256"/>
                  </a:cubicBezTo>
                  <a:cubicBezTo>
                    <a:pt x="186" y="240"/>
                    <a:pt x="239" y="170"/>
                    <a:pt x="223" y="104"/>
                  </a:cubicBezTo>
                  <a:cubicBezTo>
                    <a:pt x="223" y="67"/>
                    <a:pt x="206" y="34"/>
                    <a:pt x="186" y="17"/>
                  </a:cubicBezTo>
                  <a:cubicBezTo>
                    <a:pt x="169" y="17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9" name="Google Shape;21179;p60"/>
            <p:cNvSpPr/>
            <p:nvPr/>
          </p:nvSpPr>
          <p:spPr>
            <a:xfrm>
              <a:off x="4140775" y="2186150"/>
              <a:ext cx="6400" cy="6525"/>
            </a:xfrm>
            <a:custGeom>
              <a:avLst/>
              <a:gdLst/>
              <a:ahLst/>
              <a:cxnLst/>
              <a:rect l="l" t="t" r="r" b="b"/>
              <a:pathLst>
                <a:path w="256" h="261" extrusionOk="0">
                  <a:moveTo>
                    <a:pt x="136" y="1"/>
                  </a:moveTo>
                  <a:cubicBezTo>
                    <a:pt x="120" y="1"/>
                    <a:pt x="87" y="1"/>
                    <a:pt x="70" y="34"/>
                  </a:cubicBezTo>
                  <a:cubicBezTo>
                    <a:pt x="17" y="71"/>
                    <a:pt x="0" y="157"/>
                    <a:pt x="50" y="207"/>
                  </a:cubicBezTo>
                  <a:cubicBezTo>
                    <a:pt x="70" y="240"/>
                    <a:pt x="87" y="261"/>
                    <a:pt x="120" y="261"/>
                  </a:cubicBezTo>
                  <a:cubicBezTo>
                    <a:pt x="153" y="261"/>
                    <a:pt x="173" y="261"/>
                    <a:pt x="206" y="240"/>
                  </a:cubicBezTo>
                  <a:cubicBezTo>
                    <a:pt x="256" y="190"/>
                    <a:pt x="256" y="104"/>
                    <a:pt x="223" y="54"/>
                  </a:cubicBezTo>
                  <a:cubicBezTo>
                    <a:pt x="206" y="34"/>
                    <a:pt x="190" y="17"/>
                    <a:pt x="173" y="17"/>
                  </a:cubicBezTo>
                  <a:cubicBezTo>
                    <a:pt x="173" y="1"/>
                    <a:pt x="15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0" name="Google Shape;21180;p60"/>
            <p:cNvSpPr/>
            <p:nvPr/>
          </p:nvSpPr>
          <p:spPr>
            <a:xfrm>
              <a:off x="4106450" y="237942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36" y="0"/>
                  </a:moveTo>
                  <a:cubicBezTo>
                    <a:pt x="103" y="0"/>
                    <a:pt x="83" y="0"/>
                    <a:pt x="50" y="33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0" y="239"/>
                    <a:pt x="83" y="260"/>
                    <a:pt x="120" y="260"/>
                  </a:cubicBezTo>
                  <a:cubicBezTo>
                    <a:pt x="136" y="260"/>
                    <a:pt x="169" y="260"/>
                    <a:pt x="186" y="223"/>
                  </a:cubicBezTo>
                  <a:cubicBezTo>
                    <a:pt x="223" y="206"/>
                    <a:pt x="223" y="173"/>
                    <a:pt x="239" y="136"/>
                  </a:cubicBezTo>
                  <a:cubicBezTo>
                    <a:pt x="239" y="103"/>
                    <a:pt x="223" y="70"/>
                    <a:pt x="206" y="54"/>
                  </a:cubicBezTo>
                  <a:cubicBezTo>
                    <a:pt x="206" y="33"/>
                    <a:pt x="186" y="17"/>
                    <a:pt x="1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1" name="Google Shape;21181;p60"/>
            <p:cNvSpPr/>
            <p:nvPr/>
          </p:nvSpPr>
          <p:spPr>
            <a:xfrm>
              <a:off x="4129125" y="2314575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3" y="1"/>
                  </a:moveTo>
                  <a:cubicBezTo>
                    <a:pt x="54" y="17"/>
                    <a:pt x="0" y="87"/>
                    <a:pt x="21" y="153"/>
                  </a:cubicBezTo>
                  <a:cubicBezTo>
                    <a:pt x="21" y="191"/>
                    <a:pt x="37" y="224"/>
                    <a:pt x="70" y="240"/>
                  </a:cubicBezTo>
                  <a:cubicBezTo>
                    <a:pt x="87" y="257"/>
                    <a:pt x="124" y="257"/>
                    <a:pt x="141" y="257"/>
                  </a:cubicBezTo>
                  <a:cubicBezTo>
                    <a:pt x="206" y="240"/>
                    <a:pt x="244" y="191"/>
                    <a:pt x="244" y="104"/>
                  </a:cubicBezTo>
                  <a:cubicBezTo>
                    <a:pt x="227" y="71"/>
                    <a:pt x="206" y="50"/>
                    <a:pt x="190" y="17"/>
                  </a:cubicBezTo>
                  <a:lnTo>
                    <a:pt x="174" y="17"/>
                  </a:lnTo>
                  <a:cubicBezTo>
                    <a:pt x="157" y="1"/>
                    <a:pt x="12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2" name="Google Shape;21182;p60"/>
            <p:cNvSpPr/>
            <p:nvPr/>
          </p:nvSpPr>
          <p:spPr>
            <a:xfrm>
              <a:off x="4105100" y="23519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0" y="0"/>
                  </a:moveTo>
                  <a:cubicBezTo>
                    <a:pt x="104" y="0"/>
                    <a:pt x="71" y="0"/>
                    <a:pt x="54" y="38"/>
                  </a:cubicBezTo>
                  <a:cubicBezTo>
                    <a:pt x="17" y="54"/>
                    <a:pt x="1" y="87"/>
                    <a:pt x="1" y="124"/>
                  </a:cubicBezTo>
                  <a:cubicBezTo>
                    <a:pt x="1" y="157"/>
                    <a:pt x="17" y="190"/>
                    <a:pt x="34" y="207"/>
                  </a:cubicBezTo>
                  <a:cubicBezTo>
                    <a:pt x="55" y="238"/>
                    <a:pt x="87" y="257"/>
                    <a:pt x="121" y="257"/>
                  </a:cubicBezTo>
                  <a:cubicBezTo>
                    <a:pt x="144" y="257"/>
                    <a:pt x="168" y="248"/>
                    <a:pt x="190" y="227"/>
                  </a:cubicBezTo>
                  <a:cubicBezTo>
                    <a:pt x="223" y="190"/>
                    <a:pt x="240" y="103"/>
                    <a:pt x="207" y="54"/>
                  </a:cubicBezTo>
                  <a:cubicBezTo>
                    <a:pt x="190" y="38"/>
                    <a:pt x="174" y="21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3" name="Google Shape;21183;p60"/>
            <p:cNvSpPr/>
            <p:nvPr/>
          </p:nvSpPr>
          <p:spPr>
            <a:xfrm>
              <a:off x="4140350" y="2232775"/>
              <a:ext cx="5600" cy="6700"/>
            </a:xfrm>
            <a:custGeom>
              <a:avLst/>
              <a:gdLst/>
              <a:ahLst/>
              <a:cxnLst/>
              <a:rect l="l" t="t" r="r" b="b"/>
              <a:pathLst>
                <a:path w="224" h="268" extrusionOk="0">
                  <a:moveTo>
                    <a:pt x="115" y="0"/>
                  </a:moveTo>
                  <a:cubicBezTo>
                    <a:pt x="107" y="0"/>
                    <a:pt x="98" y="2"/>
                    <a:pt x="87" y="8"/>
                  </a:cubicBezTo>
                  <a:cubicBezTo>
                    <a:pt x="34" y="8"/>
                    <a:pt x="1" y="78"/>
                    <a:pt x="1" y="148"/>
                  </a:cubicBezTo>
                  <a:cubicBezTo>
                    <a:pt x="1" y="181"/>
                    <a:pt x="17" y="214"/>
                    <a:pt x="50" y="230"/>
                  </a:cubicBezTo>
                  <a:cubicBezTo>
                    <a:pt x="67" y="251"/>
                    <a:pt x="104" y="267"/>
                    <a:pt x="120" y="267"/>
                  </a:cubicBezTo>
                  <a:cubicBezTo>
                    <a:pt x="190" y="251"/>
                    <a:pt x="223" y="181"/>
                    <a:pt x="223" y="111"/>
                  </a:cubicBezTo>
                  <a:cubicBezTo>
                    <a:pt x="223" y="78"/>
                    <a:pt x="207" y="45"/>
                    <a:pt x="170" y="24"/>
                  </a:cubicBezTo>
                  <a:lnTo>
                    <a:pt x="153" y="8"/>
                  </a:lnTo>
                  <a:cubicBezTo>
                    <a:pt x="142" y="8"/>
                    <a:pt x="131" y="0"/>
                    <a:pt x="1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4" name="Google Shape;21184;p60"/>
            <p:cNvSpPr/>
            <p:nvPr/>
          </p:nvSpPr>
          <p:spPr>
            <a:xfrm>
              <a:off x="4117175" y="2302850"/>
              <a:ext cx="6400" cy="6525"/>
            </a:xfrm>
            <a:custGeom>
              <a:avLst/>
              <a:gdLst/>
              <a:ahLst/>
              <a:cxnLst/>
              <a:rect l="l" t="t" r="r" b="b"/>
              <a:pathLst>
                <a:path w="256" h="261" extrusionOk="0">
                  <a:moveTo>
                    <a:pt x="138" y="0"/>
                  </a:moveTo>
                  <a:cubicBezTo>
                    <a:pt x="87" y="0"/>
                    <a:pt x="44" y="35"/>
                    <a:pt x="17" y="91"/>
                  </a:cubicBezTo>
                  <a:cubicBezTo>
                    <a:pt x="0" y="161"/>
                    <a:pt x="33" y="231"/>
                    <a:pt x="87" y="247"/>
                  </a:cubicBezTo>
                  <a:cubicBezTo>
                    <a:pt x="100" y="256"/>
                    <a:pt x="114" y="260"/>
                    <a:pt x="129" y="260"/>
                  </a:cubicBezTo>
                  <a:cubicBezTo>
                    <a:pt x="170" y="260"/>
                    <a:pt x="211" y="229"/>
                    <a:pt x="223" y="177"/>
                  </a:cubicBezTo>
                  <a:cubicBezTo>
                    <a:pt x="256" y="107"/>
                    <a:pt x="223" y="41"/>
                    <a:pt x="169" y="4"/>
                  </a:cubicBezTo>
                  <a:cubicBezTo>
                    <a:pt x="159" y="1"/>
                    <a:pt x="148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5" name="Google Shape;21185;p60"/>
            <p:cNvSpPr/>
            <p:nvPr/>
          </p:nvSpPr>
          <p:spPr>
            <a:xfrm>
              <a:off x="4119325" y="2421850"/>
              <a:ext cx="6425" cy="6450"/>
            </a:xfrm>
            <a:custGeom>
              <a:avLst/>
              <a:gdLst/>
              <a:ahLst/>
              <a:cxnLst/>
              <a:rect l="l" t="t" r="r" b="b"/>
              <a:pathLst>
                <a:path w="257" h="258" extrusionOk="0">
                  <a:moveTo>
                    <a:pt x="140" y="0"/>
                  </a:moveTo>
                  <a:cubicBezTo>
                    <a:pt x="96" y="0"/>
                    <a:pt x="47" y="35"/>
                    <a:pt x="34" y="88"/>
                  </a:cubicBezTo>
                  <a:cubicBezTo>
                    <a:pt x="1" y="159"/>
                    <a:pt x="34" y="229"/>
                    <a:pt x="83" y="245"/>
                  </a:cubicBezTo>
                  <a:cubicBezTo>
                    <a:pt x="102" y="254"/>
                    <a:pt x="119" y="258"/>
                    <a:pt x="135" y="258"/>
                  </a:cubicBezTo>
                  <a:cubicBezTo>
                    <a:pt x="180" y="258"/>
                    <a:pt x="216" y="226"/>
                    <a:pt x="240" y="175"/>
                  </a:cubicBezTo>
                  <a:cubicBezTo>
                    <a:pt x="256" y="109"/>
                    <a:pt x="223" y="39"/>
                    <a:pt x="170" y="6"/>
                  </a:cubicBezTo>
                  <a:cubicBezTo>
                    <a:pt x="160" y="2"/>
                    <a:pt x="150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6" name="Google Shape;21186;p60"/>
            <p:cNvSpPr/>
            <p:nvPr/>
          </p:nvSpPr>
          <p:spPr>
            <a:xfrm>
              <a:off x="4120575" y="22523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3" y="1"/>
                  </a:moveTo>
                  <a:cubicBezTo>
                    <a:pt x="33" y="17"/>
                    <a:pt x="0" y="87"/>
                    <a:pt x="17" y="153"/>
                  </a:cubicBezTo>
                  <a:cubicBezTo>
                    <a:pt x="17" y="190"/>
                    <a:pt x="33" y="223"/>
                    <a:pt x="54" y="240"/>
                  </a:cubicBezTo>
                  <a:cubicBezTo>
                    <a:pt x="77" y="251"/>
                    <a:pt x="92" y="263"/>
                    <a:pt x="111" y="263"/>
                  </a:cubicBezTo>
                  <a:cubicBezTo>
                    <a:pt x="118" y="263"/>
                    <a:pt x="127" y="261"/>
                    <a:pt x="136" y="256"/>
                  </a:cubicBezTo>
                  <a:cubicBezTo>
                    <a:pt x="173" y="256"/>
                    <a:pt x="190" y="240"/>
                    <a:pt x="206" y="207"/>
                  </a:cubicBezTo>
                  <a:cubicBezTo>
                    <a:pt x="223" y="190"/>
                    <a:pt x="239" y="153"/>
                    <a:pt x="223" y="120"/>
                  </a:cubicBezTo>
                  <a:cubicBezTo>
                    <a:pt x="223" y="87"/>
                    <a:pt x="206" y="50"/>
                    <a:pt x="190" y="34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7" name="Google Shape;21187;p60"/>
            <p:cNvSpPr/>
            <p:nvPr/>
          </p:nvSpPr>
          <p:spPr>
            <a:xfrm>
              <a:off x="4119750" y="2204700"/>
              <a:ext cx="6400" cy="6525"/>
            </a:xfrm>
            <a:custGeom>
              <a:avLst/>
              <a:gdLst/>
              <a:ahLst/>
              <a:cxnLst/>
              <a:rect l="l" t="t" r="r" b="b"/>
              <a:pathLst>
                <a:path w="256" h="261" extrusionOk="0">
                  <a:moveTo>
                    <a:pt x="119" y="0"/>
                  </a:moveTo>
                  <a:cubicBezTo>
                    <a:pt x="76" y="0"/>
                    <a:pt x="41" y="32"/>
                    <a:pt x="17" y="83"/>
                  </a:cubicBezTo>
                  <a:cubicBezTo>
                    <a:pt x="0" y="153"/>
                    <a:pt x="33" y="219"/>
                    <a:pt x="87" y="257"/>
                  </a:cubicBezTo>
                  <a:cubicBezTo>
                    <a:pt x="95" y="259"/>
                    <a:pt x="104" y="261"/>
                    <a:pt x="113" y="261"/>
                  </a:cubicBezTo>
                  <a:cubicBezTo>
                    <a:pt x="159" y="261"/>
                    <a:pt x="209" y="228"/>
                    <a:pt x="223" y="170"/>
                  </a:cubicBezTo>
                  <a:cubicBezTo>
                    <a:pt x="256" y="116"/>
                    <a:pt x="223" y="34"/>
                    <a:pt x="169" y="13"/>
                  </a:cubicBezTo>
                  <a:cubicBezTo>
                    <a:pt x="152" y="5"/>
                    <a:pt x="135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8" name="Google Shape;21188;p60"/>
            <p:cNvSpPr/>
            <p:nvPr/>
          </p:nvSpPr>
          <p:spPr>
            <a:xfrm>
              <a:off x="4112000" y="2189925"/>
              <a:ext cx="6025" cy="6675"/>
            </a:xfrm>
            <a:custGeom>
              <a:avLst/>
              <a:gdLst/>
              <a:ahLst/>
              <a:cxnLst/>
              <a:rect l="l" t="t" r="r" b="b"/>
              <a:pathLst>
                <a:path w="241" h="267" extrusionOk="0">
                  <a:moveTo>
                    <a:pt x="124" y="1"/>
                  </a:moveTo>
                  <a:cubicBezTo>
                    <a:pt x="80" y="1"/>
                    <a:pt x="31" y="35"/>
                    <a:pt x="17" y="89"/>
                  </a:cubicBezTo>
                  <a:cubicBezTo>
                    <a:pt x="1" y="159"/>
                    <a:pt x="17" y="229"/>
                    <a:pt x="88" y="262"/>
                  </a:cubicBezTo>
                  <a:cubicBezTo>
                    <a:pt x="96" y="265"/>
                    <a:pt x="105" y="266"/>
                    <a:pt x="114" y="266"/>
                  </a:cubicBezTo>
                  <a:cubicBezTo>
                    <a:pt x="159" y="266"/>
                    <a:pt x="210" y="234"/>
                    <a:pt x="224" y="175"/>
                  </a:cubicBezTo>
                  <a:cubicBezTo>
                    <a:pt x="240" y="110"/>
                    <a:pt x="224" y="39"/>
                    <a:pt x="153" y="6"/>
                  </a:cubicBezTo>
                  <a:cubicBezTo>
                    <a:pt x="144" y="3"/>
                    <a:pt x="134" y="1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9" name="Google Shape;21189;p60"/>
            <p:cNvSpPr/>
            <p:nvPr/>
          </p:nvSpPr>
          <p:spPr>
            <a:xfrm>
              <a:off x="4113650" y="2224800"/>
              <a:ext cx="5700" cy="6525"/>
            </a:xfrm>
            <a:custGeom>
              <a:avLst/>
              <a:gdLst/>
              <a:ahLst/>
              <a:cxnLst/>
              <a:rect l="l" t="t" r="r" b="b"/>
              <a:pathLst>
                <a:path w="228" h="261" extrusionOk="0">
                  <a:moveTo>
                    <a:pt x="104" y="1"/>
                  </a:moveTo>
                  <a:cubicBezTo>
                    <a:pt x="38" y="1"/>
                    <a:pt x="1" y="71"/>
                    <a:pt x="1" y="137"/>
                  </a:cubicBezTo>
                  <a:cubicBezTo>
                    <a:pt x="22" y="207"/>
                    <a:pt x="71" y="261"/>
                    <a:pt x="141" y="261"/>
                  </a:cubicBezTo>
                  <a:cubicBezTo>
                    <a:pt x="158" y="240"/>
                    <a:pt x="191" y="224"/>
                    <a:pt x="207" y="207"/>
                  </a:cubicBezTo>
                  <a:cubicBezTo>
                    <a:pt x="228" y="174"/>
                    <a:pt x="228" y="137"/>
                    <a:pt x="228" y="104"/>
                  </a:cubicBezTo>
                  <a:cubicBezTo>
                    <a:pt x="228" y="71"/>
                    <a:pt x="207" y="34"/>
                    <a:pt x="191" y="17"/>
                  </a:cubicBezTo>
                  <a:cubicBezTo>
                    <a:pt x="174" y="17"/>
                    <a:pt x="174" y="1"/>
                    <a:pt x="1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0" name="Google Shape;21190;p60"/>
            <p:cNvSpPr/>
            <p:nvPr/>
          </p:nvSpPr>
          <p:spPr>
            <a:xfrm>
              <a:off x="4123975" y="2284900"/>
              <a:ext cx="5675" cy="6700"/>
            </a:xfrm>
            <a:custGeom>
              <a:avLst/>
              <a:gdLst/>
              <a:ahLst/>
              <a:cxnLst/>
              <a:rect l="l" t="t" r="r" b="b"/>
              <a:pathLst>
                <a:path w="227" h="268" extrusionOk="0">
                  <a:moveTo>
                    <a:pt x="87" y="1"/>
                  </a:moveTo>
                  <a:cubicBezTo>
                    <a:pt x="87" y="21"/>
                    <a:pt x="70" y="21"/>
                    <a:pt x="70" y="21"/>
                  </a:cubicBezTo>
                  <a:cubicBezTo>
                    <a:pt x="21" y="38"/>
                    <a:pt x="0" y="104"/>
                    <a:pt x="0" y="157"/>
                  </a:cubicBezTo>
                  <a:cubicBezTo>
                    <a:pt x="0" y="190"/>
                    <a:pt x="21" y="227"/>
                    <a:pt x="54" y="244"/>
                  </a:cubicBezTo>
                  <a:cubicBezTo>
                    <a:pt x="65" y="255"/>
                    <a:pt x="85" y="267"/>
                    <a:pt x="103" y="267"/>
                  </a:cubicBezTo>
                  <a:cubicBezTo>
                    <a:pt x="111" y="267"/>
                    <a:pt x="118" y="265"/>
                    <a:pt x="124" y="260"/>
                  </a:cubicBezTo>
                  <a:cubicBezTo>
                    <a:pt x="190" y="260"/>
                    <a:pt x="227" y="190"/>
                    <a:pt x="227" y="124"/>
                  </a:cubicBezTo>
                  <a:cubicBezTo>
                    <a:pt x="227" y="104"/>
                    <a:pt x="206" y="87"/>
                    <a:pt x="206" y="87"/>
                  </a:cubicBezTo>
                  <a:cubicBezTo>
                    <a:pt x="206" y="54"/>
                    <a:pt x="173" y="38"/>
                    <a:pt x="157" y="21"/>
                  </a:cubicBezTo>
                  <a:cubicBezTo>
                    <a:pt x="140" y="1"/>
                    <a:pt x="124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1" name="Google Shape;21191;p60"/>
            <p:cNvSpPr/>
            <p:nvPr/>
          </p:nvSpPr>
          <p:spPr>
            <a:xfrm>
              <a:off x="4125300" y="2360650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22" y="0"/>
                  </a:moveTo>
                  <a:cubicBezTo>
                    <a:pt x="77" y="0"/>
                    <a:pt x="42" y="32"/>
                    <a:pt x="17" y="83"/>
                  </a:cubicBezTo>
                  <a:cubicBezTo>
                    <a:pt x="1" y="149"/>
                    <a:pt x="34" y="219"/>
                    <a:pt x="87" y="252"/>
                  </a:cubicBezTo>
                  <a:lnTo>
                    <a:pt x="137" y="252"/>
                  </a:lnTo>
                  <a:cubicBezTo>
                    <a:pt x="174" y="252"/>
                    <a:pt x="207" y="219"/>
                    <a:pt x="223" y="166"/>
                  </a:cubicBezTo>
                  <a:cubicBezTo>
                    <a:pt x="240" y="133"/>
                    <a:pt x="240" y="83"/>
                    <a:pt x="207" y="46"/>
                  </a:cubicBezTo>
                  <a:cubicBezTo>
                    <a:pt x="190" y="30"/>
                    <a:pt x="190" y="13"/>
                    <a:pt x="174" y="13"/>
                  </a:cubicBezTo>
                  <a:cubicBezTo>
                    <a:pt x="155" y="4"/>
                    <a:pt x="138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2" name="Google Shape;21192;p60"/>
            <p:cNvSpPr/>
            <p:nvPr/>
          </p:nvSpPr>
          <p:spPr>
            <a:xfrm>
              <a:off x="4121900" y="2328300"/>
              <a:ext cx="6425" cy="6675"/>
            </a:xfrm>
            <a:custGeom>
              <a:avLst/>
              <a:gdLst/>
              <a:ahLst/>
              <a:cxnLst/>
              <a:rect l="l" t="t" r="r" b="b"/>
              <a:pathLst>
                <a:path w="257" h="267" extrusionOk="0">
                  <a:moveTo>
                    <a:pt x="137" y="0"/>
                  </a:moveTo>
                  <a:cubicBezTo>
                    <a:pt x="120" y="0"/>
                    <a:pt x="83" y="17"/>
                    <a:pt x="67" y="37"/>
                  </a:cubicBezTo>
                  <a:cubicBezTo>
                    <a:pt x="17" y="70"/>
                    <a:pt x="1" y="157"/>
                    <a:pt x="50" y="223"/>
                  </a:cubicBezTo>
                  <a:cubicBezTo>
                    <a:pt x="69" y="253"/>
                    <a:pt x="99" y="266"/>
                    <a:pt x="131" y="266"/>
                  </a:cubicBezTo>
                  <a:cubicBezTo>
                    <a:pt x="157" y="266"/>
                    <a:pt x="183" y="258"/>
                    <a:pt x="207" y="244"/>
                  </a:cubicBezTo>
                  <a:cubicBezTo>
                    <a:pt x="240" y="190"/>
                    <a:pt x="256" y="103"/>
                    <a:pt x="223" y="54"/>
                  </a:cubicBezTo>
                  <a:cubicBezTo>
                    <a:pt x="207" y="37"/>
                    <a:pt x="186" y="17"/>
                    <a:pt x="170" y="17"/>
                  </a:cubicBezTo>
                  <a:cubicBezTo>
                    <a:pt x="170" y="0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3" name="Google Shape;21193;p60"/>
            <p:cNvSpPr/>
            <p:nvPr/>
          </p:nvSpPr>
          <p:spPr>
            <a:xfrm>
              <a:off x="4119750" y="237805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23" y="0"/>
                  </a:moveTo>
                  <a:cubicBezTo>
                    <a:pt x="79" y="0"/>
                    <a:pt x="30" y="35"/>
                    <a:pt x="17" y="88"/>
                  </a:cubicBezTo>
                  <a:cubicBezTo>
                    <a:pt x="0" y="142"/>
                    <a:pt x="17" y="228"/>
                    <a:pt x="87" y="245"/>
                  </a:cubicBezTo>
                  <a:cubicBezTo>
                    <a:pt x="103" y="261"/>
                    <a:pt x="120" y="261"/>
                    <a:pt x="120" y="261"/>
                  </a:cubicBezTo>
                  <a:cubicBezTo>
                    <a:pt x="169" y="261"/>
                    <a:pt x="206" y="228"/>
                    <a:pt x="223" y="175"/>
                  </a:cubicBezTo>
                  <a:cubicBezTo>
                    <a:pt x="239" y="125"/>
                    <a:pt x="223" y="72"/>
                    <a:pt x="206" y="39"/>
                  </a:cubicBezTo>
                  <a:cubicBezTo>
                    <a:pt x="190" y="22"/>
                    <a:pt x="169" y="22"/>
                    <a:pt x="153" y="6"/>
                  </a:cubicBezTo>
                  <a:cubicBezTo>
                    <a:pt x="143" y="2"/>
                    <a:pt x="133" y="0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4" name="Google Shape;21194;p60"/>
            <p:cNvSpPr/>
            <p:nvPr/>
          </p:nvSpPr>
          <p:spPr>
            <a:xfrm>
              <a:off x="4127050" y="2189050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43" y="0"/>
                  </a:moveTo>
                  <a:cubicBezTo>
                    <a:pt x="98" y="0"/>
                    <a:pt x="48" y="33"/>
                    <a:pt x="34" y="91"/>
                  </a:cubicBezTo>
                  <a:cubicBezTo>
                    <a:pt x="1" y="145"/>
                    <a:pt x="34" y="227"/>
                    <a:pt x="83" y="248"/>
                  </a:cubicBezTo>
                  <a:cubicBezTo>
                    <a:pt x="102" y="256"/>
                    <a:pt x="119" y="260"/>
                    <a:pt x="136" y="260"/>
                  </a:cubicBezTo>
                  <a:cubicBezTo>
                    <a:pt x="180" y="260"/>
                    <a:pt x="216" y="229"/>
                    <a:pt x="240" y="178"/>
                  </a:cubicBezTo>
                  <a:cubicBezTo>
                    <a:pt x="257" y="107"/>
                    <a:pt x="224" y="41"/>
                    <a:pt x="170" y="4"/>
                  </a:cubicBezTo>
                  <a:cubicBezTo>
                    <a:pt x="161" y="2"/>
                    <a:pt x="152" y="0"/>
                    <a:pt x="1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5" name="Google Shape;21195;p60"/>
            <p:cNvSpPr/>
            <p:nvPr/>
          </p:nvSpPr>
          <p:spPr>
            <a:xfrm>
              <a:off x="4127050" y="2235525"/>
              <a:ext cx="6025" cy="6925"/>
            </a:xfrm>
            <a:custGeom>
              <a:avLst/>
              <a:gdLst/>
              <a:ahLst/>
              <a:cxnLst/>
              <a:rect l="l" t="t" r="r" b="b"/>
              <a:pathLst>
                <a:path w="241" h="277" extrusionOk="0">
                  <a:moveTo>
                    <a:pt x="137" y="1"/>
                  </a:moveTo>
                  <a:cubicBezTo>
                    <a:pt x="104" y="1"/>
                    <a:pt x="67" y="17"/>
                    <a:pt x="50" y="38"/>
                  </a:cubicBezTo>
                  <a:cubicBezTo>
                    <a:pt x="1" y="87"/>
                    <a:pt x="1" y="157"/>
                    <a:pt x="34" y="223"/>
                  </a:cubicBezTo>
                  <a:cubicBezTo>
                    <a:pt x="50" y="244"/>
                    <a:pt x="83" y="260"/>
                    <a:pt x="104" y="277"/>
                  </a:cubicBezTo>
                  <a:cubicBezTo>
                    <a:pt x="137" y="277"/>
                    <a:pt x="170" y="260"/>
                    <a:pt x="186" y="244"/>
                  </a:cubicBezTo>
                  <a:cubicBezTo>
                    <a:pt x="240" y="190"/>
                    <a:pt x="240" y="120"/>
                    <a:pt x="207" y="54"/>
                  </a:cubicBezTo>
                  <a:cubicBezTo>
                    <a:pt x="186" y="38"/>
                    <a:pt x="170" y="17"/>
                    <a:pt x="153" y="17"/>
                  </a:cubicBezTo>
                  <a:cubicBezTo>
                    <a:pt x="153" y="17"/>
                    <a:pt x="137" y="17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6" name="Google Shape;21196;p60"/>
            <p:cNvSpPr/>
            <p:nvPr/>
          </p:nvSpPr>
          <p:spPr>
            <a:xfrm>
              <a:off x="4127475" y="22196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17"/>
                    <a:pt x="0" y="71"/>
                    <a:pt x="0" y="157"/>
                  </a:cubicBezTo>
                  <a:cubicBezTo>
                    <a:pt x="17" y="190"/>
                    <a:pt x="33" y="207"/>
                    <a:pt x="50" y="240"/>
                  </a:cubicBezTo>
                  <a:cubicBezTo>
                    <a:pt x="66" y="260"/>
                    <a:pt x="103" y="260"/>
                    <a:pt x="136" y="260"/>
                  </a:cubicBezTo>
                  <a:cubicBezTo>
                    <a:pt x="190" y="240"/>
                    <a:pt x="240" y="174"/>
                    <a:pt x="223" y="104"/>
                  </a:cubicBezTo>
                  <a:cubicBezTo>
                    <a:pt x="223" y="71"/>
                    <a:pt x="207" y="34"/>
                    <a:pt x="190" y="17"/>
                  </a:cubicBezTo>
                  <a:cubicBezTo>
                    <a:pt x="169" y="17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7" name="Google Shape;21197;p60"/>
            <p:cNvSpPr/>
            <p:nvPr/>
          </p:nvSpPr>
          <p:spPr>
            <a:xfrm>
              <a:off x="3894225" y="226427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03" y="1"/>
                  </a:moveTo>
                  <a:cubicBezTo>
                    <a:pt x="37" y="22"/>
                    <a:pt x="0" y="88"/>
                    <a:pt x="0" y="158"/>
                  </a:cubicBezTo>
                  <a:cubicBezTo>
                    <a:pt x="17" y="191"/>
                    <a:pt x="17" y="228"/>
                    <a:pt x="54" y="244"/>
                  </a:cubicBezTo>
                  <a:cubicBezTo>
                    <a:pt x="70" y="261"/>
                    <a:pt x="103" y="261"/>
                    <a:pt x="140" y="261"/>
                  </a:cubicBezTo>
                  <a:cubicBezTo>
                    <a:pt x="157" y="261"/>
                    <a:pt x="190" y="244"/>
                    <a:pt x="206" y="207"/>
                  </a:cubicBezTo>
                  <a:cubicBezTo>
                    <a:pt x="223" y="174"/>
                    <a:pt x="223" y="141"/>
                    <a:pt x="223" y="104"/>
                  </a:cubicBezTo>
                  <a:cubicBezTo>
                    <a:pt x="223" y="71"/>
                    <a:pt x="206" y="55"/>
                    <a:pt x="173" y="38"/>
                  </a:cubicBezTo>
                  <a:cubicBezTo>
                    <a:pt x="173" y="22"/>
                    <a:pt x="157" y="22"/>
                    <a:pt x="157" y="22"/>
                  </a:cubicBezTo>
                  <a:cubicBezTo>
                    <a:pt x="140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8" name="Google Shape;21198;p60"/>
            <p:cNvSpPr/>
            <p:nvPr/>
          </p:nvSpPr>
          <p:spPr>
            <a:xfrm>
              <a:off x="3838875" y="2257075"/>
              <a:ext cx="5575" cy="6575"/>
            </a:xfrm>
            <a:custGeom>
              <a:avLst/>
              <a:gdLst/>
              <a:ahLst/>
              <a:cxnLst/>
              <a:rect l="l" t="t" r="r" b="b"/>
              <a:pathLst>
                <a:path w="223" h="263" extrusionOk="0">
                  <a:moveTo>
                    <a:pt x="87" y="0"/>
                  </a:moveTo>
                  <a:cubicBezTo>
                    <a:pt x="66" y="17"/>
                    <a:pt x="33" y="33"/>
                    <a:pt x="17" y="50"/>
                  </a:cubicBezTo>
                  <a:cubicBezTo>
                    <a:pt x="0" y="83"/>
                    <a:pt x="0" y="120"/>
                    <a:pt x="0" y="153"/>
                  </a:cubicBezTo>
                  <a:cubicBezTo>
                    <a:pt x="0" y="186"/>
                    <a:pt x="17" y="223"/>
                    <a:pt x="50" y="239"/>
                  </a:cubicBezTo>
                  <a:cubicBezTo>
                    <a:pt x="61" y="251"/>
                    <a:pt x="83" y="263"/>
                    <a:pt x="101" y="263"/>
                  </a:cubicBezTo>
                  <a:cubicBezTo>
                    <a:pt x="108" y="263"/>
                    <a:pt x="115" y="261"/>
                    <a:pt x="120" y="256"/>
                  </a:cubicBezTo>
                  <a:cubicBezTo>
                    <a:pt x="190" y="256"/>
                    <a:pt x="223" y="186"/>
                    <a:pt x="223" y="120"/>
                  </a:cubicBezTo>
                  <a:cubicBezTo>
                    <a:pt x="206" y="83"/>
                    <a:pt x="206" y="50"/>
                    <a:pt x="169" y="33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03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9" name="Google Shape;21199;p60"/>
            <p:cNvSpPr/>
            <p:nvPr/>
          </p:nvSpPr>
          <p:spPr>
            <a:xfrm>
              <a:off x="3840525" y="2210700"/>
              <a:ext cx="5675" cy="6400"/>
            </a:xfrm>
            <a:custGeom>
              <a:avLst/>
              <a:gdLst/>
              <a:ahLst/>
              <a:cxnLst/>
              <a:rect l="l" t="t" r="r" b="b"/>
              <a:pathLst>
                <a:path w="227" h="256" extrusionOk="0">
                  <a:moveTo>
                    <a:pt x="103" y="0"/>
                  </a:moveTo>
                  <a:cubicBezTo>
                    <a:pt x="37" y="0"/>
                    <a:pt x="0" y="66"/>
                    <a:pt x="0" y="136"/>
                  </a:cubicBezTo>
                  <a:cubicBezTo>
                    <a:pt x="21" y="186"/>
                    <a:pt x="37" y="223"/>
                    <a:pt x="54" y="239"/>
                  </a:cubicBezTo>
                  <a:cubicBezTo>
                    <a:pt x="87" y="256"/>
                    <a:pt x="103" y="256"/>
                    <a:pt x="140" y="256"/>
                  </a:cubicBezTo>
                  <a:cubicBezTo>
                    <a:pt x="157" y="239"/>
                    <a:pt x="190" y="223"/>
                    <a:pt x="206" y="206"/>
                  </a:cubicBezTo>
                  <a:cubicBezTo>
                    <a:pt x="227" y="169"/>
                    <a:pt x="227" y="136"/>
                    <a:pt x="227" y="103"/>
                  </a:cubicBezTo>
                  <a:cubicBezTo>
                    <a:pt x="227" y="66"/>
                    <a:pt x="206" y="33"/>
                    <a:pt x="173" y="17"/>
                  </a:cubicBez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0" name="Google Shape;21200;p60"/>
            <p:cNvSpPr/>
            <p:nvPr/>
          </p:nvSpPr>
          <p:spPr>
            <a:xfrm>
              <a:off x="3821250" y="2230925"/>
              <a:ext cx="5575" cy="6800"/>
            </a:xfrm>
            <a:custGeom>
              <a:avLst/>
              <a:gdLst/>
              <a:ahLst/>
              <a:cxnLst/>
              <a:rect l="l" t="t" r="r" b="b"/>
              <a:pathLst>
                <a:path w="223" h="272" extrusionOk="0">
                  <a:moveTo>
                    <a:pt x="126" y="0"/>
                  </a:moveTo>
                  <a:cubicBezTo>
                    <a:pt x="116" y="0"/>
                    <a:pt x="103" y="5"/>
                    <a:pt x="87" y="16"/>
                  </a:cubicBezTo>
                  <a:cubicBezTo>
                    <a:pt x="33" y="16"/>
                    <a:pt x="0" y="82"/>
                    <a:pt x="0" y="152"/>
                  </a:cubicBezTo>
                  <a:cubicBezTo>
                    <a:pt x="0" y="185"/>
                    <a:pt x="17" y="222"/>
                    <a:pt x="50" y="238"/>
                  </a:cubicBezTo>
                  <a:cubicBezTo>
                    <a:pt x="70" y="255"/>
                    <a:pt x="103" y="271"/>
                    <a:pt x="120" y="271"/>
                  </a:cubicBezTo>
                  <a:cubicBezTo>
                    <a:pt x="153" y="255"/>
                    <a:pt x="190" y="238"/>
                    <a:pt x="206" y="201"/>
                  </a:cubicBezTo>
                  <a:cubicBezTo>
                    <a:pt x="223" y="185"/>
                    <a:pt x="223" y="152"/>
                    <a:pt x="223" y="119"/>
                  </a:cubicBezTo>
                  <a:cubicBezTo>
                    <a:pt x="223" y="82"/>
                    <a:pt x="206" y="49"/>
                    <a:pt x="173" y="32"/>
                  </a:cubicBezTo>
                  <a:lnTo>
                    <a:pt x="153" y="16"/>
                  </a:lnTo>
                  <a:cubicBezTo>
                    <a:pt x="145" y="5"/>
                    <a:pt x="136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1" name="Google Shape;21201;p60"/>
            <p:cNvSpPr/>
            <p:nvPr/>
          </p:nvSpPr>
          <p:spPr>
            <a:xfrm>
              <a:off x="3832775" y="2227075"/>
              <a:ext cx="6525" cy="6825"/>
            </a:xfrm>
            <a:custGeom>
              <a:avLst/>
              <a:gdLst/>
              <a:ahLst/>
              <a:cxnLst/>
              <a:rect l="l" t="t" r="r" b="b"/>
              <a:pathLst>
                <a:path w="261" h="273" extrusionOk="0">
                  <a:moveTo>
                    <a:pt x="132" y="0"/>
                  </a:moveTo>
                  <a:cubicBezTo>
                    <a:pt x="91" y="0"/>
                    <a:pt x="50" y="32"/>
                    <a:pt x="38" y="83"/>
                  </a:cubicBezTo>
                  <a:cubicBezTo>
                    <a:pt x="1" y="149"/>
                    <a:pt x="38" y="236"/>
                    <a:pt x="88" y="252"/>
                  </a:cubicBezTo>
                  <a:cubicBezTo>
                    <a:pt x="104" y="273"/>
                    <a:pt x="125" y="273"/>
                    <a:pt x="141" y="273"/>
                  </a:cubicBezTo>
                  <a:cubicBezTo>
                    <a:pt x="191" y="252"/>
                    <a:pt x="228" y="236"/>
                    <a:pt x="244" y="186"/>
                  </a:cubicBezTo>
                  <a:cubicBezTo>
                    <a:pt x="261" y="133"/>
                    <a:pt x="244" y="83"/>
                    <a:pt x="207" y="46"/>
                  </a:cubicBezTo>
                  <a:cubicBezTo>
                    <a:pt x="207" y="29"/>
                    <a:pt x="191" y="13"/>
                    <a:pt x="174" y="13"/>
                  </a:cubicBezTo>
                  <a:cubicBezTo>
                    <a:pt x="161" y="4"/>
                    <a:pt x="146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2" name="Google Shape;21202;p60"/>
            <p:cNvSpPr/>
            <p:nvPr/>
          </p:nvSpPr>
          <p:spPr>
            <a:xfrm>
              <a:off x="3847425" y="22265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0" y="1"/>
                  </a:moveTo>
                  <a:cubicBezTo>
                    <a:pt x="87" y="1"/>
                    <a:pt x="71" y="17"/>
                    <a:pt x="33" y="34"/>
                  </a:cubicBezTo>
                  <a:cubicBezTo>
                    <a:pt x="17" y="50"/>
                    <a:pt x="0" y="88"/>
                    <a:pt x="0" y="121"/>
                  </a:cubicBezTo>
                  <a:cubicBezTo>
                    <a:pt x="0" y="154"/>
                    <a:pt x="0" y="191"/>
                    <a:pt x="17" y="207"/>
                  </a:cubicBezTo>
                  <a:cubicBezTo>
                    <a:pt x="54" y="240"/>
                    <a:pt x="71" y="257"/>
                    <a:pt x="104" y="257"/>
                  </a:cubicBezTo>
                  <a:cubicBezTo>
                    <a:pt x="137" y="257"/>
                    <a:pt x="157" y="257"/>
                    <a:pt x="190" y="240"/>
                  </a:cubicBezTo>
                  <a:cubicBezTo>
                    <a:pt x="223" y="191"/>
                    <a:pt x="240" y="104"/>
                    <a:pt x="207" y="50"/>
                  </a:cubicBezTo>
                  <a:cubicBezTo>
                    <a:pt x="190" y="34"/>
                    <a:pt x="174" y="17"/>
                    <a:pt x="157" y="17"/>
                  </a:cubicBezTo>
                  <a:cubicBezTo>
                    <a:pt x="137" y="1"/>
                    <a:pt x="13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3" name="Google Shape;21203;p60"/>
            <p:cNvSpPr/>
            <p:nvPr/>
          </p:nvSpPr>
          <p:spPr>
            <a:xfrm>
              <a:off x="3825575" y="2212150"/>
              <a:ext cx="5600" cy="6700"/>
            </a:xfrm>
            <a:custGeom>
              <a:avLst/>
              <a:gdLst/>
              <a:ahLst/>
              <a:cxnLst/>
              <a:rect l="l" t="t" r="r" b="b"/>
              <a:pathLst>
                <a:path w="224" h="268" extrusionOk="0">
                  <a:moveTo>
                    <a:pt x="120" y="1"/>
                  </a:moveTo>
                  <a:cubicBezTo>
                    <a:pt x="114" y="1"/>
                    <a:pt x="109" y="3"/>
                    <a:pt x="103" y="8"/>
                  </a:cubicBezTo>
                  <a:cubicBezTo>
                    <a:pt x="66" y="8"/>
                    <a:pt x="33" y="24"/>
                    <a:pt x="17" y="62"/>
                  </a:cubicBezTo>
                  <a:cubicBezTo>
                    <a:pt x="0" y="78"/>
                    <a:pt x="0" y="111"/>
                    <a:pt x="0" y="148"/>
                  </a:cubicBezTo>
                  <a:cubicBezTo>
                    <a:pt x="0" y="181"/>
                    <a:pt x="17" y="214"/>
                    <a:pt x="50" y="231"/>
                  </a:cubicBezTo>
                  <a:cubicBezTo>
                    <a:pt x="66" y="251"/>
                    <a:pt x="103" y="268"/>
                    <a:pt x="136" y="268"/>
                  </a:cubicBezTo>
                  <a:cubicBezTo>
                    <a:pt x="186" y="251"/>
                    <a:pt x="223" y="181"/>
                    <a:pt x="223" y="111"/>
                  </a:cubicBezTo>
                  <a:cubicBezTo>
                    <a:pt x="223" y="78"/>
                    <a:pt x="207" y="45"/>
                    <a:pt x="169" y="24"/>
                  </a:cubicBezTo>
                  <a:lnTo>
                    <a:pt x="153" y="8"/>
                  </a:lnTo>
                  <a:cubicBezTo>
                    <a:pt x="142" y="8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4" name="Google Shape;21204;p60"/>
            <p:cNvSpPr/>
            <p:nvPr/>
          </p:nvSpPr>
          <p:spPr>
            <a:xfrm>
              <a:off x="3829800" y="219500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09" y="1"/>
                  </a:moveTo>
                  <a:cubicBezTo>
                    <a:pt x="85" y="1"/>
                    <a:pt x="66" y="15"/>
                    <a:pt x="54" y="26"/>
                  </a:cubicBezTo>
                  <a:cubicBezTo>
                    <a:pt x="0" y="76"/>
                    <a:pt x="0" y="162"/>
                    <a:pt x="38" y="216"/>
                  </a:cubicBezTo>
                  <a:cubicBezTo>
                    <a:pt x="57" y="245"/>
                    <a:pt x="88" y="262"/>
                    <a:pt x="121" y="262"/>
                  </a:cubicBezTo>
                  <a:cubicBezTo>
                    <a:pt x="145" y="262"/>
                    <a:pt x="169" y="253"/>
                    <a:pt x="190" y="232"/>
                  </a:cubicBezTo>
                  <a:cubicBezTo>
                    <a:pt x="244" y="195"/>
                    <a:pt x="244" y="113"/>
                    <a:pt x="207" y="43"/>
                  </a:cubicBezTo>
                  <a:cubicBezTo>
                    <a:pt x="190" y="26"/>
                    <a:pt x="174" y="26"/>
                    <a:pt x="157" y="10"/>
                  </a:cubicBezTo>
                  <a:lnTo>
                    <a:pt x="141" y="10"/>
                  </a:lnTo>
                  <a:cubicBezTo>
                    <a:pt x="130" y="3"/>
                    <a:pt x="119" y="1"/>
                    <a:pt x="1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5" name="Google Shape;21205;p60"/>
            <p:cNvSpPr/>
            <p:nvPr/>
          </p:nvSpPr>
          <p:spPr>
            <a:xfrm>
              <a:off x="3844025" y="22416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3" y="1"/>
                  </a:moveTo>
                  <a:cubicBezTo>
                    <a:pt x="33" y="17"/>
                    <a:pt x="0" y="83"/>
                    <a:pt x="17" y="153"/>
                  </a:cubicBezTo>
                  <a:cubicBezTo>
                    <a:pt x="17" y="186"/>
                    <a:pt x="33" y="224"/>
                    <a:pt x="50" y="240"/>
                  </a:cubicBezTo>
                  <a:cubicBezTo>
                    <a:pt x="62" y="252"/>
                    <a:pt x="83" y="263"/>
                    <a:pt x="107" y="263"/>
                  </a:cubicBezTo>
                  <a:cubicBezTo>
                    <a:pt x="117" y="263"/>
                    <a:pt x="127" y="261"/>
                    <a:pt x="136" y="257"/>
                  </a:cubicBezTo>
                  <a:cubicBezTo>
                    <a:pt x="190" y="257"/>
                    <a:pt x="240" y="186"/>
                    <a:pt x="223" y="120"/>
                  </a:cubicBezTo>
                  <a:cubicBezTo>
                    <a:pt x="223" y="67"/>
                    <a:pt x="190" y="34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6" name="Google Shape;21206;p60"/>
            <p:cNvSpPr/>
            <p:nvPr/>
          </p:nvSpPr>
          <p:spPr>
            <a:xfrm>
              <a:off x="3859900" y="2189225"/>
              <a:ext cx="6400" cy="6550"/>
            </a:xfrm>
            <a:custGeom>
              <a:avLst/>
              <a:gdLst/>
              <a:ahLst/>
              <a:cxnLst/>
              <a:rect l="l" t="t" r="r" b="b"/>
              <a:pathLst>
                <a:path w="256" h="262" extrusionOk="0">
                  <a:moveTo>
                    <a:pt x="121" y="1"/>
                  </a:moveTo>
                  <a:cubicBezTo>
                    <a:pt x="76" y="1"/>
                    <a:pt x="41" y="32"/>
                    <a:pt x="17" y="84"/>
                  </a:cubicBezTo>
                  <a:cubicBezTo>
                    <a:pt x="0" y="154"/>
                    <a:pt x="33" y="220"/>
                    <a:pt x="87" y="257"/>
                  </a:cubicBezTo>
                  <a:cubicBezTo>
                    <a:pt x="95" y="260"/>
                    <a:pt x="104" y="261"/>
                    <a:pt x="114" y="261"/>
                  </a:cubicBezTo>
                  <a:cubicBezTo>
                    <a:pt x="159" y="261"/>
                    <a:pt x="209" y="229"/>
                    <a:pt x="223" y="171"/>
                  </a:cubicBezTo>
                  <a:cubicBezTo>
                    <a:pt x="256" y="117"/>
                    <a:pt x="223" y="34"/>
                    <a:pt x="173" y="14"/>
                  </a:cubicBezTo>
                  <a:cubicBezTo>
                    <a:pt x="155" y="5"/>
                    <a:pt x="137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7" name="Google Shape;21207;p60"/>
            <p:cNvSpPr/>
            <p:nvPr/>
          </p:nvSpPr>
          <p:spPr>
            <a:xfrm>
              <a:off x="3865050" y="2302200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29" y="1"/>
                  </a:moveTo>
                  <a:cubicBezTo>
                    <a:pt x="87" y="1"/>
                    <a:pt x="46" y="32"/>
                    <a:pt x="33" y="84"/>
                  </a:cubicBezTo>
                  <a:cubicBezTo>
                    <a:pt x="0" y="154"/>
                    <a:pt x="33" y="220"/>
                    <a:pt x="87" y="257"/>
                  </a:cubicBezTo>
                  <a:cubicBezTo>
                    <a:pt x="98" y="259"/>
                    <a:pt x="108" y="261"/>
                    <a:pt x="118" y="261"/>
                  </a:cubicBezTo>
                  <a:cubicBezTo>
                    <a:pt x="170" y="261"/>
                    <a:pt x="212" y="226"/>
                    <a:pt x="240" y="170"/>
                  </a:cubicBezTo>
                  <a:cubicBezTo>
                    <a:pt x="256" y="100"/>
                    <a:pt x="223" y="30"/>
                    <a:pt x="174" y="14"/>
                  </a:cubicBezTo>
                  <a:cubicBezTo>
                    <a:pt x="159" y="5"/>
                    <a:pt x="144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8" name="Google Shape;21208;p60"/>
            <p:cNvSpPr/>
            <p:nvPr/>
          </p:nvSpPr>
          <p:spPr>
            <a:xfrm>
              <a:off x="3847825" y="2194125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26" y="1"/>
                  </a:moveTo>
                  <a:cubicBezTo>
                    <a:pt x="101" y="1"/>
                    <a:pt x="78" y="12"/>
                    <a:pt x="55" y="24"/>
                  </a:cubicBezTo>
                  <a:cubicBezTo>
                    <a:pt x="38" y="24"/>
                    <a:pt x="17" y="61"/>
                    <a:pt x="1" y="78"/>
                  </a:cubicBezTo>
                  <a:lnTo>
                    <a:pt x="1" y="164"/>
                  </a:lnTo>
                  <a:cubicBezTo>
                    <a:pt x="17" y="214"/>
                    <a:pt x="38" y="230"/>
                    <a:pt x="71" y="251"/>
                  </a:cubicBezTo>
                  <a:cubicBezTo>
                    <a:pt x="84" y="260"/>
                    <a:pt x="99" y="264"/>
                    <a:pt x="113" y="264"/>
                  </a:cubicBezTo>
                  <a:cubicBezTo>
                    <a:pt x="154" y="264"/>
                    <a:pt x="195" y="232"/>
                    <a:pt x="207" y="181"/>
                  </a:cubicBezTo>
                  <a:cubicBezTo>
                    <a:pt x="244" y="111"/>
                    <a:pt x="207" y="45"/>
                    <a:pt x="158" y="7"/>
                  </a:cubicBezTo>
                  <a:cubicBezTo>
                    <a:pt x="147" y="3"/>
                    <a:pt x="136" y="1"/>
                    <a:pt x="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9" name="Google Shape;21209;p60"/>
            <p:cNvSpPr/>
            <p:nvPr/>
          </p:nvSpPr>
          <p:spPr>
            <a:xfrm>
              <a:off x="3855150" y="22093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0"/>
                  </a:moveTo>
                  <a:cubicBezTo>
                    <a:pt x="34" y="17"/>
                    <a:pt x="1" y="87"/>
                    <a:pt x="17" y="157"/>
                  </a:cubicBezTo>
                  <a:cubicBezTo>
                    <a:pt x="17" y="190"/>
                    <a:pt x="34" y="223"/>
                    <a:pt x="54" y="240"/>
                  </a:cubicBezTo>
                  <a:cubicBezTo>
                    <a:pt x="87" y="260"/>
                    <a:pt x="104" y="260"/>
                    <a:pt x="137" y="260"/>
                  </a:cubicBezTo>
                  <a:cubicBezTo>
                    <a:pt x="190" y="240"/>
                    <a:pt x="240" y="190"/>
                    <a:pt x="223" y="104"/>
                  </a:cubicBezTo>
                  <a:cubicBezTo>
                    <a:pt x="223" y="71"/>
                    <a:pt x="207" y="54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0" name="Google Shape;21210;p60"/>
            <p:cNvSpPr/>
            <p:nvPr/>
          </p:nvSpPr>
          <p:spPr>
            <a:xfrm>
              <a:off x="3853400" y="2254500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41" y="0"/>
                  </a:moveTo>
                  <a:cubicBezTo>
                    <a:pt x="104" y="0"/>
                    <a:pt x="71" y="0"/>
                    <a:pt x="54" y="33"/>
                  </a:cubicBezTo>
                  <a:cubicBezTo>
                    <a:pt x="1" y="66"/>
                    <a:pt x="1" y="153"/>
                    <a:pt x="38" y="206"/>
                  </a:cubicBezTo>
                  <a:cubicBezTo>
                    <a:pt x="54" y="239"/>
                    <a:pt x="87" y="256"/>
                    <a:pt x="104" y="256"/>
                  </a:cubicBezTo>
                  <a:cubicBezTo>
                    <a:pt x="141" y="256"/>
                    <a:pt x="174" y="256"/>
                    <a:pt x="190" y="223"/>
                  </a:cubicBezTo>
                  <a:cubicBezTo>
                    <a:pt x="207" y="206"/>
                    <a:pt x="227" y="169"/>
                    <a:pt x="227" y="136"/>
                  </a:cubicBezTo>
                  <a:cubicBezTo>
                    <a:pt x="244" y="103"/>
                    <a:pt x="227" y="66"/>
                    <a:pt x="207" y="50"/>
                  </a:cubicBezTo>
                  <a:cubicBezTo>
                    <a:pt x="190" y="33"/>
                    <a:pt x="174" y="17"/>
                    <a:pt x="157" y="17"/>
                  </a:cubicBezTo>
                  <a:cubicBezTo>
                    <a:pt x="157" y="0"/>
                    <a:pt x="141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1" name="Google Shape;21211;p60"/>
            <p:cNvSpPr/>
            <p:nvPr/>
          </p:nvSpPr>
          <p:spPr>
            <a:xfrm>
              <a:off x="3850000" y="230130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4" y="0"/>
                  </a:moveTo>
                  <a:cubicBezTo>
                    <a:pt x="34" y="17"/>
                    <a:pt x="1" y="87"/>
                    <a:pt x="17" y="153"/>
                  </a:cubicBezTo>
                  <a:cubicBezTo>
                    <a:pt x="17" y="190"/>
                    <a:pt x="34" y="223"/>
                    <a:pt x="54" y="239"/>
                  </a:cubicBezTo>
                  <a:cubicBezTo>
                    <a:pt x="77" y="251"/>
                    <a:pt x="93" y="263"/>
                    <a:pt x="111" y="263"/>
                  </a:cubicBezTo>
                  <a:cubicBezTo>
                    <a:pt x="119" y="263"/>
                    <a:pt x="127" y="261"/>
                    <a:pt x="137" y="256"/>
                  </a:cubicBezTo>
                  <a:cubicBezTo>
                    <a:pt x="190" y="256"/>
                    <a:pt x="240" y="190"/>
                    <a:pt x="223" y="120"/>
                  </a:cubicBezTo>
                  <a:cubicBezTo>
                    <a:pt x="223" y="87"/>
                    <a:pt x="207" y="50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2" name="Google Shape;21212;p60"/>
            <p:cNvSpPr/>
            <p:nvPr/>
          </p:nvSpPr>
          <p:spPr>
            <a:xfrm>
              <a:off x="3861650" y="222397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3" y="1"/>
                  </a:moveTo>
                  <a:cubicBezTo>
                    <a:pt x="50" y="17"/>
                    <a:pt x="0" y="67"/>
                    <a:pt x="17" y="153"/>
                  </a:cubicBezTo>
                  <a:cubicBezTo>
                    <a:pt x="17" y="214"/>
                    <a:pt x="54" y="260"/>
                    <a:pt x="110" y="260"/>
                  </a:cubicBezTo>
                  <a:cubicBezTo>
                    <a:pt x="118" y="260"/>
                    <a:pt x="127" y="259"/>
                    <a:pt x="136" y="257"/>
                  </a:cubicBezTo>
                  <a:cubicBezTo>
                    <a:pt x="169" y="257"/>
                    <a:pt x="186" y="240"/>
                    <a:pt x="207" y="207"/>
                  </a:cubicBezTo>
                  <a:cubicBezTo>
                    <a:pt x="223" y="170"/>
                    <a:pt x="240" y="137"/>
                    <a:pt x="223" y="104"/>
                  </a:cubicBezTo>
                  <a:cubicBezTo>
                    <a:pt x="223" y="67"/>
                    <a:pt x="207" y="50"/>
                    <a:pt x="186" y="17"/>
                  </a:cubicBezTo>
                  <a:cubicBezTo>
                    <a:pt x="169" y="17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3" name="Google Shape;21213;p60"/>
            <p:cNvSpPr/>
            <p:nvPr/>
          </p:nvSpPr>
          <p:spPr>
            <a:xfrm>
              <a:off x="3797225" y="22943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7" y="1"/>
                  </a:moveTo>
                  <a:cubicBezTo>
                    <a:pt x="104" y="1"/>
                    <a:pt x="67" y="1"/>
                    <a:pt x="50" y="17"/>
                  </a:cubicBezTo>
                  <a:cubicBezTo>
                    <a:pt x="1" y="71"/>
                    <a:pt x="1" y="157"/>
                    <a:pt x="34" y="207"/>
                  </a:cubicBezTo>
                  <a:cubicBezTo>
                    <a:pt x="53" y="238"/>
                    <a:pt x="84" y="256"/>
                    <a:pt x="116" y="256"/>
                  </a:cubicBezTo>
                  <a:cubicBezTo>
                    <a:pt x="140" y="256"/>
                    <a:pt x="165" y="246"/>
                    <a:pt x="186" y="223"/>
                  </a:cubicBezTo>
                  <a:cubicBezTo>
                    <a:pt x="240" y="190"/>
                    <a:pt x="240" y="104"/>
                    <a:pt x="207" y="54"/>
                  </a:cubicBezTo>
                  <a:cubicBezTo>
                    <a:pt x="186" y="34"/>
                    <a:pt x="17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4" name="Google Shape;21214;p60"/>
            <p:cNvSpPr/>
            <p:nvPr/>
          </p:nvSpPr>
          <p:spPr>
            <a:xfrm>
              <a:off x="3799800" y="2500625"/>
              <a:ext cx="6425" cy="6575"/>
            </a:xfrm>
            <a:custGeom>
              <a:avLst/>
              <a:gdLst/>
              <a:ahLst/>
              <a:cxnLst/>
              <a:rect l="l" t="t" r="r" b="b"/>
              <a:pathLst>
                <a:path w="257" h="263" extrusionOk="0">
                  <a:moveTo>
                    <a:pt x="117" y="0"/>
                  </a:moveTo>
                  <a:cubicBezTo>
                    <a:pt x="70" y="0"/>
                    <a:pt x="29" y="32"/>
                    <a:pt x="17" y="83"/>
                  </a:cubicBezTo>
                  <a:cubicBezTo>
                    <a:pt x="1" y="153"/>
                    <a:pt x="34" y="219"/>
                    <a:pt x="83" y="256"/>
                  </a:cubicBezTo>
                  <a:cubicBezTo>
                    <a:pt x="96" y="260"/>
                    <a:pt x="109" y="262"/>
                    <a:pt x="122" y="262"/>
                  </a:cubicBezTo>
                  <a:cubicBezTo>
                    <a:pt x="166" y="262"/>
                    <a:pt x="211" y="240"/>
                    <a:pt x="223" y="186"/>
                  </a:cubicBezTo>
                  <a:cubicBezTo>
                    <a:pt x="256" y="116"/>
                    <a:pt x="223" y="30"/>
                    <a:pt x="170" y="13"/>
                  </a:cubicBezTo>
                  <a:cubicBezTo>
                    <a:pt x="152" y="4"/>
                    <a:pt x="134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5" name="Google Shape;21215;p60"/>
            <p:cNvSpPr/>
            <p:nvPr/>
          </p:nvSpPr>
          <p:spPr>
            <a:xfrm>
              <a:off x="3798875" y="225100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04" y="0"/>
                  </a:moveTo>
                  <a:cubicBezTo>
                    <a:pt x="87" y="0"/>
                    <a:pt x="71" y="0"/>
                    <a:pt x="71" y="17"/>
                  </a:cubicBezTo>
                  <a:cubicBezTo>
                    <a:pt x="17" y="37"/>
                    <a:pt x="1" y="87"/>
                    <a:pt x="1" y="157"/>
                  </a:cubicBezTo>
                  <a:cubicBezTo>
                    <a:pt x="1" y="190"/>
                    <a:pt x="17" y="206"/>
                    <a:pt x="54" y="243"/>
                  </a:cubicBezTo>
                  <a:cubicBezTo>
                    <a:pt x="71" y="260"/>
                    <a:pt x="104" y="260"/>
                    <a:pt x="141" y="260"/>
                  </a:cubicBezTo>
                  <a:cubicBezTo>
                    <a:pt x="190" y="243"/>
                    <a:pt x="223" y="173"/>
                    <a:pt x="223" y="103"/>
                  </a:cubicBezTo>
                  <a:cubicBezTo>
                    <a:pt x="223" y="103"/>
                    <a:pt x="223" y="87"/>
                    <a:pt x="207" y="70"/>
                  </a:cubicBezTo>
                  <a:cubicBezTo>
                    <a:pt x="207" y="54"/>
                    <a:pt x="174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6" name="Google Shape;21216;p60"/>
            <p:cNvSpPr/>
            <p:nvPr/>
          </p:nvSpPr>
          <p:spPr>
            <a:xfrm>
              <a:off x="3796300" y="2269025"/>
              <a:ext cx="2200" cy="6100"/>
            </a:xfrm>
            <a:custGeom>
              <a:avLst/>
              <a:gdLst/>
              <a:ahLst/>
              <a:cxnLst/>
              <a:rect l="l" t="t" r="r" b="b"/>
              <a:pathLst>
                <a:path w="88" h="244" extrusionOk="0">
                  <a:moveTo>
                    <a:pt x="0" y="1"/>
                  </a:moveTo>
                  <a:lnTo>
                    <a:pt x="0" y="244"/>
                  </a:lnTo>
                  <a:cubicBezTo>
                    <a:pt x="38" y="223"/>
                    <a:pt x="54" y="207"/>
                    <a:pt x="54" y="174"/>
                  </a:cubicBezTo>
                  <a:cubicBezTo>
                    <a:pt x="87" y="104"/>
                    <a:pt x="54" y="38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7" name="Google Shape;21217;p60"/>
            <p:cNvSpPr/>
            <p:nvPr/>
          </p:nvSpPr>
          <p:spPr>
            <a:xfrm>
              <a:off x="3796300" y="246745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87" y="0"/>
                  </a:moveTo>
                  <a:cubicBezTo>
                    <a:pt x="54" y="17"/>
                    <a:pt x="17" y="37"/>
                    <a:pt x="0" y="87"/>
                  </a:cubicBezTo>
                  <a:lnTo>
                    <a:pt x="0" y="190"/>
                  </a:lnTo>
                  <a:cubicBezTo>
                    <a:pt x="17" y="206"/>
                    <a:pt x="38" y="223"/>
                    <a:pt x="38" y="243"/>
                  </a:cubicBezTo>
                  <a:cubicBezTo>
                    <a:pt x="71" y="260"/>
                    <a:pt x="104" y="260"/>
                    <a:pt x="120" y="260"/>
                  </a:cubicBezTo>
                  <a:cubicBezTo>
                    <a:pt x="190" y="243"/>
                    <a:pt x="223" y="190"/>
                    <a:pt x="223" y="103"/>
                  </a:cubicBezTo>
                  <a:cubicBezTo>
                    <a:pt x="207" y="70"/>
                    <a:pt x="190" y="54"/>
                    <a:pt x="174" y="17"/>
                  </a:cubicBezTo>
                  <a:lnTo>
                    <a:pt x="157" y="17"/>
                  </a:lnTo>
                  <a:cubicBezTo>
                    <a:pt x="141" y="0"/>
                    <a:pt x="104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8" name="Google Shape;21218;p60"/>
            <p:cNvSpPr/>
            <p:nvPr/>
          </p:nvSpPr>
          <p:spPr>
            <a:xfrm>
              <a:off x="3796300" y="2485475"/>
              <a:ext cx="425" cy="2200"/>
            </a:xfrm>
            <a:custGeom>
              <a:avLst/>
              <a:gdLst/>
              <a:ahLst/>
              <a:cxnLst/>
              <a:rect l="l" t="t" r="r" b="b"/>
              <a:pathLst>
                <a:path w="17" h="88" extrusionOk="0">
                  <a:moveTo>
                    <a:pt x="0" y="1"/>
                  </a:moveTo>
                  <a:lnTo>
                    <a:pt x="0" y="87"/>
                  </a:lnTo>
                  <a:cubicBezTo>
                    <a:pt x="17" y="54"/>
                    <a:pt x="17" y="1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9" name="Google Shape;21219;p60"/>
            <p:cNvSpPr/>
            <p:nvPr/>
          </p:nvSpPr>
          <p:spPr>
            <a:xfrm>
              <a:off x="3816925" y="22758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39" y="1"/>
                  </a:moveTo>
                  <a:cubicBezTo>
                    <a:pt x="87" y="1"/>
                    <a:pt x="47" y="33"/>
                    <a:pt x="17" y="91"/>
                  </a:cubicBezTo>
                  <a:cubicBezTo>
                    <a:pt x="0" y="157"/>
                    <a:pt x="37" y="227"/>
                    <a:pt x="87" y="260"/>
                  </a:cubicBezTo>
                  <a:lnTo>
                    <a:pt x="140" y="260"/>
                  </a:lnTo>
                  <a:cubicBezTo>
                    <a:pt x="173" y="260"/>
                    <a:pt x="206" y="227"/>
                    <a:pt x="223" y="178"/>
                  </a:cubicBezTo>
                  <a:cubicBezTo>
                    <a:pt x="243" y="124"/>
                    <a:pt x="243" y="91"/>
                    <a:pt x="206" y="38"/>
                  </a:cubicBezTo>
                  <a:cubicBezTo>
                    <a:pt x="190" y="38"/>
                    <a:pt x="190" y="21"/>
                    <a:pt x="173" y="5"/>
                  </a:cubicBezTo>
                  <a:cubicBezTo>
                    <a:pt x="161" y="2"/>
                    <a:pt x="150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0" name="Google Shape;21220;p60"/>
            <p:cNvSpPr/>
            <p:nvPr/>
          </p:nvSpPr>
          <p:spPr>
            <a:xfrm>
              <a:off x="3802375" y="21853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4" y="1"/>
                  </a:moveTo>
                  <a:cubicBezTo>
                    <a:pt x="34" y="17"/>
                    <a:pt x="1" y="87"/>
                    <a:pt x="17" y="153"/>
                  </a:cubicBezTo>
                  <a:cubicBezTo>
                    <a:pt x="17" y="190"/>
                    <a:pt x="34" y="223"/>
                    <a:pt x="50" y="240"/>
                  </a:cubicBezTo>
                  <a:cubicBezTo>
                    <a:pt x="74" y="252"/>
                    <a:pt x="91" y="263"/>
                    <a:pt x="110" y="263"/>
                  </a:cubicBezTo>
                  <a:cubicBezTo>
                    <a:pt x="119" y="263"/>
                    <a:pt x="127" y="261"/>
                    <a:pt x="137" y="256"/>
                  </a:cubicBezTo>
                  <a:cubicBezTo>
                    <a:pt x="186" y="256"/>
                    <a:pt x="240" y="190"/>
                    <a:pt x="223" y="120"/>
                  </a:cubicBezTo>
                  <a:cubicBezTo>
                    <a:pt x="223" y="87"/>
                    <a:pt x="207" y="50"/>
                    <a:pt x="186" y="34"/>
                  </a:cubicBezTo>
                  <a:cubicBezTo>
                    <a:pt x="170" y="17"/>
                    <a:pt x="170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1" name="Google Shape;21221;p60"/>
            <p:cNvSpPr/>
            <p:nvPr/>
          </p:nvSpPr>
          <p:spPr>
            <a:xfrm>
              <a:off x="3812700" y="221842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36" y="0"/>
                  </a:moveTo>
                  <a:cubicBezTo>
                    <a:pt x="103" y="0"/>
                    <a:pt x="66" y="17"/>
                    <a:pt x="50" y="33"/>
                  </a:cubicBezTo>
                  <a:cubicBezTo>
                    <a:pt x="33" y="50"/>
                    <a:pt x="17" y="83"/>
                    <a:pt x="17" y="120"/>
                  </a:cubicBezTo>
                  <a:cubicBezTo>
                    <a:pt x="0" y="153"/>
                    <a:pt x="17" y="186"/>
                    <a:pt x="33" y="223"/>
                  </a:cubicBezTo>
                  <a:cubicBezTo>
                    <a:pt x="51" y="250"/>
                    <a:pt x="81" y="262"/>
                    <a:pt x="112" y="262"/>
                  </a:cubicBezTo>
                  <a:cubicBezTo>
                    <a:pt x="137" y="262"/>
                    <a:pt x="163" y="254"/>
                    <a:pt x="186" y="239"/>
                  </a:cubicBezTo>
                  <a:cubicBezTo>
                    <a:pt x="239" y="186"/>
                    <a:pt x="239" y="103"/>
                    <a:pt x="206" y="50"/>
                  </a:cubicBezTo>
                  <a:cubicBezTo>
                    <a:pt x="186" y="33"/>
                    <a:pt x="169" y="17"/>
                    <a:pt x="153" y="17"/>
                  </a:cubicBezTo>
                  <a:lnTo>
                    <a:pt x="1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2" name="Google Shape;21222;p60"/>
            <p:cNvSpPr/>
            <p:nvPr/>
          </p:nvSpPr>
          <p:spPr>
            <a:xfrm>
              <a:off x="3815275" y="2198625"/>
              <a:ext cx="5575" cy="6625"/>
            </a:xfrm>
            <a:custGeom>
              <a:avLst/>
              <a:gdLst/>
              <a:ahLst/>
              <a:cxnLst/>
              <a:rect l="l" t="t" r="r" b="b"/>
              <a:pathLst>
                <a:path w="223" h="265" extrusionOk="0">
                  <a:moveTo>
                    <a:pt x="103" y="1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0" y="190"/>
                    <a:pt x="17" y="223"/>
                    <a:pt x="50" y="240"/>
                  </a:cubicBezTo>
                  <a:cubicBezTo>
                    <a:pt x="61" y="251"/>
                    <a:pt x="83" y="265"/>
                    <a:pt x="106" y="265"/>
                  </a:cubicBezTo>
                  <a:cubicBezTo>
                    <a:pt x="116" y="265"/>
                    <a:pt x="126" y="262"/>
                    <a:pt x="136" y="256"/>
                  </a:cubicBezTo>
                  <a:cubicBezTo>
                    <a:pt x="186" y="256"/>
                    <a:pt x="223" y="190"/>
                    <a:pt x="223" y="120"/>
                  </a:cubicBezTo>
                  <a:cubicBezTo>
                    <a:pt x="223" y="87"/>
                    <a:pt x="206" y="50"/>
                    <a:pt x="169" y="34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3" name="Google Shape;21223;p60"/>
            <p:cNvSpPr/>
            <p:nvPr/>
          </p:nvSpPr>
          <p:spPr>
            <a:xfrm>
              <a:off x="3810100" y="2263050"/>
              <a:ext cx="6025" cy="6425"/>
            </a:xfrm>
            <a:custGeom>
              <a:avLst/>
              <a:gdLst/>
              <a:ahLst/>
              <a:cxnLst/>
              <a:rect l="l" t="t" r="r" b="b"/>
              <a:pathLst>
                <a:path w="241" h="257" extrusionOk="0">
                  <a:moveTo>
                    <a:pt x="104" y="0"/>
                  </a:moveTo>
                  <a:cubicBezTo>
                    <a:pt x="67" y="0"/>
                    <a:pt x="50" y="17"/>
                    <a:pt x="34" y="50"/>
                  </a:cubicBezTo>
                  <a:cubicBezTo>
                    <a:pt x="17" y="71"/>
                    <a:pt x="1" y="104"/>
                    <a:pt x="1" y="137"/>
                  </a:cubicBezTo>
                  <a:cubicBezTo>
                    <a:pt x="17" y="174"/>
                    <a:pt x="34" y="207"/>
                    <a:pt x="50" y="223"/>
                  </a:cubicBezTo>
                  <a:cubicBezTo>
                    <a:pt x="67" y="256"/>
                    <a:pt x="104" y="256"/>
                    <a:pt x="137" y="256"/>
                  </a:cubicBezTo>
                  <a:cubicBezTo>
                    <a:pt x="186" y="240"/>
                    <a:pt x="240" y="174"/>
                    <a:pt x="224" y="104"/>
                  </a:cubicBezTo>
                  <a:cubicBezTo>
                    <a:pt x="224" y="71"/>
                    <a:pt x="207" y="33"/>
                    <a:pt x="186" y="17"/>
                  </a:cubicBezTo>
                  <a:cubicBezTo>
                    <a:pt x="170" y="17"/>
                    <a:pt x="170" y="0"/>
                    <a:pt x="1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4" name="Google Shape;21224;p60"/>
            <p:cNvSpPr/>
            <p:nvPr/>
          </p:nvSpPr>
          <p:spPr>
            <a:xfrm>
              <a:off x="3807950" y="230985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87" y="0"/>
                  </a:moveTo>
                  <a:cubicBezTo>
                    <a:pt x="33" y="17"/>
                    <a:pt x="0" y="70"/>
                    <a:pt x="0" y="157"/>
                  </a:cubicBezTo>
                  <a:cubicBezTo>
                    <a:pt x="0" y="190"/>
                    <a:pt x="33" y="223"/>
                    <a:pt x="50" y="239"/>
                  </a:cubicBezTo>
                  <a:cubicBezTo>
                    <a:pt x="66" y="260"/>
                    <a:pt x="103" y="260"/>
                    <a:pt x="120" y="260"/>
                  </a:cubicBezTo>
                  <a:cubicBezTo>
                    <a:pt x="153" y="260"/>
                    <a:pt x="190" y="239"/>
                    <a:pt x="207" y="206"/>
                  </a:cubicBezTo>
                  <a:cubicBezTo>
                    <a:pt x="223" y="173"/>
                    <a:pt x="223" y="136"/>
                    <a:pt x="223" y="103"/>
                  </a:cubicBezTo>
                  <a:cubicBezTo>
                    <a:pt x="223" y="70"/>
                    <a:pt x="207" y="54"/>
                    <a:pt x="169" y="17"/>
                  </a:cubicBezTo>
                  <a:cubicBezTo>
                    <a:pt x="169" y="17"/>
                    <a:pt x="153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5" name="Google Shape;21225;p60"/>
            <p:cNvSpPr/>
            <p:nvPr/>
          </p:nvSpPr>
          <p:spPr>
            <a:xfrm>
              <a:off x="3804450" y="2280500"/>
              <a:ext cx="5675" cy="6600"/>
            </a:xfrm>
            <a:custGeom>
              <a:avLst/>
              <a:gdLst/>
              <a:ahLst/>
              <a:cxnLst/>
              <a:rect l="l" t="t" r="r" b="b"/>
              <a:pathLst>
                <a:path w="227" h="264" extrusionOk="0">
                  <a:moveTo>
                    <a:pt x="118" y="0"/>
                  </a:moveTo>
                  <a:cubicBezTo>
                    <a:pt x="109" y="0"/>
                    <a:pt x="99" y="2"/>
                    <a:pt x="87" y="7"/>
                  </a:cubicBezTo>
                  <a:cubicBezTo>
                    <a:pt x="37" y="7"/>
                    <a:pt x="0" y="73"/>
                    <a:pt x="0" y="144"/>
                  </a:cubicBezTo>
                  <a:cubicBezTo>
                    <a:pt x="0" y="177"/>
                    <a:pt x="21" y="214"/>
                    <a:pt x="54" y="230"/>
                  </a:cubicBezTo>
                  <a:cubicBezTo>
                    <a:pt x="70" y="247"/>
                    <a:pt x="103" y="263"/>
                    <a:pt x="124" y="263"/>
                  </a:cubicBezTo>
                  <a:cubicBezTo>
                    <a:pt x="190" y="247"/>
                    <a:pt x="227" y="177"/>
                    <a:pt x="227" y="111"/>
                  </a:cubicBezTo>
                  <a:cubicBezTo>
                    <a:pt x="227" y="73"/>
                    <a:pt x="206" y="40"/>
                    <a:pt x="173" y="24"/>
                  </a:cubicBezTo>
                  <a:lnTo>
                    <a:pt x="157" y="7"/>
                  </a:lnTo>
                  <a:cubicBezTo>
                    <a:pt x="146" y="7"/>
                    <a:pt x="135" y="0"/>
                    <a:pt x="1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6" name="Google Shape;21226;p60"/>
            <p:cNvSpPr/>
            <p:nvPr/>
          </p:nvSpPr>
          <p:spPr>
            <a:xfrm>
              <a:off x="3801875" y="220162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40" y="0"/>
                  </a:moveTo>
                  <a:cubicBezTo>
                    <a:pt x="103" y="0"/>
                    <a:pt x="87" y="0"/>
                    <a:pt x="54" y="33"/>
                  </a:cubicBezTo>
                  <a:cubicBezTo>
                    <a:pt x="0" y="70"/>
                    <a:pt x="0" y="157"/>
                    <a:pt x="37" y="206"/>
                  </a:cubicBezTo>
                  <a:cubicBezTo>
                    <a:pt x="54" y="239"/>
                    <a:pt x="87" y="260"/>
                    <a:pt x="124" y="260"/>
                  </a:cubicBezTo>
                  <a:cubicBezTo>
                    <a:pt x="140" y="260"/>
                    <a:pt x="173" y="260"/>
                    <a:pt x="190" y="223"/>
                  </a:cubicBezTo>
                  <a:cubicBezTo>
                    <a:pt x="243" y="190"/>
                    <a:pt x="243" y="103"/>
                    <a:pt x="206" y="54"/>
                  </a:cubicBezTo>
                  <a:cubicBezTo>
                    <a:pt x="206" y="33"/>
                    <a:pt x="190" y="17"/>
                    <a:pt x="173" y="17"/>
                  </a:cubicBezTo>
                  <a:cubicBezTo>
                    <a:pt x="157" y="0"/>
                    <a:pt x="157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7" name="Google Shape;21227;p60"/>
            <p:cNvSpPr/>
            <p:nvPr/>
          </p:nvSpPr>
          <p:spPr>
            <a:xfrm>
              <a:off x="3928125" y="224285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4" y="0"/>
                  </a:moveTo>
                  <a:cubicBezTo>
                    <a:pt x="54" y="0"/>
                    <a:pt x="1" y="70"/>
                    <a:pt x="21" y="136"/>
                  </a:cubicBezTo>
                  <a:cubicBezTo>
                    <a:pt x="21" y="174"/>
                    <a:pt x="38" y="207"/>
                    <a:pt x="54" y="223"/>
                  </a:cubicBezTo>
                  <a:cubicBezTo>
                    <a:pt x="87" y="260"/>
                    <a:pt x="104" y="260"/>
                    <a:pt x="141" y="260"/>
                  </a:cubicBezTo>
                  <a:cubicBezTo>
                    <a:pt x="207" y="240"/>
                    <a:pt x="244" y="174"/>
                    <a:pt x="227" y="103"/>
                  </a:cubicBezTo>
                  <a:cubicBezTo>
                    <a:pt x="227" y="70"/>
                    <a:pt x="207" y="33"/>
                    <a:pt x="190" y="17"/>
                  </a:cubicBezTo>
                  <a:cubicBezTo>
                    <a:pt x="174" y="17"/>
                    <a:pt x="174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8" name="Google Shape;21228;p60"/>
            <p:cNvSpPr/>
            <p:nvPr/>
          </p:nvSpPr>
          <p:spPr>
            <a:xfrm>
              <a:off x="3905875" y="2260575"/>
              <a:ext cx="6400" cy="6325"/>
            </a:xfrm>
            <a:custGeom>
              <a:avLst/>
              <a:gdLst/>
              <a:ahLst/>
              <a:cxnLst/>
              <a:rect l="l" t="t" r="r" b="b"/>
              <a:pathLst>
                <a:path w="256" h="253" extrusionOk="0">
                  <a:moveTo>
                    <a:pt x="127" y="0"/>
                  </a:moveTo>
                  <a:cubicBezTo>
                    <a:pt x="86" y="0"/>
                    <a:pt x="45" y="31"/>
                    <a:pt x="33" y="83"/>
                  </a:cubicBezTo>
                  <a:cubicBezTo>
                    <a:pt x="0" y="149"/>
                    <a:pt x="33" y="219"/>
                    <a:pt x="87" y="252"/>
                  </a:cubicBezTo>
                  <a:lnTo>
                    <a:pt x="136" y="252"/>
                  </a:lnTo>
                  <a:cubicBezTo>
                    <a:pt x="190" y="252"/>
                    <a:pt x="223" y="219"/>
                    <a:pt x="239" y="170"/>
                  </a:cubicBezTo>
                  <a:cubicBezTo>
                    <a:pt x="256" y="132"/>
                    <a:pt x="239" y="83"/>
                    <a:pt x="223" y="46"/>
                  </a:cubicBezTo>
                  <a:cubicBezTo>
                    <a:pt x="206" y="29"/>
                    <a:pt x="190" y="13"/>
                    <a:pt x="169" y="13"/>
                  </a:cubicBezTo>
                  <a:cubicBezTo>
                    <a:pt x="156" y="4"/>
                    <a:pt x="141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9" name="Google Shape;21229;p60"/>
            <p:cNvSpPr/>
            <p:nvPr/>
          </p:nvSpPr>
          <p:spPr>
            <a:xfrm>
              <a:off x="3932875" y="2222550"/>
              <a:ext cx="6525" cy="6525"/>
            </a:xfrm>
            <a:custGeom>
              <a:avLst/>
              <a:gdLst/>
              <a:ahLst/>
              <a:cxnLst/>
              <a:rect l="l" t="t" r="r" b="b"/>
              <a:pathLst>
                <a:path w="261" h="261" extrusionOk="0">
                  <a:moveTo>
                    <a:pt x="139" y="0"/>
                  </a:moveTo>
                  <a:cubicBezTo>
                    <a:pt x="87" y="0"/>
                    <a:pt x="48" y="33"/>
                    <a:pt x="17" y="91"/>
                  </a:cubicBezTo>
                  <a:cubicBezTo>
                    <a:pt x="0" y="161"/>
                    <a:pt x="37" y="227"/>
                    <a:pt x="87" y="248"/>
                  </a:cubicBezTo>
                  <a:cubicBezTo>
                    <a:pt x="101" y="256"/>
                    <a:pt x="116" y="260"/>
                    <a:pt x="131" y="260"/>
                  </a:cubicBezTo>
                  <a:cubicBezTo>
                    <a:pt x="172" y="260"/>
                    <a:pt x="211" y="229"/>
                    <a:pt x="223" y="177"/>
                  </a:cubicBezTo>
                  <a:cubicBezTo>
                    <a:pt x="260" y="107"/>
                    <a:pt x="223" y="41"/>
                    <a:pt x="173" y="4"/>
                  </a:cubicBezTo>
                  <a:cubicBezTo>
                    <a:pt x="162" y="1"/>
                    <a:pt x="150" y="0"/>
                    <a:pt x="1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0" name="Google Shape;21230;p60"/>
            <p:cNvSpPr/>
            <p:nvPr/>
          </p:nvSpPr>
          <p:spPr>
            <a:xfrm>
              <a:off x="3930300" y="2192500"/>
              <a:ext cx="5575" cy="6725"/>
            </a:xfrm>
            <a:custGeom>
              <a:avLst/>
              <a:gdLst/>
              <a:ahLst/>
              <a:cxnLst/>
              <a:rect l="l" t="t" r="r" b="b"/>
              <a:pathLst>
                <a:path w="223" h="269" extrusionOk="0">
                  <a:moveTo>
                    <a:pt x="109" y="1"/>
                  </a:moveTo>
                  <a:cubicBezTo>
                    <a:pt x="62" y="1"/>
                    <a:pt x="14" y="35"/>
                    <a:pt x="0" y="89"/>
                  </a:cubicBezTo>
                  <a:lnTo>
                    <a:pt x="0" y="143"/>
                  </a:lnTo>
                  <a:cubicBezTo>
                    <a:pt x="0" y="192"/>
                    <a:pt x="17" y="246"/>
                    <a:pt x="70" y="262"/>
                  </a:cubicBezTo>
                  <a:cubicBezTo>
                    <a:pt x="79" y="267"/>
                    <a:pt x="90" y="269"/>
                    <a:pt x="100" y="269"/>
                  </a:cubicBezTo>
                  <a:cubicBezTo>
                    <a:pt x="129" y="269"/>
                    <a:pt x="161" y="253"/>
                    <a:pt x="173" y="229"/>
                  </a:cubicBezTo>
                  <a:cubicBezTo>
                    <a:pt x="190" y="213"/>
                    <a:pt x="206" y="192"/>
                    <a:pt x="206" y="176"/>
                  </a:cubicBezTo>
                  <a:cubicBezTo>
                    <a:pt x="223" y="110"/>
                    <a:pt x="206" y="40"/>
                    <a:pt x="140" y="7"/>
                  </a:cubicBezTo>
                  <a:cubicBezTo>
                    <a:pt x="130" y="3"/>
                    <a:pt x="120" y="1"/>
                    <a:pt x="1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1" name="Google Shape;21231;p60"/>
            <p:cNvSpPr/>
            <p:nvPr/>
          </p:nvSpPr>
          <p:spPr>
            <a:xfrm>
              <a:off x="3920925" y="22275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1" y="0"/>
                  </a:moveTo>
                  <a:cubicBezTo>
                    <a:pt x="84" y="0"/>
                    <a:pt x="66" y="4"/>
                    <a:pt x="50" y="12"/>
                  </a:cubicBezTo>
                  <a:cubicBezTo>
                    <a:pt x="33" y="29"/>
                    <a:pt x="17" y="50"/>
                    <a:pt x="17" y="83"/>
                  </a:cubicBezTo>
                  <a:cubicBezTo>
                    <a:pt x="0" y="116"/>
                    <a:pt x="0" y="132"/>
                    <a:pt x="0" y="169"/>
                  </a:cubicBezTo>
                  <a:cubicBezTo>
                    <a:pt x="17" y="202"/>
                    <a:pt x="33" y="235"/>
                    <a:pt x="66" y="256"/>
                  </a:cubicBezTo>
                  <a:cubicBezTo>
                    <a:pt x="78" y="258"/>
                    <a:pt x="89" y="260"/>
                    <a:pt x="99" y="260"/>
                  </a:cubicBezTo>
                  <a:cubicBezTo>
                    <a:pt x="152" y="260"/>
                    <a:pt x="192" y="227"/>
                    <a:pt x="223" y="186"/>
                  </a:cubicBezTo>
                  <a:cubicBezTo>
                    <a:pt x="239" y="116"/>
                    <a:pt x="206" y="29"/>
                    <a:pt x="153" y="12"/>
                  </a:cubicBezTo>
                  <a:cubicBezTo>
                    <a:pt x="136" y="4"/>
                    <a:pt x="119" y="0"/>
                    <a:pt x="1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2" name="Google Shape;21232;p60"/>
            <p:cNvSpPr/>
            <p:nvPr/>
          </p:nvSpPr>
          <p:spPr>
            <a:xfrm>
              <a:off x="3910100" y="22145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37" y="17"/>
                    <a:pt x="0" y="87"/>
                    <a:pt x="0" y="157"/>
                  </a:cubicBezTo>
                  <a:cubicBezTo>
                    <a:pt x="21" y="190"/>
                    <a:pt x="37" y="223"/>
                    <a:pt x="54" y="240"/>
                  </a:cubicBezTo>
                  <a:cubicBezTo>
                    <a:pt x="70" y="260"/>
                    <a:pt x="103" y="260"/>
                    <a:pt x="140" y="260"/>
                  </a:cubicBezTo>
                  <a:cubicBezTo>
                    <a:pt x="190" y="260"/>
                    <a:pt x="243" y="190"/>
                    <a:pt x="227" y="120"/>
                  </a:cubicBezTo>
                  <a:cubicBezTo>
                    <a:pt x="227" y="87"/>
                    <a:pt x="206" y="54"/>
                    <a:pt x="190" y="34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40" y="1"/>
                    <a:pt x="12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3" name="Google Shape;21233;p60"/>
            <p:cNvSpPr/>
            <p:nvPr/>
          </p:nvSpPr>
          <p:spPr>
            <a:xfrm>
              <a:off x="3913600" y="2243675"/>
              <a:ext cx="5575" cy="6675"/>
            </a:xfrm>
            <a:custGeom>
              <a:avLst/>
              <a:gdLst/>
              <a:ahLst/>
              <a:cxnLst/>
              <a:rect l="l" t="t" r="r" b="b"/>
              <a:pathLst>
                <a:path w="223" h="267" extrusionOk="0">
                  <a:moveTo>
                    <a:pt x="103" y="0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17" y="190"/>
                    <a:pt x="33" y="227"/>
                    <a:pt x="66" y="244"/>
                  </a:cubicBezTo>
                  <a:cubicBezTo>
                    <a:pt x="81" y="255"/>
                    <a:pt x="93" y="267"/>
                    <a:pt x="111" y="267"/>
                  </a:cubicBezTo>
                  <a:cubicBezTo>
                    <a:pt x="119" y="267"/>
                    <a:pt x="127" y="265"/>
                    <a:pt x="136" y="260"/>
                  </a:cubicBezTo>
                  <a:cubicBezTo>
                    <a:pt x="153" y="260"/>
                    <a:pt x="190" y="244"/>
                    <a:pt x="206" y="207"/>
                  </a:cubicBezTo>
                  <a:cubicBezTo>
                    <a:pt x="223" y="190"/>
                    <a:pt x="223" y="157"/>
                    <a:pt x="223" y="124"/>
                  </a:cubicBezTo>
                  <a:cubicBezTo>
                    <a:pt x="223" y="87"/>
                    <a:pt x="206" y="54"/>
                    <a:pt x="190" y="37"/>
                  </a:cubicBezTo>
                  <a:cubicBezTo>
                    <a:pt x="169" y="21"/>
                    <a:pt x="169" y="21"/>
                    <a:pt x="153" y="21"/>
                  </a:cubicBezTo>
                  <a:lnTo>
                    <a:pt x="136" y="21"/>
                  </a:lnTo>
                  <a:cubicBezTo>
                    <a:pt x="120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4" name="Google Shape;21234;p60"/>
            <p:cNvSpPr/>
            <p:nvPr/>
          </p:nvSpPr>
          <p:spPr>
            <a:xfrm>
              <a:off x="3922575" y="2209850"/>
              <a:ext cx="6500" cy="6850"/>
            </a:xfrm>
            <a:custGeom>
              <a:avLst/>
              <a:gdLst/>
              <a:ahLst/>
              <a:cxnLst/>
              <a:rect l="l" t="t" r="r" b="b"/>
              <a:pathLst>
                <a:path w="260" h="274" extrusionOk="0">
                  <a:moveTo>
                    <a:pt x="129" y="1"/>
                  </a:moveTo>
                  <a:cubicBezTo>
                    <a:pt x="88" y="1"/>
                    <a:pt x="49" y="32"/>
                    <a:pt x="37" y="84"/>
                  </a:cubicBezTo>
                  <a:cubicBezTo>
                    <a:pt x="0" y="154"/>
                    <a:pt x="37" y="240"/>
                    <a:pt x="87" y="257"/>
                  </a:cubicBezTo>
                  <a:cubicBezTo>
                    <a:pt x="103" y="273"/>
                    <a:pt x="120" y="273"/>
                    <a:pt x="140" y="273"/>
                  </a:cubicBezTo>
                  <a:cubicBezTo>
                    <a:pt x="190" y="257"/>
                    <a:pt x="223" y="240"/>
                    <a:pt x="243" y="187"/>
                  </a:cubicBezTo>
                  <a:cubicBezTo>
                    <a:pt x="260" y="137"/>
                    <a:pt x="243" y="84"/>
                    <a:pt x="206" y="51"/>
                  </a:cubicBezTo>
                  <a:cubicBezTo>
                    <a:pt x="206" y="34"/>
                    <a:pt x="190" y="13"/>
                    <a:pt x="173" y="13"/>
                  </a:cubicBezTo>
                  <a:cubicBezTo>
                    <a:pt x="159" y="5"/>
                    <a:pt x="144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5" name="Google Shape;21235;p60"/>
            <p:cNvSpPr/>
            <p:nvPr/>
          </p:nvSpPr>
          <p:spPr>
            <a:xfrm>
              <a:off x="3948325" y="2221675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19" y="0"/>
                  </a:moveTo>
                  <a:cubicBezTo>
                    <a:pt x="76" y="0"/>
                    <a:pt x="33" y="23"/>
                    <a:pt x="17" y="76"/>
                  </a:cubicBezTo>
                  <a:cubicBezTo>
                    <a:pt x="1" y="142"/>
                    <a:pt x="17" y="229"/>
                    <a:pt x="87" y="245"/>
                  </a:cubicBezTo>
                  <a:cubicBezTo>
                    <a:pt x="102" y="256"/>
                    <a:pt x="118" y="260"/>
                    <a:pt x="133" y="260"/>
                  </a:cubicBezTo>
                  <a:cubicBezTo>
                    <a:pt x="173" y="260"/>
                    <a:pt x="211" y="227"/>
                    <a:pt x="223" y="179"/>
                  </a:cubicBezTo>
                  <a:cubicBezTo>
                    <a:pt x="244" y="109"/>
                    <a:pt x="223" y="39"/>
                    <a:pt x="157" y="6"/>
                  </a:cubicBezTo>
                  <a:cubicBezTo>
                    <a:pt x="145" y="2"/>
                    <a:pt x="132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6" name="Google Shape;21236;p60"/>
            <p:cNvSpPr/>
            <p:nvPr/>
          </p:nvSpPr>
          <p:spPr>
            <a:xfrm>
              <a:off x="3950075" y="2204700"/>
              <a:ext cx="6000" cy="6850"/>
            </a:xfrm>
            <a:custGeom>
              <a:avLst/>
              <a:gdLst/>
              <a:ahLst/>
              <a:cxnLst/>
              <a:rect l="l" t="t" r="r" b="b"/>
              <a:pathLst>
                <a:path w="240" h="274" extrusionOk="0">
                  <a:moveTo>
                    <a:pt x="129" y="1"/>
                  </a:moveTo>
                  <a:cubicBezTo>
                    <a:pt x="120" y="1"/>
                    <a:pt x="112" y="5"/>
                    <a:pt x="104" y="13"/>
                  </a:cubicBezTo>
                  <a:cubicBezTo>
                    <a:pt x="87" y="13"/>
                    <a:pt x="71" y="34"/>
                    <a:pt x="50" y="50"/>
                  </a:cubicBezTo>
                  <a:cubicBezTo>
                    <a:pt x="17" y="67"/>
                    <a:pt x="1" y="116"/>
                    <a:pt x="17" y="153"/>
                  </a:cubicBezTo>
                  <a:cubicBezTo>
                    <a:pt x="17" y="186"/>
                    <a:pt x="34" y="219"/>
                    <a:pt x="50" y="240"/>
                  </a:cubicBezTo>
                  <a:cubicBezTo>
                    <a:pt x="87" y="257"/>
                    <a:pt x="104" y="273"/>
                    <a:pt x="137" y="273"/>
                  </a:cubicBezTo>
                  <a:cubicBezTo>
                    <a:pt x="191" y="257"/>
                    <a:pt x="240" y="186"/>
                    <a:pt x="240" y="137"/>
                  </a:cubicBezTo>
                  <a:lnTo>
                    <a:pt x="240" y="116"/>
                  </a:lnTo>
                  <a:cubicBezTo>
                    <a:pt x="223" y="67"/>
                    <a:pt x="207" y="34"/>
                    <a:pt x="153" y="13"/>
                  </a:cubicBezTo>
                  <a:cubicBezTo>
                    <a:pt x="145" y="5"/>
                    <a:pt x="137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7" name="Google Shape;21237;p60"/>
            <p:cNvSpPr/>
            <p:nvPr/>
          </p:nvSpPr>
          <p:spPr>
            <a:xfrm>
              <a:off x="3950500" y="23472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33" y="17"/>
                    <a:pt x="0" y="67"/>
                    <a:pt x="0" y="153"/>
                  </a:cubicBezTo>
                  <a:cubicBezTo>
                    <a:pt x="17" y="186"/>
                    <a:pt x="33" y="207"/>
                    <a:pt x="54" y="240"/>
                  </a:cubicBezTo>
                  <a:cubicBezTo>
                    <a:pt x="70" y="256"/>
                    <a:pt x="103" y="256"/>
                    <a:pt x="136" y="256"/>
                  </a:cubicBezTo>
                  <a:cubicBezTo>
                    <a:pt x="190" y="240"/>
                    <a:pt x="239" y="170"/>
                    <a:pt x="223" y="104"/>
                  </a:cubicBezTo>
                  <a:cubicBezTo>
                    <a:pt x="223" y="67"/>
                    <a:pt x="206" y="50"/>
                    <a:pt x="190" y="17"/>
                  </a:cubicBezTo>
                  <a:cubicBezTo>
                    <a:pt x="174" y="17"/>
                    <a:pt x="174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8" name="Google Shape;21238;p60"/>
            <p:cNvSpPr/>
            <p:nvPr/>
          </p:nvSpPr>
          <p:spPr>
            <a:xfrm>
              <a:off x="3937600" y="2207600"/>
              <a:ext cx="6025" cy="6525"/>
            </a:xfrm>
            <a:custGeom>
              <a:avLst/>
              <a:gdLst/>
              <a:ahLst/>
              <a:cxnLst/>
              <a:rect l="l" t="t" r="r" b="b"/>
              <a:pathLst>
                <a:path w="241" h="261" extrusionOk="0">
                  <a:moveTo>
                    <a:pt x="137" y="0"/>
                  </a:moveTo>
                  <a:cubicBezTo>
                    <a:pt x="104" y="0"/>
                    <a:pt x="71" y="21"/>
                    <a:pt x="55" y="37"/>
                  </a:cubicBezTo>
                  <a:cubicBezTo>
                    <a:pt x="1" y="70"/>
                    <a:pt x="1" y="157"/>
                    <a:pt x="34" y="206"/>
                  </a:cubicBezTo>
                  <a:cubicBezTo>
                    <a:pt x="55" y="244"/>
                    <a:pt x="88" y="260"/>
                    <a:pt x="104" y="260"/>
                  </a:cubicBezTo>
                  <a:cubicBezTo>
                    <a:pt x="137" y="260"/>
                    <a:pt x="174" y="260"/>
                    <a:pt x="191" y="244"/>
                  </a:cubicBezTo>
                  <a:cubicBezTo>
                    <a:pt x="207" y="206"/>
                    <a:pt x="224" y="190"/>
                    <a:pt x="224" y="157"/>
                  </a:cubicBezTo>
                  <a:cubicBezTo>
                    <a:pt x="240" y="124"/>
                    <a:pt x="224" y="87"/>
                    <a:pt x="207" y="54"/>
                  </a:cubicBezTo>
                  <a:cubicBezTo>
                    <a:pt x="191" y="37"/>
                    <a:pt x="174" y="21"/>
                    <a:pt x="158" y="21"/>
                  </a:cubicBezTo>
                  <a:cubicBezTo>
                    <a:pt x="158" y="0"/>
                    <a:pt x="137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9" name="Google Shape;21239;p60"/>
            <p:cNvSpPr/>
            <p:nvPr/>
          </p:nvSpPr>
          <p:spPr>
            <a:xfrm>
              <a:off x="3944525" y="21913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66" y="1"/>
                    <a:pt x="50" y="17"/>
                    <a:pt x="33" y="55"/>
                  </a:cubicBezTo>
                  <a:cubicBezTo>
                    <a:pt x="17" y="88"/>
                    <a:pt x="0" y="120"/>
                    <a:pt x="0" y="158"/>
                  </a:cubicBezTo>
                  <a:cubicBezTo>
                    <a:pt x="17" y="191"/>
                    <a:pt x="33" y="207"/>
                    <a:pt x="50" y="240"/>
                  </a:cubicBezTo>
                  <a:cubicBezTo>
                    <a:pt x="66" y="261"/>
                    <a:pt x="103" y="261"/>
                    <a:pt x="136" y="261"/>
                  </a:cubicBezTo>
                  <a:cubicBezTo>
                    <a:pt x="190" y="240"/>
                    <a:pt x="239" y="174"/>
                    <a:pt x="223" y="104"/>
                  </a:cubicBezTo>
                  <a:cubicBezTo>
                    <a:pt x="223" y="71"/>
                    <a:pt x="206" y="34"/>
                    <a:pt x="190" y="17"/>
                  </a:cubicBezTo>
                  <a:cubicBezTo>
                    <a:pt x="169" y="17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0" name="Google Shape;21240;p60"/>
            <p:cNvSpPr/>
            <p:nvPr/>
          </p:nvSpPr>
          <p:spPr>
            <a:xfrm>
              <a:off x="3940600" y="2237175"/>
              <a:ext cx="6525" cy="6675"/>
            </a:xfrm>
            <a:custGeom>
              <a:avLst/>
              <a:gdLst/>
              <a:ahLst/>
              <a:cxnLst/>
              <a:rect l="l" t="t" r="r" b="b"/>
              <a:pathLst>
                <a:path w="261" h="267" extrusionOk="0">
                  <a:moveTo>
                    <a:pt x="146" y="1"/>
                  </a:moveTo>
                  <a:cubicBezTo>
                    <a:pt x="99" y="1"/>
                    <a:pt x="51" y="33"/>
                    <a:pt x="38" y="91"/>
                  </a:cubicBezTo>
                  <a:cubicBezTo>
                    <a:pt x="1" y="157"/>
                    <a:pt x="38" y="227"/>
                    <a:pt x="87" y="260"/>
                  </a:cubicBezTo>
                  <a:cubicBezTo>
                    <a:pt x="100" y="264"/>
                    <a:pt x="113" y="266"/>
                    <a:pt x="124" y="266"/>
                  </a:cubicBezTo>
                  <a:cubicBezTo>
                    <a:pt x="175" y="266"/>
                    <a:pt x="214" y="232"/>
                    <a:pt x="244" y="178"/>
                  </a:cubicBezTo>
                  <a:cubicBezTo>
                    <a:pt x="260" y="108"/>
                    <a:pt x="223" y="38"/>
                    <a:pt x="174" y="5"/>
                  </a:cubicBezTo>
                  <a:cubicBezTo>
                    <a:pt x="165" y="2"/>
                    <a:pt x="155" y="1"/>
                    <a:pt x="1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1" name="Google Shape;21241;p60"/>
            <p:cNvSpPr/>
            <p:nvPr/>
          </p:nvSpPr>
          <p:spPr>
            <a:xfrm>
              <a:off x="3875350" y="22188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50" y="17"/>
                    <a:pt x="1" y="87"/>
                    <a:pt x="17" y="153"/>
                  </a:cubicBezTo>
                  <a:cubicBezTo>
                    <a:pt x="17" y="190"/>
                    <a:pt x="34" y="223"/>
                    <a:pt x="50" y="240"/>
                  </a:cubicBezTo>
                  <a:cubicBezTo>
                    <a:pt x="87" y="256"/>
                    <a:pt x="104" y="256"/>
                    <a:pt x="137" y="256"/>
                  </a:cubicBezTo>
                  <a:cubicBezTo>
                    <a:pt x="207" y="240"/>
                    <a:pt x="240" y="190"/>
                    <a:pt x="223" y="104"/>
                  </a:cubicBezTo>
                  <a:cubicBezTo>
                    <a:pt x="223" y="67"/>
                    <a:pt x="207" y="50"/>
                    <a:pt x="190" y="34"/>
                  </a:cubicBezTo>
                  <a:cubicBezTo>
                    <a:pt x="174" y="17"/>
                    <a:pt x="174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2" name="Google Shape;21242;p60"/>
            <p:cNvSpPr/>
            <p:nvPr/>
          </p:nvSpPr>
          <p:spPr>
            <a:xfrm>
              <a:off x="3875350" y="218822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27" y="0"/>
                  </a:moveTo>
                  <a:cubicBezTo>
                    <a:pt x="82" y="0"/>
                    <a:pt x="31" y="33"/>
                    <a:pt x="17" y="91"/>
                  </a:cubicBezTo>
                  <a:cubicBezTo>
                    <a:pt x="1" y="157"/>
                    <a:pt x="17" y="227"/>
                    <a:pt x="87" y="260"/>
                  </a:cubicBezTo>
                  <a:cubicBezTo>
                    <a:pt x="97" y="264"/>
                    <a:pt x="107" y="266"/>
                    <a:pt x="117" y="266"/>
                  </a:cubicBezTo>
                  <a:cubicBezTo>
                    <a:pt x="161" y="266"/>
                    <a:pt x="210" y="231"/>
                    <a:pt x="223" y="178"/>
                  </a:cubicBezTo>
                  <a:cubicBezTo>
                    <a:pt x="240" y="107"/>
                    <a:pt x="207" y="37"/>
                    <a:pt x="153" y="4"/>
                  </a:cubicBezTo>
                  <a:cubicBezTo>
                    <a:pt x="145" y="2"/>
                    <a:pt x="136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3" name="Google Shape;21243;p60"/>
            <p:cNvSpPr/>
            <p:nvPr/>
          </p:nvSpPr>
          <p:spPr>
            <a:xfrm>
              <a:off x="3867625" y="2203875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29" y="0"/>
                  </a:moveTo>
                  <a:cubicBezTo>
                    <a:pt x="87" y="0"/>
                    <a:pt x="46" y="32"/>
                    <a:pt x="34" y="83"/>
                  </a:cubicBezTo>
                  <a:cubicBezTo>
                    <a:pt x="1" y="149"/>
                    <a:pt x="34" y="219"/>
                    <a:pt x="87" y="252"/>
                  </a:cubicBezTo>
                  <a:cubicBezTo>
                    <a:pt x="103" y="258"/>
                    <a:pt x="119" y="260"/>
                    <a:pt x="134" y="260"/>
                  </a:cubicBezTo>
                  <a:cubicBezTo>
                    <a:pt x="178" y="260"/>
                    <a:pt x="215" y="236"/>
                    <a:pt x="240" y="186"/>
                  </a:cubicBezTo>
                  <a:cubicBezTo>
                    <a:pt x="256" y="116"/>
                    <a:pt x="223" y="30"/>
                    <a:pt x="174" y="13"/>
                  </a:cubicBezTo>
                  <a:cubicBezTo>
                    <a:pt x="159" y="5"/>
                    <a:pt x="144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4" name="Google Shape;21244;p60"/>
            <p:cNvSpPr/>
            <p:nvPr/>
          </p:nvSpPr>
          <p:spPr>
            <a:xfrm>
              <a:off x="3904525" y="2184925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04" y="0"/>
                  </a:moveTo>
                  <a:cubicBezTo>
                    <a:pt x="87" y="17"/>
                    <a:pt x="87" y="17"/>
                    <a:pt x="71" y="17"/>
                  </a:cubicBezTo>
                  <a:cubicBezTo>
                    <a:pt x="38" y="33"/>
                    <a:pt x="1" y="103"/>
                    <a:pt x="17" y="153"/>
                  </a:cubicBezTo>
                  <a:cubicBezTo>
                    <a:pt x="17" y="186"/>
                    <a:pt x="38" y="223"/>
                    <a:pt x="54" y="239"/>
                  </a:cubicBezTo>
                  <a:cubicBezTo>
                    <a:pt x="66" y="251"/>
                    <a:pt x="86" y="263"/>
                    <a:pt x="109" y="263"/>
                  </a:cubicBezTo>
                  <a:cubicBezTo>
                    <a:pt x="119" y="263"/>
                    <a:pt x="130" y="261"/>
                    <a:pt x="141" y="256"/>
                  </a:cubicBezTo>
                  <a:cubicBezTo>
                    <a:pt x="190" y="256"/>
                    <a:pt x="244" y="186"/>
                    <a:pt x="223" y="120"/>
                  </a:cubicBezTo>
                  <a:lnTo>
                    <a:pt x="223" y="83"/>
                  </a:lnTo>
                  <a:cubicBezTo>
                    <a:pt x="207" y="50"/>
                    <a:pt x="190" y="33"/>
                    <a:pt x="157" y="17"/>
                  </a:cubicBezTo>
                  <a:cubicBezTo>
                    <a:pt x="141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5" name="Google Shape;21245;p60"/>
            <p:cNvSpPr/>
            <p:nvPr/>
          </p:nvSpPr>
          <p:spPr>
            <a:xfrm>
              <a:off x="3874950" y="2234950"/>
              <a:ext cx="6400" cy="6675"/>
            </a:xfrm>
            <a:custGeom>
              <a:avLst/>
              <a:gdLst/>
              <a:ahLst/>
              <a:cxnLst/>
              <a:rect l="l" t="t" r="r" b="b"/>
              <a:pathLst>
                <a:path w="256" h="267" extrusionOk="0">
                  <a:moveTo>
                    <a:pt x="111" y="0"/>
                  </a:moveTo>
                  <a:cubicBezTo>
                    <a:pt x="92" y="0"/>
                    <a:pt x="76" y="12"/>
                    <a:pt x="50" y="24"/>
                  </a:cubicBezTo>
                  <a:cubicBezTo>
                    <a:pt x="17" y="77"/>
                    <a:pt x="0" y="164"/>
                    <a:pt x="33" y="213"/>
                  </a:cubicBezTo>
                  <a:cubicBezTo>
                    <a:pt x="50" y="246"/>
                    <a:pt x="87" y="267"/>
                    <a:pt x="120" y="267"/>
                  </a:cubicBezTo>
                  <a:cubicBezTo>
                    <a:pt x="136" y="267"/>
                    <a:pt x="169" y="246"/>
                    <a:pt x="190" y="230"/>
                  </a:cubicBezTo>
                  <a:cubicBezTo>
                    <a:pt x="239" y="197"/>
                    <a:pt x="256" y="110"/>
                    <a:pt x="206" y="40"/>
                  </a:cubicBezTo>
                  <a:cubicBezTo>
                    <a:pt x="206" y="24"/>
                    <a:pt x="190" y="24"/>
                    <a:pt x="169" y="7"/>
                  </a:cubicBezTo>
                  <a:lnTo>
                    <a:pt x="136" y="7"/>
                  </a:lnTo>
                  <a:cubicBezTo>
                    <a:pt x="127" y="2"/>
                    <a:pt x="118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6" name="Google Shape;21246;p60"/>
            <p:cNvSpPr/>
            <p:nvPr/>
          </p:nvSpPr>
          <p:spPr>
            <a:xfrm>
              <a:off x="3871950" y="22843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1"/>
                  </a:moveTo>
                  <a:cubicBezTo>
                    <a:pt x="115" y="1"/>
                    <a:pt x="109" y="3"/>
                    <a:pt x="104" y="8"/>
                  </a:cubicBezTo>
                  <a:lnTo>
                    <a:pt x="67" y="8"/>
                  </a:lnTo>
                  <a:cubicBezTo>
                    <a:pt x="34" y="45"/>
                    <a:pt x="1" y="95"/>
                    <a:pt x="1" y="148"/>
                  </a:cubicBezTo>
                  <a:cubicBezTo>
                    <a:pt x="17" y="181"/>
                    <a:pt x="17" y="214"/>
                    <a:pt x="50" y="231"/>
                  </a:cubicBezTo>
                  <a:cubicBezTo>
                    <a:pt x="67" y="251"/>
                    <a:pt x="104" y="268"/>
                    <a:pt x="137" y="268"/>
                  </a:cubicBezTo>
                  <a:cubicBezTo>
                    <a:pt x="186" y="251"/>
                    <a:pt x="240" y="181"/>
                    <a:pt x="223" y="111"/>
                  </a:cubicBezTo>
                  <a:lnTo>
                    <a:pt x="223" y="78"/>
                  </a:lnTo>
                  <a:cubicBezTo>
                    <a:pt x="207" y="45"/>
                    <a:pt x="186" y="25"/>
                    <a:pt x="153" y="8"/>
                  </a:cubicBezTo>
                  <a:cubicBezTo>
                    <a:pt x="142" y="8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7" name="Google Shape;21247;p60"/>
            <p:cNvSpPr/>
            <p:nvPr/>
          </p:nvSpPr>
          <p:spPr>
            <a:xfrm>
              <a:off x="3868450" y="2251700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25" y="0"/>
                  </a:moveTo>
                  <a:cubicBezTo>
                    <a:pt x="117" y="0"/>
                    <a:pt x="109" y="2"/>
                    <a:pt x="104" y="9"/>
                  </a:cubicBezTo>
                  <a:cubicBezTo>
                    <a:pt x="54" y="9"/>
                    <a:pt x="1" y="75"/>
                    <a:pt x="17" y="145"/>
                  </a:cubicBezTo>
                  <a:cubicBezTo>
                    <a:pt x="17" y="178"/>
                    <a:pt x="38" y="215"/>
                    <a:pt x="54" y="232"/>
                  </a:cubicBezTo>
                  <a:cubicBezTo>
                    <a:pt x="87" y="248"/>
                    <a:pt x="120" y="265"/>
                    <a:pt x="141" y="265"/>
                  </a:cubicBezTo>
                  <a:cubicBezTo>
                    <a:pt x="174" y="248"/>
                    <a:pt x="190" y="232"/>
                    <a:pt x="207" y="215"/>
                  </a:cubicBezTo>
                  <a:cubicBezTo>
                    <a:pt x="244" y="178"/>
                    <a:pt x="244" y="145"/>
                    <a:pt x="244" y="112"/>
                  </a:cubicBezTo>
                  <a:cubicBezTo>
                    <a:pt x="223" y="75"/>
                    <a:pt x="207" y="42"/>
                    <a:pt x="190" y="26"/>
                  </a:cubicBezTo>
                  <a:lnTo>
                    <a:pt x="174" y="9"/>
                  </a:lnTo>
                  <a:cubicBezTo>
                    <a:pt x="163" y="9"/>
                    <a:pt x="143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8" name="Google Shape;21248;p60"/>
            <p:cNvSpPr/>
            <p:nvPr/>
          </p:nvSpPr>
          <p:spPr>
            <a:xfrm>
              <a:off x="3877525" y="23137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3" y="1"/>
                  </a:moveTo>
                  <a:cubicBezTo>
                    <a:pt x="33" y="17"/>
                    <a:pt x="0" y="83"/>
                    <a:pt x="0" y="153"/>
                  </a:cubicBezTo>
                  <a:cubicBezTo>
                    <a:pt x="17" y="186"/>
                    <a:pt x="17" y="224"/>
                    <a:pt x="50" y="240"/>
                  </a:cubicBezTo>
                  <a:cubicBezTo>
                    <a:pt x="61" y="252"/>
                    <a:pt x="83" y="263"/>
                    <a:pt x="107" y="263"/>
                  </a:cubicBezTo>
                  <a:cubicBezTo>
                    <a:pt x="117" y="263"/>
                    <a:pt x="127" y="261"/>
                    <a:pt x="136" y="257"/>
                  </a:cubicBezTo>
                  <a:cubicBezTo>
                    <a:pt x="190" y="257"/>
                    <a:pt x="239" y="186"/>
                    <a:pt x="223" y="120"/>
                  </a:cubicBezTo>
                  <a:cubicBezTo>
                    <a:pt x="223" y="83"/>
                    <a:pt x="206" y="50"/>
                    <a:pt x="169" y="34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9" name="Google Shape;21249;p60"/>
            <p:cNvSpPr/>
            <p:nvPr/>
          </p:nvSpPr>
          <p:spPr>
            <a:xfrm>
              <a:off x="3889475" y="2216150"/>
              <a:ext cx="6525" cy="6425"/>
            </a:xfrm>
            <a:custGeom>
              <a:avLst/>
              <a:gdLst/>
              <a:ahLst/>
              <a:cxnLst/>
              <a:rect l="l" t="t" r="r" b="b"/>
              <a:pathLst>
                <a:path w="261" h="257" extrusionOk="0">
                  <a:moveTo>
                    <a:pt x="146" y="0"/>
                  </a:moveTo>
                  <a:cubicBezTo>
                    <a:pt x="101" y="0"/>
                    <a:pt x="51" y="30"/>
                    <a:pt x="38" y="71"/>
                  </a:cubicBezTo>
                  <a:cubicBezTo>
                    <a:pt x="1" y="141"/>
                    <a:pt x="38" y="227"/>
                    <a:pt x="87" y="244"/>
                  </a:cubicBezTo>
                  <a:cubicBezTo>
                    <a:pt x="106" y="253"/>
                    <a:pt x="123" y="257"/>
                    <a:pt x="139" y="257"/>
                  </a:cubicBezTo>
                  <a:cubicBezTo>
                    <a:pt x="183" y="257"/>
                    <a:pt x="217" y="225"/>
                    <a:pt x="244" y="174"/>
                  </a:cubicBezTo>
                  <a:cubicBezTo>
                    <a:pt x="260" y="108"/>
                    <a:pt x="227" y="38"/>
                    <a:pt x="174" y="5"/>
                  </a:cubicBezTo>
                  <a:cubicBezTo>
                    <a:pt x="165" y="2"/>
                    <a:pt x="156" y="0"/>
                    <a:pt x="1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0" name="Google Shape;21250;p60"/>
            <p:cNvSpPr/>
            <p:nvPr/>
          </p:nvSpPr>
          <p:spPr>
            <a:xfrm>
              <a:off x="3898125" y="2202825"/>
              <a:ext cx="6025" cy="6650"/>
            </a:xfrm>
            <a:custGeom>
              <a:avLst/>
              <a:gdLst/>
              <a:ahLst/>
              <a:cxnLst/>
              <a:rect l="l" t="t" r="r" b="b"/>
              <a:pathLst>
                <a:path w="241" h="266" extrusionOk="0">
                  <a:moveTo>
                    <a:pt x="124" y="0"/>
                  </a:moveTo>
                  <a:cubicBezTo>
                    <a:pt x="80" y="0"/>
                    <a:pt x="31" y="35"/>
                    <a:pt x="17" y="88"/>
                  </a:cubicBezTo>
                  <a:cubicBezTo>
                    <a:pt x="1" y="158"/>
                    <a:pt x="17" y="228"/>
                    <a:pt x="87" y="261"/>
                  </a:cubicBezTo>
                  <a:cubicBezTo>
                    <a:pt x="96" y="264"/>
                    <a:pt x="105" y="266"/>
                    <a:pt x="114" y="266"/>
                  </a:cubicBezTo>
                  <a:cubicBezTo>
                    <a:pt x="159" y="266"/>
                    <a:pt x="210" y="233"/>
                    <a:pt x="224" y="175"/>
                  </a:cubicBezTo>
                  <a:cubicBezTo>
                    <a:pt x="240" y="109"/>
                    <a:pt x="207" y="39"/>
                    <a:pt x="153" y="6"/>
                  </a:cubicBezTo>
                  <a:cubicBezTo>
                    <a:pt x="144" y="2"/>
                    <a:pt x="134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1" name="Google Shape;21251;p60"/>
            <p:cNvSpPr/>
            <p:nvPr/>
          </p:nvSpPr>
          <p:spPr>
            <a:xfrm>
              <a:off x="3902875" y="22282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37" y="1"/>
                  </a:moveTo>
                  <a:cubicBezTo>
                    <a:pt x="104" y="1"/>
                    <a:pt x="83" y="22"/>
                    <a:pt x="50" y="38"/>
                  </a:cubicBezTo>
                  <a:cubicBezTo>
                    <a:pt x="1" y="88"/>
                    <a:pt x="1" y="158"/>
                    <a:pt x="34" y="228"/>
                  </a:cubicBezTo>
                  <a:cubicBezTo>
                    <a:pt x="52" y="255"/>
                    <a:pt x="81" y="267"/>
                    <a:pt x="112" y="267"/>
                  </a:cubicBezTo>
                  <a:cubicBezTo>
                    <a:pt x="137" y="267"/>
                    <a:pt x="164" y="259"/>
                    <a:pt x="186" y="244"/>
                  </a:cubicBezTo>
                  <a:cubicBezTo>
                    <a:pt x="240" y="191"/>
                    <a:pt x="240" y="104"/>
                    <a:pt x="207" y="55"/>
                  </a:cubicBezTo>
                  <a:cubicBezTo>
                    <a:pt x="207" y="38"/>
                    <a:pt x="186" y="22"/>
                    <a:pt x="170" y="22"/>
                  </a:cubicBezTo>
                  <a:cubicBezTo>
                    <a:pt x="153" y="22"/>
                    <a:pt x="137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2" name="Google Shape;21252;p60"/>
            <p:cNvSpPr/>
            <p:nvPr/>
          </p:nvSpPr>
          <p:spPr>
            <a:xfrm>
              <a:off x="3889075" y="2185325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40" y="1"/>
                  </a:moveTo>
                  <a:cubicBezTo>
                    <a:pt x="103" y="1"/>
                    <a:pt x="70" y="17"/>
                    <a:pt x="54" y="34"/>
                  </a:cubicBezTo>
                  <a:cubicBezTo>
                    <a:pt x="0" y="87"/>
                    <a:pt x="0" y="153"/>
                    <a:pt x="37" y="223"/>
                  </a:cubicBezTo>
                  <a:cubicBezTo>
                    <a:pt x="54" y="240"/>
                    <a:pt x="87" y="256"/>
                    <a:pt x="103" y="256"/>
                  </a:cubicBezTo>
                  <a:cubicBezTo>
                    <a:pt x="114" y="261"/>
                    <a:pt x="125" y="263"/>
                    <a:pt x="134" y="263"/>
                  </a:cubicBezTo>
                  <a:cubicBezTo>
                    <a:pt x="158" y="263"/>
                    <a:pt x="178" y="252"/>
                    <a:pt x="190" y="240"/>
                  </a:cubicBezTo>
                  <a:cubicBezTo>
                    <a:pt x="243" y="190"/>
                    <a:pt x="243" y="104"/>
                    <a:pt x="206" y="50"/>
                  </a:cubicBezTo>
                  <a:cubicBezTo>
                    <a:pt x="190" y="34"/>
                    <a:pt x="173" y="17"/>
                    <a:pt x="157" y="17"/>
                  </a:cubicBezTo>
                  <a:lnTo>
                    <a:pt x="14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3" name="Google Shape;21253;p60"/>
            <p:cNvSpPr/>
            <p:nvPr/>
          </p:nvSpPr>
          <p:spPr>
            <a:xfrm>
              <a:off x="3882675" y="22020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50" y="17"/>
                    <a:pt x="0" y="87"/>
                    <a:pt x="17" y="157"/>
                  </a:cubicBezTo>
                  <a:cubicBezTo>
                    <a:pt x="17" y="190"/>
                    <a:pt x="33" y="223"/>
                    <a:pt x="50" y="244"/>
                  </a:cubicBezTo>
                  <a:cubicBezTo>
                    <a:pt x="87" y="260"/>
                    <a:pt x="104" y="260"/>
                    <a:pt x="137" y="260"/>
                  </a:cubicBezTo>
                  <a:cubicBezTo>
                    <a:pt x="207" y="244"/>
                    <a:pt x="240" y="190"/>
                    <a:pt x="240" y="104"/>
                  </a:cubicBezTo>
                  <a:cubicBezTo>
                    <a:pt x="223" y="71"/>
                    <a:pt x="207" y="54"/>
                    <a:pt x="190" y="38"/>
                  </a:cubicBezTo>
                  <a:cubicBezTo>
                    <a:pt x="170" y="17"/>
                    <a:pt x="170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4" name="Google Shape;21254;p60"/>
            <p:cNvSpPr/>
            <p:nvPr/>
          </p:nvSpPr>
          <p:spPr>
            <a:xfrm>
              <a:off x="3888250" y="22321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33" y="17"/>
                    <a:pt x="0" y="71"/>
                    <a:pt x="0" y="153"/>
                  </a:cubicBezTo>
                  <a:cubicBezTo>
                    <a:pt x="17" y="190"/>
                    <a:pt x="33" y="207"/>
                    <a:pt x="50" y="223"/>
                  </a:cubicBezTo>
                  <a:cubicBezTo>
                    <a:pt x="70" y="256"/>
                    <a:pt x="103" y="256"/>
                    <a:pt x="136" y="256"/>
                  </a:cubicBezTo>
                  <a:cubicBezTo>
                    <a:pt x="190" y="240"/>
                    <a:pt x="239" y="174"/>
                    <a:pt x="223" y="104"/>
                  </a:cubicBezTo>
                  <a:cubicBezTo>
                    <a:pt x="223" y="71"/>
                    <a:pt x="206" y="34"/>
                    <a:pt x="190" y="17"/>
                  </a:cubicBezTo>
                  <a:cubicBezTo>
                    <a:pt x="173" y="17"/>
                    <a:pt x="17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5" name="Google Shape;21255;p60"/>
            <p:cNvSpPr/>
            <p:nvPr/>
          </p:nvSpPr>
          <p:spPr>
            <a:xfrm>
              <a:off x="4169125" y="24004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87" y="0"/>
                  </a:moveTo>
                  <a:cubicBezTo>
                    <a:pt x="70" y="0"/>
                    <a:pt x="33" y="17"/>
                    <a:pt x="17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0" y="190"/>
                    <a:pt x="17" y="206"/>
                    <a:pt x="33" y="244"/>
                  </a:cubicBezTo>
                  <a:cubicBezTo>
                    <a:pt x="70" y="260"/>
                    <a:pt x="87" y="260"/>
                    <a:pt x="120" y="260"/>
                  </a:cubicBezTo>
                  <a:cubicBezTo>
                    <a:pt x="190" y="244"/>
                    <a:pt x="223" y="173"/>
                    <a:pt x="223" y="103"/>
                  </a:cubicBezTo>
                  <a:cubicBezTo>
                    <a:pt x="206" y="70"/>
                    <a:pt x="190" y="54"/>
                    <a:pt x="173" y="17"/>
                  </a:cubicBezTo>
                  <a:cubicBezTo>
                    <a:pt x="173" y="17"/>
                    <a:pt x="153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6" name="Google Shape;21256;p60"/>
            <p:cNvSpPr/>
            <p:nvPr/>
          </p:nvSpPr>
          <p:spPr>
            <a:xfrm>
              <a:off x="4209525" y="24081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3" y="1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7" y="190"/>
                    <a:pt x="17" y="223"/>
                    <a:pt x="50" y="244"/>
                  </a:cubicBezTo>
                  <a:cubicBezTo>
                    <a:pt x="61" y="255"/>
                    <a:pt x="83" y="267"/>
                    <a:pt x="107" y="267"/>
                  </a:cubicBezTo>
                  <a:cubicBezTo>
                    <a:pt x="117" y="267"/>
                    <a:pt x="127" y="265"/>
                    <a:pt x="136" y="260"/>
                  </a:cubicBezTo>
                  <a:cubicBezTo>
                    <a:pt x="186" y="260"/>
                    <a:pt x="239" y="190"/>
                    <a:pt x="223" y="120"/>
                  </a:cubicBezTo>
                  <a:cubicBezTo>
                    <a:pt x="223" y="71"/>
                    <a:pt x="186" y="38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7" name="Google Shape;21257;p60"/>
            <p:cNvSpPr/>
            <p:nvPr/>
          </p:nvSpPr>
          <p:spPr>
            <a:xfrm>
              <a:off x="4202600" y="2348075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88" y="1"/>
                  </a:moveTo>
                  <a:cubicBezTo>
                    <a:pt x="34" y="1"/>
                    <a:pt x="1" y="71"/>
                    <a:pt x="1" y="137"/>
                  </a:cubicBezTo>
                  <a:cubicBezTo>
                    <a:pt x="1" y="174"/>
                    <a:pt x="17" y="207"/>
                    <a:pt x="50" y="223"/>
                  </a:cubicBezTo>
                  <a:cubicBezTo>
                    <a:pt x="71" y="256"/>
                    <a:pt x="104" y="256"/>
                    <a:pt x="121" y="256"/>
                  </a:cubicBezTo>
                  <a:cubicBezTo>
                    <a:pt x="191" y="240"/>
                    <a:pt x="224" y="174"/>
                    <a:pt x="224" y="104"/>
                  </a:cubicBezTo>
                  <a:cubicBezTo>
                    <a:pt x="224" y="71"/>
                    <a:pt x="207" y="34"/>
                    <a:pt x="174" y="17"/>
                  </a:cubicBezTo>
                  <a:lnTo>
                    <a:pt x="1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8" name="Google Shape;21258;p60"/>
            <p:cNvSpPr/>
            <p:nvPr/>
          </p:nvSpPr>
          <p:spPr>
            <a:xfrm>
              <a:off x="4204375" y="2423875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102" y="0"/>
                  </a:moveTo>
                  <a:cubicBezTo>
                    <a:pt x="96" y="0"/>
                    <a:pt x="89" y="2"/>
                    <a:pt x="83" y="7"/>
                  </a:cubicBezTo>
                  <a:cubicBezTo>
                    <a:pt x="50" y="7"/>
                    <a:pt x="33" y="28"/>
                    <a:pt x="17" y="61"/>
                  </a:cubicBezTo>
                  <a:cubicBezTo>
                    <a:pt x="0" y="78"/>
                    <a:pt x="0" y="111"/>
                    <a:pt x="0" y="148"/>
                  </a:cubicBezTo>
                  <a:cubicBezTo>
                    <a:pt x="0" y="181"/>
                    <a:pt x="17" y="214"/>
                    <a:pt x="33" y="234"/>
                  </a:cubicBezTo>
                  <a:cubicBezTo>
                    <a:pt x="66" y="251"/>
                    <a:pt x="83" y="267"/>
                    <a:pt x="120" y="267"/>
                  </a:cubicBezTo>
                  <a:cubicBezTo>
                    <a:pt x="186" y="251"/>
                    <a:pt x="223" y="181"/>
                    <a:pt x="223" y="111"/>
                  </a:cubicBezTo>
                  <a:cubicBezTo>
                    <a:pt x="206" y="78"/>
                    <a:pt x="186" y="45"/>
                    <a:pt x="169" y="28"/>
                  </a:cubicBezTo>
                  <a:cubicBezTo>
                    <a:pt x="153" y="28"/>
                    <a:pt x="153" y="7"/>
                    <a:pt x="136" y="7"/>
                  </a:cubicBezTo>
                  <a:cubicBezTo>
                    <a:pt x="125" y="7"/>
                    <a:pt x="114" y="0"/>
                    <a:pt x="1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9" name="Google Shape;21259;p60"/>
            <p:cNvSpPr/>
            <p:nvPr/>
          </p:nvSpPr>
          <p:spPr>
            <a:xfrm>
              <a:off x="4212925" y="239312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1"/>
                  </a:moveTo>
                  <a:cubicBezTo>
                    <a:pt x="87" y="1"/>
                    <a:pt x="70" y="21"/>
                    <a:pt x="33" y="38"/>
                  </a:cubicBezTo>
                  <a:cubicBezTo>
                    <a:pt x="17" y="54"/>
                    <a:pt x="0" y="87"/>
                    <a:pt x="0" y="124"/>
                  </a:cubicBezTo>
                  <a:cubicBezTo>
                    <a:pt x="0" y="157"/>
                    <a:pt x="0" y="190"/>
                    <a:pt x="17" y="227"/>
                  </a:cubicBezTo>
                  <a:cubicBezTo>
                    <a:pt x="33" y="244"/>
                    <a:pt x="70" y="260"/>
                    <a:pt x="103" y="260"/>
                  </a:cubicBezTo>
                  <a:cubicBezTo>
                    <a:pt x="108" y="265"/>
                    <a:pt x="114" y="267"/>
                    <a:pt x="121" y="267"/>
                  </a:cubicBezTo>
                  <a:cubicBezTo>
                    <a:pt x="138" y="267"/>
                    <a:pt x="159" y="255"/>
                    <a:pt x="173" y="244"/>
                  </a:cubicBezTo>
                  <a:cubicBezTo>
                    <a:pt x="223" y="190"/>
                    <a:pt x="239" y="104"/>
                    <a:pt x="190" y="54"/>
                  </a:cubicBezTo>
                  <a:cubicBezTo>
                    <a:pt x="190" y="38"/>
                    <a:pt x="173" y="21"/>
                    <a:pt x="153" y="21"/>
                  </a:cubicBezTo>
                  <a:cubicBezTo>
                    <a:pt x="136" y="21"/>
                    <a:pt x="136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0" name="Google Shape;21260;p60"/>
            <p:cNvSpPr/>
            <p:nvPr/>
          </p:nvSpPr>
          <p:spPr>
            <a:xfrm>
              <a:off x="4213325" y="2362725"/>
              <a:ext cx="1775" cy="4650"/>
            </a:xfrm>
            <a:custGeom>
              <a:avLst/>
              <a:gdLst/>
              <a:ahLst/>
              <a:cxnLst/>
              <a:rect l="l" t="t" r="r" b="b"/>
              <a:pathLst>
                <a:path w="71" h="186" extrusionOk="0">
                  <a:moveTo>
                    <a:pt x="17" y="0"/>
                  </a:moveTo>
                  <a:cubicBezTo>
                    <a:pt x="17" y="0"/>
                    <a:pt x="1" y="0"/>
                    <a:pt x="1" y="17"/>
                  </a:cubicBezTo>
                  <a:lnTo>
                    <a:pt x="1" y="103"/>
                  </a:lnTo>
                  <a:cubicBezTo>
                    <a:pt x="17" y="135"/>
                    <a:pt x="32" y="167"/>
                    <a:pt x="67" y="169"/>
                  </a:cubicBezTo>
                  <a:lnTo>
                    <a:pt x="67" y="169"/>
                  </a:lnTo>
                  <a:cubicBezTo>
                    <a:pt x="51" y="108"/>
                    <a:pt x="32" y="46"/>
                    <a:pt x="17" y="0"/>
                  </a:cubicBezTo>
                  <a:close/>
                  <a:moveTo>
                    <a:pt x="67" y="169"/>
                  </a:moveTo>
                  <a:cubicBezTo>
                    <a:pt x="68" y="175"/>
                    <a:pt x="69" y="180"/>
                    <a:pt x="71" y="186"/>
                  </a:cubicBezTo>
                  <a:lnTo>
                    <a:pt x="71" y="169"/>
                  </a:lnTo>
                  <a:cubicBezTo>
                    <a:pt x="69" y="169"/>
                    <a:pt x="68" y="169"/>
                    <a:pt x="67" y="1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1" name="Google Shape;21261;p60"/>
            <p:cNvSpPr/>
            <p:nvPr/>
          </p:nvSpPr>
          <p:spPr>
            <a:xfrm>
              <a:off x="4149725" y="2203675"/>
              <a:ext cx="5700" cy="6475"/>
            </a:xfrm>
            <a:custGeom>
              <a:avLst/>
              <a:gdLst/>
              <a:ahLst/>
              <a:cxnLst/>
              <a:rect l="l" t="t" r="r" b="b"/>
              <a:pathLst>
                <a:path w="228" h="259" extrusionOk="0">
                  <a:moveTo>
                    <a:pt x="147" y="1"/>
                  </a:moveTo>
                  <a:cubicBezTo>
                    <a:pt x="102" y="1"/>
                    <a:pt x="52" y="33"/>
                    <a:pt x="38" y="91"/>
                  </a:cubicBezTo>
                  <a:cubicBezTo>
                    <a:pt x="1" y="141"/>
                    <a:pt x="38" y="227"/>
                    <a:pt x="87" y="244"/>
                  </a:cubicBezTo>
                  <a:cubicBezTo>
                    <a:pt x="103" y="254"/>
                    <a:pt x="118" y="259"/>
                    <a:pt x="132" y="259"/>
                  </a:cubicBezTo>
                  <a:cubicBezTo>
                    <a:pt x="168" y="259"/>
                    <a:pt x="201" y="230"/>
                    <a:pt x="228" y="194"/>
                  </a:cubicBezTo>
                  <a:cubicBezTo>
                    <a:pt x="207" y="124"/>
                    <a:pt x="191" y="75"/>
                    <a:pt x="174" y="5"/>
                  </a:cubicBezTo>
                  <a:cubicBezTo>
                    <a:pt x="166" y="2"/>
                    <a:pt x="157" y="1"/>
                    <a:pt x="1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2" name="Google Shape;21262;p60"/>
            <p:cNvSpPr/>
            <p:nvPr/>
          </p:nvSpPr>
          <p:spPr>
            <a:xfrm>
              <a:off x="4165700" y="2245000"/>
              <a:ext cx="3850" cy="6025"/>
            </a:xfrm>
            <a:custGeom>
              <a:avLst/>
              <a:gdLst/>
              <a:ahLst/>
              <a:cxnLst/>
              <a:rect l="l" t="t" r="r" b="b"/>
              <a:pathLst>
                <a:path w="154" h="241" extrusionOk="0">
                  <a:moveTo>
                    <a:pt x="67" y="1"/>
                  </a:moveTo>
                  <a:cubicBezTo>
                    <a:pt x="17" y="17"/>
                    <a:pt x="1" y="71"/>
                    <a:pt x="1" y="137"/>
                  </a:cubicBezTo>
                  <a:cubicBezTo>
                    <a:pt x="1" y="174"/>
                    <a:pt x="34" y="207"/>
                    <a:pt x="50" y="224"/>
                  </a:cubicBezTo>
                  <a:cubicBezTo>
                    <a:pt x="67" y="240"/>
                    <a:pt x="104" y="240"/>
                    <a:pt x="121" y="240"/>
                  </a:cubicBezTo>
                  <a:lnTo>
                    <a:pt x="154" y="240"/>
                  </a:lnTo>
                  <a:cubicBezTo>
                    <a:pt x="121" y="154"/>
                    <a:pt x="104" y="71"/>
                    <a:pt x="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3" name="Google Shape;21263;p60"/>
            <p:cNvSpPr/>
            <p:nvPr/>
          </p:nvSpPr>
          <p:spPr>
            <a:xfrm>
              <a:off x="4197050" y="24404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6" y="1"/>
                  </a:moveTo>
                  <a:cubicBezTo>
                    <a:pt x="103" y="1"/>
                    <a:pt x="87" y="1"/>
                    <a:pt x="50" y="34"/>
                  </a:cubicBezTo>
                  <a:cubicBezTo>
                    <a:pt x="17" y="67"/>
                    <a:pt x="0" y="154"/>
                    <a:pt x="33" y="207"/>
                  </a:cubicBezTo>
                  <a:cubicBezTo>
                    <a:pt x="50" y="240"/>
                    <a:pt x="87" y="257"/>
                    <a:pt x="120" y="257"/>
                  </a:cubicBezTo>
                  <a:cubicBezTo>
                    <a:pt x="136" y="257"/>
                    <a:pt x="169" y="257"/>
                    <a:pt x="190" y="224"/>
                  </a:cubicBezTo>
                  <a:cubicBezTo>
                    <a:pt x="223" y="207"/>
                    <a:pt x="239" y="170"/>
                    <a:pt x="239" y="137"/>
                  </a:cubicBezTo>
                  <a:cubicBezTo>
                    <a:pt x="239" y="104"/>
                    <a:pt x="223" y="67"/>
                    <a:pt x="206" y="50"/>
                  </a:cubicBezTo>
                  <a:cubicBezTo>
                    <a:pt x="206" y="34"/>
                    <a:pt x="190" y="17"/>
                    <a:pt x="1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4" name="Google Shape;21264;p60"/>
            <p:cNvSpPr/>
            <p:nvPr/>
          </p:nvSpPr>
          <p:spPr>
            <a:xfrm>
              <a:off x="3804450" y="2526300"/>
              <a:ext cx="3525" cy="5575"/>
            </a:xfrm>
            <a:custGeom>
              <a:avLst/>
              <a:gdLst/>
              <a:ahLst/>
              <a:cxnLst/>
              <a:rect l="l" t="t" r="r" b="b"/>
              <a:pathLst>
                <a:path w="141" h="223" extrusionOk="0">
                  <a:moveTo>
                    <a:pt x="140" y="0"/>
                  </a:moveTo>
                  <a:cubicBezTo>
                    <a:pt x="103" y="0"/>
                    <a:pt x="87" y="0"/>
                    <a:pt x="70" y="17"/>
                  </a:cubicBezTo>
                  <a:cubicBezTo>
                    <a:pt x="21" y="70"/>
                    <a:pt x="0" y="157"/>
                    <a:pt x="54" y="206"/>
                  </a:cubicBezTo>
                  <a:cubicBezTo>
                    <a:pt x="54" y="223"/>
                    <a:pt x="54" y="223"/>
                    <a:pt x="70" y="223"/>
                  </a:cubicBezTo>
                  <a:cubicBezTo>
                    <a:pt x="87" y="157"/>
                    <a:pt x="124" y="7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5" name="Google Shape;21265;p60"/>
            <p:cNvSpPr/>
            <p:nvPr/>
          </p:nvSpPr>
          <p:spPr>
            <a:xfrm>
              <a:off x="4206025" y="23772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87" y="1"/>
                  </a:moveTo>
                  <a:cubicBezTo>
                    <a:pt x="37" y="17"/>
                    <a:pt x="0" y="87"/>
                    <a:pt x="0" y="157"/>
                  </a:cubicBezTo>
                  <a:cubicBezTo>
                    <a:pt x="0" y="190"/>
                    <a:pt x="37" y="223"/>
                    <a:pt x="54" y="244"/>
                  </a:cubicBezTo>
                  <a:cubicBezTo>
                    <a:pt x="70" y="260"/>
                    <a:pt x="103" y="260"/>
                    <a:pt x="120" y="260"/>
                  </a:cubicBezTo>
                  <a:cubicBezTo>
                    <a:pt x="157" y="260"/>
                    <a:pt x="190" y="244"/>
                    <a:pt x="206" y="207"/>
                  </a:cubicBezTo>
                  <a:cubicBezTo>
                    <a:pt x="223" y="174"/>
                    <a:pt x="223" y="141"/>
                    <a:pt x="223" y="104"/>
                  </a:cubicBezTo>
                  <a:cubicBezTo>
                    <a:pt x="223" y="71"/>
                    <a:pt x="206" y="54"/>
                    <a:pt x="173" y="17"/>
                  </a:cubicBezTo>
                  <a:cubicBezTo>
                    <a:pt x="173" y="17"/>
                    <a:pt x="15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6" name="Google Shape;21266;p60"/>
            <p:cNvSpPr/>
            <p:nvPr/>
          </p:nvSpPr>
          <p:spPr>
            <a:xfrm>
              <a:off x="4192725" y="245512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11" y="0"/>
                  </a:moveTo>
                  <a:cubicBezTo>
                    <a:pt x="69" y="0"/>
                    <a:pt x="29" y="33"/>
                    <a:pt x="17" y="81"/>
                  </a:cubicBezTo>
                  <a:cubicBezTo>
                    <a:pt x="0" y="151"/>
                    <a:pt x="17" y="238"/>
                    <a:pt x="87" y="254"/>
                  </a:cubicBezTo>
                  <a:cubicBezTo>
                    <a:pt x="100" y="263"/>
                    <a:pt x="114" y="267"/>
                    <a:pt x="129" y="267"/>
                  </a:cubicBezTo>
                  <a:cubicBezTo>
                    <a:pt x="170" y="267"/>
                    <a:pt x="211" y="235"/>
                    <a:pt x="223" y="184"/>
                  </a:cubicBezTo>
                  <a:cubicBezTo>
                    <a:pt x="239" y="118"/>
                    <a:pt x="223" y="31"/>
                    <a:pt x="157" y="15"/>
                  </a:cubicBezTo>
                  <a:cubicBezTo>
                    <a:pt x="142" y="5"/>
                    <a:pt x="126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7" name="Google Shape;21267;p60"/>
            <p:cNvSpPr/>
            <p:nvPr/>
          </p:nvSpPr>
          <p:spPr>
            <a:xfrm>
              <a:off x="4186325" y="239787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4" y="0"/>
                  </a:moveTo>
                  <a:cubicBezTo>
                    <a:pt x="50" y="0"/>
                    <a:pt x="1" y="70"/>
                    <a:pt x="17" y="140"/>
                  </a:cubicBezTo>
                  <a:cubicBezTo>
                    <a:pt x="17" y="173"/>
                    <a:pt x="34" y="206"/>
                    <a:pt x="50" y="223"/>
                  </a:cubicBezTo>
                  <a:cubicBezTo>
                    <a:pt x="83" y="260"/>
                    <a:pt x="120" y="260"/>
                    <a:pt x="137" y="260"/>
                  </a:cubicBezTo>
                  <a:cubicBezTo>
                    <a:pt x="170" y="243"/>
                    <a:pt x="186" y="223"/>
                    <a:pt x="207" y="206"/>
                  </a:cubicBezTo>
                  <a:cubicBezTo>
                    <a:pt x="223" y="173"/>
                    <a:pt x="240" y="140"/>
                    <a:pt x="240" y="103"/>
                  </a:cubicBezTo>
                  <a:cubicBezTo>
                    <a:pt x="223" y="70"/>
                    <a:pt x="207" y="37"/>
                    <a:pt x="186" y="17"/>
                  </a:cubicBezTo>
                  <a:lnTo>
                    <a:pt x="1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8" name="Google Shape;21268;p60"/>
            <p:cNvSpPr/>
            <p:nvPr/>
          </p:nvSpPr>
          <p:spPr>
            <a:xfrm>
              <a:off x="4089225" y="2184925"/>
              <a:ext cx="5600" cy="3600"/>
            </a:xfrm>
            <a:custGeom>
              <a:avLst/>
              <a:gdLst/>
              <a:ahLst/>
              <a:cxnLst/>
              <a:rect l="l" t="t" r="r" b="b"/>
              <a:pathLst>
                <a:path w="224" h="144" extrusionOk="0">
                  <a:moveTo>
                    <a:pt x="1" y="0"/>
                  </a:moveTo>
                  <a:lnTo>
                    <a:pt x="1" y="33"/>
                  </a:lnTo>
                  <a:cubicBezTo>
                    <a:pt x="1" y="66"/>
                    <a:pt x="17" y="103"/>
                    <a:pt x="50" y="120"/>
                  </a:cubicBezTo>
                  <a:cubicBezTo>
                    <a:pt x="65" y="132"/>
                    <a:pt x="86" y="143"/>
                    <a:pt x="102" y="143"/>
                  </a:cubicBezTo>
                  <a:cubicBezTo>
                    <a:pt x="109" y="143"/>
                    <a:pt x="116" y="141"/>
                    <a:pt x="120" y="136"/>
                  </a:cubicBezTo>
                  <a:cubicBezTo>
                    <a:pt x="190" y="136"/>
                    <a:pt x="223" y="66"/>
                    <a:pt x="2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9" name="Google Shape;21269;p60"/>
            <p:cNvSpPr/>
            <p:nvPr/>
          </p:nvSpPr>
          <p:spPr>
            <a:xfrm>
              <a:off x="4198275" y="2393950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40" y="0"/>
                  </a:moveTo>
                  <a:cubicBezTo>
                    <a:pt x="87" y="0"/>
                    <a:pt x="48" y="33"/>
                    <a:pt x="17" y="91"/>
                  </a:cubicBezTo>
                  <a:cubicBezTo>
                    <a:pt x="1" y="141"/>
                    <a:pt x="38" y="227"/>
                    <a:pt x="87" y="244"/>
                  </a:cubicBezTo>
                  <a:cubicBezTo>
                    <a:pt x="104" y="260"/>
                    <a:pt x="120" y="260"/>
                    <a:pt x="141" y="260"/>
                  </a:cubicBezTo>
                  <a:cubicBezTo>
                    <a:pt x="174" y="244"/>
                    <a:pt x="223" y="227"/>
                    <a:pt x="223" y="174"/>
                  </a:cubicBezTo>
                  <a:cubicBezTo>
                    <a:pt x="244" y="124"/>
                    <a:pt x="244" y="71"/>
                    <a:pt x="207" y="38"/>
                  </a:cubicBezTo>
                  <a:cubicBezTo>
                    <a:pt x="207" y="21"/>
                    <a:pt x="190" y="21"/>
                    <a:pt x="174" y="5"/>
                  </a:cubicBezTo>
                  <a:cubicBezTo>
                    <a:pt x="162" y="2"/>
                    <a:pt x="151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0" name="Google Shape;21270;p60"/>
            <p:cNvSpPr/>
            <p:nvPr/>
          </p:nvSpPr>
          <p:spPr>
            <a:xfrm>
              <a:off x="4068625" y="2184925"/>
              <a:ext cx="6000" cy="5025"/>
            </a:xfrm>
            <a:custGeom>
              <a:avLst/>
              <a:gdLst/>
              <a:ahLst/>
              <a:cxnLst/>
              <a:rect l="l" t="t" r="r" b="b"/>
              <a:pathLst>
                <a:path w="240" h="201" extrusionOk="0">
                  <a:moveTo>
                    <a:pt x="33" y="0"/>
                  </a:moveTo>
                  <a:cubicBezTo>
                    <a:pt x="33" y="17"/>
                    <a:pt x="17" y="17"/>
                    <a:pt x="17" y="33"/>
                  </a:cubicBezTo>
                  <a:cubicBezTo>
                    <a:pt x="0" y="83"/>
                    <a:pt x="33" y="169"/>
                    <a:pt x="87" y="186"/>
                  </a:cubicBezTo>
                  <a:cubicBezTo>
                    <a:pt x="100" y="196"/>
                    <a:pt x="115" y="201"/>
                    <a:pt x="130" y="201"/>
                  </a:cubicBezTo>
                  <a:cubicBezTo>
                    <a:pt x="170" y="201"/>
                    <a:pt x="211" y="168"/>
                    <a:pt x="223" y="120"/>
                  </a:cubicBezTo>
                  <a:cubicBezTo>
                    <a:pt x="239" y="83"/>
                    <a:pt x="239" y="33"/>
                    <a:pt x="2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1" name="Google Shape;21271;p60"/>
            <p:cNvSpPr/>
            <p:nvPr/>
          </p:nvSpPr>
          <p:spPr>
            <a:xfrm>
              <a:off x="4106850" y="2474350"/>
              <a:ext cx="1275" cy="425"/>
            </a:xfrm>
            <a:custGeom>
              <a:avLst/>
              <a:gdLst/>
              <a:ahLst/>
              <a:cxnLst/>
              <a:rect l="l" t="t" r="r" b="b"/>
              <a:pathLst>
                <a:path w="51" h="17" extrusionOk="0">
                  <a:moveTo>
                    <a:pt x="1" y="0"/>
                  </a:moveTo>
                  <a:cubicBezTo>
                    <a:pt x="17" y="0"/>
                    <a:pt x="34" y="17"/>
                    <a:pt x="50" y="17"/>
                  </a:cubicBezTo>
                  <a:cubicBezTo>
                    <a:pt x="50" y="17"/>
                    <a:pt x="34" y="17"/>
                    <a:pt x="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2" name="Google Shape;21272;p60"/>
            <p:cNvSpPr/>
            <p:nvPr/>
          </p:nvSpPr>
          <p:spPr>
            <a:xfrm>
              <a:off x="4182400" y="2442650"/>
              <a:ext cx="6025" cy="6375"/>
            </a:xfrm>
            <a:custGeom>
              <a:avLst/>
              <a:gdLst/>
              <a:ahLst/>
              <a:cxnLst/>
              <a:rect l="l" t="t" r="r" b="b"/>
              <a:pathLst>
                <a:path w="241" h="255" extrusionOk="0">
                  <a:moveTo>
                    <a:pt x="111" y="0"/>
                  </a:moveTo>
                  <a:cubicBezTo>
                    <a:pt x="70" y="0"/>
                    <a:pt x="29" y="33"/>
                    <a:pt x="17" y="81"/>
                  </a:cubicBezTo>
                  <a:cubicBezTo>
                    <a:pt x="1" y="151"/>
                    <a:pt x="17" y="221"/>
                    <a:pt x="87" y="254"/>
                  </a:cubicBezTo>
                  <a:lnTo>
                    <a:pt x="137" y="254"/>
                  </a:lnTo>
                  <a:cubicBezTo>
                    <a:pt x="174" y="254"/>
                    <a:pt x="207" y="221"/>
                    <a:pt x="224" y="168"/>
                  </a:cubicBezTo>
                  <a:cubicBezTo>
                    <a:pt x="240" y="135"/>
                    <a:pt x="224" y="81"/>
                    <a:pt x="207" y="48"/>
                  </a:cubicBezTo>
                  <a:cubicBezTo>
                    <a:pt x="191" y="32"/>
                    <a:pt x="174" y="15"/>
                    <a:pt x="158" y="15"/>
                  </a:cubicBezTo>
                  <a:cubicBezTo>
                    <a:pt x="143" y="5"/>
                    <a:pt x="127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3" name="Google Shape;21273;p60"/>
            <p:cNvSpPr/>
            <p:nvPr/>
          </p:nvSpPr>
          <p:spPr>
            <a:xfrm>
              <a:off x="3796300" y="2514750"/>
              <a:ext cx="1375" cy="4675"/>
            </a:xfrm>
            <a:custGeom>
              <a:avLst/>
              <a:gdLst/>
              <a:ahLst/>
              <a:cxnLst/>
              <a:rect l="l" t="t" r="r" b="b"/>
              <a:pathLst>
                <a:path w="55" h="187" extrusionOk="0">
                  <a:moveTo>
                    <a:pt x="0" y="1"/>
                  </a:moveTo>
                  <a:lnTo>
                    <a:pt x="0" y="186"/>
                  </a:lnTo>
                  <a:cubicBezTo>
                    <a:pt x="17" y="170"/>
                    <a:pt x="38" y="153"/>
                    <a:pt x="38" y="137"/>
                  </a:cubicBezTo>
                  <a:cubicBezTo>
                    <a:pt x="54" y="83"/>
                    <a:pt x="38" y="3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4" name="Google Shape;21274;p60"/>
            <p:cNvSpPr/>
            <p:nvPr/>
          </p:nvSpPr>
          <p:spPr>
            <a:xfrm>
              <a:off x="4187975" y="2475175"/>
              <a:ext cx="5600" cy="5600"/>
            </a:xfrm>
            <a:custGeom>
              <a:avLst/>
              <a:gdLst/>
              <a:ahLst/>
              <a:cxnLst/>
              <a:rect l="l" t="t" r="r" b="b"/>
              <a:pathLst>
                <a:path w="224" h="224" extrusionOk="0">
                  <a:moveTo>
                    <a:pt x="104" y="0"/>
                  </a:moveTo>
                  <a:cubicBezTo>
                    <a:pt x="38" y="17"/>
                    <a:pt x="1" y="87"/>
                    <a:pt x="1" y="157"/>
                  </a:cubicBezTo>
                  <a:cubicBezTo>
                    <a:pt x="1" y="190"/>
                    <a:pt x="17" y="207"/>
                    <a:pt x="38" y="223"/>
                  </a:cubicBezTo>
                  <a:cubicBezTo>
                    <a:pt x="104" y="190"/>
                    <a:pt x="157" y="157"/>
                    <a:pt x="223" y="120"/>
                  </a:cubicBezTo>
                  <a:cubicBezTo>
                    <a:pt x="223" y="87"/>
                    <a:pt x="207" y="54"/>
                    <a:pt x="174" y="37"/>
                  </a:cubicBezTo>
                  <a:cubicBezTo>
                    <a:pt x="174" y="17"/>
                    <a:pt x="157" y="17"/>
                    <a:pt x="157" y="17"/>
                  </a:cubicBezTo>
                  <a:cubicBezTo>
                    <a:pt x="141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5" name="Google Shape;21275;p60"/>
            <p:cNvSpPr/>
            <p:nvPr/>
          </p:nvSpPr>
          <p:spPr>
            <a:xfrm>
              <a:off x="4218900" y="2421050"/>
              <a:ext cx="5175" cy="6525"/>
            </a:xfrm>
            <a:custGeom>
              <a:avLst/>
              <a:gdLst/>
              <a:ahLst/>
              <a:cxnLst/>
              <a:rect l="l" t="t" r="r" b="b"/>
              <a:pathLst>
                <a:path w="207" h="261" extrusionOk="0">
                  <a:moveTo>
                    <a:pt x="141" y="1"/>
                  </a:moveTo>
                  <a:cubicBezTo>
                    <a:pt x="103" y="1"/>
                    <a:pt x="70" y="17"/>
                    <a:pt x="54" y="38"/>
                  </a:cubicBezTo>
                  <a:cubicBezTo>
                    <a:pt x="0" y="71"/>
                    <a:pt x="0" y="158"/>
                    <a:pt x="37" y="207"/>
                  </a:cubicBezTo>
                  <a:cubicBezTo>
                    <a:pt x="54" y="244"/>
                    <a:pt x="70" y="261"/>
                    <a:pt x="103" y="261"/>
                  </a:cubicBezTo>
                  <a:cubicBezTo>
                    <a:pt x="141" y="261"/>
                    <a:pt x="157" y="261"/>
                    <a:pt x="190" y="244"/>
                  </a:cubicBezTo>
                  <a:cubicBezTo>
                    <a:pt x="190" y="174"/>
                    <a:pt x="190" y="104"/>
                    <a:pt x="207" y="54"/>
                  </a:cubicBezTo>
                  <a:cubicBezTo>
                    <a:pt x="190" y="38"/>
                    <a:pt x="174" y="17"/>
                    <a:pt x="157" y="17"/>
                  </a:cubicBezTo>
                  <a:cubicBezTo>
                    <a:pt x="157" y="1"/>
                    <a:pt x="141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6" name="Google Shape;21276;p60"/>
            <p:cNvSpPr/>
            <p:nvPr/>
          </p:nvSpPr>
          <p:spPr>
            <a:xfrm>
              <a:off x="4207775" y="24542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1" y="1"/>
                  </a:moveTo>
                  <a:cubicBezTo>
                    <a:pt x="76" y="1"/>
                    <a:pt x="41" y="32"/>
                    <a:pt x="17" y="84"/>
                  </a:cubicBezTo>
                  <a:cubicBezTo>
                    <a:pt x="0" y="154"/>
                    <a:pt x="33" y="220"/>
                    <a:pt x="87" y="257"/>
                  </a:cubicBezTo>
                  <a:cubicBezTo>
                    <a:pt x="96" y="262"/>
                    <a:pt x="106" y="264"/>
                    <a:pt x="115" y="264"/>
                  </a:cubicBezTo>
                  <a:cubicBezTo>
                    <a:pt x="139" y="264"/>
                    <a:pt x="163" y="251"/>
                    <a:pt x="190" y="236"/>
                  </a:cubicBezTo>
                  <a:cubicBezTo>
                    <a:pt x="206" y="220"/>
                    <a:pt x="223" y="187"/>
                    <a:pt x="239" y="154"/>
                  </a:cubicBezTo>
                  <a:cubicBezTo>
                    <a:pt x="239" y="100"/>
                    <a:pt x="223" y="30"/>
                    <a:pt x="173" y="14"/>
                  </a:cubicBezTo>
                  <a:cubicBezTo>
                    <a:pt x="155" y="5"/>
                    <a:pt x="137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7" name="Google Shape;21277;p60"/>
            <p:cNvSpPr/>
            <p:nvPr/>
          </p:nvSpPr>
          <p:spPr>
            <a:xfrm>
              <a:off x="3800225" y="2543500"/>
              <a:ext cx="3000" cy="6000"/>
            </a:xfrm>
            <a:custGeom>
              <a:avLst/>
              <a:gdLst/>
              <a:ahLst/>
              <a:cxnLst/>
              <a:rect l="l" t="t" r="r" b="b"/>
              <a:pathLst>
                <a:path w="120" h="240" extrusionOk="0">
                  <a:moveTo>
                    <a:pt x="103" y="1"/>
                  </a:moveTo>
                  <a:cubicBezTo>
                    <a:pt x="66" y="1"/>
                    <a:pt x="50" y="17"/>
                    <a:pt x="33" y="50"/>
                  </a:cubicBezTo>
                  <a:cubicBezTo>
                    <a:pt x="17" y="67"/>
                    <a:pt x="0" y="104"/>
                    <a:pt x="17" y="137"/>
                  </a:cubicBezTo>
                  <a:cubicBezTo>
                    <a:pt x="17" y="170"/>
                    <a:pt x="33" y="207"/>
                    <a:pt x="50" y="224"/>
                  </a:cubicBezTo>
                  <a:cubicBezTo>
                    <a:pt x="50" y="224"/>
                    <a:pt x="66" y="224"/>
                    <a:pt x="66" y="240"/>
                  </a:cubicBezTo>
                  <a:cubicBezTo>
                    <a:pt x="87" y="153"/>
                    <a:pt x="103" y="6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8" name="Google Shape;21278;p60"/>
            <p:cNvSpPr/>
            <p:nvPr/>
          </p:nvSpPr>
          <p:spPr>
            <a:xfrm>
              <a:off x="3935450" y="2184925"/>
              <a:ext cx="1775" cy="425"/>
            </a:xfrm>
            <a:custGeom>
              <a:avLst/>
              <a:gdLst/>
              <a:ahLst/>
              <a:cxnLst/>
              <a:rect l="l" t="t" r="r" b="b"/>
              <a:pathLst>
                <a:path w="71" h="17" extrusionOk="0">
                  <a:moveTo>
                    <a:pt x="0" y="0"/>
                  </a:moveTo>
                  <a:cubicBezTo>
                    <a:pt x="0" y="17"/>
                    <a:pt x="17" y="17"/>
                    <a:pt x="38" y="17"/>
                  </a:cubicBezTo>
                  <a:cubicBezTo>
                    <a:pt x="54" y="17"/>
                    <a:pt x="54" y="17"/>
                    <a:pt x="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9" name="Google Shape;21279;p60"/>
            <p:cNvSpPr/>
            <p:nvPr/>
          </p:nvSpPr>
          <p:spPr>
            <a:xfrm>
              <a:off x="3920400" y="2184925"/>
              <a:ext cx="5175" cy="1675"/>
            </a:xfrm>
            <a:custGeom>
              <a:avLst/>
              <a:gdLst/>
              <a:ahLst/>
              <a:cxnLst/>
              <a:rect l="l" t="t" r="r" b="b"/>
              <a:pathLst>
                <a:path w="207" h="67" extrusionOk="0">
                  <a:moveTo>
                    <a:pt x="0" y="0"/>
                  </a:moveTo>
                  <a:lnTo>
                    <a:pt x="21" y="17"/>
                  </a:lnTo>
                  <a:cubicBezTo>
                    <a:pt x="38" y="50"/>
                    <a:pt x="71" y="66"/>
                    <a:pt x="87" y="66"/>
                  </a:cubicBezTo>
                  <a:cubicBezTo>
                    <a:pt x="124" y="66"/>
                    <a:pt x="157" y="66"/>
                    <a:pt x="174" y="33"/>
                  </a:cubicBezTo>
                  <a:cubicBezTo>
                    <a:pt x="190" y="33"/>
                    <a:pt x="190" y="17"/>
                    <a:pt x="2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0" name="Google Shape;21280;p60"/>
            <p:cNvSpPr/>
            <p:nvPr/>
          </p:nvSpPr>
          <p:spPr>
            <a:xfrm>
              <a:off x="3796300" y="2218425"/>
              <a:ext cx="5175" cy="6400"/>
            </a:xfrm>
            <a:custGeom>
              <a:avLst/>
              <a:gdLst/>
              <a:ahLst/>
              <a:cxnLst/>
              <a:rect l="l" t="t" r="r" b="b"/>
              <a:pathLst>
                <a:path w="207" h="256" extrusionOk="0">
                  <a:moveTo>
                    <a:pt x="71" y="0"/>
                  </a:moveTo>
                  <a:cubicBezTo>
                    <a:pt x="54" y="0"/>
                    <a:pt x="17" y="17"/>
                    <a:pt x="0" y="33"/>
                  </a:cubicBezTo>
                  <a:lnTo>
                    <a:pt x="0" y="223"/>
                  </a:lnTo>
                  <a:cubicBezTo>
                    <a:pt x="17" y="223"/>
                    <a:pt x="17" y="223"/>
                    <a:pt x="17" y="239"/>
                  </a:cubicBezTo>
                  <a:cubicBezTo>
                    <a:pt x="54" y="256"/>
                    <a:pt x="71" y="256"/>
                    <a:pt x="104" y="256"/>
                  </a:cubicBezTo>
                  <a:cubicBezTo>
                    <a:pt x="141" y="256"/>
                    <a:pt x="157" y="239"/>
                    <a:pt x="174" y="206"/>
                  </a:cubicBezTo>
                  <a:cubicBezTo>
                    <a:pt x="190" y="169"/>
                    <a:pt x="207" y="136"/>
                    <a:pt x="190" y="103"/>
                  </a:cubicBezTo>
                  <a:cubicBezTo>
                    <a:pt x="190" y="66"/>
                    <a:pt x="174" y="50"/>
                    <a:pt x="157" y="17"/>
                  </a:cubicBezTo>
                  <a:cubicBezTo>
                    <a:pt x="141" y="17"/>
                    <a:pt x="141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1" name="Google Shape;21281;p60"/>
            <p:cNvSpPr/>
            <p:nvPr/>
          </p:nvSpPr>
          <p:spPr>
            <a:xfrm>
              <a:off x="4005025" y="2184925"/>
              <a:ext cx="4350" cy="1250"/>
            </a:xfrm>
            <a:custGeom>
              <a:avLst/>
              <a:gdLst/>
              <a:ahLst/>
              <a:cxnLst/>
              <a:rect l="l" t="t" r="r" b="b"/>
              <a:pathLst>
                <a:path w="174" h="50" extrusionOk="0">
                  <a:moveTo>
                    <a:pt x="0" y="0"/>
                  </a:moveTo>
                  <a:lnTo>
                    <a:pt x="17" y="17"/>
                  </a:lnTo>
                  <a:cubicBezTo>
                    <a:pt x="54" y="50"/>
                    <a:pt x="70" y="50"/>
                    <a:pt x="103" y="50"/>
                  </a:cubicBezTo>
                  <a:cubicBezTo>
                    <a:pt x="141" y="33"/>
                    <a:pt x="157" y="33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2" name="Google Shape;21282;p60"/>
            <p:cNvSpPr/>
            <p:nvPr/>
          </p:nvSpPr>
          <p:spPr>
            <a:xfrm>
              <a:off x="3816500" y="2184925"/>
              <a:ext cx="6000" cy="4350"/>
            </a:xfrm>
            <a:custGeom>
              <a:avLst/>
              <a:gdLst/>
              <a:ahLst/>
              <a:cxnLst/>
              <a:rect l="l" t="t" r="r" b="b"/>
              <a:pathLst>
                <a:path w="240" h="174" extrusionOk="0">
                  <a:moveTo>
                    <a:pt x="17" y="0"/>
                  </a:moveTo>
                  <a:cubicBezTo>
                    <a:pt x="1" y="66"/>
                    <a:pt x="34" y="136"/>
                    <a:pt x="87" y="169"/>
                  </a:cubicBezTo>
                  <a:cubicBezTo>
                    <a:pt x="99" y="172"/>
                    <a:pt x="110" y="174"/>
                    <a:pt x="121" y="174"/>
                  </a:cubicBezTo>
                  <a:cubicBezTo>
                    <a:pt x="174" y="174"/>
                    <a:pt x="212" y="141"/>
                    <a:pt x="240" y="83"/>
                  </a:cubicBezTo>
                  <a:lnTo>
                    <a:pt x="2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3" name="Google Shape;21283;p60"/>
            <p:cNvSpPr/>
            <p:nvPr/>
          </p:nvSpPr>
          <p:spPr>
            <a:xfrm>
              <a:off x="3837125" y="2184925"/>
              <a:ext cx="5575" cy="3000"/>
            </a:xfrm>
            <a:custGeom>
              <a:avLst/>
              <a:gdLst/>
              <a:ahLst/>
              <a:cxnLst/>
              <a:rect l="l" t="t" r="r" b="b"/>
              <a:pathLst>
                <a:path w="223" h="120" extrusionOk="0">
                  <a:moveTo>
                    <a:pt x="0" y="0"/>
                  </a:moveTo>
                  <a:cubicBezTo>
                    <a:pt x="17" y="33"/>
                    <a:pt x="33" y="66"/>
                    <a:pt x="54" y="83"/>
                  </a:cubicBezTo>
                  <a:cubicBezTo>
                    <a:pt x="70" y="103"/>
                    <a:pt x="103" y="120"/>
                    <a:pt x="136" y="120"/>
                  </a:cubicBezTo>
                  <a:cubicBezTo>
                    <a:pt x="173" y="103"/>
                    <a:pt x="206" y="50"/>
                    <a:pt x="2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4" name="Google Shape;21284;p60"/>
            <p:cNvSpPr/>
            <p:nvPr/>
          </p:nvSpPr>
          <p:spPr>
            <a:xfrm>
              <a:off x="4189725" y="2425275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25" y="1"/>
                  </a:moveTo>
                  <a:cubicBezTo>
                    <a:pt x="80" y="1"/>
                    <a:pt x="28" y="31"/>
                    <a:pt x="1" y="75"/>
                  </a:cubicBezTo>
                  <a:lnTo>
                    <a:pt x="1" y="141"/>
                  </a:lnTo>
                  <a:cubicBezTo>
                    <a:pt x="1" y="195"/>
                    <a:pt x="34" y="228"/>
                    <a:pt x="71" y="244"/>
                  </a:cubicBezTo>
                  <a:cubicBezTo>
                    <a:pt x="84" y="251"/>
                    <a:pt x="101" y="255"/>
                    <a:pt x="118" y="255"/>
                  </a:cubicBezTo>
                  <a:cubicBezTo>
                    <a:pt x="143" y="255"/>
                    <a:pt x="169" y="247"/>
                    <a:pt x="190" y="228"/>
                  </a:cubicBezTo>
                  <a:cubicBezTo>
                    <a:pt x="190" y="211"/>
                    <a:pt x="207" y="195"/>
                    <a:pt x="207" y="178"/>
                  </a:cubicBezTo>
                  <a:cubicBezTo>
                    <a:pt x="240" y="108"/>
                    <a:pt x="207" y="38"/>
                    <a:pt x="153" y="5"/>
                  </a:cubicBezTo>
                  <a:cubicBezTo>
                    <a:pt x="144" y="2"/>
                    <a:pt x="135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5" name="Google Shape;21285;p60"/>
            <p:cNvSpPr/>
            <p:nvPr/>
          </p:nvSpPr>
          <p:spPr>
            <a:xfrm>
              <a:off x="4109425" y="2409150"/>
              <a:ext cx="6000" cy="6775"/>
            </a:xfrm>
            <a:custGeom>
              <a:avLst/>
              <a:gdLst/>
              <a:ahLst/>
              <a:cxnLst/>
              <a:rect l="l" t="t" r="r" b="b"/>
              <a:pathLst>
                <a:path w="240" h="271" extrusionOk="0">
                  <a:moveTo>
                    <a:pt x="110" y="0"/>
                  </a:moveTo>
                  <a:cubicBezTo>
                    <a:pt x="70" y="0"/>
                    <a:pt x="29" y="33"/>
                    <a:pt x="17" y="81"/>
                  </a:cubicBezTo>
                  <a:cubicBezTo>
                    <a:pt x="1" y="151"/>
                    <a:pt x="17" y="238"/>
                    <a:pt x="87" y="254"/>
                  </a:cubicBezTo>
                  <a:cubicBezTo>
                    <a:pt x="104" y="271"/>
                    <a:pt x="120" y="271"/>
                    <a:pt x="137" y="271"/>
                  </a:cubicBezTo>
                  <a:cubicBezTo>
                    <a:pt x="170" y="254"/>
                    <a:pt x="207" y="238"/>
                    <a:pt x="224" y="184"/>
                  </a:cubicBezTo>
                  <a:cubicBezTo>
                    <a:pt x="240" y="135"/>
                    <a:pt x="224" y="81"/>
                    <a:pt x="207" y="48"/>
                  </a:cubicBezTo>
                  <a:cubicBezTo>
                    <a:pt x="191" y="32"/>
                    <a:pt x="170" y="15"/>
                    <a:pt x="153" y="15"/>
                  </a:cubicBezTo>
                  <a:cubicBezTo>
                    <a:pt x="140" y="5"/>
                    <a:pt x="125" y="0"/>
                    <a:pt x="1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6" name="Google Shape;21286;p60"/>
            <p:cNvSpPr/>
            <p:nvPr/>
          </p:nvSpPr>
          <p:spPr>
            <a:xfrm>
              <a:off x="4107275" y="242675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5" y="1"/>
                  </a:moveTo>
                  <a:cubicBezTo>
                    <a:pt x="91" y="1"/>
                    <a:pt x="79" y="6"/>
                    <a:pt x="70" y="16"/>
                  </a:cubicBezTo>
                  <a:cubicBezTo>
                    <a:pt x="33" y="33"/>
                    <a:pt x="17" y="49"/>
                    <a:pt x="17" y="82"/>
                  </a:cubicBezTo>
                  <a:cubicBezTo>
                    <a:pt x="0" y="119"/>
                    <a:pt x="0" y="152"/>
                    <a:pt x="17" y="169"/>
                  </a:cubicBezTo>
                  <a:cubicBezTo>
                    <a:pt x="17" y="202"/>
                    <a:pt x="50" y="239"/>
                    <a:pt x="87" y="255"/>
                  </a:cubicBezTo>
                  <a:cubicBezTo>
                    <a:pt x="96" y="258"/>
                    <a:pt x="105" y="260"/>
                    <a:pt x="114" y="260"/>
                  </a:cubicBezTo>
                  <a:cubicBezTo>
                    <a:pt x="159" y="260"/>
                    <a:pt x="209" y="229"/>
                    <a:pt x="223" y="185"/>
                  </a:cubicBezTo>
                  <a:cubicBezTo>
                    <a:pt x="239" y="119"/>
                    <a:pt x="223" y="33"/>
                    <a:pt x="153" y="16"/>
                  </a:cubicBezTo>
                  <a:cubicBezTo>
                    <a:pt x="136" y="6"/>
                    <a:pt x="120" y="1"/>
                    <a:pt x="1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7" name="Google Shape;21287;p60"/>
            <p:cNvSpPr/>
            <p:nvPr/>
          </p:nvSpPr>
          <p:spPr>
            <a:xfrm>
              <a:off x="4119750" y="24720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0"/>
                  </a:moveTo>
                  <a:cubicBezTo>
                    <a:pt x="114" y="0"/>
                    <a:pt x="109" y="2"/>
                    <a:pt x="103" y="8"/>
                  </a:cubicBezTo>
                  <a:cubicBezTo>
                    <a:pt x="33" y="8"/>
                    <a:pt x="0" y="78"/>
                    <a:pt x="17" y="144"/>
                  </a:cubicBezTo>
                  <a:cubicBezTo>
                    <a:pt x="17" y="181"/>
                    <a:pt x="33" y="214"/>
                    <a:pt x="50" y="230"/>
                  </a:cubicBezTo>
                  <a:cubicBezTo>
                    <a:pt x="66" y="247"/>
                    <a:pt x="103" y="268"/>
                    <a:pt x="136" y="268"/>
                  </a:cubicBezTo>
                  <a:cubicBezTo>
                    <a:pt x="169" y="247"/>
                    <a:pt x="190" y="230"/>
                    <a:pt x="206" y="214"/>
                  </a:cubicBezTo>
                  <a:cubicBezTo>
                    <a:pt x="223" y="181"/>
                    <a:pt x="239" y="144"/>
                    <a:pt x="223" y="111"/>
                  </a:cubicBezTo>
                  <a:cubicBezTo>
                    <a:pt x="223" y="78"/>
                    <a:pt x="206" y="41"/>
                    <a:pt x="190" y="24"/>
                  </a:cubicBezTo>
                  <a:cubicBezTo>
                    <a:pt x="169" y="24"/>
                    <a:pt x="169" y="8"/>
                    <a:pt x="153" y="8"/>
                  </a:cubicBezTo>
                  <a:cubicBezTo>
                    <a:pt x="142" y="8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8" name="Google Shape;21288;p60"/>
            <p:cNvSpPr/>
            <p:nvPr/>
          </p:nvSpPr>
          <p:spPr>
            <a:xfrm>
              <a:off x="4106850" y="24593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0"/>
                  </a:moveTo>
                  <a:cubicBezTo>
                    <a:pt x="104" y="0"/>
                    <a:pt x="67" y="0"/>
                    <a:pt x="50" y="17"/>
                  </a:cubicBezTo>
                  <a:cubicBezTo>
                    <a:pt x="34" y="54"/>
                    <a:pt x="17" y="87"/>
                    <a:pt x="17" y="120"/>
                  </a:cubicBezTo>
                  <a:cubicBezTo>
                    <a:pt x="1" y="157"/>
                    <a:pt x="17" y="190"/>
                    <a:pt x="34" y="207"/>
                  </a:cubicBezTo>
                  <a:cubicBezTo>
                    <a:pt x="50" y="240"/>
                    <a:pt x="87" y="260"/>
                    <a:pt x="104" y="260"/>
                  </a:cubicBezTo>
                  <a:cubicBezTo>
                    <a:pt x="137" y="260"/>
                    <a:pt x="170" y="260"/>
                    <a:pt x="190" y="223"/>
                  </a:cubicBezTo>
                  <a:cubicBezTo>
                    <a:pt x="240" y="190"/>
                    <a:pt x="240" y="104"/>
                    <a:pt x="207" y="54"/>
                  </a:cubicBezTo>
                  <a:cubicBezTo>
                    <a:pt x="190" y="33"/>
                    <a:pt x="17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9" name="Google Shape;21289;p60"/>
            <p:cNvSpPr/>
            <p:nvPr/>
          </p:nvSpPr>
          <p:spPr>
            <a:xfrm>
              <a:off x="4127475" y="243660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11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0" y="154"/>
                    <a:pt x="17" y="220"/>
                    <a:pt x="87" y="257"/>
                  </a:cubicBezTo>
                  <a:cubicBezTo>
                    <a:pt x="95" y="260"/>
                    <a:pt x="104" y="261"/>
                    <a:pt x="114" y="261"/>
                  </a:cubicBezTo>
                  <a:cubicBezTo>
                    <a:pt x="159" y="261"/>
                    <a:pt x="209" y="229"/>
                    <a:pt x="223" y="170"/>
                  </a:cubicBezTo>
                  <a:cubicBezTo>
                    <a:pt x="240" y="100"/>
                    <a:pt x="223" y="34"/>
                    <a:pt x="153" y="14"/>
                  </a:cubicBezTo>
                  <a:cubicBezTo>
                    <a:pt x="140" y="5"/>
                    <a:pt x="125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0" name="Google Shape;21290;p60"/>
            <p:cNvSpPr/>
            <p:nvPr/>
          </p:nvSpPr>
          <p:spPr>
            <a:xfrm>
              <a:off x="4121400" y="2456550"/>
              <a:ext cx="5675" cy="6700"/>
            </a:xfrm>
            <a:custGeom>
              <a:avLst/>
              <a:gdLst/>
              <a:ahLst/>
              <a:cxnLst/>
              <a:rect l="l" t="t" r="r" b="b"/>
              <a:pathLst>
                <a:path w="227" h="268" extrusionOk="0">
                  <a:moveTo>
                    <a:pt x="118" y="0"/>
                  </a:moveTo>
                  <a:cubicBezTo>
                    <a:pt x="109" y="0"/>
                    <a:pt x="99" y="2"/>
                    <a:pt x="87" y="7"/>
                  </a:cubicBezTo>
                  <a:cubicBezTo>
                    <a:pt x="37" y="7"/>
                    <a:pt x="0" y="77"/>
                    <a:pt x="0" y="143"/>
                  </a:cubicBezTo>
                  <a:cubicBezTo>
                    <a:pt x="21" y="214"/>
                    <a:pt x="70" y="267"/>
                    <a:pt x="124" y="267"/>
                  </a:cubicBezTo>
                  <a:cubicBezTo>
                    <a:pt x="157" y="247"/>
                    <a:pt x="190" y="230"/>
                    <a:pt x="206" y="214"/>
                  </a:cubicBezTo>
                  <a:cubicBezTo>
                    <a:pt x="227" y="181"/>
                    <a:pt x="227" y="143"/>
                    <a:pt x="227" y="110"/>
                  </a:cubicBezTo>
                  <a:cubicBezTo>
                    <a:pt x="227" y="77"/>
                    <a:pt x="206" y="40"/>
                    <a:pt x="173" y="24"/>
                  </a:cubicBezTo>
                  <a:lnTo>
                    <a:pt x="157" y="7"/>
                  </a:lnTo>
                  <a:cubicBezTo>
                    <a:pt x="146" y="7"/>
                    <a:pt x="135" y="0"/>
                    <a:pt x="1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1" name="Google Shape;21291;p60"/>
            <p:cNvSpPr/>
            <p:nvPr/>
          </p:nvSpPr>
          <p:spPr>
            <a:xfrm>
              <a:off x="4123975" y="240695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40" y="0"/>
                  </a:moveTo>
                  <a:cubicBezTo>
                    <a:pt x="103" y="0"/>
                    <a:pt x="87" y="17"/>
                    <a:pt x="54" y="33"/>
                  </a:cubicBezTo>
                  <a:cubicBezTo>
                    <a:pt x="0" y="87"/>
                    <a:pt x="0" y="153"/>
                    <a:pt x="37" y="223"/>
                  </a:cubicBezTo>
                  <a:cubicBezTo>
                    <a:pt x="54" y="239"/>
                    <a:pt x="87" y="256"/>
                    <a:pt x="124" y="256"/>
                  </a:cubicBezTo>
                  <a:cubicBezTo>
                    <a:pt x="129" y="260"/>
                    <a:pt x="135" y="262"/>
                    <a:pt x="142" y="262"/>
                  </a:cubicBezTo>
                  <a:cubicBezTo>
                    <a:pt x="158" y="262"/>
                    <a:pt x="178" y="251"/>
                    <a:pt x="190" y="239"/>
                  </a:cubicBezTo>
                  <a:cubicBezTo>
                    <a:pt x="227" y="206"/>
                    <a:pt x="227" y="190"/>
                    <a:pt x="243" y="153"/>
                  </a:cubicBezTo>
                  <a:cubicBezTo>
                    <a:pt x="243" y="120"/>
                    <a:pt x="227" y="87"/>
                    <a:pt x="206" y="50"/>
                  </a:cubicBezTo>
                  <a:cubicBezTo>
                    <a:pt x="206" y="33"/>
                    <a:pt x="190" y="17"/>
                    <a:pt x="173" y="17"/>
                  </a:cubicBezTo>
                  <a:cubicBezTo>
                    <a:pt x="157" y="0"/>
                    <a:pt x="140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2" name="Google Shape;21292;p60"/>
            <p:cNvSpPr/>
            <p:nvPr/>
          </p:nvSpPr>
          <p:spPr>
            <a:xfrm>
              <a:off x="4072425" y="245115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24" y="1"/>
                  </a:moveTo>
                  <a:cubicBezTo>
                    <a:pt x="87" y="1"/>
                    <a:pt x="71" y="1"/>
                    <a:pt x="38" y="34"/>
                  </a:cubicBezTo>
                  <a:cubicBezTo>
                    <a:pt x="21" y="50"/>
                    <a:pt x="1" y="87"/>
                    <a:pt x="1" y="120"/>
                  </a:cubicBezTo>
                  <a:cubicBezTo>
                    <a:pt x="1" y="137"/>
                    <a:pt x="1" y="174"/>
                    <a:pt x="21" y="207"/>
                  </a:cubicBezTo>
                  <a:cubicBezTo>
                    <a:pt x="54" y="223"/>
                    <a:pt x="87" y="240"/>
                    <a:pt x="124" y="256"/>
                  </a:cubicBezTo>
                  <a:cubicBezTo>
                    <a:pt x="141" y="256"/>
                    <a:pt x="157" y="256"/>
                    <a:pt x="174" y="240"/>
                  </a:cubicBezTo>
                  <a:cubicBezTo>
                    <a:pt x="228" y="190"/>
                    <a:pt x="244" y="104"/>
                    <a:pt x="190" y="50"/>
                  </a:cubicBezTo>
                  <a:cubicBezTo>
                    <a:pt x="190" y="34"/>
                    <a:pt x="174" y="17"/>
                    <a:pt x="157" y="17"/>
                  </a:cubicBezTo>
                  <a:cubicBezTo>
                    <a:pt x="141" y="1"/>
                    <a:pt x="141" y="1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3" name="Google Shape;21293;p60"/>
            <p:cNvSpPr/>
            <p:nvPr/>
          </p:nvSpPr>
          <p:spPr>
            <a:xfrm>
              <a:off x="4033775" y="24258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24" y="1"/>
                  </a:moveTo>
                  <a:cubicBezTo>
                    <a:pt x="104" y="1"/>
                    <a:pt x="71" y="17"/>
                    <a:pt x="54" y="34"/>
                  </a:cubicBezTo>
                  <a:cubicBezTo>
                    <a:pt x="21" y="54"/>
                    <a:pt x="21" y="87"/>
                    <a:pt x="1" y="120"/>
                  </a:cubicBezTo>
                  <a:lnTo>
                    <a:pt x="1" y="157"/>
                  </a:lnTo>
                  <a:cubicBezTo>
                    <a:pt x="54" y="190"/>
                    <a:pt x="104" y="223"/>
                    <a:pt x="157" y="260"/>
                  </a:cubicBezTo>
                  <a:cubicBezTo>
                    <a:pt x="174" y="260"/>
                    <a:pt x="174" y="240"/>
                    <a:pt x="190" y="240"/>
                  </a:cubicBezTo>
                  <a:cubicBezTo>
                    <a:pt x="244" y="190"/>
                    <a:pt x="244" y="104"/>
                    <a:pt x="207" y="54"/>
                  </a:cubicBezTo>
                  <a:cubicBezTo>
                    <a:pt x="190" y="34"/>
                    <a:pt x="174" y="17"/>
                    <a:pt x="157" y="17"/>
                  </a:cubicBezTo>
                  <a:cubicBezTo>
                    <a:pt x="157" y="1"/>
                    <a:pt x="141" y="1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4" name="Google Shape;21294;p60"/>
            <p:cNvSpPr/>
            <p:nvPr/>
          </p:nvSpPr>
          <p:spPr>
            <a:xfrm>
              <a:off x="4048000" y="2438675"/>
              <a:ext cx="4350" cy="3950"/>
            </a:xfrm>
            <a:custGeom>
              <a:avLst/>
              <a:gdLst/>
              <a:ahLst/>
              <a:cxnLst/>
              <a:rect l="l" t="t" r="r" b="b"/>
              <a:pathLst>
                <a:path w="174" h="158" extrusionOk="0">
                  <a:moveTo>
                    <a:pt x="50" y="1"/>
                  </a:moveTo>
                  <a:cubicBezTo>
                    <a:pt x="34" y="1"/>
                    <a:pt x="17" y="17"/>
                    <a:pt x="1" y="17"/>
                  </a:cubicBezTo>
                  <a:cubicBezTo>
                    <a:pt x="50" y="71"/>
                    <a:pt x="120" y="104"/>
                    <a:pt x="174" y="158"/>
                  </a:cubicBezTo>
                  <a:lnTo>
                    <a:pt x="174" y="104"/>
                  </a:lnTo>
                  <a:cubicBezTo>
                    <a:pt x="174" y="71"/>
                    <a:pt x="153" y="54"/>
                    <a:pt x="137" y="17"/>
                  </a:cubicBezTo>
                  <a:cubicBezTo>
                    <a:pt x="120" y="17"/>
                    <a:pt x="120" y="17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5" name="Google Shape;21295;p60"/>
            <p:cNvSpPr/>
            <p:nvPr/>
          </p:nvSpPr>
          <p:spPr>
            <a:xfrm>
              <a:off x="4102525" y="2396225"/>
              <a:ext cx="5600" cy="6575"/>
            </a:xfrm>
            <a:custGeom>
              <a:avLst/>
              <a:gdLst/>
              <a:ahLst/>
              <a:cxnLst/>
              <a:rect l="l" t="t" r="r" b="b"/>
              <a:pathLst>
                <a:path w="224" h="263" extrusionOk="0">
                  <a:moveTo>
                    <a:pt x="87" y="0"/>
                  </a:moveTo>
                  <a:cubicBezTo>
                    <a:pt x="71" y="17"/>
                    <a:pt x="34" y="33"/>
                    <a:pt x="17" y="50"/>
                  </a:cubicBezTo>
                  <a:cubicBezTo>
                    <a:pt x="1" y="83"/>
                    <a:pt x="1" y="120"/>
                    <a:pt x="1" y="153"/>
                  </a:cubicBezTo>
                  <a:cubicBezTo>
                    <a:pt x="1" y="186"/>
                    <a:pt x="17" y="223"/>
                    <a:pt x="54" y="239"/>
                  </a:cubicBezTo>
                  <a:cubicBezTo>
                    <a:pt x="66" y="251"/>
                    <a:pt x="86" y="263"/>
                    <a:pt x="102" y="263"/>
                  </a:cubicBezTo>
                  <a:cubicBezTo>
                    <a:pt x="109" y="263"/>
                    <a:pt x="115" y="261"/>
                    <a:pt x="120" y="256"/>
                  </a:cubicBezTo>
                  <a:cubicBezTo>
                    <a:pt x="190" y="256"/>
                    <a:pt x="223" y="186"/>
                    <a:pt x="223" y="120"/>
                  </a:cubicBezTo>
                  <a:cubicBezTo>
                    <a:pt x="207" y="83"/>
                    <a:pt x="207" y="50"/>
                    <a:pt x="174" y="33"/>
                  </a:cubicBezTo>
                  <a:cubicBezTo>
                    <a:pt x="174" y="17"/>
                    <a:pt x="157" y="17"/>
                    <a:pt x="157" y="17"/>
                  </a:cubicBezTo>
                  <a:cubicBezTo>
                    <a:pt x="137" y="0"/>
                    <a:pt x="120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6" name="Google Shape;21296;p60"/>
            <p:cNvSpPr/>
            <p:nvPr/>
          </p:nvSpPr>
          <p:spPr>
            <a:xfrm>
              <a:off x="3817850" y="2495375"/>
              <a:ext cx="1250" cy="3025"/>
            </a:xfrm>
            <a:custGeom>
              <a:avLst/>
              <a:gdLst/>
              <a:ahLst/>
              <a:cxnLst/>
              <a:rect l="l" t="t" r="r" b="b"/>
              <a:pathLst>
                <a:path w="50" h="121" extrusionOk="0">
                  <a:moveTo>
                    <a:pt x="50" y="0"/>
                  </a:moveTo>
                  <a:cubicBezTo>
                    <a:pt x="33" y="0"/>
                    <a:pt x="33" y="17"/>
                    <a:pt x="17" y="33"/>
                  </a:cubicBezTo>
                  <a:cubicBezTo>
                    <a:pt x="0" y="54"/>
                    <a:pt x="0" y="87"/>
                    <a:pt x="0" y="120"/>
                  </a:cubicBezTo>
                  <a:cubicBezTo>
                    <a:pt x="17" y="71"/>
                    <a:pt x="33" y="33"/>
                    <a:pt x="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7" name="Google Shape;21297;p60"/>
            <p:cNvSpPr/>
            <p:nvPr/>
          </p:nvSpPr>
          <p:spPr>
            <a:xfrm>
              <a:off x="4099950" y="244302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4" y="0"/>
                  </a:moveTo>
                  <a:cubicBezTo>
                    <a:pt x="54" y="17"/>
                    <a:pt x="1" y="87"/>
                    <a:pt x="17" y="153"/>
                  </a:cubicBezTo>
                  <a:cubicBezTo>
                    <a:pt x="17" y="190"/>
                    <a:pt x="34" y="223"/>
                    <a:pt x="71" y="239"/>
                  </a:cubicBezTo>
                  <a:cubicBezTo>
                    <a:pt x="82" y="251"/>
                    <a:pt x="102" y="262"/>
                    <a:pt x="119" y="262"/>
                  </a:cubicBezTo>
                  <a:cubicBezTo>
                    <a:pt x="126" y="262"/>
                    <a:pt x="132" y="260"/>
                    <a:pt x="137" y="256"/>
                  </a:cubicBezTo>
                  <a:cubicBezTo>
                    <a:pt x="174" y="256"/>
                    <a:pt x="190" y="239"/>
                    <a:pt x="207" y="206"/>
                  </a:cubicBezTo>
                  <a:cubicBezTo>
                    <a:pt x="223" y="190"/>
                    <a:pt x="240" y="153"/>
                    <a:pt x="223" y="120"/>
                  </a:cubicBezTo>
                  <a:cubicBezTo>
                    <a:pt x="223" y="87"/>
                    <a:pt x="207" y="50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lnTo>
                    <a:pt x="137" y="17"/>
                  </a:ln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8" name="Google Shape;21298;p60"/>
            <p:cNvSpPr/>
            <p:nvPr/>
          </p:nvSpPr>
          <p:spPr>
            <a:xfrm>
              <a:off x="4130875" y="23905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0"/>
                  </a:moveTo>
                  <a:cubicBezTo>
                    <a:pt x="71" y="0"/>
                    <a:pt x="54" y="21"/>
                    <a:pt x="33" y="54"/>
                  </a:cubicBezTo>
                  <a:cubicBezTo>
                    <a:pt x="17" y="87"/>
                    <a:pt x="0" y="124"/>
                    <a:pt x="17" y="157"/>
                  </a:cubicBezTo>
                  <a:cubicBezTo>
                    <a:pt x="17" y="190"/>
                    <a:pt x="33" y="207"/>
                    <a:pt x="54" y="244"/>
                  </a:cubicBezTo>
                  <a:cubicBezTo>
                    <a:pt x="87" y="260"/>
                    <a:pt x="104" y="260"/>
                    <a:pt x="136" y="260"/>
                  </a:cubicBezTo>
                  <a:cubicBezTo>
                    <a:pt x="190" y="244"/>
                    <a:pt x="240" y="174"/>
                    <a:pt x="223" y="104"/>
                  </a:cubicBezTo>
                  <a:cubicBezTo>
                    <a:pt x="223" y="71"/>
                    <a:pt x="207" y="54"/>
                    <a:pt x="190" y="21"/>
                  </a:cubicBezTo>
                  <a:cubicBezTo>
                    <a:pt x="174" y="21"/>
                    <a:pt x="174" y="21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9" name="Google Shape;21299;p60"/>
            <p:cNvSpPr/>
            <p:nvPr/>
          </p:nvSpPr>
          <p:spPr>
            <a:xfrm>
              <a:off x="4145925" y="2484475"/>
              <a:ext cx="5175" cy="2775"/>
            </a:xfrm>
            <a:custGeom>
              <a:avLst/>
              <a:gdLst/>
              <a:ahLst/>
              <a:cxnLst/>
              <a:rect l="l" t="t" r="r" b="b"/>
              <a:pathLst>
                <a:path w="207" h="111" extrusionOk="0">
                  <a:moveTo>
                    <a:pt x="85" y="1"/>
                  </a:moveTo>
                  <a:cubicBezTo>
                    <a:pt x="67" y="1"/>
                    <a:pt x="45" y="13"/>
                    <a:pt x="33" y="24"/>
                  </a:cubicBezTo>
                  <a:cubicBezTo>
                    <a:pt x="17" y="41"/>
                    <a:pt x="0" y="57"/>
                    <a:pt x="0" y="78"/>
                  </a:cubicBezTo>
                  <a:cubicBezTo>
                    <a:pt x="70" y="94"/>
                    <a:pt x="136" y="94"/>
                    <a:pt x="207" y="111"/>
                  </a:cubicBezTo>
                  <a:cubicBezTo>
                    <a:pt x="207" y="94"/>
                    <a:pt x="190" y="57"/>
                    <a:pt x="190" y="57"/>
                  </a:cubicBezTo>
                  <a:cubicBezTo>
                    <a:pt x="174" y="24"/>
                    <a:pt x="153" y="24"/>
                    <a:pt x="136" y="8"/>
                  </a:cubicBezTo>
                  <a:lnTo>
                    <a:pt x="103" y="8"/>
                  </a:lnTo>
                  <a:cubicBezTo>
                    <a:pt x="99" y="3"/>
                    <a:pt x="92" y="1"/>
                    <a:pt x="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0" name="Google Shape;21300;p60"/>
            <p:cNvSpPr/>
            <p:nvPr/>
          </p:nvSpPr>
          <p:spPr>
            <a:xfrm>
              <a:off x="4157475" y="2435600"/>
              <a:ext cx="6500" cy="6475"/>
            </a:xfrm>
            <a:custGeom>
              <a:avLst/>
              <a:gdLst/>
              <a:ahLst/>
              <a:cxnLst/>
              <a:rect l="l" t="t" r="r" b="b"/>
              <a:pathLst>
                <a:path w="260" h="259" extrusionOk="0">
                  <a:moveTo>
                    <a:pt x="138" y="0"/>
                  </a:moveTo>
                  <a:cubicBezTo>
                    <a:pt x="86" y="0"/>
                    <a:pt x="48" y="30"/>
                    <a:pt x="21" y="74"/>
                  </a:cubicBezTo>
                  <a:cubicBezTo>
                    <a:pt x="0" y="140"/>
                    <a:pt x="37" y="227"/>
                    <a:pt x="87" y="243"/>
                  </a:cubicBezTo>
                  <a:cubicBezTo>
                    <a:pt x="101" y="254"/>
                    <a:pt x="117" y="258"/>
                    <a:pt x="132" y="258"/>
                  </a:cubicBezTo>
                  <a:cubicBezTo>
                    <a:pt x="173" y="258"/>
                    <a:pt x="212" y="225"/>
                    <a:pt x="227" y="177"/>
                  </a:cubicBezTo>
                  <a:cubicBezTo>
                    <a:pt x="260" y="107"/>
                    <a:pt x="227" y="37"/>
                    <a:pt x="173" y="4"/>
                  </a:cubicBezTo>
                  <a:cubicBezTo>
                    <a:pt x="161" y="1"/>
                    <a:pt x="149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1" name="Google Shape;21301;p60"/>
            <p:cNvSpPr/>
            <p:nvPr/>
          </p:nvSpPr>
          <p:spPr>
            <a:xfrm>
              <a:off x="4157975" y="24781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67" y="1"/>
                    <a:pt x="50" y="22"/>
                    <a:pt x="34" y="55"/>
                  </a:cubicBezTo>
                  <a:cubicBezTo>
                    <a:pt x="17" y="88"/>
                    <a:pt x="1" y="125"/>
                    <a:pt x="17" y="158"/>
                  </a:cubicBezTo>
                  <a:cubicBezTo>
                    <a:pt x="17" y="191"/>
                    <a:pt x="34" y="207"/>
                    <a:pt x="50" y="244"/>
                  </a:cubicBezTo>
                  <a:cubicBezTo>
                    <a:pt x="83" y="261"/>
                    <a:pt x="104" y="261"/>
                    <a:pt x="137" y="261"/>
                  </a:cubicBezTo>
                  <a:cubicBezTo>
                    <a:pt x="207" y="244"/>
                    <a:pt x="240" y="174"/>
                    <a:pt x="223" y="104"/>
                  </a:cubicBezTo>
                  <a:cubicBezTo>
                    <a:pt x="223" y="71"/>
                    <a:pt x="207" y="55"/>
                    <a:pt x="186" y="22"/>
                  </a:cubicBezTo>
                  <a:cubicBezTo>
                    <a:pt x="170" y="22"/>
                    <a:pt x="170" y="22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2" name="Google Shape;21302;p60"/>
            <p:cNvSpPr/>
            <p:nvPr/>
          </p:nvSpPr>
          <p:spPr>
            <a:xfrm>
              <a:off x="4164375" y="2417650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87" y="1"/>
                  </a:moveTo>
                  <a:cubicBezTo>
                    <a:pt x="87" y="1"/>
                    <a:pt x="70" y="1"/>
                    <a:pt x="70" y="17"/>
                  </a:cubicBezTo>
                  <a:cubicBezTo>
                    <a:pt x="17" y="34"/>
                    <a:pt x="0" y="87"/>
                    <a:pt x="0" y="153"/>
                  </a:cubicBezTo>
                  <a:cubicBezTo>
                    <a:pt x="0" y="190"/>
                    <a:pt x="17" y="223"/>
                    <a:pt x="54" y="240"/>
                  </a:cubicBezTo>
                  <a:cubicBezTo>
                    <a:pt x="70" y="256"/>
                    <a:pt x="103" y="256"/>
                    <a:pt x="120" y="256"/>
                  </a:cubicBezTo>
                  <a:cubicBezTo>
                    <a:pt x="190" y="256"/>
                    <a:pt x="223" y="190"/>
                    <a:pt x="223" y="120"/>
                  </a:cubicBezTo>
                  <a:cubicBezTo>
                    <a:pt x="223" y="104"/>
                    <a:pt x="207" y="87"/>
                    <a:pt x="207" y="87"/>
                  </a:cubicBezTo>
                  <a:cubicBezTo>
                    <a:pt x="190" y="50"/>
                    <a:pt x="174" y="17"/>
                    <a:pt x="157" y="17"/>
                  </a:cubicBezTo>
                  <a:cubicBezTo>
                    <a:pt x="136" y="1"/>
                    <a:pt x="103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3" name="Google Shape;21303;p60"/>
            <p:cNvSpPr/>
            <p:nvPr/>
          </p:nvSpPr>
          <p:spPr>
            <a:xfrm>
              <a:off x="4162200" y="2461050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41" y="1"/>
                  </a:moveTo>
                  <a:cubicBezTo>
                    <a:pt x="120" y="1"/>
                    <a:pt x="87" y="1"/>
                    <a:pt x="71" y="34"/>
                  </a:cubicBezTo>
                  <a:cubicBezTo>
                    <a:pt x="17" y="67"/>
                    <a:pt x="1" y="153"/>
                    <a:pt x="54" y="207"/>
                  </a:cubicBezTo>
                  <a:cubicBezTo>
                    <a:pt x="72" y="242"/>
                    <a:pt x="100" y="258"/>
                    <a:pt x="131" y="258"/>
                  </a:cubicBezTo>
                  <a:cubicBezTo>
                    <a:pt x="157" y="258"/>
                    <a:pt x="184" y="246"/>
                    <a:pt x="207" y="223"/>
                  </a:cubicBezTo>
                  <a:cubicBezTo>
                    <a:pt x="244" y="190"/>
                    <a:pt x="261" y="104"/>
                    <a:pt x="223" y="50"/>
                  </a:cubicBezTo>
                  <a:cubicBezTo>
                    <a:pt x="207" y="34"/>
                    <a:pt x="190" y="17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4" name="Google Shape;21304;p60"/>
            <p:cNvSpPr/>
            <p:nvPr/>
          </p:nvSpPr>
          <p:spPr>
            <a:xfrm>
              <a:off x="4175500" y="2429725"/>
              <a:ext cx="5700" cy="6400"/>
            </a:xfrm>
            <a:custGeom>
              <a:avLst/>
              <a:gdLst/>
              <a:ahLst/>
              <a:cxnLst/>
              <a:rect l="l" t="t" r="r" b="b"/>
              <a:pathLst>
                <a:path w="228" h="256" extrusionOk="0">
                  <a:moveTo>
                    <a:pt x="104" y="0"/>
                  </a:moveTo>
                  <a:cubicBezTo>
                    <a:pt x="71" y="0"/>
                    <a:pt x="38" y="17"/>
                    <a:pt x="21" y="50"/>
                  </a:cubicBezTo>
                  <a:cubicBezTo>
                    <a:pt x="1" y="83"/>
                    <a:pt x="1" y="120"/>
                    <a:pt x="1" y="153"/>
                  </a:cubicBezTo>
                  <a:cubicBezTo>
                    <a:pt x="1" y="186"/>
                    <a:pt x="21" y="206"/>
                    <a:pt x="54" y="239"/>
                  </a:cubicBezTo>
                  <a:cubicBezTo>
                    <a:pt x="71" y="256"/>
                    <a:pt x="104" y="256"/>
                    <a:pt x="141" y="256"/>
                  </a:cubicBezTo>
                  <a:cubicBezTo>
                    <a:pt x="190" y="239"/>
                    <a:pt x="227" y="169"/>
                    <a:pt x="227" y="103"/>
                  </a:cubicBezTo>
                  <a:cubicBezTo>
                    <a:pt x="227" y="66"/>
                    <a:pt x="207" y="33"/>
                    <a:pt x="174" y="17"/>
                  </a:cubicBezTo>
                  <a:cubicBezTo>
                    <a:pt x="174" y="17"/>
                    <a:pt x="157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5" name="Google Shape;21305;p60"/>
            <p:cNvSpPr/>
            <p:nvPr/>
          </p:nvSpPr>
          <p:spPr>
            <a:xfrm>
              <a:off x="3955650" y="22355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54" y="1"/>
                    <a:pt x="0" y="71"/>
                    <a:pt x="17" y="141"/>
                  </a:cubicBezTo>
                  <a:cubicBezTo>
                    <a:pt x="17" y="174"/>
                    <a:pt x="33" y="207"/>
                    <a:pt x="71" y="223"/>
                  </a:cubicBezTo>
                  <a:cubicBezTo>
                    <a:pt x="87" y="260"/>
                    <a:pt x="120" y="260"/>
                    <a:pt x="137" y="260"/>
                  </a:cubicBezTo>
                  <a:cubicBezTo>
                    <a:pt x="207" y="244"/>
                    <a:pt x="240" y="174"/>
                    <a:pt x="240" y="104"/>
                  </a:cubicBezTo>
                  <a:cubicBezTo>
                    <a:pt x="223" y="71"/>
                    <a:pt x="207" y="38"/>
                    <a:pt x="190" y="17"/>
                  </a:cubicBezTo>
                  <a:lnTo>
                    <a:pt x="1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6" name="Google Shape;21306;p60"/>
            <p:cNvSpPr/>
            <p:nvPr/>
          </p:nvSpPr>
          <p:spPr>
            <a:xfrm>
              <a:off x="4180250" y="2460125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57" y="0"/>
                  </a:moveTo>
                  <a:cubicBezTo>
                    <a:pt x="120" y="0"/>
                    <a:pt x="87" y="0"/>
                    <a:pt x="70" y="21"/>
                  </a:cubicBezTo>
                  <a:cubicBezTo>
                    <a:pt x="54" y="38"/>
                    <a:pt x="37" y="54"/>
                    <a:pt x="17" y="87"/>
                  </a:cubicBezTo>
                  <a:cubicBezTo>
                    <a:pt x="0" y="104"/>
                    <a:pt x="17" y="141"/>
                    <a:pt x="17" y="174"/>
                  </a:cubicBezTo>
                  <a:cubicBezTo>
                    <a:pt x="37" y="207"/>
                    <a:pt x="54" y="244"/>
                    <a:pt x="87" y="260"/>
                  </a:cubicBezTo>
                  <a:cubicBezTo>
                    <a:pt x="96" y="263"/>
                    <a:pt x="105" y="264"/>
                    <a:pt x="115" y="264"/>
                  </a:cubicBezTo>
                  <a:cubicBezTo>
                    <a:pt x="162" y="264"/>
                    <a:pt x="209" y="232"/>
                    <a:pt x="223" y="174"/>
                  </a:cubicBezTo>
                  <a:cubicBezTo>
                    <a:pt x="244" y="104"/>
                    <a:pt x="223" y="38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7" name="Google Shape;21307;p60"/>
            <p:cNvSpPr/>
            <p:nvPr/>
          </p:nvSpPr>
          <p:spPr>
            <a:xfrm>
              <a:off x="4136850" y="2404175"/>
              <a:ext cx="5700" cy="6600"/>
            </a:xfrm>
            <a:custGeom>
              <a:avLst/>
              <a:gdLst/>
              <a:ahLst/>
              <a:cxnLst/>
              <a:rect l="l" t="t" r="r" b="b"/>
              <a:pathLst>
                <a:path w="228" h="264" extrusionOk="0">
                  <a:moveTo>
                    <a:pt x="118" y="1"/>
                  </a:moveTo>
                  <a:cubicBezTo>
                    <a:pt x="110" y="1"/>
                    <a:pt x="100" y="2"/>
                    <a:pt x="87" y="8"/>
                  </a:cubicBezTo>
                  <a:cubicBezTo>
                    <a:pt x="71" y="8"/>
                    <a:pt x="54" y="24"/>
                    <a:pt x="38" y="41"/>
                  </a:cubicBezTo>
                  <a:cubicBezTo>
                    <a:pt x="21" y="57"/>
                    <a:pt x="1" y="111"/>
                    <a:pt x="1" y="144"/>
                  </a:cubicBezTo>
                  <a:cubicBezTo>
                    <a:pt x="1" y="177"/>
                    <a:pt x="21" y="214"/>
                    <a:pt x="54" y="231"/>
                  </a:cubicBezTo>
                  <a:cubicBezTo>
                    <a:pt x="71" y="247"/>
                    <a:pt x="104" y="264"/>
                    <a:pt x="124" y="264"/>
                  </a:cubicBezTo>
                  <a:cubicBezTo>
                    <a:pt x="190" y="247"/>
                    <a:pt x="227" y="177"/>
                    <a:pt x="227" y="128"/>
                  </a:cubicBezTo>
                  <a:lnTo>
                    <a:pt x="227" y="111"/>
                  </a:lnTo>
                  <a:cubicBezTo>
                    <a:pt x="207" y="57"/>
                    <a:pt x="190" y="24"/>
                    <a:pt x="157" y="8"/>
                  </a:cubicBezTo>
                  <a:cubicBezTo>
                    <a:pt x="146" y="8"/>
                    <a:pt x="135" y="1"/>
                    <a:pt x="1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8" name="Google Shape;21308;p60"/>
            <p:cNvSpPr/>
            <p:nvPr/>
          </p:nvSpPr>
          <p:spPr>
            <a:xfrm>
              <a:off x="4135200" y="2451575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04" y="0"/>
                  </a:moveTo>
                  <a:cubicBezTo>
                    <a:pt x="34" y="0"/>
                    <a:pt x="1" y="70"/>
                    <a:pt x="1" y="136"/>
                  </a:cubicBezTo>
                  <a:cubicBezTo>
                    <a:pt x="1" y="173"/>
                    <a:pt x="17" y="206"/>
                    <a:pt x="50" y="223"/>
                  </a:cubicBezTo>
                  <a:cubicBezTo>
                    <a:pt x="67" y="260"/>
                    <a:pt x="104" y="260"/>
                    <a:pt x="137" y="260"/>
                  </a:cubicBezTo>
                  <a:cubicBezTo>
                    <a:pt x="190" y="239"/>
                    <a:pt x="223" y="173"/>
                    <a:pt x="223" y="103"/>
                  </a:cubicBezTo>
                  <a:cubicBezTo>
                    <a:pt x="223" y="70"/>
                    <a:pt x="207" y="33"/>
                    <a:pt x="170" y="17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9" name="Google Shape;21309;p60"/>
            <p:cNvSpPr/>
            <p:nvPr/>
          </p:nvSpPr>
          <p:spPr>
            <a:xfrm>
              <a:off x="4134800" y="246745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36" y="0"/>
                  </a:moveTo>
                  <a:cubicBezTo>
                    <a:pt x="103" y="0"/>
                    <a:pt x="66" y="17"/>
                    <a:pt x="50" y="37"/>
                  </a:cubicBezTo>
                  <a:cubicBezTo>
                    <a:pt x="0" y="87"/>
                    <a:pt x="0" y="157"/>
                    <a:pt x="33" y="223"/>
                  </a:cubicBezTo>
                  <a:cubicBezTo>
                    <a:pt x="50" y="243"/>
                    <a:pt x="66" y="260"/>
                    <a:pt x="103" y="260"/>
                  </a:cubicBezTo>
                  <a:cubicBezTo>
                    <a:pt x="113" y="265"/>
                    <a:pt x="122" y="267"/>
                    <a:pt x="132" y="267"/>
                  </a:cubicBezTo>
                  <a:cubicBezTo>
                    <a:pt x="154" y="267"/>
                    <a:pt x="174" y="255"/>
                    <a:pt x="186" y="243"/>
                  </a:cubicBezTo>
                  <a:cubicBezTo>
                    <a:pt x="239" y="190"/>
                    <a:pt x="239" y="103"/>
                    <a:pt x="206" y="54"/>
                  </a:cubicBezTo>
                  <a:cubicBezTo>
                    <a:pt x="186" y="37"/>
                    <a:pt x="169" y="17"/>
                    <a:pt x="153" y="17"/>
                  </a:cubicBezTo>
                  <a:lnTo>
                    <a:pt x="1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0" name="Google Shape;21310;p60"/>
            <p:cNvSpPr/>
            <p:nvPr/>
          </p:nvSpPr>
          <p:spPr>
            <a:xfrm>
              <a:off x="4134800" y="2420950"/>
              <a:ext cx="6400" cy="6525"/>
            </a:xfrm>
            <a:custGeom>
              <a:avLst/>
              <a:gdLst/>
              <a:ahLst/>
              <a:cxnLst/>
              <a:rect l="l" t="t" r="r" b="b"/>
              <a:pathLst>
                <a:path w="256" h="261" extrusionOk="0">
                  <a:moveTo>
                    <a:pt x="136" y="1"/>
                  </a:moveTo>
                  <a:cubicBezTo>
                    <a:pt x="85" y="1"/>
                    <a:pt x="44" y="31"/>
                    <a:pt x="17" y="75"/>
                  </a:cubicBezTo>
                  <a:cubicBezTo>
                    <a:pt x="0" y="145"/>
                    <a:pt x="33" y="228"/>
                    <a:pt x="83" y="248"/>
                  </a:cubicBezTo>
                  <a:cubicBezTo>
                    <a:pt x="97" y="257"/>
                    <a:pt x="112" y="261"/>
                    <a:pt x="127" y="261"/>
                  </a:cubicBezTo>
                  <a:cubicBezTo>
                    <a:pt x="170" y="261"/>
                    <a:pt x="211" y="230"/>
                    <a:pt x="223" y="178"/>
                  </a:cubicBezTo>
                  <a:cubicBezTo>
                    <a:pt x="256" y="108"/>
                    <a:pt x="223" y="42"/>
                    <a:pt x="169" y="5"/>
                  </a:cubicBezTo>
                  <a:cubicBezTo>
                    <a:pt x="158" y="2"/>
                    <a:pt x="146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1" name="Google Shape;21311;p60"/>
            <p:cNvSpPr/>
            <p:nvPr/>
          </p:nvSpPr>
          <p:spPr>
            <a:xfrm>
              <a:off x="4153650" y="240220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4" y="0"/>
                  </a:moveTo>
                  <a:cubicBezTo>
                    <a:pt x="50" y="17"/>
                    <a:pt x="1" y="87"/>
                    <a:pt x="17" y="153"/>
                  </a:cubicBezTo>
                  <a:cubicBezTo>
                    <a:pt x="17" y="190"/>
                    <a:pt x="34" y="223"/>
                    <a:pt x="71" y="240"/>
                  </a:cubicBezTo>
                  <a:cubicBezTo>
                    <a:pt x="82" y="251"/>
                    <a:pt x="102" y="265"/>
                    <a:pt x="118" y="265"/>
                  </a:cubicBezTo>
                  <a:cubicBezTo>
                    <a:pt x="125" y="265"/>
                    <a:pt x="132" y="262"/>
                    <a:pt x="137" y="256"/>
                  </a:cubicBezTo>
                  <a:cubicBezTo>
                    <a:pt x="207" y="256"/>
                    <a:pt x="240" y="190"/>
                    <a:pt x="240" y="120"/>
                  </a:cubicBezTo>
                  <a:cubicBezTo>
                    <a:pt x="223" y="87"/>
                    <a:pt x="223" y="50"/>
                    <a:pt x="190" y="33"/>
                  </a:cubicBezTo>
                  <a:cubicBezTo>
                    <a:pt x="190" y="17"/>
                    <a:pt x="174" y="17"/>
                    <a:pt x="174" y="17"/>
                  </a:cubicBezTo>
                  <a:cubicBezTo>
                    <a:pt x="153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2" name="Google Shape;21312;p60"/>
            <p:cNvSpPr/>
            <p:nvPr/>
          </p:nvSpPr>
          <p:spPr>
            <a:xfrm>
              <a:off x="4139950" y="2359925"/>
              <a:ext cx="5575" cy="6625"/>
            </a:xfrm>
            <a:custGeom>
              <a:avLst/>
              <a:gdLst/>
              <a:ahLst/>
              <a:cxnLst/>
              <a:rect l="l" t="t" r="r" b="b"/>
              <a:pathLst>
                <a:path w="223" h="265" extrusionOk="0">
                  <a:moveTo>
                    <a:pt x="88" y="1"/>
                  </a:moveTo>
                  <a:cubicBezTo>
                    <a:pt x="64" y="1"/>
                    <a:pt x="45" y="14"/>
                    <a:pt x="33" y="26"/>
                  </a:cubicBezTo>
                  <a:cubicBezTo>
                    <a:pt x="17" y="59"/>
                    <a:pt x="0" y="75"/>
                    <a:pt x="0" y="112"/>
                  </a:cubicBezTo>
                  <a:cubicBezTo>
                    <a:pt x="0" y="145"/>
                    <a:pt x="0" y="178"/>
                    <a:pt x="17" y="215"/>
                  </a:cubicBezTo>
                  <a:cubicBezTo>
                    <a:pt x="33" y="248"/>
                    <a:pt x="66" y="265"/>
                    <a:pt x="83" y="265"/>
                  </a:cubicBezTo>
                  <a:cubicBezTo>
                    <a:pt x="120" y="265"/>
                    <a:pt x="153" y="248"/>
                    <a:pt x="169" y="232"/>
                  </a:cubicBezTo>
                  <a:cubicBezTo>
                    <a:pt x="223" y="195"/>
                    <a:pt x="223" y="112"/>
                    <a:pt x="186" y="42"/>
                  </a:cubicBezTo>
                  <a:cubicBezTo>
                    <a:pt x="169" y="26"/>
                    <a:pt x="169" y="26"/>
                    <a:pt x="136" y="9"/>
                  </a:cubicBezTo>
                  <a:lnTo>
                    <a:pt x="120" y="9"/>
                  </a:lnTo>
                  <a:cubicBezTo>
                    <a:pt x="109" y="3"/>
                    <a:pt x="98" y="1"/>
                    <a:pt x="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3" name="Google Shape;21313;p60"/>
            <p:cNvSpPr/>
            <p:nvPr/>
          </p:nvSpPr>
          <p:spPr>
            <a:xfrm>
              <a:off x="4062125" y="2263575"/>
              <a:ext cx="5700" cy="6575"/>
            </a:xfrm>
            <a:custGeom>
              <a:avLst/>
              <a:gdLst/>
              <a:ahLst/>
              <a:cxnLst/>
              <a:rect l="l" t="t" r="r" b="b"/>
              <a:pathLst>
                <a:path w="228" h="263" extrusionOk="0">
                  <a:moveTo>
                    <a:pt x="130" y="0"/>
                  </a:moveTo>
                  <a:cubicBezTo>
                    <a:pt x="119" y="0"/>
                    <a:pt x="106" y="4"/>
                    <a:pt x="87" y="12"/>
                  </a:cubicBezTo>
                  <a:cubicBezTo>
                    <a:pt x="71" y="12"/>
                    <a:pt x="38" y="29"/>
                    <a:pt x="21" y="66"/>
                  </a:cubicBezTo>
                  <a:cubicBezTo>
                    <a:pt x="0" y="83"/>
                    <a:pt x="0" y="116"/>
                    <a:pt x="0" y="153"/>
                  </a:cubicBezTo>
                  <a:cubicBezTo>
                    <a:pt x="0" y="186"/>
                    <a:pt x="21" y="219"/>
                    <a:pt x="54" y="235"/>
                  </a:cubicBezTo>
                  <a:cubicBezTo>
                    <a:pt x="66" y="250"/>
                    <a:pt x="86" y="262"/>
                    <a:pt x="104" y="262"/>
                  </a:cubicBezTo>
                  <a:cubicBezTo>
                    <a:pt x="111" y="262"/>
                    <a:pt x="118" y="260"/>
                    <a:pt x="124" y="256"/>
                  </a:cubicBezTo>
                  <a:cubicBezTo>
                    <a:pt x="190" y="256"/>
                    <a:pt x="227" y="186"/>
                    <a:pt x="227" y="116"/>
                  </a:cubicBezTo>
                  <a:cubicBezTo>
                    <a:pt x="227" y="83"/>
                    <a:pt x="207" y="50"/>
                    <a:pt x="174" y="29"/>
                  </a:cubicBezTo>
                  <a:cubicBezTo>
                    <a:pt x="174" y="12"/>
                    <a:pt x="157" y="12"/>
                    <a:pt x="157" y="12"/>
                  </a:cubicBezTo>
                  <a:cubicBezTo>
                    <a:pt x="149" y="4"/>
                    <a:pt x="141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4" name="Google Shape;21314;p60"/>
            <p:cNvSpPr/>
            <p:nvPr/>
          </p:nvSpPr>
          <p:spPr>
            <a:xfrm>
              <a:off x="4035950" y="2375900"/>
              <a:ext cx="6500" cy="6525"/>
            </a:xfrm>
            <a:custGeom>
              <a:avLst/>
              <a:gdLst/>
              <a:ahLst/>
              <a:cxnLst/>
              <a:rect l="l" t="t" r="r" b="b"/>
              <a:pathLst>
                <a:path w="260" h="261" extrusionOk="0">
                  <a:moveTo>
                    <a:pt x="145" y="1"/>
                  </a:moveTo>
                  <a:cubicBezTo>
                    <a:pt x="99" y="1"/>
                    <a:pt x="51" y="34"/>
                    <a:pt x="37" y="92"/>
                  </a:cubicBezTo>
                  <a:cubicBezTo>
                    <a:pt x="0" y="158"/>
                    <a:pt x="37" y="228"/>
                    <a:pt x="87" y="244"/>
                  </a:cubicBezTo>
                  <a:cubicBezTo>
                    <a:pt x="103" y="261"/>
                    <a:pt x="120" y="261"/>
                    <a:pt x="140" y="261"/>
                  </a:cubicBezTo>
                  <a:cubicBezTo>
                    <a:pt x="190" y="261"/>
                    <a:pt x="223" y="228"/>
                    <a:pt x="243" y="174"/>
                  </a:cubicBezTo>
                  <a:cubicBezTo>
                    <a:pt x="260" y="125"/>
                    <a:pt x="243" y="71"/>
                    <a:pt x="206" y="38"/>
                  </a:cubicBezTo>
                  <a:cubicBezTo>
                    <a:pt x="206" y="38"/>
                    <a:pt x="190" y="22"/>
                    <a:pt x="173" y="5"/>
                  </a:cubicBezTo>
                  <a:cubicBezTo>
                    <a:pt x="164" y="2"/>
                    <a:pt x="155" y="1"/>
                    <a:pt x="1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5" name="Google Shape;21315;p60"/>
            <p:cNvSpPr/>
            <p:nvPr/>
          </p:nvSpPr>
          <p:spPr>
            <a:xfrm>
              <a:off x="4035950" y="2282700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26" y="0"/>
                  </a:moveTo>
                  <a:cubicBezTo>
                    <a:pt x="80" y="0"/>
                    <a:pt x="33" y="35"/>
                    <a:pt x="17" y="89"/>
                  </a:cubicBezTo>
                  <a:cubicBezTo>
                    <a:pt x="0" y="159"/>
                    <a:pt x="17" y="229"/>
                    <a:pt x="87" y="245"/>
                  </a:cubicBezTo>
                  <a:cubicBezTo>
                    <a:pt x="101" y="254"/>
                    <a:pt x="116" y="258"/>
                    <a:pt x="131" y="258"/>
                  </a:cubicBezTo>
                  <a:cubicBezTo>
                    <a:pt x="172" y="258"/>
                    <a:pt x="211" y="227"/>
                    <a:pt x="223" y="175"/>
                  </a:cubicBezTo>
                  <a:cubicBezTo>
                    <a:pt x="243" y="109"/>
                    <a:pt x="223" y="39"/>
                    <a:pt x="157" y="6"/>
                  </a:cubicBezTo>
                  <a:cubicBezTo>
                    <a:pt x="147" y="2"/>
                    <a:pt x="136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6" name="Google Shape;21316;p60"/>
            <p:cNvSpPr/>
            <p:nvPr/>
          </p:nvSpPr>
          <p:spPr>
            <a:xfrm>
              <a:off x="4040275" y="22364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50" y="17"/>
                    <a:pt x="0" y="67"/>
                    <a:pt x="17" y="153"/>
                  </a:cubicBezTo>
                  <a:cubicBezTo>
                    <a:pt x="17" y="186"/>
                    <a:pt x="33" y="207"/>
                    <a:pt x="50" y="240"/>
                  </a:cubicBezTo>
                  <a:cubicBezTo>
                    <a:pt x="87" y="256"/>
                    <a:pt x="120" y="256"/>
                    <a:pt x="136" y="256"/>
                  </a:cubicBezTo>
                  <a:cubicBezTo>
                    <a:pt x="207" y="240"/>
                    <a:pt x="240" y="170"/>
                    <a:pt x="240" y="104"/>
                  </a:cubicBezTo>
                  <a:cubicBezTo>
                    <a:pt x="223" y="67"/>
                    <a:pt x="207" y="50"/>
                    <a:pt x="190" y="17"/>
                  </a:cubicBezTo>
                  <a:cubicBezTo>
                    <a:pt x="190" y="17"/>
                    <a:pt x="174" y="17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7" name="Google Shape;21317;p60"/>
            <p:cNvSpPr/>
            <p:nvPr/>
          </p:nvSpPr>
          <p:spPr>
            <a:xfrm>
              <a:off x="4032125" y="231840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20" y="0"/>
                  </a:moveTo>
                  <a:cubicBezTo>
                    <a:pt x="87" y="0"/>
                    <a:pt x="67" y="21"/>
                    <a:pt x="34" y="38"/>
                  </a:cubicBezTo>
                  <a:cubicBezTo>
                    <a:pt x="17" y="54"/>
                    <a:pt x="1" y="87"/>
                    <a:pt x="1" y="124"/>
                  </a:cubicBezTo>
                  <a:cubicBezTo>
                    <a:pt x="1" y="157"/>
                    <a:pt x="1" y="190"/>
                    <a:pt x="17" y="227"/>
                  </a:cubicBezTo>
                  <a:cubicBezTo>
                    <a:pt x="44" y="254"/>
                    <a:pt x="78" y="267"/>
                    <a:pt x="108" y="267"/>
                  </a:cubicBezTo>
                  <a:cubicBezTo>
                    <a:pt x="133" y="267"/>
                    <a:pt x="155" y="259"/>
                    <a:pt x="170" y="244"/>
                  </a:cubicBezTo>
                  <a:cubicBezTo>
                    <a:pt x="223" y="190"/>
                    <a:pt x="240" y="104"/>
                    <a:pt x="190" y="54"/>
                  </a:cubicBezTo>
                  <a:cubicBezTo>
                    <a:pt x="190" y="38"/>
                    <a:pt x="170" y="21"/>
                    <a:pt x="153" y="21"/>
                  </a:cubicBezTo>
                  <a:cubicBezTo>
                    <a:pt x="137" y="21"/>
                    <a:pt x="13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8" name="Google Shape;21318;p60"/>
            <p:cNvSpPr/>
            <p:nvPr/>
          </p:nvSpPr>
          <p:spPr>
            <a:xfrm>
              <a:off x="4034300" y="2393425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23" y="1"/>
                  </a:moveTo>
                  <a:cubicBezTo>
                    <a:pt x="99" y="1"/>
                    <a:pt x="78" y="14"/>
                    <a:pt x="66" y="26"/>
                  </a:cubicBezTo>
                  <a:cubicBezTo>
                    <a:pt x="33" y="42"/>
                    <a:pt x="17" y="59"/>
                    <a:pt x="17" y="75"/>
                  </a:cubicBezTo>
                  <a:cubicBezTo>
                    <a:pt x="0" y="112"/>
                    <a:pt x="0" y="145"/>
                    <a:pt x="17" y="162"/>
                  </a:cubicBezTo>
                  <a:cubicBezTo>
                    <a:pt x="17" y="215"/>
                    <a:pt x="50" y="232"/>
                    <a:pt x="66" y="248"/>
                  </a:cubicBezTo>
                  <a:cubicBezTo>
                    <a:pt x="85" y="257"/>
                    <a:pt x="102" y="261"/>
                    <a:pt x="118" y="261"/>
                  </a:cubicBezTo>
                  <a:cubicBezTo>
                    <a:pt x="162" y="261"/>
                    <a:pt x="196" y="230"/>
                    <a:pt x="223" y="178"/>
                  </a:cubicBezTo>
                  <a:cubicBezTo>
                    <a:pt x="239" y="112"/>
                    <a:pt x="206" y="42"/>
                    <a:pt x="153" y="9"/>
                  </a:cubicBezTo>
                  <a:cubicBezTo>
                    <a:pt x="143" y="3"/>
                    <a:pt x="133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9" name="Google Shape;21319;p60"/>
            <p:cNvSpPr/>
            <p:nvPr/>
          </p:nvSpPr>
          <p:spPr>
            <a:xfrm>
              <a:off x="4040275" y="233087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3" y="0"/>
                  </a:moveTo>
                  <a:cubicBezTo>
                    <a:pt x="33" y="17"/>
                    <a:pt x="0" y="87"/>
                    <a:pt x="17" y="157"/>
                  </a:cubicBezTo>
                  <a:cubicBezTo>
                    <a:pt x="17" y="190"/>
                    <a:pt x="33" y="223"/>
                    <a:pt x="50" y="244"/>
                  </a:cubicBezTo>
                  <a:cubicBezTo>
                    <a:pt x="76" y="255"/>
                    <a:pt x="92" y="267"/>
                    <a:pt x="111" y="267"/>
                  </a:cubicBezTo>
                  <a:cubicBezTo>
                    <a:pt x="119" y="267"/>
                    <a:pt x="127" y="265"/>
                    <a:pt x="136" y="260"/>
                  </a:cubicBezTo>
                  <a:cubicBezTo>
                    <a:pt x="174" y="260"/>
                    <a:pt x="190" y="244"/>
                    <a:pt x="207" y="206"/>
                  </a:cubicBezTo>
                  <a:cubicBezTo>
                    <a:pt x="223" y="190"/>
                    <a:pt x="240" y="157"/>
                    <a:pt x="223" y="120"/>
                  </a:cubicBezTo>
                  <a:cubicBezTo>
                    <a:pt x="223" y="87"/>
                    <a:pt x="207" y="54"/>
                    <a:pt x="190" y="37"/>
                  </a:cubicBezTo>
                  <a:cubicBezTo>
                    <a:pt x="174" y="17"/>
                    <a:pt x="174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0" name="Google Shape;21320;p60"/>
            <p:cNvSpPr/>
            <p:nvPr/>
          </p:nvSpPr>
          <p:spPr>
            <a:xfrm>
              <a:off x="4033375" y="2345925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40" y="0"/>
                  </a:moveTo>
                  <a:cubicBezTo>
                    <a:pt x="103" y="0"/>
                    <a:pt x="70" y="17"/>
                    <a:pt x="54" y="33"/>
                  </a:cubicBezTo>
                  <a:cubicBezTo>
                    <a:pt x="0" y="87"/>
                    <a:pt x="0" y="157"/>
                    <a:pt x="37" y="223"/>
                  </a:cubicBezTo>
                  <a:cubicBezTo>
                    <a:pt x="54" y="239"/>
                    <a:pt x="87" y="260"/>
                    <a:pt x="103" y="260"/>
                  </a:cubicBezTo>
                  <a:cubicBezTo>
                    <a:pt x="114" y="265"/>
                    <a:pt x="124" y="267"/>
                    <a:pt x="134" y="267"/>
                  </a:cubicBezTo>
                  <a:cubicBezTo>
                    <a:pt x="158" y="267"/>
                    <a:pt x="178" y="254"/>
                    <a:pt x="190" y="239"/>
                  </a:cubicBezTo>
                  <a:cubicBezTo>
                    <a:pt x="206" y="223"/>
                    <a:pt x="223" y="190"/>
                    <a:pt x="243" y="157"/>
                  </a:cubicBezTo>
                  <a:cubicBezTo>
                    <a:pt x="243" y="120"/>
                    <a:pt x="223" y="87"/>
                    <a:pt x="206" y="54"/>
                  </a:cubicBezTo>
                  <a:cubicBezTo>
                    <a:pt x="190" y="33"/>
                    <a:pt x="173" y="17"/>
                    <a:pt x="157" y="17"/>
                  </a:cubicBezTo>
                  <a:lnTo>
                    <a:pt x="1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1" name="Google Shape;21321;p60"/>
            <p:cNvSpPr/>
            <p:nvPr/>
          </p:nvSpPr>
          <p:spPr>
            <a:xfrm>
              <a:off x="4034300" y="22987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50" y="17"/>
                    <a:pt x="0" y="88"/>
                    <a:pt x="17" y="154"/>
                  </a:cubicBezTo>
                  <a:cubicBezTo>
                    <a:pt x="17" y="191"/>
                    <a:pt x="33" y="224"/>
                    <a:pt x="50" y="240"/>
                  </a:cubicBezTo>
                  <a:cubicBezTo>
                    <a:pt x="83" y="257"/>
                    <a:pt x="103" y="257"/>
                    <a:pt x="136" y="257"/>
                  </a:cubicBezTo>
                  <a:cubicBezTo>
                    <a:pt x="206" y="240"/>
                    <a:pt x="239" y="191"/>
                    <a:pt x="223" y="104"/>
                  </a:cubicBezTo>
                  <a:cubicBezTo>
                    <a:pt x="223" y="67"/>
                    <a:pt x="206" y="50"/>
                    <a:pt x="186" y="34"/>
                  </a:cubicBezTo>
                  <a:cubicBezTo>
                    <a:pt x="169" y="17"/>
                    <a:pt x="169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2" name="Google Shape;21322;p60"/>
            <p:cNvSpPr/>
            <p:nvPr/>
          </p:nvSpPr>
          <p:spPr>
            <a:xfrm>
              <a:off x="4051000" y="23736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8" y="1"/>
                  </a:moveTo>
                  <a:cubicBezTo>
                    <a:pt x="85" y="1"/>
                    <a:pt x="65" y="12"/>
                    <a:pt x="54" y="24"/>
                  </a:cubicBezTo>
                  <a:cubicBezTo>
                    <a:pt x="0" y="78"/>
                    <a:pt x="0" y="160"/>
                    <a:pt x="33" y="214"/>
                  </a:cubicBezTo>
                  <a:cubicBezTo>
                    <a:pt x="54" y="230"/>
                    <a:pt x="87" y="247"/>
                    <a:pt x="103" y="263"/>
                  </a:cubicBezTo>
                  <a:cubicBezTo>
                    <a:pt x="136" y="263"/>
                    <a:pt x="173" y="247"/>
                    <a:pt x="190" y="230"/>
                  </a:cubicBezTo>
                  <a:cubicBezTo>
                    <a:pt x="206" y="214"/>
                    <a:pt x="223" y="181"/>
                    <a:pt x="223" y="144"/>
                  </a:cubicBezTo>
                  <a:cubicBezTo>
                    <a:pt x="239" y="111"/>
                    <a:pt x="223" y="78"/>
                    <a:pt x="206" y="41"/>
                  </a:cubicBezTo>
                  <a:cubicBezTo>
                    <a:pt x="190" y="24"/>
                    <a:pt x="173" y="24"/>
                    <a:pt x="157" y="8"/>
                  </a:cubicBezTo>
                  <a:lnTo>
                    <a:pt x="136" y="8"/>
                  </a:lnTo>
                  <a:cubicBezTo>
                    <a:pt x="127" y="3"/>
                    <a:pt x="117" y="1"/>
                    <a:pt x="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3" name="Google Shape;21323;p60"/>
            <p:cNvSpPr/>
            <p:nvPr/>
          </p:nvSpPr>
          <p:spPr>
            <a:xfrm>
              <a:off x="4043675" y="2358475"/>
              <a:ext cx="5600" cy="6550"/>
            </a:xfrm>
            <a:custGeom>
              <a:avLst/>
              <a:gdLst/>
              <a:ahLst/>
              <a:cxnLst/>
              <a:rect l="l" t="t" r="r" b="b"/>
              <a:pathLst>
                <a:path w="224" h="262" extrusionOk="0">
                  <a:moveTo>
                    <a:pt x="96" y="1"/>
                  </a:moveTo>
                  <a:cubicBezTo>
                    <a:pt x="54" y="1"/>
                    <a:pt x="13" y="32"/>
                    <a:pt x="0" y="84"/>
                  </a:cubicBezTo>
                  <a:lnTo>
                    <a:pt x="0" y="150"/>
                  </a:lnTo>
                  <a:cubicBezTo>
                    <a:pt x="0" y="187"/>
                    <a:pt x="38" y="236"/>
                    <a:pt x="71" y="253"/>
                  </a:cubicBezTo>
                  <a:cubicBezTo>
                    <a:pt x="80" y="259"/>
                    <a:pt x="92" y="261"/>
                    <a:pt x="104" y="261"/>
                  </a:cubicBezTo>
                  <a:cubicBezTo>
                    <a:pt x="132" y="261"/>
                    <a:pt x="162" y="248"/>
                    <a:pt x="174" y="236"/>
                  </a:cubicBezTo>
                  <a:cubicBezTo>
                    <a:pt x="190" y="220"/>
                    <a:pt x="207" y="203"/>
                    <a:pt x="207" y="187"/>
                  </a:cubicBezTo>
                  <a:cubicBezTo>
                    <a:pt x="223" y="117"/>
                    <a:pt x="207" y="30"/>
                    <a:pt x="141" y="14"/>
                  </a:cubicBezTo>
                  <a:cubicBezTo>
                    <a:pt x="126" y="5"/>
                    <a:pt x="111" y="1"/>
                    <a:pt x="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4" name="Google Shape;21324;p60"/>
            <p:cNvSpPr/>
            <p:nvPr/>
          </p:nvSpPr>
          <p:spPr>
            <a:xfrm>
              <a:off x="4054400" y="2403100"/>
              <a:ext cx="6100" cy="6750"/>
            </a:xfrm>
            <a:custGeom>
              <a:avLst/>
              <a:gdLst/>
              <a:ahLst/>
              <a:cxnLst/>
              <a:rect l="l" t="t" r="r" b="b"/>
              <a:pathLst>
                <a:path w="244" h="270" extrusionOk="0">
                  <a:moveTo>
                    <a:pt x="113" y="1"/>
                  </a:moveTo>
                  <a:cubicBezTo>
                    <a:pt x="72" y="1"/>
                    <a:pt x="33" y="32"/>
                    <a:pt x="21" y="84"/>
                  </a:cubicBezTo>
                  <a:cubicBezTo>
                    <a:pt x="0" y="154"/>
                    <a:pt x="21" y="241"/>
                    <a:pt x="87" y="257"/>
                  </a:cubicBezTo>
                  <a:cubicBezTo>
                    <a:pt x="101" y="266"/>
                    <a:pt x="116" y="270"/>
                    <a:pt x="131" y="270"/>
                  </a:cubicBezTo>
                  <a:cubicBezTo>
                    <a:pt x="172" y="270"/>
                    <a:pt x="212" y="238"/>
                    <a:pt x="227" y="187"/>
                  </a:cubicBezTo>
                  <a:cubicBezTo>
                    <a:pt x="243" y="117"/>
                    <a:pt x="227" y="34"/>
                    <a:pt x="157" y="14"/>
                  </a:cubicBezTo>
                  <a:cubicBezTo>
                    <a:pt x="143" y="5"/>
                    <a:pt x="128" y="1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5" name="Google Shape;21325;p60"/>
            <p:cNvSpPr/>
            <p:nvPr/>
          </p:nvSpPr>
          <p:spPr>
            <a:xfrm>
              <a:off x="4052325" y="232715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11" y="0"/>
                  </a:moveTo>
                  <a:cubicBezTo>
                    <a:pt x="70" y="0"/>
                    <a:pt x="29" y="32"/>
                    <a:pt x="17" y="83"/>
                  </a:cubicBezTo>
                  <a:cubicBezTo>
                    <a:pt x="1" y="149"/>
                    <a:pt x="17" y="236"/>
                    <a:pt x="83" y="252"/>
                  </a:cubicBezTo>
                  <a:cubicBezTo>
                    <a:pt x="97" y="252"/>
                    <a:pt x="109" y="260"/>
                    <a:pt x="120" y="260"/>
                  </a:cubicBezTo>
                  <a:cubicBezTo>
                    <a:pt x="126" y="260"/>
                    <a:pt x="131" y="258"/>
                    <a:pt x="137" y="252"/>
                  </a:cubicBezTo>
                  <a:cubicBezTo>
                    <a:pt x="170" y="252"/>
                    <a:pt x="207" y="219"/>
                    <a:pt x="223" y="186"/>
                  </a:cubicBezTo>
                  <a:cubicBezTo>
                    <a:pt x="240" y="133"/>
                    <a:pt x="223" y="83"/>
                    <a:pt x="207" y="46"/>
                  </a:cubicBezTo>
                  <a:cubicBezTo>
                    <a:pt x="186" y="30"/>
                    <a:pt x="170" y="13"/>
                    <a:pt x="153" y="13"/>
                  </a:cubicBezTo>
                  <a:cubicBezTo>
                    <a:pt x="140" y="5"/>
                    <a:pt x="126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6" name="Google Shape;21326;p60"/>
            <p:cNvSpPr/>
            <p:nvPr/>
          </p:nvSpPr>
          <p:spPr>
            <a:xfrm>
              <a:off x="4044600" y="2312100"/>
              <a:ext cx="6000" cy="6850"/>
            </a:xfrm>
            <a:custGeom>
              <a:avLst/>
              <a:gdLst/>
              <a:ahLst/>
              <a:cxnLst/>
              <a:rect l="l" t="t" r="r" b="b"/>
              <a:pathLst>
                <a:path w="240" h="274" extrusionOk="0">
                  <a:moveTo>
                    <a:pt x="128" y="1"/>
                  </a:moveTo>
                  <a:cubicBezTo>
                    <a:pt x="120" y="1"/>
                    <a:pt x="112" y="5"/>
                    <a:pt x="104" y="13"/>
                  </a:cubicBezTo>
                  <a:cubicBezTo>
                    <a:pt x="67" y="13"/>
                    <a:pt x="50" y="30"/>
                    <a:pt x="34" y="67"/>
                  </a:cubicBezTo>
                  <a:cubicBezTo>
                    <a:pt x="17" y="83"/>
                    <a:pt x="1" y="116"/>
                    <a:pt x="17" y="149"/>
                  </a:cubicBezTo>
                  <a:cubicBezTo>
                    <a:pt x="17" y="186"/>
                    <a:pt x="34" y="219"/>
                    <a:pt x="50" y="236"/>
                  </a:cubicBezTo>
                  <a:cubicBezTo>
                    <a:pt x="83" y="252"/>
                    <a:pt x="104" y="273"/>
                    <a:pt x="137" y="273"/>
                  </a:cubicBezTo>
                  <a:cubicBezTo>
                    <a:pt x="186" y="252"/>
                    <a:pt x="240" y="186"/>
                    <a:pt x="223" y="116"/>
                  </a:cubicBezTo>
                  <a:cubicBezTo>
                    <a:pt x="223" y="83"/>
                    <a:pt x="207" y="46"/>
                    <a:pt x="186" y="30"/>
                  </a:cubicBezTo>
                  <a:cubicBezTo>
                    <a:pt x="170" y="30"/>
                    <a:pt x="170" y="13"/>
                    <a:pt x="153" y="13"/>
                  </a:cubicBezTo>
                  <a:cubicBezTo>
                    <a:pt x="145" y="5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7" name="Google Shape;21327;p60"/>
            <p:cNvSpPr/>
            <p:nvPr/>
          </p:nvSpPr>
          <p:spPr>
            <a:xfrm>
              <a:off x="4048825" y="2295050"/>
              <a:ext cx="6525" cy="6600"/>
            </a:xfrm>
            <a:custGeom>
              <a:avLst/>
              <a:gdLst/>
              <a:ahLst/>
              <a:cxnLst/>
              <a:rect l="l" t="t" r="r" b="b"/>
              <a:pathLst>
                <a:path w="261" h="264" extrusionOk="0">
                  <a:moveTo>
                    <a:pt x="120" y="0"/>
                  </a:moveTo>
                  <a:cubicBezTo>
                    <a:pt x="101" y="0"/>
                    <a:pt x="78" y="13"/>
                    <a:pt x="54" y="27"/>
                  </a:cubicBezTo>
                  <a:cubicBezTo>
                    <a:pt x="17" y="77"/>
                    <a:pt x="1" y="163"/>
                    <a:pt x="54" y="213"/>
                  </a:cubicBezTo>
                  <a:cubicBezTo>
                    <a:pt x="74" y="244"/>
                    <a:pt x="106" y="263"/>
                    <a:pt x="139" y="263"/>
                  </a:cubicBezTo>
                  <a:cubicBezTo>
                    <a:pt x="162" y="263"/>
                    <a:pt x="186" y="254"/>
                    <a:pt x="207" y="234"/>
                  </a:cubicBezTo>
                  <a:cubicBezTo>
                    <a:pt x="244" y="180"/>
                    <a:pt x="260" y="110"/>
                    <a:pt x="223" y="44"/>
                  </a:cubicBezTo>
                  <a:cubicBezTo>
                    <a:pt x="207" y="27"/>
                    <a:pt x="190" y="27"/>
                    <a:pt x="174" y="7"/>
                  </a:cubicBezTo>
                  <a:lnTo>
                    <a:pt x="141" y="7"/>
                  </a:lnTo>
                  <a:cubicBezTo>
                    <a:pt x="135" y="2"/>
                    <a:pt x="128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8" name="Google Shape;21328;p60"/>
            <p:cNvSpPr/>
            <p:nvPr/>
          </p:nvSpPr>
          <p:spPr>
            <a:xfrm>
              <a:off x="4075525" y="2384575"/>
              <a:ext cx="6425" cy="6675"/>
            </a:xfrm>
            <a:custGeom>
              <a:avLst/>
              <a:gdLst/>
              <a:ahLst/>
              <a:cxnLst/>
              <a:rect l="l" t="t" r="r" b="b"/>
              <a:pathLst>
                <a:path w="257" h="267" extrusionOk="0">
                  <a:moveTo>
                    <a:pt x="136" y="0"/>
                  </a:moveTo>
                  <a:cubicBezTo>
                    <a:pt x="104" y="0"/>
                    <a:pt x="83" y="17"/>
                    <a:pt x="50" y="33"/>
                  </a:cubicBezTo>
                  <a:cubicBezTo>
                    <a:pt x="0" y="87"/>
                    <a:pt x="0" y="157"/>
                    <a:pt x="33" y="223"/>
                  </a:cubicBezTo>
                  <a:cubicBezTo>
                    <a:pt x="50" y="239"/>
                    <a:pt x="83" y="260"/>
                    <a:pt x="120" y="260"/>
                  </a:cubicBezTo>
                  <a:cubicBezTo>
                    <a:pt x="125" y="265"/>
                    <a:pt x="131" y="267"/>
                    <a:pt x="137" y="267"/>
                  </a:cubicBezTo>
                  <a:cubicBezTo>
                    <a:pt x="154" y="267"/>
                    <a:pt x="174" y="254"/>
                    <a:pt x="186" y="239"/>
                  </a:cubicBezTo>
                  <a:cubicBezTo>
                    <a:pt x="240" y="190"/>
                    <a:pt x="256" y="103"/>
                    <a:pt x="207" y="54"/>
                  </a:cubicBezTo>
                  <a:cubicBezTo>
                    <a:pt x="207" y="33"/>
                    <a:pt x="186" y="17"/>
                    <a:pt x="169" y="17"/>
                  </a:cubicBezTo>
                  <a:cubicBezTo>
                    <a:pt x="153" y="17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9" name="Google Shape;21329;p60"/>
            <p:cNvSpPr/>
            <p:nvPr/>
          </p:nvSpPr>
          <p:spPr>
            <a:xfrm>
              <a:off x="4046250" y="2388525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28" y="1"/>
                  </a:moveTo>
                  <a:cubicBezTo>
                    <a:pt x="88" y="1"/>
                    <a:pt x="50" y="34"/>
                    <a:pt x="38" y="81"/>
                  </a:cubicBezTo>
                  <a:cubicBezTo>
                    <a:pt x="1" y="152"/>
                    <a:pt x="38" y="222"/>
                    <a:pt x="87" y="255"/>
                  </a:cubicBezTo>
                  <a:cubicBezTo>
                    <a:pt x="99" y="257"/>
                    <a:pt x="110" y="259"/>
                    <a:pt x="121" y="259"/>
                  </a:cubicBezTo>
                  <a:cubicBezTo>
                    <a:pt x="174" y="259"/>
                    <a:pt x="213" y="226"/>
                    <a:pt x="244" y="168"/>
                  </a:cubicBezTo>
                  <a:cubicBezTo>
                    <a:pt x="260" y="119"/>
                    <a:pt x="223" y="32"/>
                    <a:pt x="174" y="16"/>
                  </a:cubicBezTo>
                  <a:cubicBezTo>
                    <a:pt x="159" y="5"/>
                    <a:pt x="144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0" name="Google Shape;21330;p60"/>
            <p:cNvSpPr/>
            <p:nvPr/>
          </p:nvSpPr>
          <p:spPr>
            <a:xfrm>
              <a:off x="4087900" y="2351600"/>
              <a:ext cx="5675" cy="6825"/>
            </a:xfrm>
            <a:custGeom>
              <a:avLst/>
              <a:gdLst/>
              <a:ahLst/>
              <a:cxnLst/>
              <a:rect l="l" t="t" r="r" b="b"/>
              <a:pathLst>
                <a:path w="227" h="273" extrusionOk="0">
                  <a:moveTo>
                    <a:pt x="132" y="0"/>
                  </a:moveTo>
                  <a:cubicBezTo>
                    <a:pt x="123" y="0"/>
                    <a:pt x="114" y="4"/>
                    <a:pt x="103" y="12"/>
                  </a:cubicBezTo>
                  <a:cubicBezTo>
                    <a:pt x="37" y="12"/>
                    <a:pt x="0" y="82"/>
                    <a:pt x="0" y="153"/>
                  </a:cubicBezTo>
                  <a:cubicBezTo>
                    <a:pt x="21" y="186"/>
                    <a:pt x="37" y="219"/>
                    <a:pt x="54" y="239"/>
                  </a:cubicBezTo>
                  <a:cubicBezTo>
                    <a:pt x="70" y="256"/>
                    <a:pt x="103" y="272"/>
                    <a:pt x="140" y="272"/>
                  </a:cubicBezTo>
                  <a:cubicBezTo>
                    <a:pt x="157" y="256"/>
                    <a:pt x="190" y="239"/>
                    <a:pt x="206" y="202"/>
                  </a:cubicBezTo>
                  <a:cubicBezTo>
                    <a:pt x="227" y="186"/>
                    <a:pt x="227" y="153"/>
                    <a:pt x="227" y="115"/>
                  </a:cubicBezTo>
                  <a:cubicBezTo>
                    <a:pt x="227" y="82"/>
                    <a:pt x="206" y="50"/>
                    <a:pt x="190" y="33"/>
                  </a:cubicBezTo>
                  <a:cubicBezTo>
                    <a:pt x="173" y="33"/>
                    <a:pt x="173" y="12"/>
                    <a:pt x="157" y="12"/>
                  </a:cubicBezTo>
                  <a:cubicBezTo>
                    <a:pt x="149" y="4"/>
                    <a:pt x="140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1" name="Google Shape;21331;p60"/>
            <p:cNvSpPr/>
            <p:nvPr/>
          </p:nvSpPr>
          <p:spPr>
            <a:xfrm>
              <a:off x="4090975" y="2384250"/>
              <a:ext cx="6000" cy="6850"/>
            </a:xfrm>
            <a:custGeom>
              <a:avLst/>
              <a:gdLst/>
              <a:ahLst/>
              <a:cxnLst/>
              <a:rect l="l" t="t" r="r" b="b"/>
              <a:pathLst>
                <a:path w="240" h="274" extrusionOk="0">
                  <a:moveTo>
                    <a:pt x="129" y="1"/>
                  </a:moveTo>
                  <a:cubicBezTo>
                    <a:pt x="120" y="1"/>
                    <a:pt x="112" y="5"/>
                    <a:pt x="104" y="13"/>
                  </a:cubicBezTo>
                  <a:lnTo>
                    <a:pt x="83" y="13"/>
                  </a:lnTo>
                  <a:cubicBezTo>
                    <a:pt x="34" y="30"/>
                    <a:pt x="1" y="100"/>
                    <a:pt x="17" y="149"/>
                  </a:cubicBezTo>
                  <a:cubicBezTo>
                    <a:pt x="17" y="187"/>
                    <a:pt x="34" y="220"/>
                    <a:pt x="50" y="236"/>
                  </a:cubicBezTo>
                  <a:cubicBezTo>
                    <a:pt x="83" y="252"/>
                    <a:pt x="104" y="273"/>
                    <a:pt x="137" y="273"/>
                  </a:cubicBezTo>
                  <a:cubicBezTo>
                    <a:pt x="207" y="252"/>
                    <a:pt x="240" y="187"/>
                    <a:pt x="240" y="116"/>
                  </a:cubicBezTo>
                  <a:cubicBezTo>
                    <a:pt x="224" y="100"/>
                    <a:pt x="224" y="100"/>
                    <a:pt x="224" y="83"/>
                  </a:cubicBezTo>
                  <a:cubicBezTo>
                    <a:pt x="207" y="46"/>
                    <a:pt x="186" y="30"/>
                    <a:pt x="153" y="13"/>
                  </a:cubicBezTo>
                  <a:cubicBezTo>
                    <a:pt x="145" y="5"/>
                    <a:pt x="137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2" name="Google Shape;21332;p60"/>
            <p:cNvSpPr/>
            <p:nvPr/>
          </p:nvSpPr>
          <p:spPr>
            <a:xfrm>
              <a:off x="4046675" y="2344725"/>
              <a:ext cx="6100" cy="6375"/>
            </a:xfrm>
            <a:custGeom>
              <a:avLst/>
              <a:gdLst/>
              <a:ahLst/>
              <a:cxnLst/>
              <a:rect l="l" t="t" r="r" b="b"/>
              <a:pathLst>
                <a:path w="244" h="255" extrusionOk="0">
                  <a:moveTo>
                    <a:pt x="111" y="1"/>
                  </a:moveTo>
                  <a:cubicBezTo>
                    <a:pt x="71" y="1"/>
                    <a:pt x="33" y="33"/>
                    <a:pt x="21" y="81"/>
                  </a:cubicBezTo>
                  <a:cubicBezTo>
                    <a:pt x="0" y="151"/>
                    <a:pt x="21" y="221"/>
                    <a:pt x="70" y="254"/>
                  </a:cubicBezTo>
                  <a:lnTo>
                    <a:pt x="124" y="254"/>
                  </a:lnTo>
                  <a:cubicBezTo>
                    <a:pt x="173" y="254"/>
                    <a:pt x="206" y="221"/>
                    <a:pt x="227" y="168"/>
                  </a:cubicBezTo>
                  <a:cubicBezTo>
                    <a:pt x="243" y="135"/>
                    <a:pt x="227" y="81"/>
                    <a:pt x="190" y="48"/>
                  </a:cubicBezTo>
                  <a:cubicBezTo>
                    <a:pt x="190" y="32"/>
                    <a:pt x="173" y="15"/>
                    <a:pt x="157" y="15"/>
                  </a:cubicBezTo>
                  <a:cubicBezTo>
                    <a:pt x="142" y="5"/>
                    <a:pt x="127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3" name="Google Shape;21333;p60"/>
            <p:cNvSpPr/>
            <p:nvPr/>
          </p:nvSpPr>
          <p:spPr>
            <a:xfrm>
              <a:off x="4094375" y="2335025"/>
              <a:ext cx="6025" cy="6600"/>
            </a:xfrm>
            <a:custGeom>
              <a:avLst/>
              <a:gdLst/>
              <a:ahLst/>
              <a:cxnLst/>
              <a:rect l="l" t="t" r="r" b="b"/>
              <a:pathLst>
                <a:path w="241" h="264" extrusionOk="0">
                  <a:moveTo>
                    <a:pt x="108" y="1"/>
                  </a:moveTo>
                  <a:cubicBezTo>
                    <a:pt x="86" y="1"/>
                    <a:pt x="65" y="12"/>
                    <a:pt x="50" y="24"/>
                  </a:cubicBezTo>
                  <a:cubicBezTo>
                    <a:pt x="1" y="78"/>
                    <a:pt x="1" y="160"/>
                    <a:pt x="34" y="214"/>
                  </a:cubicBezTo>
                  <a:cubicBezTo>
                    <a:pt x="50" y="230"/>
                    <a:pt x="88" y="247"/>
                    <a:pt x="104" y="263"/>
                  </a:cubicBezTo>
                  <a:cubicBezTo>
                    <a:pt x="137" y="263"/>
                    <a:pt x="174" y="247"/>
                    <a:pt x="191" y="230"/>
                  </a:cubicBezTo>
                  <a:cubicBezTo>
                    <a:pt x="240" y="181"/>
                    <a:pt x="240" y="111"/>
                    <a:pt x="207" y="40"/>
                  </a:cubicBezTo>
                  <a:cubicBezTo>
                    <a:pt x="191" y="24"/>
                    <a:pt x="174" y="24"/>
                    <a:pt x="153" y="7"/>
                  </a:cubicBezTo>
                  <a:lnTo>
                    <a:pt x="137" y="7"/>
                  </a:lnTo>
                  <a:cubicBezTo>
                    <a:pt x="127" y="3"/>
                    <a:pt x="118" y="1"/>
                    <a:pt x="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4" name="Google Shape;21334;p60"/>
            <p:cNvSpPr/>
            <p:nvPr/>
          </p:nvSpPr>
          <p:spPr>
            <a:xfrm>
              <a:off x="4083675" y="2274175"/>
              <a:ext cx="6000" cy="6925"/>
            </a:xfrm>
            <a:custGeom>
              <a:avLst/>
              <a:gdLst/>
              <a:ahLst/>
              <a:cxnLst/>
              <a:rect l="l" t="t" r="r" b="b"/>
              <a:pathLst>
                <a:path w="240" h="277" extrusionOk="0">
                  <a:moveTo>
                    <a:pt x="136" y="1"/>
                  </a:moveTo>
                  <a:cubicBezTo>
                    <a:pt x="103" y="1"/>
                    <a:pt x="87" y="17"/>
                    <a:pt x="50" y="38"/>
                  </a:cubicBezTo>
                  <a:cubicBezTo>
                    <a:pt x="0" y="87"/>
                    <a:pt x="0" y="174"/>
                    <a:pt x="33" y="223"/>
                  </a:cubicBezTo>
                  <a:cubicBezTo>
                    <a:pt x="50" y="244"/>
                    <a:pt x="87" y="260"/>
                    <a:pt x="120" y="277"/>
                  </a:cubicBezTo>
                  <a:cubicBezTo>
                    <a:pt x="136" y="277"/>
                    <a:pt x="169" y="260"/>
                    <a:pt x="190" y="244"/>
                  </a:cubicBezTo>
                  <a:cubicBezTo>
                    <a:pt x="223" y="223"/>
                    <a:pt x="223" y="190"/>
                    <a:pt x="239" y="157"/>
                  </a:cubicBezTo>
                  <a:cubicBezTo>
                    <a:pt x="239" y="120"/>
                    <a:pt x="223" y="87"/>
                    <a:pt x="206" y="54"/>
                  </a:cubicBezTo>
                  <a:cubicBezTo>
                    <a:pt x="206" y="38"/>
                    <a:pt x="190" y="17"/>
                    <a:pt x="169" y="17"/>
                  </a:cubicBezTo>
                  <a:cubicBezTo>
                    <a:pt x="153" y="17"/>
                    <a:pt x="153" y="17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5" name="Google Shape;21335;p60"/>
            <p:cNvSpPr/>
            <p:nvPr/>
          </p:nvSpPr>
          <p:spPr>
            <a:xfrm>
              <a:off x="4087075" y="2303950"/>
              <a:ext cx="6000" cy="6450"/>
            </a:xfrm>
            <a:custGeom>
              <a:avLst/>
              <a:gdLst/>
              <a:ahLst/>
              <a:cxnLst/>
              <a:rect l="l" t="t" r="r" b="b"/>
              <a:pathLst>
                <a:path w="240" h="258" extrusionOk="0">
                  <a:moveTo>
                    <a:pt x="112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0" y="150"/>
                    <a:pt x="17" y="220"/>
                    <a:pt x="87" y="253"/>
                  </a:cubicBezTo>
                  <a:cubicBezTo>
                    <a:pt x="96" y="256"/>
                    <a:pt x="105" y="257"/>
                    <a:pt x="115" y="257"/>
                  </a:cubicBezTo>
                  <a:cubicBezTo>
                    <a:pt x="159" y="257"/>
                    <a:pt x="209" y="227"/>
                    <a:pt x="223" y="187"/>
                  </a:cubicBezTo>
                  <a:cubicBezTo>
                    <a:pt x="239" y="117"/>
                    <a:pt x="223" y="30"/>
                    <a:pt x="157" y="14"/>
                  </a:cubicBezTo>
                  <a:cubicBezTo>
                    <a:pt x="143" y="5"/>
                    <a:pt x="127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6" name="Google Shape;21336;p60"/>
            <p:cNvSpPr/>
            <p:nvPr/>
          </p:nvSpPr>
          <p:spPr>
            <a:xfrm>
              <a:off x="4094375" y="2288300"/>
              <a:ext cx="6425" cy="6425"/>
            </a:xfrm>
            <a:custGeom>
              <a:avLst/>
              <a:gdLst/>
              <a:ahLst/>
              <a:cxnLst/>
              <a:rect l="l" t="t" r="r" b="b"/>
              <a:pathLst>
                <a:path w="257" h="257" extrusionOk="0">
                  <a:moveTo>
                    <a:pt x="140" y="1"/>
                  </a:moveTo>
                  <a:cubicBezTo>
                    <a:pt x="86" y="1"/>
                    <a:pt x="45" y="33"/>
                    <a:pt x="17" y="91"/>
                  </a:cubicBezTo>
                  <a:cubicBezTo>
                    <a:pt x="1" y="157"/>
                    <a:pt x="34" y="227"/>
                    <a:pt x="88" y="244"/>
                  </a:cubicBezTo>
                  <a:cubicBezTo>
                    <a:pt x="101" y="253"/>
                    <a:pt x="115" y="257"/>
                    <a:pt x="130" y="257"/>
                  </a:cubicBezTo>
                  <a:cubicBezTo>
                    <a:pt x="170" y="257"/>
                    <a:pt x="211" y="225"/>
                    <a:pt x="224" y="174"/>
                  </a:cubicBezTo>
                  <a:cubicBezTo>
                    <a:pt x="257" y="108"/>
                    <a:pt x="224" y="38"/>
                    <a:pt x="174" y="5"/>
                  </a:cubicBezTo>
                  <a:cubicBezTo>
                    <a:pt x="162" y="2"/>
                    <a:pt x="151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7" name="Google Shape;21337;p60"/>
            <p:cNvSpPr/>
            <p:nvPr/>
          </p:nvSpPr>
          <p:spPr>
            <a:xfrm>
              <a:off x="4048000" y="24232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4" y="0"/>
                  </a:moveTo>
                  <a:cubicBezTo>
                    <a:pt x="50" y="17"/>
                    <a:pt x="1" y="87"/>
                    <a:pt x="17" y="157"/>
                  </a:cubicBezTo>
                  <a:cubicBezTo>
                    <a:pt x="17" y="215"/>
                    <a:pt x="71" y="263"/>
                    <a:pt x="117" y="263"/>
                  </a:cubicBezTo>
                  <a:cubicBezTo>
                    <a:pt x="124" y="263"/>
                    <a:pt x="131" y="262"/>
                    <a:pt x="137" y="260"/>
                  </a:cubicBezTo>
                  <a:cubicBezTo>
                    <a:pt x="174" y="260"/>
                    <a:pt x="190" y="240"/>
                    <a:pt x="207" y="207"/>
                  </a:cubicBezTo>
                  <a:cubicBezTo>
                    <a:pt x="223" y="174"/>
                    <a:pt x="240" y="137"/>
                    <a:pt x="240" y="104"/>
                  </a:cubicBezTo>
                  <a:cubicBezTo>
                    <a:pt x="223" y="71"/>
                    <a:pt x="207" y="54"/>
                    <a:pt x="190" y="17"/>
                  </a:cubicBezTo>
                  <a:cubicBezTo>
                    <a:pt x="190" y="17"/>
                    <a:pt x="174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8" name="Google Shape;21338;p60"/>
            <p:cNvSpPr/>
            <p:nvPr/>
          </p:nvSpPr>
          <p:spPr>
            <a:xfrm>
              <a:off x="4094800" y="2318925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103" y="0"/>
                  </a:moveTo>
                  <a:cubicBezTo>
                    <a:pt x="33" y="17"/>
                    <a:pt x="0" y="83"/>
                    <a:pt x="0" y="153"/>
                  </a:cubicBezTo>
                  <a:cubicBezTo>
                    <a:pt x="0" y="186"/>
                    <a:pt x="17" y="206"/>
                    <a:pt x="54" y="239"/>
                  </a:cubicBezTo>
                  <a:cubicBezTo>
                    <a:pt x="71" y="256"/>
                    <a:pt x="103" y="256"/>
                    <a:pt x="136" y="256"/>
                  </a:cubicBezTo>
                  <a:cubicBezTo>
                    <a:pt x="190" y="239"/>
                    <a:pt x="223" y="169"/>
                    <a:pt x="223" y="103"/>
                  </a:cubicBezTo>
                  <a:cubicBezTo>
                    <a:pt x="223" y="66"/>
                    <a:pt x="207" y="50"/>
                    <a:pt x="174" y="17"/>
                  </a:cubicBezTo>
                  <a:cubicBezTo>
                    <a:pt x="174" y="17"/>
                    <a:pt x="157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9" name="Google Shape;21339;p60"/>
            <p:cNvSpPr/>
            <p:nvPr/>
          </p:nvSpPr>
          <p:spPr>
            <a:xfrm>
              <a:off x="4069450" y="2401375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87" y="0"/>
                  </a:moveTo>
                  <a:cubicBezTo>
                    <a:pt x="37" y="17"/>
                    <a:pt x="0" y="83"/>
                    <a:pt x="0" y="153"/>
                  </a:cubicBezTo>
                  <a:cubicBezTo>
                    <a:pt x="0" y="186"/>
                    <a:pt x="17" y="223"/>
                    <a:pt x="54" y="240"/>
                  </a:cubicBezTo>
                  <a:cubicBezTo>
                    <a:pt x="70" y="256"/>
                    <a:pt x="103" y="256"/>
                    <a:pt x="120" y="256"/>
                  </a:cubicBezTo>
                  <a:cubicBezTo>
                    <a:pt x="190" y="256"/>
                    <a:pt x="223" y="186"/>
                    <a:pt x="223" y="120"/>
                  </a:cubicBezTo>
                  <a:cubicBezTo>
                    <a:pt x="223" y="83"/>
                    <a:pt x="206" y="50"/>
                    <a:pt x="173" y="33"/>
                  </a:cubicBezTo>
                  <a:cubicBezTo>
                    <a:pt x="173" y="17"/>
                    <a:pt x="157" y="17"/>
                    <a:pt x="157" y="17"/>
                  </a:cubicBezTo>
                  <a:cubicBezTo>
                    <a:pt x="140" y="0"/>
                    <a:pt x="120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0" name="Google Shape;21340;p60"/>
            <p:cNvSpPr/>
            <p:nvPr/>
          </p:nvSpPr>
          <p:spPr>
            <a:xfrm>
              <a:off x="4095625" y="2366950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03" y="0"/>
                  </a:moveTo>
                  <a:cubicBezTo>
                    <a:pt x="70" y="17"/>
                    <a:pt x="54" y="37"/>
                    <a:pt x="38" y="54"/>
                  </a:cubicBezTo>
                  <a:cubicBezTo>
                    <a:pt x="21" y="87"/>
                    <a:pt x="0" y="120"/>
                    <a:pt x="21" y="157"/>
                  </a:cubicBezTo>
                  <a:cubicBezTo>
                    <a:pt x="21" y="190"/>
                    <a:pt x="38" y="223"/>
                    <a:pt x="54" y="244"/>
                  </a:cubicBezTo>
                  <a:cubicBezTo>
                    <a:pt x="77" y="255"/>
                    <a:pt x="92" y="267"/>
                    <a:pt x="112" y="267"/>
                  </a:cubicBezTo>
                  <a:cubicBezTo>
                    <a:pt x="121" y="267"/>
                    <a:pt x="130" y="265"/>
                    <a:pt x="141" y="260"/>
                  </a:cubicBezTo>
                  <a:cubicBezTo>
                    <a:pt x="207" y="260"/>
                    <a:pt x="244" y="190"/>
                    <a:pt x="227" y="120"/>
                  </a:cubicBezTo>
                  <a:cubicBezTo>
                    <a:pt x="227" y="87"/>
                    <a:pt x="207" y="54"/>
                    <a:pt x="190" y="37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0"/>
                    <a:pt x="12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1" name="Google Shape;21341;p60"/>
            <p:cNvSpPr/>
            <p:nvPr/>
          </p:nvSpPr>
          <p:spPr>
            <a:xfrm>
              <a:off x="4096550" y="227160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4" y="1"/>
                  </a:moveTo>
                  <a:cubicBezTo>
                    <a:pt x="66" y="1"/>
                    <a:pt x="50" y="17"/>
                    <a:pt x="33" y="38"/>
                  </a:cubicBezTo>
                  <a:cubicBezTo>
                    <a:pt x="17" y="71"/>
                    <a:pt x="1" y="104"/>
                    <a:pt x="1" y="141"/>
                  </a:cubicBezTo>
                  <a:cubicBezTo>
                    <a:pt x="1" y="174"/>
                    <a:pt x="17" y="207"/>
                    <a:pt x="50" y="223"/>
                  </a:cubicBezTo>
                  <a:cubicBezTo>
                    <a:pt x="66" y="260"/>
                    <a:pt x="104" y="260"/>
                    <a:pt x="120" y="260"/>
                  </a:cubicBezTo>
                  <a:cubicBezTo>
                    <a:pt x="190" y="244"/>
                    <a:pt x="223" y="190"/>
                    <a:pt x="223" y="120"/>
                  </a:cubicBezTo>
                  <a:lnTo>
                    <a:pt x="223" y="104"/>
                  </a:lnTo>
                  <a:cubicBezTo>
                    <a:pt x="207" y="54"/>
                    <a:pt x="19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2" name="Google Shape;21342;p60"/>
            <p:cNvSpPr/>
            <p:nvPr/>
          </p:nvSpPr>
          <p:spPr>
            <a:xfrm>
              <a:off x="4079325" y="2339525"/>
              <a:ext cx="6025" cy="6425"/>
            </a:xfrm>
            <a:custGeom>
              <a:avLst/>
              <a:gdLst/>
              <a:ahLst/>
              <a:cxnLst/>
              <a:rect l="l" t="t" r="r" b="b"/>
              <a:pathLst>
                <a:path w="241" h="257" extrusionOk="0">
                  <a:moveTo>
                    <a:pt x="104" y="1"/>
                  </a:moveTo>
                  <a:cubicBezTo>
                    <a:pt x="34" y="1"/>
                    <a:pt x="1" y="67"/>
                    <a:pt x="17" y="137"/>
                  </a:cubicBezTo>
                  <a:cubicBezTo>
                    <a:pt x="17" y="170"/>
                    <a:pt x="34" y="207"/>
                    <a:pt x="55" y="223"/>
                  </a:cubicBezTo>
                  <a:cubicBezTo>
                    <a:pt x="88" y="256"/>
                    <a:pt x="104" y="256"/>
                    <a:pt x="137" y="256"/>
                  </a:cubicBezTo>
                  <a:cubicBezTo>
                    <a:pt x="174" y="240"/>
                    <a:pt x="191" y="223"/>
                    <a:pt x="207" y="207"/>
                  </a:cubicBezTo>
                  <a:cubicBezTo>
                    <a:pt x="224" y="170"/>
                    <a:pt x="240" y="137"/>
                    <a:pt x="224" y="104"/>
                  </a:cubicBezTo>
                  <a:cubicBezTo>
                    <a:pt x="224" y="67"/>
                    <a:pt x="207" y="34"/>
                    <a:pt x="191" y="17"/>
                  </a:cubicBezTo>
                  <a:cubicBezTo>
                    <a:pt x="174" y="17"/>
                    <a:pt x="174" y="1"/>
                    <a:pt x="1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3" name="Google Shape;21343;p60"/>
            <p:cNvSpPr/>
            <p:nvPr/>
          </p:nvSpPr>
          <p:spPr>
            <a:xfrm>
              <a:off x="3860300" y="2239450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87" y="0"/>
                  </a:moveTo>
                  <a:cubicBezTo>
                    <a:pt x="34" y="17"/>
                    <a:pt x="1" y="66"/>
                    <a:pt x="1" y="153"/>
                  </a:cubicBezTo>
                  <a:cubicBezTo>
                    <a:pt x="1" y="190"/>
                    <a:pt x="17" y="206"/>
                    <a:pt x="54" y="223"/>
                  </a:cubicBezTo>
                  <a:cubicBezTo>
                    <a:pt x="71" y="256"/>
                    <a:pt x="104" y="256"/>
                    <a:pt x="120" y="256"/>
                  </a:cubicBezTo>
                  <a:cubicBezTo>
                    <a:pt x="157" y="256"/>
                    <a:pt x="190" y="223"/>
                    <a:pt x="207" y="206"/>
                  </a:cubicBezTo>
                  <a:cubicBezTo>
                    <a:pt x="223" y="169"/>
                    <a:pt x="223" y="136"/>
                    <a:pt x="223" y="103"/>
                  </a:cubicBezTo>
                  <a:cubicBezTo>
                    <a:pt x="223" y="66"/>
                    <a:pt x="207" y="33"/>
                    <a:pt x="174" y="17"/>
                  </a:cubicBezTo>
                  <a:cubicBezTo>
                    <a:pt x="174" y="17"/>
                    <a:pt x="157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4" name="Google Shape;21344;p60"/>
            <p:cNvSpPr/>
            <p:nvPr/>
          </p:nvSpPr>
          <p:spPr>
            <a:xfrm>
              <a:off x="3856900" y="2315300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37" y="1"/>
                  </a:moveTo>
                  <a:cubicBezTo>
                    <a:pt x="86" y="1"/>
                    <a:pt x="45" y="33"/>
                    <a:pt x="17" y="91"/>
                  </a:cubicBezTo>
                  <a:cubicBezTo>
                    <a:pt x="1" y="145"/>
                    <a:pt x="34" y="228"/>
                    <a:pt x="87" y="248"/>
                  </a:cubicBezTo>
                  <a:cubicBezTo>
                    <a:pt x="100" y="257"/>
                    <a:pt x="115" y="261"/>
                    <a:pt x="130" y="261"/>
                  </a:cubicBezTo>
                  <a:cubicBezTo>
                    <a:pt x="170" y="261"/>
                    <a:pt x="211" y="230"/>
                    <a:pt x="223" y="178"/>
                  </a:cubicBezTo>
                  <a:cubicBezTo>
                    <a:pt x="256" y="108"/>
                    <a:pt x="223" y="42"/>
                    <a:pt x="170" y="5"/>
                  </a:cubicBezTo>
                  <a:cubicBezTo>
                    <a:pt x="159" y="2"/>
                    <a:pt x="148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5" name="Google Shape;21345;p60"/>
            <p:cNvSpPr/>
            <p:nvPr/>
          </p:nvSpPr>
          <p:spPr>
            <a:xfrm>
              <a:off x="3856500" y="2284500"/>
              <a:ext cx="6000" cy="6925"/>
            </a:xfrm>
            <a:custGeom>
              <a:avLst/>
              <a:gdLst/>
              <a:ahLst/>
              <a:cxnLst/>
              <a:rect l="l" t="t" r="r" b="b"/>
              <a:pathLst>
                <a:path w="240" h="277" extrusionOk="0">
                  <a:moveTo>
                    <a:pt x="136" y="0"/>
                  </a:moveTo>
                  <a:cubicBezTo>
                    <a:pt x="103" y="0"/>
                    <a:pt x="66" y="17"/>
                    <a:pt x="50" y="37"/>
                  </a:cubicBezTo>
                  <a:cubicBezTo>
                    <a:pt x="0" y="87"/>
                    <a:pt x="0" y="157"/>
                    <a:pt x="33" y="223"/>
                  </a:cubicBezTo>
                  <a:cubicBezTo>
                    <a:pt x="50" y="243"/>
                    <a:pt x="66" y="260"/>
                    <a:pt x="103" y="276"/>
                  </a:cubicBezTo>
                  <a:cubicBezTo>
                    <a:pt x="136" y="276"/>
                    <a:pt x="169" y="260"/>
                    <a:pt x="186" y="243"/>
                  </a:cubicBezTo>
                  <a:cubicBezTo>
                    <a:pt x="239" y="190"/>
                    <a:pt x="239" y="103"/>
                    <a:pt x="206" y="54"/>
                  </a:cubicBezTo>
                  <a:cubicBezTo>
                    <a:pt x="186" y="37"/>
                    <a:pt x="169" y="17"/>
                    <a:pt x="153" y="17"/>
                  </a:cubicBezTo>
                  <a:cubicBezTo>
                    <a:pt x="153" y="17"/>
                    <a:pt x="136" y="17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6" name="Google Shape;21346;p60"/>
            <p:cNvSpPr/>
            <p:nvPr/>
          </p:nvSpPr>
          <p:spPr>
            <a:xfrm>
              <a:off x="3861650" y="22690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1"/>
                    <a:pt x="0" y="71"/>
                    <a:pt x="0" y="141"/>
                  </a:cubicBezTo>
                  <a:cubicBezTo>
                    <a:pt x="17" y="174"/>
                    <a:pt x="33" y="207"/>
                    <a:pt x="50" y="223"/>
                  </a:cubicBezTo>
                  <a:cubicBezTo>
                    <a:pt x="66" y="260"/>
                    <a:pt x="103" y="260"/>
                    <a:pt x="136" y="260"/>
                  </a:cubicBezTo>
                  <a:cubicBezTo>
                    <a:pt x="186" y="244"/>
                    <a:pt x="240" y="174"/>
                    <a:pt x="223" y="104"/>
                  </a:cubicBezTo>
                  <a:cubicBezTo>
                    <a:pt x="223" y="71"/>
                    <a:pt x="207" y="38"/>
                    <a:pt x="186" y="17"/>
                  </a:cubicBezTo>
                  <a:cubicBezTo>
                    <a:pt x="169" y="17"/>
                    <a:pt x="16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7" name="Google Shape;21347;p60"/>
            <p:cNvSpPr/>
            <p:nvPr/>
          </p:nvSpPr>
          <p:spPr>
            <a:xfrm>
              <a:off x="3850425" y="239540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30" y="0"/>
                  </a:moveTo>
                  <a:cubicBezTo>
                    <a:pt x="121" y="0"/>
                    <a:pt x="111" y="4"/>
                    <a:pt x="103" y="13"/>
                  </a:cubicBezTo>
                  <a:cubicBezTo>
                    <a:pt x="70" y="13"/>
                    <a:pt x="54" y="33"/>
                    <a:pt x="37" y="66"/>
                  </a:cubicBezTo>
                  <a:cubicBezTo>
                    <a:pt x="0" y="83"/>
                    <a:pt x="0" y="116"/>
                    <a:pt x="0" y="153"/>
                  </a:cubicBezTo>
                  <a:cubicBezTo>
                    <a:pt x="17" y="186"/>
                    <a:pt x="37" y="219"/>
                    <a:pt x="54" y="239"/>
                  </a:cubicBezTo>
                  <a:cubicBezTo>
                    <a:pt x="65" y="251"/>
                    <a:pt x="85" y="263"/>
                    <a:pt x="109" y="263"/>
                  </a:cubicBezTo>
                  <a:cubicBezTo>
                    <a:pt x="119" y="263"/>
                    <a:pt x="129" y="261"/>
                    <a:pt x="140" y="256"/>
                  </a:cubicBezTo>
                  <a:cubicBezTo>
                    <a:pt x="190" y="256"/>
                    <a:pt x="243" y="186"/>
                    <a:pt x="223" y="116"/>
                  </a:cubicBezTo>
                  <a:cubicBezTo>
                    <a:pt x="223" y="83"/>
                    <a:pt x="206" y="50"/>
                    <a:pt x="190" y="33"/>
                  </a:cubicBezTo>
                  <a:cubicBezTo>
                    <a:pt x="173" y="13"/>
                    <a:pt x="173" y="13"/>
                    <a:pt x="157" y="13"/>
                  </a:cubicBezTo>
                  <a:cubicBezTo>
                    <a:pt x="148" y="4"/>
                    <a:pt x="139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8" name="Google Shape;21348;p60"/>
            <p:cNvSpPr/>
            <p:nvPr/>
          </p:nvSpPr>
          <p:spPr>
            <a:xfrm>
              <a:off x="3853000" y="2351075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40" y="0"/>
                  </a:moveTo>
                  <a:cubicBezTo>
                    <a:pt x="103" y="0"/>
                    <a:pt x="70" y="17"/>
                    <a:pt x="54" y="33"/>
                  </a:cubicBezTo>
                  <a:cubicBezTo>
                    <a:pt x="37" y="54"/>
                    <a:pt x="17" y="87"/>
                    <a:pt x="17" y="120"/>
                  </a:cubicBezTo>
                  <a:cubicBezTo>
                    <a:pt x="0" y="157"/>
                    <a:pt x="17" y="190"/>
                    <a:pt x="37" y="207"/>
                  </a:cubicBezTo>
                  <a:cubicBezTo>
                    <a:pt x="56" y="247"/>
                    <a:pt x="88" y="264"/>
                    <a:pt x="121" y="264"/>
                  </a:cubicBezTo>
                  <a:cubicBezTo>
                    <a:pt x="144" y="264"/>
                    <a:pt x="169" y="255"/>
                    <a:pt x="190" y="240"/>
                  </a:cubicBezTo>
                  <a:cubicBezTo>
                    <a:pt x="243" y="190"/>
                    <a:pt x="243" y="103"/>
                    <a:pt x="206" y="54"/>
                  </a:cubicBezTo>
                  <a:cubicBezTo>
                    <a:pt x="190" y="33"/>
                    <a:pt x="173" y="17"/>
                    <a:pt x="157" y="17"/>
                  </a:cubicBezTo>
                  <a:cubicBezTo>
                    <a:pt x="157" y="0"/>
                    <a:pt x="140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9" name="Google Shape;21349;p60"/>
            <p:cNvSpPr/>
            <p:nvPr/>
          </p:nvSpPr>
          <p:spPr>
            <a:xfrm>
              <a:off x="3855575" y="233127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03" y="1"/>
                  </a:moveTo>
                  <a:cubicBezTo>
                    <a:pt x="37" y="21"/>
                    <a:pt x="0" y="87"/>
                    <a:pt x="0" y="157"/>
                  </a:cubicBezTo>
                  <a:cubicBezTo>
                    <a:pt x="0" y="190"/>
                    <a:pt x="17" y="207"/>
                    <a:pt x="54" y="244"/>
                  </a:cubicBezTo>
                  <a:cubicBezTo>
                    <a:pt x="70" y="261"/>
                    <a:pt x="103" y="261"/>
                    <a:pt x="140" y="261"/>
                  </a:cubicBezTo>
                  <a:cubicBezTo>
                    <a:pt x="190" y="244"/>
                    <a:pt x="223" y="174"/>
                    <a:pt x="223" y="104"/>
                  </a:cubicBezTo>
                  <a:cubicBezTo>
                    <a:pt x="223" y="71"/>
                    <a:pt x="206" y="54"/>
                    <a:pt x="173" y="21"/>
                  </a:cubicBezTo>
                  <a:cubicBezTo>
                    <a:pt x="173" y="21"/>
                    <a:pt x="157" y="2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0" name="Google Shape;21350;p60"/>
            <p:cNvSpPr/>
            <p:nvPr/>
          </p:nvSpPr>
          <p:spPr>
            <a:xfrm>
              <a:off x="3865875" y="2344675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87" y="1"/>
                  </a:moveTo>
                  <a:cubicBezTo>
                    <a:pt x="71" y="17"/>
                    <a:pt x="38" y="34"/>
                    <a:pt x="17" y="50"/>
                  </a:cubicBezTo>
                  <a:cubicBezTo>
                    <a:pt x="0" y="83"/>
                    <a:pt x="0" y="120"/>
                    <a:pt x="0" y="153"/>
                  </a:cubicBezTo>
                  <a:cubicBezTo>
                    <a:pt x="0" y="186"/>
                    <a:pt x="17" y="223"/>
                    <a:pt x="54" y="240"/>
                  </a:cubicBezTo>
                  <a:cubicBezTo>
                    <a:pt x="66" y="252"/>
                    <a:pt x="86" y="263"/>
                    <a:pt x="102" y="263"/>
                  </a:cubicBezTo>
                  <a:cubicBezTo>
                    <a:pt x="109" y="263"/>
                    <a:pt x="115" y="261"/>
                    <a:pt x="120" y="256"/>
                  </a:cubicBezTo>
                  <a:cubicBezTo>
                    <a:pt x="190" y="256"/>
                    <a:pt x="223" y="186"/>
                    <a:pt x="223" y="120"/>
                  </a:cubicBezTo>
                  <a:cubicBezTo>
                    <a:pt x="223" y="83"/>
                    <a:pt x="207" y="50"/>
                    <a:pt x="174" y="34"/>
                  </a:cubicBezTo>
                  <a:cubicBezTo>
                    <a:pt x="174" y="17"/>
                    <a:pt x="157" y="17"/>
                    <a:pt x="157" y="17"/>
                  </a:cubicBezTo>
                  <a:cubicBezTo>
                    <a:pt x="141" y="1"/>
                    <a:pt x="120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1" name="Google Shape;21351;p60"/>
            <p:cNvSpPr/>
            <p:nvPr/>
          </p:nvSpPr>
          <p:spPr>
            <a:xfrm>
              <a:off x="3885250" y="2403425"/>
              <a:ext cx="3025" cy="2600"/>
            </a:xfrm>
            <a:custGeom>
              <a:avLst/>
              <a:gdLst/>
              <a:ahLst/>
              <a:cxnLst/>
              <a:rect l="l" t="t" r="r" b="b"/>
              <a:pathLst>
                <a:path w="121" h="104" extrusionOk="0">
                  <a:moveTo>
                    <a:pt x="87" y="1"/>
                  </a:moveTo>
                  <a:cubicBezTo>
                    <a:pt x="50" y="1"/>
                    <a:pt x="34" y="21"/>
                    <a:pt x="17" y="38"/>
                  </a:cubicBezTo>
                  <a:cubicBezTo>
                    <a:pt x="1" y="54"/>
                    <a:pt x="1" y="71"/>
                    <a:pt x="1" y="104"/>
                  </a:cubicBezTo>
                  <a:cubicBezTo>
                    <a:pt x="34" y="71"/>
                    <a:pt x="87" y="38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2" name="Google Shape;21352;p60"/>
            <p:cNvSpPr/>
            <p:nvPr/>
          </p:nvSpPr>
          <p:spPr>
            <a:xfrm>
              <a:off x="3854325" y="237860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37" y="0"/>
                  </a:moveTo>
                  <a:cubicBezTo>
                    <a:pt x="120" y="0"/>
                    <a:pt x="87" y="17"/>
                    <a:pt x="67" y="33"/>
                  </a:cubicBezTo>
                  <a:cubicBezTo>
                    <a:pt x="17" y="66"/>
                    <a:pt x="1" y="153"/>
                    <a:pt x="50" y="223"/>
                  </a:cubicBezTo>
                  <a:cubicBezTo>
                    <a:pt x="67" y="239"/>
                    <a:pt x="87" y="256"/>
                    <a:pt x="120" y="256"/>
                  </a:cubicBezTo>
                  <a:cubicBezTo>
                    <a:pt x="130" y="261"/>
                    <a:pt x="138" y="263"/>
                    <a:pt x="146" y="263"/>
                  </a:cubicBezTo>
                  <a:cubicBezTo>
                    <a:pt x="165" y="263"/>
                    <a:pt x="181" y="251"/>
                    <a:pt x="207" y="239"/>
                  </a:cubicBezTo>
                  <a:cubicBezTo>
                    <a:pt x="223" y="206"/>
                    <a:pt x="240" y="190"/>
                    <a:pt x="240" y="153"/>
                  </a:cubicBezTo>
                  <a:cubicBezTo>
                    <a:pt x="240" y="120"/>
                    <a:pt x="240" y="87"/>
                    <a:pt x="223" y="50"/>
                  </a:cubicBezTo>
                  <a:cubicBezTo>
                    <a:pt x="207" y="33"/>
                    <a:pt x="190" y="17"/>
                    <a:pt x="170" y="17"/>
                  </a:cubicBezTo>
                  <a:cubicBezTo>
                    <a:pt x="153" y="0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3" name="Google Shape;21353;p60"/>
            <p:cNvSpPr/>
            <p:nvPr/>
          </p:nvSpPr>
          <p:spPr>
            <a:xfrm>
              <a:off x="3871950" y="2406000"/>
              <a:ext cx="6000" cy="6950"/>
            </a:xfrm>
            <a:custGeom>
              <a:avLst/>
              <a:gdLst/>
              <a:ahLst/>
              <a:cxnLst/>
              <a:rect l="l" t="t" r="r" b="b"/>
              <a:pathLst>
                <a:path w="240" h="278" extrusionOk="0">
                  <a:moveTo>
                    <a:pt x="137" y="1"/>
                  </a:moveTo>
                  <a:cubicBezTo>
                    <a:pt x="104" y="1"/>
                    <a:pt x="83" y="22"/>
                    <a:pt x="50" y="38"/>
                  </a:cubicBezTo>
                  <a:cubicBezTo>
                    <a:pt x="17" y="88"/>
                    <a:pt x="1" y="174"/>
                    <a:pt x="34" y="228"/>
                  </a:cubicBezTo>
                  <a:cubicBezTo>
                    <a:pt x="67" y="244"/>
                    <a:pt x="83" y="261"/>
                    <a:pt x="120" y="277"/>
                  </a:cubicBezTo>
                  <a:cubicBezTo>
                    <a:pt x="153" y="277"/>
                    <a:pt x="170" y="261"/>
                    <a:pt x="207" y="244"/>
                  </a:cubicBezTo>
                  <a:cubicBezTo>
                    <a:pt x="223" y="228"/>
                    <a:pt x="240" y="191"/>
                    <a:pt x="240" y="158"/>
                  </a:cubicBezTo>
                  <a:cubicBezTo>
                    <a:pt x="240" y="125"/>
                    <a:pt x="240" y="88"/>
                    <a:pt x="223" y="55"/>
                  </a:cubicBezTo>
                  <a:cubicBezTo>
                    <a:pt x="207" y="38"/>
                    <a:pt x="186" y="22"/>
                    <a:pt x="170" y="22"/>
                  </a:cubicBezTo>
                  <a:cubicBezTo>
                    <a:pt x="153" y="22"/>
                    <a:pt x="153" y="22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4" name="Google Shape;21354;p60"/>
            <p:cNvSpPr/>
            <p:nvPr/>
          </p:nvSpPr>
          <p:spPr>
            <a:xfrm>
              <a:off x="3870200" y="2327475"/>
              <a:ext cx="6000" cy="6825"/>
            </a:xfrm>
            <a:custGeom>
              <a:avLst/>
              <a:gdLst/>
              <a:ahLst/>
              <a:cxnLst/>
              <a:rect l="l" t="t" r="r" b="b"/>
              <a:pathLst>
                <a:path w="240" h="273" extrusionOk="0">
                  <a:moveTo>
                    <a:pt x="137" y="0"/>
                  </a:moveTo>
                  <a:cubicBezTo>
                    <a:pt x="104" y="0"/>
                    <a:pt x="71" y="17"/>
                    <a:pt x="50" y="33"/>
                  </a:cubicBezTo>
                  <a:cubicBezTo>
                    <a:pt x="1" y="87"/>
                    <a:pt x="1" y="153"/>
                    <a:pt x="34" y="223"/>
                  </a:cubicBezTo>
                  <a:cubicBezTo>
                    <a:pt x="55" y="254"/>
                    <a:pt x="86" y="272"/>
                    <a:pt x="118" y="272"/>
                  </a:cubicBezTo>
                  <a:cubicBezTo>
                    <a:pt x="142" y="272"/>
                    <a:pt x="167" y="262"/>
                    <a:pt x="190" y="239"/>
                  </a:cubicBezTo>
                  <a:cubicBezTo>
                    <a:pt x="240" y="190"/>
                    <a:pt x="240" y="103"/>
                    <a:pt x="207" y="50"/>
                  </a:cubicBezTo>
                  <a:cubicBezTo>
                    <a:pt x="190" y="33"/>
                    <a:pt x="174" y="17"/>
                    <a:pt x="153" y="17"/>
                  </a:cubicBezTo>
                  <a:cubicBezTo>
                    <a:pt x="153" y="17"/>
                    <a:pt x="137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5" name="Google Shape;21355;p60"/>
            <p:cNvSpPr/>
            <p:nvPr/>
          </p:nvSpPr>
          <p:spPr>
            <a:xfrm>
              <a:off x="3861650" y="2363550"/>
              <a:ext cx="5600" cy="6625"/>
            </a:xfrm>
            <a:custGeom>
              <a:avLst/>
              <a:gdLst/>
              <a:ahLst/>
              <a:cxnLst/>
              <a:rect l="l" t="t" r="r" b="b"/>
              <a:pathLst>
                <a:path w="224" h="265" extrusionOk="0">
                  <a:moveTo>
                    <a:pt x="83" y="0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0" y="190"/>
                    <a:pt x="17" y="223"/>
                    <a:pt x="50" y="239"/>
                  </a:cubicBezTo>
                  <a:cubicBezTo>
                    <a:pt x="61" y="251"/>
                    <a:pt x="83" y="265"/>
                    <a:pt x="101" y="265"/>
                  </a:cubicBezTo>
                  <a:cubicBezTo>
                    <a:pt x="108" y="265"/>
                    <a:pt x="115" y="262"/>
                    <a:pt x="120" y="256"/>
                  </a:cubicBezTo>
                  <a:cubicBezTo>
                    <a:pt x="153" y="256"/>
                    <a:pt x="186" y="239"/>
                    <a:pt x="207" y="206"/>
                  </a:cubicBezTo>
                  <a:cubicBezTo>
                    <a:pt x="223" y="190"/>
                    <a:pt x="223" y="153"/>
                    <a:pt x="223" y="120"/>
                  </a:cubicBezTo>
                  <a:cubicBezTo>
                    <a:pt x="223" y="87"/>
                    <a:pt x="207" y="50"/>
                    <a:pt x="169" y="33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20" y="0"/>
                    <a:pt x="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6" name="Google Shape;21356;p60"/>
            <p:cNvSpPr/>
            <p:nvPr/>
          </p:nvSpPr>
          <p:spPr>
            <a:xfrm>
              <a:off x="3857325" y="24085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40" y="0"/>
                  </a:moveTo>
                  <a:cubicBezTo>
                    <a:pt x="82" y="0"/>
                    <a:pt x="31" y="35"/>
                    <a:pt x="17" y="91"/>
                  </a:cubicBezTo>
                  <a:cubicBezTo>
                    <a:pt x="0" y="144"/>
                    <a:pt x="33" y="231"/>
                    <a:pt x="87" y="247"/>
                  </a:cubicBezTo>
                  <a:cubicBezTo>
                    <a:pt x="103" y="264"/>
                    <a:pt x="120" y="264"/>
                    <a:pt x="136" y="264"/>
                  </a:cubicBezTo>
                  <a:cubicBezTo>
                    <a:pt x="173" y="264"/>
                    <a:pt x="206" y="231"/>
                    <a:pt x="223" y="177"/>
                  </a:cubicBezTo>
                  <a:cubicBezTo>
                    <a:pt x="239" y="128"/>
                    <a:pt x="239" y="74"/>
                    <a:pt x="206" y="41"/>
                  </a:cubicBezTo>
                  <a:lnTo>
                    <a:pt x="173" y="4"/>
                  </a:lnTo>
                  <a:cubicBezTo>
                    <a:pt x="162" y="1"/>
                    <a:pt x="151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7" name="Google Shape;21357;p60"/>
            <p:cNvSpPr/>
            <p:nvPr/>
          </p:nvSpPr>
          <p:spPr>
            <a:xfrm>
              <a:off x="4063875" y="2370875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87" y="0"/>
                  </a:moveTo>
                  <a:cubicBezTo>
                    <a:pt x="71" y="0"/>
                    <a:pt x="54" y="17"/>
                    <a:pt x="34" y="33"/>
                  </a:cubicBezTo>
                  <a:cubicBezTo>
                    <a:pt x="1" y="66"/>
                    <a:pt x="1" y="103"/>
                    <a:pt x="1" y="153"/>
                  </a:cubicBezTo>
                  <a:cubicBezTo>
                    <a:pt x="1" y="190"/>
                    <a:pt x="17" y="206"/>
                    <a:pt x="34" y="239"/>
                  </a:cubicBezTo>
                  <a:cubicBezTo>
                    <a:pt x="71" y="256"/>
                    <a:pt x="104" y="256"/>
                    <a:pt x="120" y="256"/>
                  </a:cubicBezTo>
                  <a:cubicBezTo>
                    <a:pt x="190" y="239"/>
                    <a:pt x="223" y="190"/>
                    <a:pt x="223" y="120"/>
                  </a:cubicBezTo>
                  <a:lnTo>
                    <a:pt x="223" y="103"/>
                  </a:lnTo>
                  <a:cubicBezTo>
                    <a:pt x="207" y="49"/>
                    <a:pt x="190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8" name="Google Shape;21358;p60"/>
            <p:cNvSpPr/>
            <p:nvPr/>
          </p:nvSpPr>
          <p:spPr>
            <a:xfrm>
              <a:off x="4061300" y="2434350"/>
              <a:ext cx="6525" cy="6525"/>
            </a:xfrm>
            <a:custGeom>
              <a:avLst/>
              <a:gdLst/>
              <a:ahLst/>
              <a:cxnLst/>
              <a:rect l="l" t="t" r="r" b="b"/>
              <a:pathLst>
                <a:path w="261" h="261" extrusionOk="0">
                  <a:moveTo>
                    <a:pt x="137" y="1"/>
                  </a:moveTo>
                  <a:cubicBezTo>
                    <a:pt x="120" y="1"/>
                    <a:pt x="87" y="1"/>
                    <a:pt x="71" y="21"/>
                  </a:cubicBezTo>
                  <a:cubicBezTo>
                    <a:pt x="17" y="71"/>
                    <a:pt x="0" y="157"/>
                    <a:pt x="54" y="207"/>
                  </a:cubicBezTo>
                  <a:cubicBezTo>
                    <a:pt x="71" y="244"/>
                    <a:pt x="87" y="260"/>
                    <a:pt x="120" y="260"/>
                  </a:cubicBezTo>
                  <a:cubicBezTo>
                    <a:pt x="157" y="260"/>
                    <a:pt x="174" y="244"/>
                    <a:pt x="207" y="227"/>
                  </a:cubicBezTo>
                  <a:cubicBezTo>
                    <a:pt x="240" y="190"/>
                    <a:pt x="260" y="104"/>
                    <a:pt x="223" y="54"/>
                  </a:cubicBezTo>
                  <a:cubicBezTo>
                    <a:pt x="207" y="21"/>
                    <a:pt x="190" y="2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9" name="Google Shape;21359;p60"/>
            <p:cNvSpPr/>
            <p:nvPr/>
          </p:nvSpPr>
          <p:spPr>
            <a:xfrm>
              <a:off x="4061700" y="2387450"/>
              <a:ext cx="6125" cy="6725"/>
            </a:xfrm>
            <a:custGeom>
              <a:avLst/>
              <a:gdLst/>
              <a:ahLst/>
              <a:cxnLst/>
              <a:rect l="l" t="t" r="r" b="b"/>
              <a:pathLst>
                <a:path w="245" h="269" extrusionOk="0">
                  <a:moveTo>
                    <a:pt x="129" y="1"/>
                  </a:moveTo>
                  <a:cubicBezTo>
                    <a:pt x="83" y="1"/>
                    <a:pt x="35" y="33"/>
                    <a:pt x="17" y="92"/>
                  </a:cubicBezTo>
                  <a:cubicBezTo>
                    <a:pt x="1" y="162"/>
                    <a:pt x="17" y="228"/>
                    <a:pt x="88" y="265"/>
                  </a:cubicBezTo>
                  <a:cubicBezTo>
                    <a:pt x="97" y="267"/>
                    <a:pt x="106" y="269"/>
                    <a:pt x="116" y="269"/>
                  </a:cubicBezTo>
                  <a:cubicBezTo>
                    <a:pt x="162" y="269"/>
                    <a:pt x="210" y="236"/>
                    <a:pt x="224" y="178"/>
                  </a:cubicBezTo>
                  <a:cubicBezTo>
                    <a:pt x="244" y="108"/>
                    <a:pt x="224" y="42"/>
                    <a:pt x="158" y="5"/>
                  </a:cubicBezTo>
                  <a:cubicBezTo>
                    <a:pt x="149" y="2"/>
                    <a:pt x="139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0" name="Google Shape;21360;p60"/>
            <p:cNvSpPr/>
            <p:nvPr/>
          </p:nvSpPr>
          <p:spPr>
            <a:xfrm>
              <a:off x="4061700" y="2418075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04" y="0"/>
                  </a:moveTo>
                  <a:cubicBezTo>
                    <a:pt x="55" y="17"/>
                    <a:pt x="1" y="87"/>
                    <a:pt x="17" y="157"/>
                  </a:cubicBezTo>
                  <a:cubicBezTo>
                    <a:pt x="17" y="190"/>
                    <a:pt x="38" y="223"/>
                    <a:pt x="71" y="239"/>
                  </a:cubicBezTo>
                  <a:cubicBezTo>
                    <a:pt x="88" y="260"/>
                    <a:pt x="121" y="260"/>
                    <a:pt x="141" y="260"/>
                  </a:cubicBezTo>
                  <a:cubicBezTo>
                    <a:pt x="207" y="260"/>
                    <a:pt x="244" y="190"/>
                    <a:pt x="244" y="120"/>
                  </a:cubicBezTo>
                  <a:cubicBezTo>
                    <a:pt x="224" y="87"/>
                    <a:pt x="224" y="54"/>
                    <a:pt x="191" y="33"/>
                  </a:cubicBezTo>
                  <a:cubicBezTo>
                    <a:pt x="191" y="17"/>
                    <a:pt x="174" y="17"/>
                    <a:pt x="174" y="17"/>
                  </a:cubicBezTo>
                  <a:cubicBezTo>
                    <a:pt x="158" y="0"/>
                    <a:pt x="141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1" name="Google Shape;21361;p60"/>
            <p:cNvSpPr/>
            <p:nvPr/>
          </p:nvSpPr>
          <p:spPr>
            <a:xfrm>
              <a:off x="4066450" y="23266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7" y="0"/>
                  </a:moveTo>
                  <a:cubicBezTo>
                    <a:pt x="104" y="0"/>
                    <a:pt x="71" y="0"/>
                    <a:pt x="54" y="33"/>
                  </a:cubicBezTo>
                  <a:cubicBezTo>
                    <a:pt x="34" y="50"/>
                    <a:pt x="17" y="83"/>
                    <a:pt x="17" y="120"/>
                  </a:cubicBezTo>
                  <a:cubicBezTo>
                    <a:pt x="1" y="153"/>
                    <a:pt x="17" y="186"/>
                    <a:pt x="34" y="206"/>
                  </a:cubicBezTo>
                  <a:cubicBezTo>
                    <a:pt x="54" y="239"/>
                    <a:pt x="87" y="256"/>
                    <a:pt x="104" y="256"/>
                  </a:cubicBezTo>
                  <a:cubicBezTo>
                    <a:pt x="137" y="256"/>
                    <a:pt x="174" y="256"/>
                    <a:pt x="190" y="239"/>
                  </a:cubicBezTo>
                  <a:cubicBezTo>
                    <a:pt x="240" y="186"/>
                    <a:pt x="240" y="103"/>
                    <a:pt x="207" y="50"/>
                  </a:cubicBezTo>
                  <a:cubicBezTo>
                    <a:pt x="190" y="33"/>
                    <a:pt x="174" y="17"/>
                    <a:pt x="157" y="17"/>
                  </a:cubicBezTo>
                  <a:cubicBezTo>
                    <a:pt x="157" y="0"/>
                    <a:pt x="137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2" name="Google Shape;21362;p60"/>
            <p:cNvSpPr/>
            <p:nvPr/>
          </p:nvSpPr>
          <p:spPr>
            <a:xfrm>
              <a:off x="4057900" y="23570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3" y="1"/>
                  </a:moveTo>
                  <a:cubicBezTo>
                    <a:pt x="66" y="21"/>
                    <a:pt x="50" y="38"/>
                    <a:pt x="33" y="54"/>
                  </a:cubicBezTo>
                  <a:cubicBezTo>
                    <a:pt x="17" y="87"/>
                    <a:pt x="0" y="124"/>
                    <a:pt x="0" y="157"/>
                  </a:cubicBezTo>
                  <a:cubicBezTo>
                    <a:pt x="17" y="190"/>
                    <a:pt x="33" y="227"/>
                    <a:pt x="50" y="244"/>
                  </a:cubicBezTo>
                  <a:cubicBezTo>
                    <a:pt x="62" y="255"/>
                    <a:pt x="84" y="267"/>
                    <a:pt x="107" y="267"/>
                  </a:cubicBezTo>
                  <a:cubicBezTo>
                    <a:pt x="117" y="267"/>
                    <a:pt x="127" y="265"/>
                    <a:pt x="136" y="260"/>
                  </a:cubicBezTo>
                  <a:cubicBezTo>
                    <a:pt x="190" y="260"/>
                    <a:pt x="240" y="190"/>
                    <a:pt x="223" y="124"/>
                  </a:cubicBezTo>
                  <a:cubicBezTo>
                    <a:pt x="223" y="87"/>
                    <a:pt x="207" y="54"/>
                    <a:pt x="190" y="38"/>
                  </a:cubicBezTo>
                  <a:cubicBezTo>
                    <a:pt x="169" y="21"/>
                    <a:pt x="169" y="21"/>
                    <a:pt x="153" y="21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3" name="Google Shape;21363;p60"/>
            <p:cNvSpPr/>
            <p:nvPr/>
          </p:nvSpPr>
          <p:spPr>
            <a:xfrm>
              <a:off x="3926475" y="2384575"/>
              <a:ext cx="5600" cy="4350"/>
            </a:xfrm>
            <a:custGeom>
              <a:avLst/>
              <a:gdLst/>
              <a:ahLst/>
              <a:cxnLst/>
              <a:rect l="l" t="t" r="r" b="b"/>
              <a:pathLst>
                <a:path w="224" h="174" extrusionOk="0">
                  <a:moveTo>
                    <a:pt x="120" y="0"/>
                  </a:moveTo>
                  <a:cubicBezTo>
                    <a:pt x="87" y="0"/>
                    <a:pt x="50" y="0"/>
                    <a:pt x="34" y="17"/>
                  </a:cubicBezTo>
                  <a:cubicBezTo>
                    <a:pt x="17" y="54"/>
                    <a:pt x="1" y="87"/>
                    <a:pt x="1" y="120"/>
                  </a:cubicBezTo>
                  <a:lnTo>
                    <a:pt x="1" y="174"/>
                  </a:lnTo>
                  <a:cubicBezTo>
                    <a:pt x="67" y="157"/>
                    <a:pt x="137" y="157"/>
                    <a:pt x="207" y="157"/>
                  </a:cubicBezTo>
                  <a:cubicBezTo>
                    <a:pt x="223" y="120"/>
                    <a:pt x="207" y="70"/>
                    <a:pt x="190" y="54"/>
                  </a:cubicBezTo>
                  <a:cubicBezTo>
                    <a:pt x="170" y="33"/>
                    <a:pt x="153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4" name="Google Shape;21364;p60"/>
            <p:cNvSpPr/>
            <p:nvPr/>
          </p:nvSpPr>
          <p:spPr>
            <a:xfrm>
              <a:off x="4063050" y="23416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4" y="0"/>
                  </a:moveTo>
                  <a:cubicBezTo>
                    <a:pt x="50" y="21"/>
                    <a:pt x="1" y="87"/>
                    <a:pt x="17" y="157"/>
                  </a:cubicBezTo>
                  <a:cubicBezTo>
                    <a:pt x="17" y="190"/>
                    <a:pt x="34" y="227"/>
                    <a:pt x="67" y="243"/>
                  </a:cubicBezTo>
                  <a:cubicBezTo>
                    <a:pt x="87" y="260"/>
                    <a:pt x="120" y="260"/>
                    <a:pt x="137" y="260"/>
                  </a:cubicBezTo>
                  <a:cubicBezTo>
                    <a:pt x="207" y="260"/>
                    <a:pt x="240" y="190"/>
                    <a:pt x="240" y="103"/>
                  </a:cubicBezTo>
                  <a:cubicBezTo>
                    <a:pt x="223" y="70"/>
                    <a:pt x="207" y="37"/>
                    <a:pt x="170" y="21"/>
                  </a:cubicBezTo>
                  <a:cubicBezTo>
                    <a:pt x="153" y="0"/>
                    <a:pt x="137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5" name="Google Shape;21365;p60"/>
            <p:cNvSpPr/>
            <p:nvPr/>
          </p:nvSpPr>
          <p:spPr>
            <a:xfrm>
              <a:off x="4011925" y="2411450"/>
              <a:ext cx="6000" cy="6225"/>
            </a:xfrm>
            <a:custGeom>
              <a:avLst/>
              <a:gdLst/>
              <a:ahLst/>
              <a:cxnLst/>
              <a:rect l="l" t="t" r="r" b="b"/>
              <a:pathLst>
                <a:path w="240" h="249" extrusionOk="0">
                  <a:moveTo>
                    <a:pt x="120" y="1"/>
                  </a:moveTo>
                  <a:cubicBezTo>
                    <a:pt x="115" y="1"/>
                    <a:pt x="109" y="3"/>
                    <a:pt x="104" y="10"/>
                  </a:cubicBezTo>
                  <a:cubicBezTo>
                    <a:pt x="71" y="10"/>
                    <a:pt x="50" y="26"/>
                    <a:pt x="34" y="59"/>
                  </a:cubicBezTo>
                  <a:cubicBezTo>
                    <a:pt x="17" y="76"/>
                    <a:pt x="1" y="113"/>
                    <a:pt x="1" y="146"/>
                  </a:cubicBezTo>
                  <a:cubicBezTo>
                    <a:pt x="50" y="179"/>
                    <a:pt x="104" y="216"/>
                    <a:pt x="174" y="249"/>
                  </a:cubicBezTo>
                  <a:cubicBezTo>
                    <a:pt x="207" y="232"/>
                    <a:pt x="240" y="162"/>
                    <a:pt x="223" y="113"/>
                  </a:cubicBezTo>
                  <a:cubicBezTo>
                    <a:pt x="223" y="76"/>
                    <a:pt x="207" y="43"/>
                    <a:pt x="190" y="26"/>
                  </a:cubicBezTo>
                  <a:cubicBezTo>
                    <a:pt x="174" y="26"/>
                    <a:pt x="174" y="10"/>
                    <a:pt x="153" y="10"/>
                  </a:cubicBezTo>
                  <a:cubicBezTo>
                    <a:pt x="142" y="10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6" name="Google Shape;21366;p60"/>
            <p:cNvSpPr/>
            <p:nvPr/>
          </p:nvSpPr>
          <p:spPr>
            <a:xfrm>
              <a:off x="4026975" y="24099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34" y="1"/>
                    <a:pt x="1" y="71"/>
                    <a:pt x="17" y="153"/>
                  </a:cubicBezTo>
                  <a:cubicBezTo>
                    <a:pt x="17" y="190"/>
                    <a:pt x="34" y="223"/>
                    <a:pt x="67" y="240"/>
                  </a:cubicBezTo>
                  <a:cubicBezTo>
                    <a:pt x="87" y="256"/>
                    <a:pt x="104" y="256"/>
                    <a:pt x="137" y="256"/>
                  </a:cubicBezTo>
                  <a:cubicBezTo>
                    <a:pt x="170" y="256"/>
                    <a:pt x="190" y="223"/>
                    <a:pt x="207" y="207"/>
                  </a:cubicBezTo>
                  <a:cubicBezTo>
                    <a:pt x="223" y="174"/>
                    <a:pt x="240" y="137"/>
                    <a:pt x="223" y="104"/>
                  </a:cubicBezTo>
                  <a:cubicBezTo>
                    <a:pt x="223" y="71"/>
                    <a:pt x="207" y="34"/>
                    <a:pt x="190" y="17"/>
                  </a:cubicBezTo>
                  <a:cubicBezTo>
                    <a:pt x="170" y="17"/>
                    <a:pt x="17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7" name="Google Shape;21367;p60"/>
            <p:cNvSpPr/>
            <p:nvPr/>
          </p:nvSpPr>
          <p:spPr>
            <a:xfrm>
              <a:off x="3989150" y="2400850"/>
              <a:ext cx="5175" cy="3950"/>
            </a:xfrm>
            <a:custGeom>
              <a:avLst/>
              <a:gdLst/>
              <a:ahLst/>
              <a:cxnLst/>
              <a:rect l="l" t="t" r="r" b="b"/>
              <a:pathLst>
                <a:path w="207" h="158" extrusionOk="0">
                  <a:moveTo>
                    <a:pt x="104" y="1"/>
                  </a:moveTo>
                  <a:cubicBezTo>
                    <a:pt x="87" y="1"/>
                    <a:pt x="54" y="1"/>
                    <a:pt x="17" y="38"/>
                  </a:cubicBezTo>
                  <a:cubicBezTo>
                    <a:pt x="17" y="38"/>
                    <a:pt x="17" y="54"/>
                    <a:pt x="0" y="54"/>
                  </a:cubicBezTo>
                  <a:cubicBezTo>
                    <a:pt x="71" y="87"/>
                    <a:pt x="136" y="124"/>
                    <a:pt x="207" y="157"/>
                  </a:cubicBezTo>
                  <a:cubicBezTo>
                    <a:pt x="207" y="124"/>
                    <a:pt x="207" y="87"/>
                    <a:pt x="190" y="54"/>
                  </a:cubicBezTo>
                  <a:cubicBezTo>
                    <a:pt x="174" y="38"/>
                    <a:pt x="157" y="21"/>
                    <a:pt x="136" y="21"/>
                  </a:cubicBezTo>
                  <a:cubicBezTo>
                    <a:pt x="120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8" name="Google Shape;21368;p60"/>
            <p:cNvSpPr/>
            <p:nvPr/>
          </p:nvSpPr>
          <p:spPr>
            <a:xfrm>
              <a:off x="4066875" y="2294100"/>
              <a:ext cx="6100" cy="6650"/>
            </a:xfrm>
            <a:custGeom>
              <a:avLst/>
              <a:gdLst/>
              <a:ahLst/>
              <a:cxnLst/>
              <a:rect l="l" t="t" r="r" b="b"/>
              <a:pathLst>
                <a:path w="244" h="266" extrusionOk="0">
                  <a:moveTo>
                    <a:pt x="114" y="1"/>
                  </a:moveTo>
                  <a:cubicBezTo>
                    <a:pt x="95" y="1"/>
                    <a:pt x="80" y="9"/>
                    <a:pt x="70" y="28"/>
                  </a:cubicBezTo>
                  <a:cubicBezTo>
                    <a:pt x="37" y="28"/>
                    <a:pt x="17" y="65"/>
                    <a:pt x="17" y="82"/>
                  </a:cubicBezTo>
                  <a:cubicBezTo>
                    <a:pt x="0" y="115"/>
                    <a:pt x="0" y="148"/>
                    <a:pt x="17" y="168"/>
                  </a:cubicBezTo>
                  <a:cubicBezTo>
                    <a:pt x="17" y="201"/>
                    <a:pt x="54" y="234"/>
                    <a:pt x="87" y="251"/>
                  </a:cubicBezTo>
                  <a:cubicBezTo>
                    <a:pt x="101" y="261"/>
                    <a:pt x="117" y="266"/>
                    <a:pt x="132" y="266"/>
                  </a:cubicBezTo>
                  <a:cubicBezTo>
                    <a:pt x="173" y="266"/>
                    <a:pt x="211" y="233"/>
                    <a:pt x="223" y="185"/>
                  </a:cubicBezTo>
                  <a:cubicBezTo>
                    <a:pt x="243" y="115"/>
                    <a:pt x="223" y="45"/>
                    <a:pt x="157" y="12"/>
                  </a:cubicBezTo>
                  <a:cubicBezTo>
                    <a:pt x="141" y="5"/>
                    <a:pt x="127" y="1"/>
                    <a:pt x="1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9" name="Google Shape;21369;p60"/>
            <p:cNvSpPr/>
            <p:nvPr/>
          </p:nvSpPr>
          <p:spPr>
            <a:xfrm>
              <a:off x="4029550" y="2362950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08" y="0"/>
                  </a:moveTo>
                  <a:cubicBezTo>
                    <a:pt x="100" y="0"/>
                    <a:pt x="93" y="2"/>
                    <a:pt x="87" y="8"/>
                  </a:cubicBezTo>
                  <a:cubicBezTo>
                    <a:pt x="67" y="8"/>
                    <a:pt x="34" y="24"/>
                    <a:pt x="17" y="57"/>
                  </a:cubicBezTo>
                  <a:cubicBezTo>
                    <a:pt x="1" y="74"/>
                    <a:pt x="1" y="111"/>
                    <a:pt x="1" y="144"/>
                  </a:cubicBezTo>
                  <a:cubicBezTo>
                    <a:pt x="1" y="177"/>
                    <a:pt x="17" y="214"/>
                    <a:pt x="34" y="230"/>
                  </a:cubicBezTo>
                  <a:cubicBezTo>
                    <a:pt x="67" y="247"/>
                    <a:pt x="104" y="263"/>
                    <a:pt x="120" y="263"/>
                  </a:cubicBezTo>
                  <a:cubicBezTo>
                    <a:pt x="190" y="247"/>
                    <a:pt x="223" y="177"/>
                    <a:pt x="223" y="111"/>
                  </a:cubicBezTo>
                  <a:cubicBezTo>
                    <a:pt x="207" y="74"/>
                    <a:pt x="190" y="41"/>
                    <a:pt x="170" y="24"/>
                  </a:cubicBezTo>
                  <a:lnTo>
                    <a:pt x="153" y="8"/>
                  </a:lnTo>
                  <a:cubicBezTo>
                    <a:pt x="142" y="8"/>
                    <a:pt x="124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0" name="Google Shape;21370;p60"/>
            <p:cNvSpPr/>
            <p:nvPr/>
          </p:nvSpPr>
          <p:spPr>
            <a:xfrm>
              <a:off x="4066050" y="224677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36" y="0"/>
                  </a:moveTo>
                  <a:cubicBezTo>
                    <a:pt x="103" y="0"/>
                    <a:pt x="87" y="17"/>
                    <a:pt x="50" y="33"/>
                  </a:cubicBezTo>
                  <a:cubicBezTo>
                    <a:pt x="17" y="83"/>
                    <a:pt x="0" y="153"/>
                    <a:pt x="33" y="223"/>
                  </a:cubicBezTo>
                  <a:cubicBezTo>
                    <a:pt x="50" y="239"/>
                    <a:pt x="87" y="256"/>
                    <a:pt x="120" y="256"/>
                  </a:cubicBezTo>
                  <a:cubicBezTo>
                    <a:pt x="125" y="261"/>
                    <a:pt x="131" y="263"/>
                    <a:pt x="138" y="263"/>
                  </a:cubicBezTo>
                  <a:cubicBezTo>
                    <a:pt x="156" y="263"/>
                    <a:pt x="178" y="251"/>
                    <a:pt x="190" y="239"/>
                  </a:cubicBezTo>
                  <a:cubicBezTo>
                    <a:pt x="223" y="206"/>
                    <a:pt x="239" y="186"/>
                    <a:pt x="239" y="153"/>
                  </a:cubicBezTo>
                  <a:cubicBezTo>
                    <a:pt x="239" y="120"/>
                    <a:pt x="223" y="83"/>
                    <a:pt x="206" y="50"/>
                  </a:cubicBezTo>
                  <a:cubicBezTo>
                    <a:pt x="206" y="33"/>
                    <a:pt x="190" y="17"/>
                    <a:pt x="173" y="17"/>
                  </a:cubicBezTo>
                  <a:cubicBezTo>
                    <a:pt x="153" y="0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1" name="Google Shape;21371;p60"/>
            <p:cNvSpPr/>
            <p:nvPr/>
          </p:nvSpPr>
          <p:spPr>
            <a:xfrm>
              <a:off x="4056150" y="228107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3" y="1"/>
                  </a:moveTo>
                  <a:cubicBezTo>
                    <a:pt x="54" y="17"/>
                    <a:pt x="0" y="88"/>
                    <a:pt x="17" y="154"/>
                  </a:cubicBezTo>
                  <a:cubicBezTo>
                    <a:pt x="17" y="191"/>
                    <a:pt x="33" y="224"/>
                    <a:pt x="54" y="240"/>
                  </a:cubicBezTo>
                  <a:cubicBezTo>
                    <a:pt x="77" y="252"/>
                    <a:pt x="92" y="265"/>
                    <a:pt x="110" y="265"/>
                  </a:cubicBezTo>
                  <a:cubicBezTo>
                    <a:pt x="118" y="265"/>
                    <a:pt x="127" y="263"/>
                    <a:pt x="136" y="257"/>
                  </a:cubicBezTo>
                  <a:cubicBezTo>
                    <a:pt x="206" y="257"/>
                    <a:pt x="239" y="191"/>
                    <a:pt x="239" y="121"/>
                  </a:cubicBezTo>
                  <a:cubicBezTo>
                    <a:pt x="223" y="88"/>
                    <a:pt x="206" y="50"/>
                    <a:pt x="190" y="34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2" name="Google Shape;21372;p60"/>
            <p:cNvSpPr/>
            <p:nvPr/>
          </p:nvSpPr>
          <p:spPr>
            <a:xfrm>
              <a:off x="4026050" y="2193900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41" y="0"/>
                  </a:moveTo>
                  <a:cubicBezTo>
                    <a:pt x="104" y="0"/>
                    <a:pt x="71" y="16"/>
                    <a:pt x="54" y="33"/>
                  </a:cubicBezTo>
                  <a:cubicBezTo>
                    <a:pt x="38" y="54"/>
                    <a:pt x="21" y="87"/>
                    <a:pt x="21" y="120"/>
                  </a:cubicBezTo>
                  <a:cubicBezTo>
                    <a:pt x="0" y="157"/>
                    <a:pt x="21" y="190"/>
                    <a:pt x="38" y="223"/>
                  </a:cubicBezTo>
                  <a:cubicBezTo>
                    <a:pt x="54" y="239"/>
                    <a:pt x="87" y="260"/>
                    <a:pt x="104" y="260"/>
                  </a:cubicBezTo>
                  <a:cubicBezTo>
                    <a:pt x="114" y="264"/>
                    <a:pt x="124" y="266"/>
                    <a:pt x="134" y="266"/>
                  </a:cubicBezTo>
                  <a:cubicBezTo>
                    <a:pt x="158" y="266"/>
                    <a:pt x="178" y="254"/>
                    <a:pt x="190" y="239"/>
                  </a:cubicBezTo>
                  <a:cubicBezTo>
                    <a:pt x="244" y="190"/>
                    <a:pt x="244" y="103"/>
                    <a:pt x="207" y="54"/>
                  </a:cubicBezTo>
                  <a:cubicBezTo>
                    <a:pt x="190" y="33"/>
                    <a:pt x="174" y="16"/>
                    <a:pt x="157" y="16"/>
                  </a:cubicBezTo>
                  <a:lnTo>
                    <a:pt x="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3" name="Google Shape;21373;p60"/>
            <p:cNvSpPr/>
            <p:nvPr/>
          </p:nvSpPr>
          <p:spPr>
            <a:xfrm>
              <a:off x="4032125" y="22218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7" y="0"/>
                  </a:moveTo>
                  <a:cubicBezTo>
                    <a:pt x="120" y="0"/>
                    <a:pt x="87" y="17"/>
                    <a:pt x="67" y="33"/>
                  </a:cubicBezTo>
                  <a:cubicBezTo>
                    <a:pt x="17" y="70"/>
                    <a:pt x="1" y="153"/>
                    <a:pt x="50" y="206"/>
                  </a:cubicBezTo>
                  <a:cubicBezTo>
                    <a:pt x="67" y="239"/>
                    <a:pt x="87" y="256"/>
                    <a:pt x="120" y="256"/>
                  </a:cubicBezTo>
                  <a:cubicBezTo>
                    <a:pt x="153" y="256"/>
                    <a:pt x="170" y="256"/>
                    <a:pt x="207" y="239"/>
                  </a:cubicBezTo>
                  <a:cubicBezTo>
                    <a:pt x="223" y="206"/>
                    <a:pt x="240" y="190"/>
                    <a:pt x="240" y="153"/>
                  </a:cubicBezTo>
                  <a:cubicBezTo>
                    <a:pt x="240" y="120"/>
                    <a:pt x="240" y="87"/>
                    <a:pt x="223" y="50"/>
                  </a:cubicBezTo>
                  <a:cubicBezTo>
                    <a:pt x="207" y="33"/>
                    <a:pt x="190" y="17"/>
                    <a:pt x="170" y="17"/>
                  </a:cubicBezTo>
                  <a:cubicBezTo>
                    <a:pt x="153" y="0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4" name="Google Shape;21374;p60"/>
            <p:cNvSpPr/>
            <p:nvPr/>
          </p:nvSpPr>
          <p:spPr>
            <a:xfrm>
              <a:off x="4078925" y="2289325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29" y="0"/>
                  </a:moveTo>
                  <a:cubicBezTo>
                    <a:pt x="87" y="0"/>
                    <a:pt x="46" y="32"/>
                    <a:pt x="33" y="83"/>
                  </a:cubicBezTo>
                  <a:cubicBezTo>
                    <a:pt x="0" y="153"/>
                    <a:pt x="33" y="219"/>
                    <a:pt x="87" y="256"/>
                  </a:cubicBezTo>
                  <a:cubicBezTo>
                    <a:pt x="98" y="259"/>
                    <a:pt x="108" y="260"/>
                    <a:pt x="118" y="260"/>
                  </a:cubicBezTo>
                  <a:cubicBezTo>
                    <a:pt x="170" y="260"/>
                    <a:pt x="212" y="225"/>
                    <a:pt x="240" y="170"/>
                  </a:cubicBezTo>
                  <a:cubicBezTo>
                    <a:pt x="256" y="100"/>
                    <a:pt x="223" y="30"/>
                    <a:pt x="174" y="13"/>
                  </a:cubicBezTo>
                  <a:cubicBezTo>
                    <a:pt x="159" y="4"/>
                    <a:pt x="144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5" name="Google Shape;21375;p60"/>
            <p:cNvSpPr/>
            <p:nvPr/>
          </p:nvSpPr>
          <p:spPr>
            <a:xfrm>
              <a:off x="4029150" y="2268625"/>
              <a:ext cx="5575" cy="6675"/>
            </a:xfrm>
            <a:custGeom>
              <a:avLst/>
              <a:gdLst/>
              <a:ahLst/>
              <a:cxnLst/>
              <a:rect l="l" t="t" r="r" b="b"/>
              <a:pathLst>
                <a:path w="223" h="267" extrusionOk="0">
                  <a:moveTo>
                    <a:pt x="83" y="0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0" y="190"/>
                    <a:pt x="17" y="223"/>
                    <a:pt x="50" y="239"/>
                  </a:cubicBezTo>
                  <a:cubicBezTo>
                    <a:pt x="61" y="254"/>
                    <a:pt x="84" y="267"/>
                    <a:pt x="101" y="267"/>
                  </a:cubicBezTo>
                  <a:cubicBezTo>
                    <a:pt x="109" y="267"/>
                    <a:pt x="115" y="265"/>
                    <a:pt x="120" y="260"/>
                  </a:cubicBezTo>
                  <a:cubicBezTo>
                    <a:pt x="186" y="260"/>
                    <a:pt x="223" y="190"/>
                    <a:pt x="223" y="120"/>
                  </a:cubicBezTo>
                  <a:cubicBezTo>
                    <a:pt x="223" y="87"/>
                    <a:pt x="206" y="54"/>
                    <a:pt x="169" y="33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20" y="0"/>
                    <a:pt x="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6" name="Google Shape;21376;p60"/>
            <p:cNvSpPr/>
            <p:nvPr/>
          </p:nvSpPr>
          <p:spPr>
            <a:xfrm>
              <a:off x="4006350" y="2212025"/>
              <a:ext cx="6025" cy="6600"/>
            </a:xfrm>
            <a:custGeom>
              <a:avLst/>
              <a:gdLst/>
              <a:ahLst/>
              <a:cxnLst/>
              <a:rect l="l" t="t" r="r" b="b"/>
              <a:pathLst>
                <a:path w="241" h="264" extrusionOk="0">
                  <a:moveTo>
                    <a:pt x="111" y="0"/>
                  </a:moveTo>
                  <a:cubicBezTo>
                    <a:pt x="71" y="0"/>
                    <a:pt x="30" y="32"/>
                    <a:pt x="17" y="83"/>
                  </a:cubicBezTo>
                  <a:cubicBezTo>
                    <a:pt x="1" y="153"/>
                    <a:pt x="17" y="219"/>
                    <a:pt x="88" y="256"/>
                  </a:cubicBezTo>
                  <a:cubicBezTo>
                    <a:pt x="88" y="256"/>
                    <a:pt x="95" y="264"/>
                    <a:pt x="105" y="264"/>
                  </a:cubicBezTo>
                  <a:cubicBezTo>
                    <a:pt x="110" y="264"/>
                    <a:pt x="115" y="262"/>
                    <a:pt x="121" y="256"/>
                  </a:cubicBezTo>
                  <a:cubicBezTo>
                    <a:pt x="170" y="256"/>
                    <a:pt x="207" y="219"/>
                    <a:pt x="224" y="186"/>
                  </a:cubicBezTo>
                  <a:cubicBezTo>
                    <a:pt x="240" y="133"/>
                    <a:pt x="224" y="83"/>
                    <a:pt x="207" y="50"/>
                  </a:cubicBezTo>
                  <a:cubicBezTo>
                    <a:pt x="191" y="29"/>
                    <a:pt x="170" y="13"/>
                    <a:pt x="154" y="13"/>
                  </a:cubicBezTo>
                  <a:cubicBezTo>
                    <a:pt x="140" y="4"/>
                    <a:pt x="126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7" name="Google Shape;21377;p60"/>
            <p:cNvSpPr/>
            <p:nvPr/>
          </p:nvSpPr>
          <p:spPr>
            <a:xfrm>
              <a:off x="4017500" y="2224500"/>
              <a:ext cx="6000" cy="6825"/>
            </a:xfrm>
            <a:custGeom>
              <a:avLst/>
              <a:gdLst/>
              <a:ahLst/>
              <a:cxnLst/>
              <a:rect l="l" t="t" r="r" b="b"/>
              <a:pathLst>
                <a:path w="240" h="273" extrusionOk="0">
                  <a:moveTo>
                    <a:pt x="129" y="1"/>
                  </a:moveTo>
                  <a:cubicBezTo>
                    <a:pt x="120" y="1"/>
                    <a:pt x="112" y="5"/>
                    <a:pt x="103" y="13"/>
                  </a:cubicBezTo>
                  <a:cubicBezTo>
                    <a:pt x="70" y="13"/>
                    <a:pt x="54" y="29"/>
                    <a:pt x="33" y="66"/>
                  </a:cubicBezTo>
                  <a:cubicBezTo>
                    <a:pt x="17" y="83"/>
                    <a:pt x="0" y="116"/>
                    <a:pt x="17" y="149"/>
                  </a:cubicBezTo>
                  <a:cubicBezTo>
                    <a:pt x="17" y="186"/>
                    <a:pt x="33" y="219"/>
                    <a:pt x="54" y="236"/>
                  </a:cubicBezTo>
                  <a:cubicBezTo>
                    <a:pt x="70" y="252"/>
                    <a:pt x="103" y="273"/>
                    <a:pt x="136" y="273"/>
                  </a:cubicBezTo>
                  <a:cubicBezTo>
                    <a:pt x="190" y="252"/>
                    <a:pt x="239" y="186"/>
                    <a:pt x="223" y="116"/>
                  </a:cubicBezTo>
                  <a:cubicBezTo>
                    <a:pt x="223" y="83"/>
                    <a:pt x="206" y="46"/>
                    <a:pt x="190" y="29"/>
                  </a:cubicBezTo>
                  <a:cubicBezTo>
                    <a:pt x="173" y="29"/>
                    <a:pt x="173" y="13"/>
                    <a:pt x="157" y="13"/>
                  </a:cubicBezTo>
                  <a:cubicBezTo>
                    <a:pt x="147" y="5"/>
                    <a:pt x="137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8" name="Google Shape;21378;p60"/>
            <p:cNvSpPr/>
            <p:nvPr/>
          </p:nvSpPr>
          <p:spPr>
            <a:xfrm>
              <a:off x="4011925" y="21946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7" y="0"/>
                  </a:moveTo>
                  <a:cubicBezTo>
                    <a:pt x="82" y="0"/>
                    <a:pt x="31" y="33"/>
                    <a:pt x="17" y="74"/>
                  </a:cubicBezTo>
                  <a:cubicBezTo>
                    <a:pt x="1" y="144"/>
                    <a:pt x="17" y="231"/>
                    <a:pt x="87" y="247"/>
                  </a:cubicBezTo>
                  <a:cubicBezTo>
                    <a:pt x="104" y="264"/>
                    <a:pt x="120" y="264"/>
                    <a:pt x="137" y="264"/>
                  </a:cubicBezTo>
                  <a:cubicBezTo>
                    <a:pt x="174" y="247"/>
                    <a:pt x="207" y="231"/>
                    <a:pt x="223" y="177"/>
                  </a:cubicBezTo>
                  <a:cubicBezTo>
                    <a:pt x="240" y="128"/>
                    <a:pt x="223" y="74"/>
                    <a:pt x="207" y="41"/>
                  </a:cubicBezTo>
                  <a:cubicBezTo>
                    <a:pt x="190" y="25"/>
                    <a:pt x="174" y="25"/>
                    <a:pt x="153" y="4"/>
                  </a:cubicBezTo>
                  <a:cubicBezTo>
                    <a:pt x="145" y="1"/>
                    <a:pt x="136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9" name="Google Shape;21379;p60"/>
            <p:cNvSpPr/>
            <p:nvPr/>
          </p:nvSpPr>
          <p:spPr>
            <a:xfrm>
              <a:off x="4010600" y="22411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0" y="0"/>
                  </a:moveTo>
                  <a:cubicBezTo>
                    <a:pt x="103" y="0"/>
                    <a:pt x="70" y="0"/>
                    <a:pt x="54" y="21"/>
                  </a:cubicBezTo>
                  <a:cubicBezTo>
                    <a:pt x="0" y="70"/>
                    <a:pt x="0" y="157"/>
                    <a:pt x="37" y="206"/>
                  </a:cubicBezTo>
                  <a:cubicBezTo>
                    <a:pt x="54" y="244"/>
                    <a:pt x="87" y="260"/>
                    <a:pt x="103" y="260"/>
                  </a:cubicBezTo>
                  <a:cubicBezTo>
                    <a:pt x="140" y="260"/>
                    <a:pt x="173" y="260"/>
                    <a:pt x="190" y="227"/>
                  </a:cubicBezTo>
                  <a:cubicBezTo>
                    <a:pt x="206" y="206"/>
                    <a:pt x="227" y="173"/>
                    <a:pt x="227" y="140"/>
                  </a:cubicBezTo>
                  <a:cubicBezTo>
                    <a:pt x="243" y="103"/>
                    <a:pt x="227" y="70"/>
                    <a:pt x="206" y="54"/>
                  </a:cubicBezTo>
                  <a:cubicBezTo>
                    <a:pt x="190" y="37"/>
                    <a:pt x="173" y="21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0" name="Google Shape;21380;p60"/>
            <p:cNvSpPr/>
            <p:nvPr/>
          </p:nvSpPr>
          <p:spPr>
            <a:xfrm>
              <a:off x="4044075" y="2269575"/>
              <a:ext cx="6125" cy="6500"/>
            </a:xfrm>
            <a:custGeom>
              <a:avLst/>
              <a:gdLst/>
              <a:ahLst/>
              <a:cxnLst/>
              <a:rect l="l" t="t" r="r" b="b"/>
              <a:pathLst>
                <a:path w="245" h="260" extrusionOk="0">
                  <a:moveTo>
                    <a:pt x="119" y="1"/>
                  </a:moveTo>
                  <a:cubicBezTo>
                    <a:pt x="72" y="1"/>
                    <a:pt x="34" y="34"/>
                    <a:pt x="22" y="82"/>
                  </a:cubicBezTo>
                  <a:cubicBezTo>
                    <a:pt x="1" y="152"/>
                    <a:pt x="38" y="222"/>
                    <a:pt x="88" y="255"/>
                  </a:cubicBezTo>
                  <a:cubicBezTo>
                    <a:pt x="97" y="258"/>
                    <a:pt x="107" y="259"/>
                    <a:pt x="117" y="259"/>
                  </a:cubicBezTo>
                  <a:cubicBezTo>
                    <a:pt x="163" y="259"/>
                    <a:pt x="211" y="229"/>
                    <a:pt x="228" y="185"/>
                  </a:cubicBezTo>
                  <a:cubicBezTo>
                    <a:pt x="244" y="119"/>
                    <a:pt x="228" y="32"/>
                    <a:pt x="174" y="16"/>
                  </a:cubicBezTo>
                  <a:cubicBezTo>
                    <a:pt x="155" y="6"/>
                    <a:pt x="136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1" name="Google Shape;21381;p60"/>
            <p:cNvSpPr/>
            <p:nvPr/>
          </p:nvSpPr>
          <p:spPr>
            <a:xfrm>
              <a:off x="4047600" y="2219250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103" y="0"/>
                  </a:moveTo>
                  <a:cubicBezTo>
                    <a:pt x="33" y="0"/>
                    <a:pt x="0" y="70"/>
                    <a:pt x="0" y="136"/>
                  </a:cubicBezTo>
                  <a:cubicBezTo>
                    <a:pt x="17" y="173"/>
                    <a:pt x="33" y="206"/>
                    <a:pt x="50" y="223"/>
                  </a:cubicBezTo>
                  <a:cubicBezTo>
                    <a:pt x="66" y="256"/>
                    <a:pt x="103" y="256"/>
                    <a:pt x="136" y="256"/>
                  </a:cubicBezTo>
                  <a:cubicBezTo>
                    <a:pt x="169" y="239"/>
                    <a:pt x="190" y="223"/>
                    <a:pt x="206" y="206"/>
                  </a:cubicBezTo>
                  <a:cubicBezTo>
                    <a:pt x="223" y="173"/>
                    <a:pt x="223" y="136"/>
                    <a:pt x="223" y="103"/>
                  </a:cubicBezTo>
                  <a:cubicBezTo>
                    <a:pt x="223" y="70"/>
                    <a:pt x="206" y="33"/>
                    <a:pt x="190" y="17"/>
                  </a:cubicBezTo>
                  <a:cubicBezTo>
                    <a:pt x="169" y="17"/>
                    <a:pt x="169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2" name="Google Shape;21382;p60"/>
            <p:cNvSpPr/>
            <p:nvPr/>
          </p:nvSpPr>
          <p:spPr>
            <a:xfrm>
              <a:off x="4035125" y="2252150"/>
              <a:ext cx="6400" cy="6600"/>
            </a:xfrm>
            <a:custGeom>
              <a:avLst/>
              <a:gdLst/>
              <a:ahLst/>
              <a:cxnLst/>
              <a:rect l="l" t="t" r="r" b="b"/>
              <a:pathLst>
                <a:path w="256" h="264" extrusionOk="0">
                  <a:moveTo>
                    <a:pt x="111" y="1"/>
                  </a:moveTo>
                  <a:cubicBezTo>
                    <a:pt x="92" y="1"/>
                    <a:pt x="76" y="13"/>
                    <a:pt x="50" y="24"/>
                  </a:cubicBezTo>
                  <a:cubicBezTo>
                    <a:pt x="17" y="74"/>
                    <a:pt x="0" y="160"/>
                    <a:pt x="33" y="214"/>
                  </a:cubicBezTo>
                  <a:cubicBezTo>
                    <a:pt x="50" y="230"/>
                    <a:pt x="87" y="247"/>
                    <a:pt x="120" y="263"/>
                  </a:cubicBezTo>
                  <a:cubicBezTo>
                    <a:pt x="136" y="263"/>
                    <a:pt x="173" y="247"/>
                    <a:pt x="190" y="230"/>
                  </a:cubicBezTo>
                  <a:cubicBezTo>
                    <a:pt x="239" y="177"/>
                    <a:pt x="256" y="111"/>
                    <a:pt x="206" y="41"/>
                  </a:cubicBezTo>
                  <a:cubicBezTo>
                    <a:pt x="206" y="24"/>
                    <a:pt x="190" y="24"/>
                    <a:pt x="173" y="8"/>
                  </a:cubicBezTo>
                  <a:lnTo>
                    <a:pt x="136" y="8"/>
                  </a:lnTo>
                  <a:cubicBezTo>
                    <a:pt x="127" y="3"/>
                    <a:pt x="118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3" name="Google Shape;21383;p60"/>
            <p:cNvSpPr/>
            <p:nvPr/>
          </p:nvSpPr>
          <p:spPr>
            <a:xfrm>
              <a:off x="4050575" y="22519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87" y="0"/>
                  </a:moveTo>
                  <a:cubicBezTo>
                    <a:pt x="34" y="33"/>
                    <a:pt x="1" y="83"/>
                    <a:pt x="17" y="136"/>
                  </a:cubicBezTo>
                  <a:cubicBezTo>
                    <a:pt x="17" y="169"/>
                    <a:pt x="34" y="206"/>
                    <a:pt x="50" y="223"/>
                  </a:cubicBezTo>
                  <a:cubicBezTo>
                    <a:pt x="87" y="256"/>
                    <a:pt x="120" y="256"/>
                    <a:pt x="137" y="256"/>
                  </a:cubicBezTo>
                  <a:cubicBezTo>
                    <a:pt x="207" y="239"/>
                    <a:pt x="240" y="169"/>
                    <a:pt x="240" y="103"/>
                  </a:cubicBezTo>
                  <a:cubicBezTo>
                    <a:pt x="223" y="83"/>
                    <a:pt x="223" y="83"/>
                    <a:pt x="223" y="66"/>
                  </a:cubicBezTo>
                  <a:cubicBezTo>
                    <a:pt x="207" y="33"/>
                    <a:pt x="190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4" name="Google Shape;21384;p60"/>
            <p:cNvSpPr/>
            <p:nvPr/>
          </p:nvSpPr>
          <p:spPr>
            <a:xfrm>
              <a:off x="4038925" y="2206775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04" y="0"/>
                  </a:moveTo>
                  <a:cubicBezTo>
                    <a:pt x="54" y="17"/>
                    <a:pt x="1" y="87"/>
                    <a:pt x="21" y="157"/>
                  </a:cubicBezTo>
                  <a:cubicBezTo>
                    <a:pt x="21" y="190"/>
                    <a:pt x="38" y="207"/>
                    <a:pt x="54" y="239"/>
                  </a:cubicBezTo>
                  <a:cubicBezTo>
                    <a:pt x="87" y="260"/>
                    <a:pt x="104" y="260"/>
                    <a:pt x="141" y="260"/>
                  </a:cubicBezTo>
                  <a:cubicBezTo>
                    <a:pt x="174" y="260"/>
                    <a:pt x="190" y="239"/>
                    <a:pt x="207" y="207"/>
                  </a:cubicBezTo>
                  <a:cubicBezTo>
                    <a:pt x="228" y="174"/>
                    <a:pt x="244" y="136"/>
                    <a:pt x="228" y="103"/>
                  </a:cubicBezTo>
                  <a:cubicBezTo>
                    <a:pt x="228" y="70"/>
                    <a:pt x="207" y="54"/>
                    <a:pt x="190" y="17"/>
                  </a:cubicBezTo>
                  <a:cubicBezTo>
                    <a:pt x="174" y="17"/>
                    <a:pt x="174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5" name="Google Shape;21385;p60"/>
            <p:cNvSpPr/>
            <p:nvPr/>
          </p:nvSpPr>
          <p:spPr>
            <a:xfrm>
              <a:off x="4040675" y="2191300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04" y="1"/>
                  </a:moveTo>
                  <a:cubicBezTo>
                    <a:pt x="34" y="17"/>
                    <a:pt x="1" y="88"/>
                    <a:pt x="1" y="158"/>
                  </a:cubicBezTo>
                  <a:cubicBezTo>
                    <a:pt x="15" y="215"/>
                    <a:pt x="58" y="264"/>
                    <a:pt x="113" y="264"/>
                  </a:cubicBezTo>
                  <a:cubicBezTo>
                    <a:pt x="121" y="264"/>
                    <a:pt x="129" y="263"/>
                    <a:pt x="137" y="261"/>
                  </a:cubicBezTo>
                  <a:cubicBezTo>
                    <a:pt x="158" y="261"/>
                    <a:pt x="191" y="240"/>
                    <a:pt x="207" y="207"/>
                  </a:cubicBezTo>
                  <a:cubicBezTo>
                    <a:pt x="224" y="174"/>
                    <a:pt x="224" y="137"/>
                    <a:pt x="224" y="104"/>
                  </a:cubicBezTo>
                  <a:cubicBezTo>
                    <a:pt x="224" y="71"/>
                    <a:pt x="207" y="55"/>
                    <a:pt x="174" y="17"/>
                  </a:cubicBezTo>
                  <a:lnTo>
                    <a:pt x="158" y="17"/>
                  </a:ln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6" name="Google Shape;21386;p60"/>
            <p:cNvSpPr/>
            <p:nvPr/>
          </p:nvSpPr>
          <p:spPr>
            <a:xfrm>
              <a:off x="4053975" y="2202450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41" y="0"/>
                  </a:moveTo>
                  <a:cubicBezTo>
                    <a:pt x="104" y="0"/>
                    <a:pt x="71" y="0"/>
                    <a:pt x="54" y="21"/>
                  </a:cubicBezTo>
                  <a:cubicBezTo>
                    <a:pt x="1" y="70"/>
                    <a:pt x="1" y="157"/>
                    <a:pt x="38" y="206"/>
                  </a:cubicBezTo>
                  <a:cubicBezTo>
                    <a:pt x="54" y="243"/>
                    <a:pt x="87" y="260"/>
                    <a:pt x="104" y="260"/>
                  </a:cubicBezTo>
                  <a:cubicBezTo>
                    <a:pt x="141" y="260"/>
                    <a:pt x="174" y="260"/>
                    <a:pt x="190" y="227"/>
                  </a:cubicBezTo>
                  <a:cubicBezTo>
                    <a:pt x="244" y="190"/>
                    <a:pt x="244" y="103"/>
                    <a:pt x="207" y="54"/>
                  </a:cubicBezTo>
                  <a:cubicBezTo>
                    <a:pt x="190" y="37"/>
                    <a:pt x="174" y="21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7" name="Google Shape;21387;p60"/>
            <p:cNvSpPr/>
            <p:nvPr/>
          </p:nvSpPr>
          <p:spPr>
            <a:xfrm>
              <a:off x="3974500" y="2185750"/>
              <a:ext cx="5700" cy="6400"/>
            </a:xfrm>
            <a:custGeom>
              <a:avLst/>
              <a:gdLst/>
              <a:ahLst/>
              <a:cxnLst/>
              <a:rect l="l" t="t" r="r" b="b"/>
              <a:pathLst>
                <a:path w="228" h="256" extrusionOk="0">
                  <a:moveTo>
                    <a:pt x="104" y="0"/>
                  </a:moveTo>
                  <a:cubicBezTo>
                    <a:pt x="38" y="17"/>
                    <a:pt x="1" y="87"/>
                    <a:pt x="1" y="153"/>
                  </a:cubicBezTo>
                  <a:cubicBezTo>
                    <a:pt x="22" y="190"/>
                    <a:pt x="22" y="223"/>
                    <a:pt x="55" y="239"/>
                  </a:cubicBezTo>
                  <a:cubicBezTo>
                    <a:pt x="71" y="256"/>
                    <a:pt x="104" y="256"/>
                    <a:pt x="141" y="256"/>
                  </a:cubicBezTo>
                  <a:cubicBezTo>
                    <a:pt x="158" y="256"/>
                    <a:pt x="191" y="239"/>
                    <a:pt x="207" y="206"/>
                  </a:cubicBezTo>
                  <a:cubicBezTo>
                    <a:pt x="228" y="173"/>
                    <a:pt x="228" y="136"/>
                    <a:pt x="228" y="103"/>
                  </a:cubicBezTo>
                  <a:cubicBezTo>
                    <a:pt x="228" y="70"/>
                    <a:pt x="207" y="50"/>
                    <a:pt x="174" y="33"/>
                  </a:cubicBezTo>
                  <a:cubicBezTo>
                    <a:pt x="174" y="17"/>
                    <a:pt x="174" y="17"/>
                    <a:pt x="158" y="17"/>
                  </a:cubicBezTo>
                  <a:cubicBezTo>
                    <a:pt x="141" y="0"/>
                    <a:pt x="125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8" name="Google Shape;21388;p60"/>
            <p:cNvSpPr/>
            <p:nvPr/>
          </p:nvSpPr>
          <p:spPr>
            <a:xfrm>
              <a:off x="3983175" y="22480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1"/>
                    <a:pt x="0" y="71"/>
                    <a:pt x="17" y="137"/>
                  </a:cubicBezTo>
                  <a:cubicBezTo>
                    <a:pt x="17" y="174"/>
                    <a:pt x="33" y="207"/>
                    <a:pt x="50" y="223"/>
                  </a:cubicBezTo>
                  <a:cubicBezTo>
                    <a:pt x="87" y="260"/>
                    <a:pt x="103" y="260"/>
                    <a:pt x="136" y="260"/>
                  </a:cubicBezTo>
                  <a:cubicBezTo>
                    <a:pt x="190" y="240"/>
                    <a:pt x="239" y="174"/>
                    <a:pt x="223" y="104"/>
                  </a:cubicBezTo>
                  <a:cubicBezTo>
                    <a:pt x="223" y="71"/>
                    <a:pt x="206" y="34"/>
                    <a:pt x="190" y="17"/>
                  </a:cubicBezTo>
                  <a:cubicBezTo>
                    <a:pt x="169" y="17"/>
                    <a:pt x="16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9" name="Google Shape;21389;p60"/>
            <p:cNvSpPr/>
            <p:nvPr/>
          </p:nvSpPr>
          <p:spPr>
            <a:xfrm>
              <a:off x="3971100" y="2236300"/>
              <a:ext cx="6025" cy="6475"/>
            </a:xfrm>
            <a:custGeom>
              <a:avLst/>
              <a:gdLst/>
              <a:ahLst/>
              <a:cxnLst/>
              <a:rect l="l" t="t" r="r" b="b"/>
              <a:pathLst>
                <a:path w="241" h="259" extrusionOk="0">
                  <a:moveTo>
                    <a:pt x="125" y="1"/>
                  </a:moveTo>
                  <a:cubicBezTo>
                    <a:pt x="79" y="1"/>
                    <a:pt x="31" y="33"/>
                    <a:pt x="17" y="73"/>
                  </a:cubicBezTo>
                  <a:cubicBezTo>
                    <a:pt x="1" y="143"/>
                    <a:pt x="17" y="229"/>
                    <a:pt x="88" y="246"/>
                  </a:cubicBezTo>
                  <a:cubicBezTo>
                    <a:pt x="101" y="255"/>
                    <a:pt x="115" y="259"/>
                    <a:pt x="130" y="259"/>
                  </a:cubicBezTo>
                  <a:cubicBezTo>
                    <a:pt x="170" y="259"/>
                    <a:pt x="211" y="227"/>
                    <a:pt x="224" y="176"/>
                  </a:cubicBezTo>
                  <a:cubicBezTo>
                    <a:pt x="240" y="110"/>
                    <a:pt x="224" y="40"/>
                    <a:pt x="158" y="7"/>
                  </a:cubicBezTo>
                  <a:cubicBezTo>
                    <a:pt x="147" y="3"/>
                    <a:pt x="136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0" name="Google Shape;21390;p60"/>
            <p:cNvSpPr/>
            <p:nvPr/>
          </p:nvSpPr>
          <p:spPr>
            <a:xfrm>
              <a:off x="3977600" y="22184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4" y="0"/>
                  </a:moveTo>
                  <a:cubicBezTo>
                    <a:pt x="104" y="0"/>
                    <a:pt x="83" y="0"/>
                    <a:pt x="83" y="17"/>
                  </a:cubicBezTo>
                  <a:cubicBezTo>
                    <a:pt x="34" y="33"/>
                    <a:pt x="1" y="83"/>
                    <a:pt x="17" y="153"/>
                  </a:cubicBezTo>
                  <a:cubicBezTo>
                    <a:pt x="17" y="186"/>
                    <a:pt x="34" y="223"/>
                    <a:pt x="50" y="239"/>
                  </a:cubicBezTo>
                  <a:cubicBezTo>
                    <a:pt x="83" y="256"/>
                    <a:pt x="104" y="256"/>
                    <a:pt x="137" y="256"/>
                  </a:cubicBezTo>
                  <a:cubicBezTo>
                    <a:pt x="207" y="239"/>
                    <a:pt x="240" y="186"/>
                    <a:pt x="223" y="103"/>
                  </a:cubicBezTo>
                  <a:lnTo>
                    <a:pt x="223" y="83"/>
                  </a:lnTo>
                  <a:cubicBezTo>
                    <a:pt x="207" y="50"/>
                    <a:pt x="186" y="17"/>
                    <a:pt x="153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1" name="Google Shape;21391;p60"/>
            <p:cNvSpPr/>
            <p:nvPr/>
          </p:nvSpPr>
          <p:spPr>
            <a:xfrm>
              <a:off x="3962150" y="22188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6" y="1"/>
                  </a:moveTo>
                  <a:cubicBezTo>
                    <a:pt x="103" y="1"/>
                    <a:pt x="66" y="1"/>
                    <a:pt x="50" y="34"/>
                  </a:cubicBezTo>
                  <a:cubicBezTo>
                    <a:pt x="0" y="67"/>
                    <a:pt x="0" y="153"/>
                    <a:pt x="33" y="207"/>
                  </a:cubicBezTo>
                  <a:cubicBezTo>
                    <a:pt x="50" y="240"/>
                    <a:pt x="83" y="256"/>
                    <a:pt x="103" y="256"/>
                  </a:cubicBezTo>
                  <a:cubicBezTo>
                    <a:pt x="136" y="256"/>
                    <a:pt x="169" y="256"/>
                    <a:pt x="186" y="223"/>
                  </a:cubicBezTo>
                  <a:cubicBezTo>
                    <a:pt x="239" y="190"/>
                    <a:pt x="239" y="104"/>
                    <a:pt x="206" y="50"/>
                  </a:cubicBezTo>
                  <a:cubicBezTo>
                    <a:pt x="186" y="34"/>
                    <a:pt x="186" y="17"/>
                    <a:pt x="1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2" name="Google Shape;21392;p60"/>
            <p:cNvSpPr/>
            <p:nvPr/>
          </p:nvSpPr>
          <p:spPr>
            <a:xfrm>
              <a:off x="3967300" y="22029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3" y="1"/>
                  </a:moveTo>
                  <a:cubicBezTo>
                    <a:pt x="50" y="17"/>
                    <a:pt x="0" y="83"/>
                    <a:pt x="17" y="153"/>
                  </a:cubicBezTo>
                  <a:cubicBezTo>
                    <a:pt x="17" y="186"/>
                    <a:pt x="33" y="223"/>
                    <a:pt x="50" y="240"/>
                  </a:cubicBezTo>
                  <a:cubicBezTo>
                    <a:pt x="73" y="252"/>
                    <a:pt x="90" y="263"/>
                    <a:pt x="110" y="263"/>
                  </a:cubicBezTo>
                  <a:cubicBezTo>
                    <a:pt x="118" y="263"/>
                    <a:pt x="127" y="261"/>
                    <a:pt x="136" y="256"/>
                  </a:cubicBezTo>
                  <a:cubicBezTo>
                    <a:pt x="207" y="256"/>
                    <a:pt x="240" y="186"/>
                    <a:pt x="223" y="120"/>
                  </a:cubicBezTo>
                  <a:cubicBezTo>
                    <a:pt x="223" y="83"/>
                    <a:pt x="207" y="50"/>
                    <a:pt x="186" y="34"/>
                  </a:cubicBezTo>
                  <a:cubicBezTo>
                    <a:pt x="169" y="17"/>
                    <a:pt x="169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3" name="Google Shape;21393;p60"/>
            <p:cNvSpPr/>
            <p:nvPr/>
          </p:nvSpPr>
          <p:spPr>
            <a:xfrm>
              <a:off x="3991725" y="21859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94" y="1"/>
                  </a:moveTo>
                  <a:cubicBezTo>
                    <a:pt x="76" y="1"/>
                    <a:pt x="60" y="13"/>
                    <a:pt x="33" y="24"/>
                  </a:cubicBezTo>
                  <a:cubicBezTo>
                    <a:pt x="17" y="41"/>
                    <a:pt x="1" y="78"/>
                    <a:pt x="1" y="111"/>
                  </a:cubicBezTo>
                  <a:cubicBezTo>
                    <a:pt x="1" y="144"/>
                    <a:pt x="1" y="181"/>
                    <a:pt x="17" y="214"/>
                  </a:cubicBezTo>
                  <a:cubicBezTo>
                    <a:pt x="48" y="245"/>
                    <a:pt x="83" y="263"/>
                    <a:pt x="117" y="263"/>
                  </a:cubicBezTo>
                  <a:cubicBezTo>
                    <a:pt x="142" y="263"/>
                    <a:pt x="167" y="253"/>
                    <a:pt x="190" y="230"/>
                  </a:cubicBezTo>
                  <a:cubicBezTo>
                    <a:pt x="223" y="181"/>
                    <a:pt x="240" y="111"/>
                    <a:pt x="207" y="41"/>
                  </a:cubicBezTo>
                  <a:cubicBezTo>
                    <a:pt x="190" y="24"/>
                    <a:pt x="174" y="8"/>
                    <a:pt x="157" y="8"/>
                  </a:cubicBezTo>
                  <a:lnTo>
                    <a:pt x="120" y="8"/>
                  </a:lnTo>
                  <a:cubicBezTo>
                    <a:pt x="110" y="3"/>
                    <a:pt x="102" y="1"/>
                    <a:pt x="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4" name="Google Shape;21394;p60"/>
            <p:cNvSpPr/>
            <p:nvPr/>
          </p:nvSpPr>
          <p:spPr>
            <a:xfrm>
              <a:off x="3995650" y="2243350"/>
              <a:ext cx="6400" cy="6425"/>
            </a:xfrm>
            <a:custGeom>
              <a:avLst/>
              <a:gdLst/>
              <a:ahLst/>
              <a:cxnLst/>
              <a:rect l="l" t="t" r="r" b="b"/>
              <a:pathLst>
                <a:path w="256" h="257" extrusionOk="0">
                  <a:moveTo>
                    <a:pt x="127" y="1"/>
                  </a:moveTo>
                  <a:cubicBezTo>
                    <a:pt x="86" y="1"/>
                    <a:pt x="45" y="32"/>
                    <a:pt x="33" y="83"/>
                  </a:cubicBezTo>
                  <a:cubicBezTo>
                    <a:pt x="0" y="154"/>
                    <a:pt x="33" y="220"/>
                    <a:pt x="83" y="257"/>
                  </a:cubicBezTo>
                  <a:lnTo>
                    <a:pt x="136" y="257"/>
                  </a:lnTo>
                  <a:cubicBezTo>
                    <a:pt x="186" y="257"/>
                    <a:pt x="223" y="220"/>
                    <a:pt x="239" y="170"/>
                  </a:cubicBezTo>
                  <a:cubicBezTo>
                    <a:pt x="256" y="137"/>
                    <a:pt x="239" y="83"/>
                    <a:pt x="223" y="50"/>
                  </a:cubicBezTo>
                  <a:cubicBezTo>
                    <a:pt x="206" y="34"/>
                    <a:pt x="186" y="13"/>
                    <a:pt x="169" y="13"/>
                  </a:cubicBezTo>
                  <a:cubicBezTo>
                    <a:pt x="156" y="5"/>
                    <a:pt x="142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5" name="Google Shape;21395;p60"/>
            <p:cNvSpPr/>
            <p:nvPr/>
          </p:nvSpPr>
          <p:spPr>
            <a:xfrm>
              <a:off x="3993075" y="22135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7" y="1"/>
                  </a:moveTo>
                  <a:cubicBezTo>
                    <a:pt x="83" y="1"/>
                    <a:pt x="61" y="12"/>
                    <a:pt x="50" y="24"/>
                  </a:cubicBezTo>
                  <a:cubicBezTo>
                    <a:pt x="0" y="74"/>
                    <a:pt x="0" y="160"/>
                    <a:pt x="33" y="214"/>
                  </a:cubicBezTo>
                  <a:cubicBezTo>
                    <a:pt x="50" y="230"/>
                    <a:pt x="83" y="247"/>
                    <a:pt x="103" y="263"/>
                  </a:cubicBezTo>
                  <a:cubicBezTo>
                    <a:pt x="136" y="263"/>
                    <a:pt x="169" y="247"/>
                    <a:pt x="186" y="230"/>
                  </a:cubicBezTo>
                  <a:cubicBezTo>
                    <a:pt x="223" y="214"/>
                    <a:pt x="223" y="177"/>
                    <a:pt x="239" y="144"/>
                  </a:cubicBezTo>
                  <a:cubicBezTo>
                    <a:pt x="239" y="111"/>
                    <a:pt x="223" y="74"/>
                    <a:pt x="206" y="41"/>
                  </a:cubicBezTo>
                  <a:cubicBezTo>
                    <a:pt x="186" y="24"/>
                    <a:pt x="186" y="24"/>
                    <a:pt x="153" y="8"/>
                  </a:cubicBezTo>
                  <a:lnTo>
                    <a:pt x="136" y="8"/>
                  </a:lnTo>
                  <a:cubicBezTo>
                    <a:pt x="127" y="3"/>
                    <a:pt x="116" y="1"/>
                    <a:pt x="1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6" name="Google Shape;21396;p60"/>
            <p:cNvSpPr/>
            <p:nvPr/>
          </p:nvSpPr>
          <p:spPr>
            <a:xfrm>
              <a:off x="3999875" y="2198450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21" y="0"/>
                  </a:moveTo>
                  <a:cubicBezTo>
                    <a:pt x="115" y="0"/>
                    <a:pt x="109" y="2"/>
                    <a:pt x="103" y="8"/>
                  </a:cubicBezTo>
                  <a:cubicBezTo>
                    <a:pt x="54" y="8"/>
                    <a:pt x="0" y="78"/>
                    <a:pt x="17" y="144"/>
                  </a:cubicBezTo>
                  <a:cubicBezTo>
                    <a:pt x="17" y="181"/>
                    <a:pt x="37" y="214"/>
                    <a:pt x="54" y="230"/>
                  </a:cubicBezTo>
                  <a:cubicBezTo>
                    <a:pt x="87" y="247"/>
                    <a:pt x="103" y="263"/>
                    <a:pt x="140" y="263"/>
                  </a:cubicBezTo>
                  <a:cubicBezTo>
                    <a:pt x="173" y="247"/>
                    <a:pt x="190" y="230"/>
                    <a:pt x="206" y="214"/>
                  </a:cubicBezTo>
                  <a:cubicBezTo>
                    <a:pt x="223" y="181"/>
                    <a:pt x="243" y="144"/>
                    <a:pt x="223" y="111"/>
                  </a:cubicBezTo>
                  <a:cubicBezTo>
                    <a:pt x="223" y="78"/>
                    <a:pt x="206" y="41"/>
                    <a:pt x="190" y="24"/>
                  </a:cubicBezTo>
                  <a:cubicBezTo>
                    <a:pt x="173" y="24"/>
                    <a:pt x="173" y="8"/>
                    <a:pt x="157" y="8"/>
                  </a:cubicBezTo>
                  <a:cubicBezTo>
                    <a:pt x="146" y="8"/>
                    <a:pt x="133" y="0"/>
                    <a:pt x="1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7" name="Google Shape;21397;p60"/>
            <p:cNvSpPr/>
            <p:nvPr/>
          </p:nvSpPr>
          <p:spPr>
            <a:xfrm>
              <a:off x="3989150" y="2230375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87" y="1"/>
                  </a:moveTo>
                  <a:cubicBezTo>
                    <a:pt x="71" y="1"/>
                    <a:pt x="33" y="17"/>
                    <a:pt x="17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0" y="190"/>
                    <a:pt x="17" y="207"/>
                    <a:pt x="33" y="223"/>
                  </a:cubicBezTo>
                  <a:cubicBezTo>
                    <a:pt x="71" y="260"/>
                    <a:pt x="104" y="260"/>
                    <a:pt x="120" y="260"/>
                  </a:cubicBezTo>
                  <a:cubicBezTo>
                    <a:pt x="190" y="244"/>
                    <a:pt x="223" y="174"/>
                    <a:pt x="223" y="104"/>
                  </a:cubicBezTo>
                  <a:cubicBezTo>
                    <a:pt x="207" y="71"/>
                    <a:pt x="190" y="38"/>
                    <a:pt x="174" y="17"/>
                  </a:cubicBezTo>
                  <a:cubicBezTo>
                    <a:pt x="174" y="17"/>
                    <a:pt x="15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8" name="Google Shape;21398;p60"/>
            <p:cNvSpPr/>
            <p:nvPr/>
          </p:nvSpPr>
          <p:spPr>
            <a:xfrm>
              <a:off x="4003375" y="22260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13" y="1"/>
                  </a:moveTo>
                  <a:cubicBezTo>
                    <a:pt x="59" y="1"/>
                    <a:pt x="14" y="33"/>
                    <a:pt x="0" y="72"/>
                  </a:cubicBezTo>
                  <a:lnTo>
                    <a:pt x="0" y="143"/>
                  </a:lnTo>
                  <a:cubicBezTo>
                    <a:pt x="0" y="192"/>
                    <a:pt x="33" y="229"/>
                    <a:pt x="66" y="246"/>
                  </a:cubicBezTo>
                  <a:cubicBezTo>
                    <a:pt x="82" y="252"/>
                    <a:pt x="99" y="256"/>
                    <a:pt x="116" y="256"/>
                  </a:cubicBezTo>
                  <a:cubicBezTo>
                    <a:pt x="139" y="256"/>
                    <a:pt x="160" y="248"/>
                    <a:pt x="169" y="229"/>
                  </a:cubicBezTo>
                  <a:cubicBezTo>
                    <a:pt x="186" y="213"/>
                    <a:pt x="207" y="192"/>
                    <a:pt x="207" y="176"/>
                  </a:cubicBezTo>
                  <a:cubicBezTo>
                    <a:pt x="240" y="110"/>
                    <a:pt x="207" y="39"/>
                    <a:pt x="153" y="6"/>
                  </a:cubicBezTo>
                  <a:cubicBezTo>
                    <a:pt x="139" y="2"/>
                    <a:pt x="126" y="1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9" name="Google Shape;21399;p60"/>
            <p:cNvSpPr/>
            <p:nvPr/>
          </p:nvSpPr>
          <p:spPr>
            <a:xfrm>
              <a:off x="3986575" y="22771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33" y="21"/>
                    <a:pt x="0" y="87"/>
                    <a:pt x="17" y="157"/>
                  </a:cubicBezTo>
                  <a:cubicBezTo>
                    <a:pt x="17" y="190"/>
                    <a:pt x="33" y="227"/>
                    <a:pt x="70" y="244"/>
                  </a:cubicBezTo>
                  <a:cubicBezTo>
                    <a:pt x="87" y="260"/>
                    <a:pt x="103" y="260"/>
                    <a:pt x="136" y="260"/>
                  </a:cubicBezTo>
                  <a:cubicBezTo>
                    <a:pt x="174" y="260"/>
                    <a:pt x="190" y="244"/>
                    <a:pt x="207" y="206"/>
                  </a:cubicBezTo>
                  <a:cubicBezTo>
                    <a:pt x="223" y="173"/>
                    <a:pt x="239" y="140"/>
                    <a:pt x="223" y="103"/>
                  </a:cubicBezTo>
                  <a:cubicBezTo>
                    <a:pt x="223" y="70"/>
                    <a:pt x="207" y="54"/>
                    <a:pt x="190" y="21"/>
                  </a:cubicBezTo>
                  <a:lnTo>
                    <a:pt x="157" y="21"/>
                  </a:lnTo>
                  <a:cubicBezTo>
                    <a:pt x="157" y="0"/>
                    <a:pt x="157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0" name="Google Shape;21400;p60"/>
            <p:cNvSpPr/>
            <p:nvPr/>
          </p:nvSpPr>
          <p:spPr>
            <a:xfrm>
              <a:off x="4022650" y="220892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3" y="1"/>
                  </a:moveTo>
                  <a:cubicBezTo>
                    <a:pt x="54" y="17"/>
                    <a:pt x="0" y="88"/>
                    <a:pt x="17" y="153"/>
                  </a:cubicBezTo>
                  <a:cubicBezTo>
                    <a:pt x="17" y="191"/>
                    <a:pt x="33" y="224"/>
                    <a:pt x="70" y="240"/>
                  </a:cubicBezTo>
                  <a:cubicBezTo>
                    <a:pt x="82" y="252"/>
                    <a:pt x="102" y="265"/>
                    <a:pt x="118" y="265"/>
                  </a:cubicBezTo>
                  <a:cubicBezTo>
                    <a:pt x="125" y="265"/>
                    <a:pt x="132" y="263"/>
                    <a:pt x="136" y="257"/>
                  </a:cubicBezTo>
                  <a:cubicBezTo>
                    <a:pt x="207" y="257"/>
                    <a:pt x="240" y="191"/>
                    <a:pt x="240" y="121"/>
                  </a:cubicBezTo>
                  <a:cubicBezTo>
                    <a:pt x="223" y="71"/>
                    <a:pt x="207" y="34"/>
                    <a:pt x="174" y="17"/>
                  </a:cubicBezTo>
                  <a:cubicBezTo>
                    <a:pt x="157" y="1"/>
                    <a:pt x="136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1" name="Google Shape;21401;p60"/>
            <p:cNvSpPr/>
            <p:nvPr/>
          </p:nvSpPr>
          <p:spPr>
            <a:xfrm>
              <a:off x="4089225" y="2427550"/>
              <a:ext cx="6425" cy="6575"/>
            </a:xfrm>
            <a:custGeom>
              <a:avLst/>
              <a:gdLst/>
              <a:ahLst/>
              <a:cxnLst/>
              <a:rect l="l" t="t" r="r" b="b"/>
              <a:pathLst>
                <a:path w="257" h="263" extrusionOk="0">
                  <a:moveTo>
                    <a:pt x="137" y="1"/>
                  </a:moveTo>
                  <a:cubicBezTo>
                    <a:pt x="104" y="1"/>
                    <a:pt x="87" y="17"/>
                    <a:pt x="50" y="34"/>
                  </a:cubicBezTo>
                  <a:cubicBezTo>
                    <a:pt x="17" y="87"/>
                    <a:pt x="1" y="153"/>
                    <a:pt x="34" y="223"/>
                  </a:cubicBezTo>
                  <a:cubicBezTo>
                    <a:pt x="63" y="250"/>
                    <a:pt x="97" y="263"/>
                    <a:pt x="129" y="263"/>
                  </a:cubicBezTo>
                  <a:cubicBezTo>
                    <a:pt x="156" y="263"/>
                    <a:pt x="183" y="255"/>
                    <a:pt x="207" y="240"/>
                  </a:cubicBezTo>
                  <a:cubicBezTo>
                    <a:pt x="240" y="190"/>
                    <a:pt x="256" y="104"/>
                    <a:pt x="207" y="50"/>
                  </a:cubicBezTo>
                  <a:cubicBezTo>
                    <a:pt x="207" y="34"/>
                    <a:pt x="190" y="17"/>
                    <a:pt x="174" y="17"/>
                  </a:cubicBezTo>
                  <a:cubicBezTo>
                    <a:pt x="153" y="17"/>
                    <a:pt x="153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2" name="Google Shape;21402;p60"/>
            <p:cNvSpPr/>
            <p:nvPr/>
          </p:nvSpPr>
          <p:spPr>
            <a:xfrm>
              <a:off x="4080675" y="23691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50" y="1"/>
                    <a:pt x="1" y="71"/>
                    <a:pt x="17" y="137"/>
                  </a:cubicBezTo>
                  <a:cubicBezTo>
                    <a:pt x="17" y="174"/>
                    <a:pt x="34" y="207"/>
                    <a:pt x="50" y="224"/>
                  </a:cubicBezTo>
                  <a:cubicBezTo>
                    <a:pt x="83" y="261"/>
                    <a:pt x="104" y="261"/>
                    <a:pt x="137" y="261"/>
                  </a:cubicBezTo>
                  <a:cubicBezTo>
                    <a:pt x="207" y="240"/>
                    <a:pt x="240" y="174"/>
                    <a:pt x="240" y="104"/>
                  </a:cubicBezTo>
                  <a:cubicBezTo>
                    <a:pt x="223" y="71"/>
                    <a:pt x="207" y="34"/>
                    <a:pt x="186" y="17"/>
                  </a:cubicBezTo>
                  <a:cubicBezTo>
                    <a:pt x="186" y="17"/>
                    <a:pt x="170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3" name="Google Shape;21403;p60"/>
            <p:cNvSpPr/>
            <p:nvPr/>
          </p:nvSpPr>
          <p:spPr>
            <a:xfrm>
              <a:off x="4099550" y="222737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20" y="1"/>
                  </a:moveTo>
                  <a:cubicBezTo>
                    <a:pt x="87" y="1"/>
                    <a:pt x="50" y="1"/>
                    <a:pt x="33" y="34"/>
                  </a:cubicBezTo>
                  <a:cubicBezTo>
                    <a:pt x="17" y="55"/>
                    <a:pt x="0" y="88"/>
                    <a:pt x="0" y="121"/>
                  </a:cubicBezTo>
                  <a:cubicBezTo>
                    <a:pt x="0" y="158"/>
                    <a:pt x="0" y="191"/>
                    <a:pt x="17" y="207"/>
                  </a:cubicBezTo>
                  <a:cubicBezTo>
                    <a:pt x="33" y="240"/>
                    <a:pt x="70" y="261"/>
                    <a:pt x="87" y="261"/>
                  </a:cubicBezTo>
                  <a:cubicBezTo>
                    <a:pt x="120" y="261"/>
                    <a:pt x="153" y="261"/>
                    <a:pt x="173" y="224"/>
                  </a:cubicBezTo>
                  <a:cubicBezTo>
                    <a:pt x="223" y="191"/>
                    <a:pt x="223" y="104"/>
                    <a:pt x="190" y="55"/>
                  </a:cubicBezTo>
                  <a:cubicBezTo>
                    <a:pt x="173" y="34"/>
                    <a:pt x="17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4" name="Google Shape;21404;p60"/>
            <p:cNvSpPr/>
            <p:nvPr/>
          </p:nvSpPr>
          <p:spPr>
            <a:xfrm>
              <a:off x="4084900" y="2444675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04" y="0"/>
                  </a:moveTo>
                  <a:cubicBezTo>
                    <a:pt x="71" y="21"/>
                    <a:pt x="54" y="37"/>
                    <a:pt x="38" y="54"/>
                  </a:cubicBezTo>
                  <a:cubicBezTo>
                    <a:pt x="17" y="87"/>
                    <a:pt x="1" y="124"/>
                    <a:pt x="17" y="157"/>
                  </a:cubicBezTo>
                  <a:cubicBezTo>
                    <a:pt x="17" y="190"/>
                    <a:pt x="38" y="227"/>
                    <a:pt x="54" y="243"/>
                  </a:cubicBezTo>
                  <a:cubicBezTo>
                    <a:pt x="78" y="255"/>
                    <a:pt x="93" y="267"/>
                    <a:pt x="113" y="267"/>
                  </a:cubicBezTo>
                  <a:cubicBezTo>
                    <a:pt x="121" y="267"/>
                    <a:pt x="130" y="265"/>
                    <a:pt x="141" y="260"/>
                  </a:cubicBezTo>
                  <a:cubicBezTo>
                    <a:pt x="190" y="260"/>
                    <a:pt x="244" y="190"/>
                    <a:pt x="223" y="124"/>
                  </a:cubicBezTo>
                  <a:cubicBezTo>
                    <a:pt x="223" y="87"/>
                    <a:pt x="207" y="54"/>
                    <a:pt x="190" y="37"/>
                  </a:cubicBezTo>
                  <a:cubicBezTo>
                    <a:pt x="174" y="21"/>
                    <a:pt x="174" y="21"/>
                    <a:pt x="157" y="21"/>
                  </a:cubicBezTo>
                  <a:cubicBezTo>
                    <a:pt x="141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5" name="Google Shape;21405;p60"/>
            <p:cNvSpPr/>
            <p:nvPr/>
          </p:nvSpPr>
          <p:spPr>
            <a:xfrm>
              <a:off x="4092625" y="2459800"/>
              <a:ext cx="6125" cy="6425"/>
            </a:xfrm>
            <a:custGeom>
              <a:avLst/>
              <a:gdLst/>
              <a:ahLst/>
              <a:cxnLst/>
              <a:rect l="l" t="t" r="r" b="b"/>
              <a:pathLst>
                <a:path w="245" h="257" extrusionOk="0">
                  <a:moveTo>
                    <a:pt x="113" y="1"/>
                  </a:moveTo>
                  <a:cubicBezTo>
                    <a:pt x="72" y="1"/>
                    <a:pt x="32" y="32"/>
                    <a:pt x="17" y="84"/>
                  </a:cubicBezTo>
                  <a:cubicBezTo>
                    <a:pt x="1" y="154"/>
                    <a:pt x="17" y="220"/>
                    <a:pt x="87" y="257"/>
                  </a:cubicBezTo>
                  <a:lnTo>
                    <a:pt x="141" y="257"/>
                  </a:lnTo>
                  <a:cubicBezTo>
                    <a:pt x="174" y="257"/>
                    <a:pt x="207" y="220"/>
                    <a:pt x="223" y="170"/>
                  </a:cubicBezTo>
                  <a:cubicBezTo>
                    <a:pt x="244" y="137"/>
                    <a:pt x="223" y="84"/>
                    <a:pt x="207" y="51"/>
                  </a:cubicBezTo>
                  <a:cubicBezTo>
                    <a:pt x="190" y="34"/>
                    <a:pt x="174" y="13"/>
                    <a:pt x="158" y="13"/>
                  </a:cubicBezTo>
                  <a:cubicBezTo>
                    <a:pt x="143" y="5"/>
                    <a:pt x="128" y="1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6" name="Google Shape;21406;p60"/>
            <p:cNvSpPr/>
            <p:nvPr/>
          </p:nvSpPr>
          <p:spPr>
            <a:xfrm>
              <a:off x="4099950" y="2194850"/>
              <a:ext cx="5600" cy="6700"/>
            </a:xfrm>
            <a:custGeom>
              <a:avLst/>
              <a:gdLst/>
              <a:ahLst/>
              <a:cxnLst/>
              <a:rect l="l" t="t" r="r" b="b"/>
              <a:pathLst>
                <a:path w="224" h="268" extrusionOk="0">
                  <a:moveTo>
                    <a:pt x="102" y="0"/>
                  </a:moveTo>
                  <a:cubicBezTo>
                    <a:pt x="87" y="0"/>
                    <a:pt x="71" y="5"/>
                    <a:pt x="54" y="16"/>
                  </a:cubicBezTo>
                  <a:cubicBezTo>
                    <a:pt x="34" y="32"/>
                    <a:pt x="17" y="65"/>
                    <a:pt x="1" y="82"/>
                  </a:cubicBezTo>
                  <a:lnTo>
                    <a:pt x="1" y="168"/>
                  </a:lnTo>
                  <a:cubicBezTo>
                    <a:pt x="17" y="201"/>
                    <a:pt x="34" y="238"/>
                    <a:pt x="71" y="255"/>
                  </a:cubicBezTo>
                  <a:cubicBezTo>
                    <a:pt x="84" y="263"/>
                    <a:pt x="98" y="268"/>
                    <a:pt x="113" y="268"/>
                  </a:cubicBezTo>
                  <a:cubicBezTo>
                    <a:pt x="154" y="268"/>
                    <a:pt x="195" y="236"/>
                    <a:pt x="207" y="185"/>
                  </a:cubicBezTo>
                  <a:cubicBezTo>
                    <a:pt x="223" y="119"/>
                    <a:pt x="207" y="32"/>
                    <a:pt x="137" y="16"/>
                  </a:cubicBezTo>
                  <a:cubicBezTo>
                    <a:pt x="128" y="5"/>
                    <a:pt x="116" y="0"/>
                    <a:pt x="1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7" name="Google Shape;21407;p60"/>
            <p:cNvSpPr/>
            <p:nvPr/>
          </p:nvSpPr>
          <p:spPr>
            <a:xfrm>
              <a:off x="4096550" y="241375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4" y="0"/>
                  </a:moveTo>
                  <a:cubicBezTo>
                    <a:pt x="50" y="21"/>
                    <a:pt x="1" y="87"/>
                    <a:pt x="17" y="157"/>
                  </a:cubicBezTo>
                  <a:cubicBezTo>
                    <a:pt x="17" y="190"/>
                    <a:pt x="33" y="227"/>
                    <a:pt x="50" y="243"/>
                  </a:cubicBezTo>
                  <a:cubicBezTo>
                    <a:pt x="76" y="255"/>
                    <a:pt x="92" y="267"/>
                    <a:pt x="111" y="267"/>
                  </a:cubicBezTo>
                  <a:cubicBezTo>
                    <a:pt x="119" y="267"/>
                    <a:pt x="127" y="265"/>
                    <a:pt x="137" y="260"/>
                  </a:cubicBezTo>
                  <a:cubicBezTo>
                    <a:pt x="207" y="260"/>
                    <a:pt x="240" y="190"/>
                    <a:pt x="223" y="124"/>
                  </a:cubicBezTo>
                  <a:cubicBezTo>
                    <a:pt x="223" y="87"/>
                    <a:pt x="207" y="54"/>
                    <a:pt x="190" y="37"/>
                  </a:cubicBezTo>
                  <a:cubicBezTo>
                    <a:pt x="170" y="21"/>
                    <a:pt x="170" y="21"/>
                    <a:pt x="153" y="21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8" name="Google Shape;21408;p60"/>
            <p:cNvSpPr/>
            <p:nvPr/>
          </p:nvSpPr>
          <p:spPr>
            <a:xfrm>
              <a:off x="4084500" y="2402100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28" y="0"/>
                  </a:moveTo>
                  <a:cubicBezTo>
                    <a:pt x="81" y="0"/>
                    <a:pt x="30" y="33"/>
                    <a:pt x="17" y="91"/>
                  </a:cubicBezTo>
                  <a:cubicBezTo>
                    <a:pt x="0" y="157"/>
                    <a:pt x="17" y="227"/>
                    <a:pt x="87" y="260"/>
                  </a:cubicBezTo>
                  <a:cubicBezTo>
                    <a:pt x="96" y="264"/>
                    <a:pt x="106" y="266"/>
                    <a:pt x="116" y="266"/>
                  </a:cubicBezTo>
                  <a:cubicBezTo>
                    <a:pt x="161" y="266"/>
                    <a:pt x="209" y="231"/>
                    <a:pt x="223" y="178"/>
                  </a:cubicBezTo>
                  <a:cubicBezTo>
                    <a:pt x="239" y="107"/>
                    <a:pt x="223" y="37"/>
                    <a:pt x="157" y="4"/>
                  </a:cubicBezTo>
                  <a:cubicBezTo>
                    <a:pt x="148" y="2"/>
                    <a:pt x="138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9" name="Google Shape;21409;p60"/>
            <p:cNvSpPr/>
            <p:nvPr/>
          </p:nvSpPr>
          <p:spPr>
            <a:xfrm>
              <a:off x="4079325" y="2245325"/>
              <a:ext cx="6025" cy="6625"/>
            </a:xfrm>
            <a:custGeom>
              <a:avLst/>
              <a:gdLst/>
              <a:ahLst/>
              <a:cxnLst/>
              <a:rect l="l" t="t" r="r" b="b"/>
              <a:pathLst>
                <a:path w="241" h="265" extrusionOk="0">
                  <a:moveTo>
                    <a:pt x="129" y="0"/>
                  </a:moveTo>
                  <a:cubicBezTo>
                    <a:pt x="82" y="0"/>
                    <a:pt x="31" y="33"/>
                    <a:pt x="17" y="91"/>
                  </a:cubicBezTo>
                  <a:cubicBezTo>
                    <a:pt x="1" y="161"/>
                    <a:pt x="17" y="227"/>
                    <a:pt x="88" y="264"/>
                  </a:cubicBezTo>
                  <a:lnTo>
                    <a:pt x="137" y="264"/>
                  </a:lnTo>
                  <a:cubicBezTo>
                    <a:pt x="174" y="264"/>
                    <a:pt x="207" y="227"/>
                    <a:pt x="224" y="178"/>
                  </a:cubicBezTo>
                  <a:cubicBezTo>
                    <a:pt x="240" y="141"/>
                    <a:pt x="224" y="75"/>
                    <a:pt x="207" y="37"/>
                  </a:cubicBezTo>
                  <a:cubicBezTo>
                    <a:pt x="191" y="37"/>
                    <a:pt x="174" y="21"/>
                    <a:pt x="158" y="4"/>
                  </a:cubicBezTo>
                  <a:cubicBezTo>
                    <a:pt x="149" y="2"/>
                    <a:pt x="139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0" name="Google Shape;21410;p60"/>
            <p:cNvSpPr/>
            <p:nvPr/>
          </p:nvSpPr>
          <p:spPr>
            <a:xfrm>
              <a:off x="4081100" y="2324075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103" y="0"/>
                  </a:moveTo>
                  <a:cubicBezTo>
                    <a:pt x="33" y="17"/>
                    <a:pt x="0" y="66"/>
                    <a:pt x="0" y="153"/>
                  </a:cubicBezTo>
                  <a:cubicBezTo>
                    <a:pt x="17" y="223"/>
                    <a:pt x="66" y="256"/>
                    <a:pt x="120" y="256"/>
                  </a:cubicBezTo>
                  <a:cubicBezTo>
                    <a:pt x="153" y="256"/>
                    <a:pt x="190" y="223"/>
                    <a:pt x="206" y="206"/>
                  </a:cubicBezTo>
                  <a:cubicBezTo>
                    <a:pt x="223" y="169"/>
                    <a:pt x="223" y="136"/>
                    <a:pt x="223" y="103"/>
                  </a:cubicBezTo>
                  <a:cubicBezTo>
                    <a:pt x="223" y="66"/>
                    <a:pt x="206" y="33"/>
                    <a:pt x="169" y="17"/>
                  </a:cubicBezTo>
                  <a:cubicBezTo>
                    <a:pt x="169" y="17"/>
                    <a:pt x="153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1" name="Google Shape;21411;p60"/>
            <p:cNvSpPr/>
            <p:nvPr/>
          </p:nvSpPr>
          <p:spPr>
            <a:xfrm>
              <a:off x="4076350" y="241537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25" y="1"/>
                  </a:moveTo>
                  <a:cubicBezTo>
                    <a:pt x="81" y="1"/>
                    <a:pt x="30" y="31"/>
                    <a:pt x="17" y="75"/>
                  </a:cubicBezTo>
                  <a:cubicBezTo>
                    <a:pt x="0" y="141"/>
                    <a:pt x="17" y="228"/>
                    <a:pt x="87" y="244"/>
                  </a:cubicBezTo>
                  <a:cubicBezTo>
                    <a:pt x="100" y="254"/>
                    <a:pt x="116" y="259"/>
                    <a:pt x="131" y="259"/>
                  </a:cubicBezTo>
                  <a:cubicBezTo>
                    <a:pt x="171" y="259"/>
                    <a:pt x="211" y="226"/>
                    <a:pt x="223" y="178"/>
                  </a:cubicBezTo>
                  <a:cubicBezTo>
                    <a:pt x="240" y="108"/>
                    <a:pt x="223" y="38"/>
                    <a:pt x="153" y="5"/>
                  </a:cubicBezTo>
                  <a:cubicBezTo>
                    <a:pt x="144" y="2"/>
                    <a:pt x="135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2" name="Google Shape;21412;p60"/>
            <p:cNvSpPr/>
            <p:nvPr/>
          </p:nvSpPr>
          <p:spPr>
            <a:xfrm>
              <a:off x="4076350" y="22592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2" y="1"/>
                  </a:moveTo>
                  <a:cubicBezTo>
                    <a:pt x="59" y="1"/>
                    <a:pt x="24" y="33"/>
                    <a:pt x="0" y="81"/>
                  </a:cubicBezTo>
                  <a:lnTo>
                    <a:pt x="0" y="151"/>
                  </a:lnTo>
                  <a:cubicBezTo>
                    <a:pt x="0" y="184"/>
                    <a:pt x="33" y="238"/>
                    <a:pt x="71" y="255"/>
                  </a:cubicBezTo>
                  <a:cubicBezTo>
                    <a:pt x="79" y="259"/>
                    <a:pt x="89" y="261"/>
                    <a:pt x="100" y="261"/>
                  </a:cubicBezTo>
                  <a:cubicBezTo>
                    <a:pt x="129" y="261"/>
                    <a:pt x="163" y="246"/>
                    <a:pt x="190" y="222"/>
                  </a:cubicBezTo>
                  <a:cubicBezTo>
                    <a:pt x="190" y="222"/>
                    <a:pt x="207" y="201"/>
                    <a:pt x="207" y="184"/>
                  </a:cubicBezTo>
                  <a:cubicBezTo>
                    <a:pt x="240" y="118"/>
                    <a:pt x="207" y="32"/>
                    <a:pt x="153" y="15"/>
                  </a:cubicBezTo>
                  <a:cubicBezTo>
                    <a:pt x="135" y="5"/>
                    <a:pt x="118" y="1"/>
                    <a:pt x="1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3" name="Google Shape;21413;p60"/>
            <p:cNvSpPr/>
            <p:nvPr/>
          </p:nvSpPr>
          <p:spPr>
            <a:xfrm>
              <a:off x="4074600" y="2309425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87" y="1"/>
                  </a:moveTo>
                  <a:cubicBezTo>
                    <a:pt x="37" y="17"/>
                    <a:pt x="0" y="87"/>
                    <a:pt x="0" y="153"/>
                  </a:cubicBezTo>
                  <a:cubicBezTo>
                    <a:pt x="0" y="190"/>
                    <a:pt x="17" y="207"/>
                    <a:pt x="54" y="240"/>
                  </a:cubicBezTo>
                  <a:cubicBezTo>
                    <a:pt x="70" y="256"/>
                    <a:pt x="103" y="256"/>
                    <a:pt x="120" y="256"/>
                  </a:cubicBezTo>
                  <a:cubicBezTo>
                    <a:pt x="190" y="240"/>
                    <a:pt x="223" y="174"/>
                    <a:pt x="223" y="104"/>
                  </a:cubicBezTo>
                  <a:cubicBezTo>
                    <a:pt x="223" y="71"/>
                    <a:pt x="206" y="50"/>
                    <a:pt x="173" y="17"/>
                  </a:cubicBezTo>
                  <a:cubicBezTo>
                    <a:pt x="173" y="17"/>
                    <a:pt x="15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4" name="Google Shape;21414;p60"/>
            <p:cNvSpPr/>
            <p:nvPr/>
          </p:nvSpPr>
          <p:spPr>
            <a:xfrm>
              <a:off x="4072425" y="23544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1" y="0"/>
                  </a:moveTo>
                  <a:cubicBezTo>
                    <a:pt x="124" y="0"/>
                    <a:pt x="87" y="0"/>
                    <a:pt x="54" y="38"/>
                  </a:cubicBezTo>
                  <a:cubicBezTo>
                    <a:pt x="21" y="71"/>
                    <a:pt x="1" y="157"/>
                    <a:pt x="54" y="207"/>
                  </a:cubicBezTo>
                  <a:cubicBezTo>
                    <a:pt x="71" y="244"/>
                    <a:pt x="87" y="260"/>
                    <a:pt x="124" y="260"/>
                  </a:cubicBezTo>
                  <a:cubicBezTo>
                    <a:pt x="157" y="260"/>
                    <a:pt x="174" y="260"/>
                    <a:pt x="207" y="227"/>
                  </a:cubicBezTo>
                  <a:cubicBezTo>
                    <a:pt x="228" y="207"/>
                    <a:pt x="244" y="174"/>
                    <a:pt x="244" y="141"/>
                  </a:cubicBezTo>
                  <a:cubicBezTo>
                    <a:pt x="244" y="104"/>
                    <a:pt x="244" y="71"/>
                    <a:pt x="228" y="54"/>
                  </a:cubicBezTo>
                  <a:cubicBezTo>
                    <a:pt x="207" y="38"/>
                    <a:pt x="190" y="21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5" name="Google Shape;21415;p60"/>
            <p:cNvSpPr/>
            <p:nvPr/>
          </p:nvSpPr>
          <p:spPr>
            <a:xfrm>
              <a:off x="4066875" y="219945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54" y="17"/>
                    <a:pt x="0" y="87"/>
                    <a:pt x="17" y="157"/>
                  </a:cubicBezTo>
                  <a:cubicBezTo>
                    <a:pt x="17" y="190"/>
                    <a:pt x="37" y="207"/>
                    <a:pt x="54" y="244"/>
                  </a:cubicBezTo>
                  <a:cubicBezTo>
                    <a:pt x="87" y="260"/>
                    <a:pt x="120" y="260"/>
                    <a:pt x="140" y="260"/>
                  </a:cubicBezTo>
                  <a:cubicBezTo>
                    <a:pt x="206" y="244"/>
                    <a:pt x="243" y="174"/>
                    <a:pt x="243" y="104"/>
                  </a:cubicBezTo>
                  <a:cubicBezTo>
                    <a:pt x="223" y="71"/>
                    <a:pt x="206" y="54"/>
                    <a:pt x="190" y="17"/>
                  </a:cubicBezTo>
                  <a:cubicBezTo>
                    <a:pt x="190" y="17"/>
                    <a:pt x="173" y="17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6" name="Google Shape;21416;p60"/>
            <p:cNvSpPr/>
            <p:nvPr/>
          </p:nvSpPr>
          <p:spPr>
            <a:xfrm>
              <a:off x="4064700" y="2219250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24" y="0"/>
                  </a:moveTo>
                  <a:cubicBezTo>
                    <a:pt x="104" y="0"/>
                    <a:pt x="71" y="17"/>
                    <a:pt x="54" y="33"/>
                  </a:cubicBezTo>
                  <a:cubicBezTo>
                    <a:pt x="21" y="50"/>
                    <a:pt x="1" y="87"/>
                    <a:pt x="1" y="120"/>
                  </a:cubicBezTo>
                  <a:cubicBezTo>
                    <a:pt x="1" y="153"/>
                    <a:pt x="21" y="190"/>
                    <a:pt x="38" y="206"/>
                  </a:cubicBezTo>
                  <a:cubicBezTo>
                    <a:pt x="57" y="247"/>
                    <a:pt x="88" y="264"/>
                    <a:pt x="121" y="264"/>
                  </a:cubicBezTo>
                  <a:cubicBezTo>
                    <a:pt x="145" y="264"/>
                    <a:pt x="169" y="255"/>
                    <a:pt x="190" y="239"/>
                  </a:cubicBezTo>
                  <a:cubicBezTo>
                    <a:pt x="227" y="190"/>
                    <a:pt x="244" y="103"/>
                    <a:pt x="207" y="50"/>
                  </a:cubicBezTo>
                  <a:cubicBezTo>
                    <a:pt x="190" y="33"/>
                    <a:pt x="174" y="17"/>
                    <a:pt x="157" y="17"/>
                  </a:cubicBezTo>
                  <a:cubicBezTo>
                    <a:pt x="141" y="0"/>
                    <a:pt x="141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7" name="Google Shape;21417;p60"/>
            <p:cNvSpPr/>
            <p:nvPr/>
          </p:nvSpPr>
          <p:spPr>
            <a:xfrm>
              <a:off x="3867625" y="237715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39" y="0"/>
                  </a:moveTo>
                  <a:cubicBezTo>
                    <a:pt x="86" y="0"/>
                    <a:pt x="44" y="33"/>
                    <a:pt x="17" y="91"/>
                  </a:cubicBezTo>
                  <a:cubicBezTo>
                    <a:pt x="1" y="161"/>
                    <a:pt x="34" y="227"/>
                    <a:pt x="87" y="264"/>
                  </a:cubicBezTo>
                  <a:lnTo>
                    <a:pt x="137" y="264"/>
                  </a:lnTo>
                  <a:cubicBezTo>
                    <a:pt x="174" y="264"/>
                    <a:pt x="207" y="227"/>
                    <a:pt x="223" y="178"/>
                  </a:cubicBezTo>
                  <a:cubicBezTo>
                    <a:pt x="240" y="124"/>
                    <a:pt x="240" y="75"/>
                    <a:pt x="207" y="42"/>
                  </a:cubicBezTo>
                  <a:cubicBezTo>
                    <a:pt x="190" y="42"/>
                    <a:pt x="190" y="21"/>
                    <a:pt x="174" y="5"/>
                  </a:cubicBezTo>
                  <a:cubicBezTo>
                    <a:pt x="162" y="2"/>
                    <a:pt x="150" y="0"/>
                    <a:pt x="1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8" name="Google Shape;21418;p60"/>
            <p:cNvSpPr/>
            <p:nvPr/>
          </p:nvSpPr>
          <p:spPr>
            <a:xfrm>
              <a:off x="4054400" y="2186150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03" y="1"/>
                  </a:moveTo>
                  <a:cubicBezTo>
                    <a:pt x="37" y="17"/>
                    <a:pt x="0" y="87"/>
                    <a:pt x="0" y="157"/>
                  </a:cubicBezTo>
                  <a:cubicBezTo>
                    <a:pt x="21" y="190"/>
                    <a:pt x="21" y="223"/>
                    <a:pt x="54" y="240"/>
                  </a:cubicBezTo>
                  <a:cubicBezTo>
                    <a:pt x="66" y="255"/>
                    <a:pt x="86" y="267"/>
                    <a:pt x="110" y="267"/>
                  </a:cubicBezTo>
                  <a:cubicBezTo>
                    <a:pt x="120" y="267"/>
                    <a:pt x="130" y="265"/>
                    <a:pt x="140" y="261"/>
                  </a:cubicBezTo>
                  <a:cubicBezTo>
                    <a:pt x="190" y="261"/>
                    <a:pt x="243" y="190"/>
                    <a:pt x="227" y="120"/>
                  </a:cubicBezTo>
                  <a:cubicBezTo>
                    <a:pt x="227" y="87"/>
                    <a:pt x="206" y="54"/>
                    <a:pt x="173" y="34"/>
                  </a:cubicBezTo>
                  <a:cubicBezTo>
                    <a:pt x="173" y="17"/>
                    <a:pt x="157" y="17"/>
                    <a:pt x="157" y="17"/>
                  </a:cubicBezTo>
                  <a:cubicBezTo>
                    <a:pt x="140" y="1"/>
                    <a:pt x="12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9" name="Google Shape;21419;p60"/>
            <p:cNvSpPr/>
            <p:nvPr/>
          </p:nvSpPr>
          <p:spPr>
            <a:xfrm>
              <a:off x="4069025" y="227665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29" y="1"/>
                  </a:moveTo>
                  <a:cubicBezTo>
                    <a:pt x="81" y="1"/>
                    <a:pt x="31" y="33"/>
                    <a:pt x="17" y="91"/>
                  </a:cubicBezTo>
                  <a:cubicBezTo>
                    <a:pt x="1" y="145"/>
                    <a:pt x="17" y="227"/>
                    <a:pt x="87" y="248"/>
                  </a:cubicBezTo>
                  <a:cubicBezTo>
                    <a:pt x="104" y="265"/>
                    <a:pt x="120" y="265"/>
                    <a:pt x="137" y="265"/>
                  </a:cubicBezTo>
                  <a:cubicBezTo>
                    <a:pt x="174" y="265"/>
                    <a:pt x="207" y="227"/>
                    <a:pt x="223" y="178"/>
                  </a:cubicBezTo>
                  <a:cubicBezTo>
                    <a:pt x="240" y="124"/>
                    <a:pt x="223" y="75"/>
                    <a:pt x="207" y="42"/>
                  </a:cubicBezTo>
                  <a:cubicBezTo>
                    <a:pt x="190" y="21"/>
                    <a:pt x="174" y="21"/>
                    <a:pt x="157" y="5"/>
                  </a:cubicBezTo>
                  <a:cubicBezTo>
                    <a:pt x="148" y="2"/>
                    <a:pt x="139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0" name="Google Shape;21420;p60"/>
            <p:cNvSpPr/>
            <p:nvPr/>
          </p:nvSpPr>
          <p:spPr>
            <a:xfrm>
              <a:off x="4059550" y="231067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3" y="0"/>
                  </a:moveTo>
                  <a:cubicBezTo>
                    <a:pt x="54" y="0"/>
                    <a:pt x="0" y="70"/>
                    <a:pt x="21" y="140"/>
                  </a:cubicBezTo>
                  <a:cubicBezTo>
                    <a:pt x="21" y="190"/>
                    <a:pt x="37" y="227"/>
                    <a:pt x="70" y="243"/>
                  </a:cubicBezTo>
                  <a:cubicBezTo>
                    <a:pt x="87" y="260"/>
                    <a:pt x="124" y="260"/>
                    <a:pt x="141" y="260"/>
                  </a:cubicBezTo>
                  <a:cubicBezTo>
                    <a:pt x="174" y="243"/>
                    <a:pt x="190" y="227"/>
                    <a:pt x="207" y="206"/>
                  </a:cubicBezTo>
                  <a:cubicBezTo>
                    <a:pt x="227" y="173"/>
                    <a:pt x="244" y="140"/>
                    <a:pt x="227" y="103"/>
                  </a:cubicBezTo>
                  <a:cubicBezTo>
                    <a:pt x="227" y="70"/>
                    <a:pt x="207" y="37"/>
                    <a:pt x="190" y="21"/>
                  </a:cubicBezTo>
                  <a:cubicBezTo>
                    <a:pt x="174" y="21"/>
                    <a:pt x="174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1" name="Google Shape;21421;p60"/>
            <p:cNvSpPr/>
            <p:nvPr/>
          </p:nvSpPr>
          <p:spPr>
            <a:xfrm>
              <a:off x="3959050" y="2188575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12" y="0"/>
                  </a:moveTo>
                  <a:cubicBezTo>
                    <a:pt x="93" y="0"/>
                    <a:pt x="77" y="12"/>
                    <a:pt x="54" y="23"/>
                  </a:cubicBezTo>
                  <a:cubicBezTo>
                    <a:pt x="21" y="77"/>
                    <a:pt x="1" y="164"/>
                    <a:pt x="38" y="213"/>
                  </a:cubicBezTo>
                  <a:cubicBezTo>
                    <a:pt x="54" y="229"/>
                    <a:pt x="87" y="246"/>
                    <a:pt x="124" y="267"/>
                  </a:cubicBezTo>
                  <a:cubicBezTo>
                    <a:pt x="141" y="267"/>
                    <a:pt x="174" y="246"/>
                    <a:pt x="190" y="229"/>
                  </a:cubicBezTo>
                  <a:cubicBezTo>
                    <a:pt x="227" y="213"/>
                    <a:pt x="244" y="180"/>
                    <a:pt x="244" y="143"/>
                  </a:cubicBezTo>
                  <a:cubicBezTo>
                    <a:pt x="244" y="110"/>
                    <a:pt x="244" y="77"/>
                    <a:pt x="207" y="40"/>
                  </a:cubicBezTo>
                  <a:cubicBezTo>
                    <a:pt x="207" y="23"/>
                    <a:pt x="190" y="7"/>
                    <a:pt x="174" y="7"/>
                  </a:cubicBezTo>
                  <a:lnTo>
                    <a:pt x="141" y="7"/>
                  </a:lnTo>
                  <a:cubicBezTo>
                    <a:pt x="130" y="2"/>
                    <a:pt x="121" y="0"/>
                    <a:pt x="1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2" name="Google Shape;21422;p60"/>
            <p:cNvSpPr/>
            <p:nvPr/>
          </p:nvSpPr>
          <p:spPr>
            <a:xfrm>
              <a:off x="4077575" y="2212750"/>
              <a:ext cx="5700" cy="6700"/>
            </a:xfrm>
            <a:custGeom>
              <a:avLst/>
              <a:gdLst/>
              <a:ahLst/>
              <a:cxnLst/>
              <a:rect l="l" t="t" r="r" b="b"/>
              <a:pathLst>
                <a:path w="228" h="268" extrusionOk="0">
                  <a:moveTo>
                    <a:pt x="87" y="0"/>
                  </a:moveTo>
                  <a:cubicBezTo>
                    <a:pt x="71" y="21"/>
                    <a:pt x="38" y="38"/>
                    <a:pt x="22" y="54"/>
                  </a:cubicBezTo>
                  <a:cubicBezTo>
                    <a:pt x="1" y="87"/>
                    <a:pt x="1" y="124"/>
                    <a:pt x="1" y="157"/>
                  </a:cubicBezTo>
                  <a:cubicBezTo>
                    <a:pt x="1" y="190"/>
                    <a:pt x="22" y="227"/>
                    <a:pt x="38" y="244"/>
                  </a:cubicBezTo>
                  <a:cubicBezTo>
                    <a:pt x="61" y="255"/>
                    <a:pt x="85" y="267"/>
                    <a:pt x="104" y="267"/>
                  </a:cubicBezTo>
                  <a:cubicBezTo>
                    <a:pt x="111" y="267"/>
                    <a:pt x="119" y="265"/>
                    <a:pt x="125" y="260"/>
                  </a:cubicBezTo>
                  <a:cubicBezTo>
                    <a:pt x="191" y="260"/>
                    <a:pt x="228" y="190"/>
                    <a:pt x="228" y="124"/>
                  </a:cubicBezTo>
                  <a:cubicBezTo>
                    <a:pt x="207" y="87"/>
                    <a:pt x="191" y="54"/>
                    <a:pt x="174" y="38"/>
                  </a:cubicBezTo>
                  <a:cubicBezTo>
                    <a:pt x="174" y="21"/>
                    <a:pt x="158" y="21"/>
                    <a:pt x="158" y="21"/>
                  </a:cubicBezTo>
                  <a:cubicBezTo>
                    <a:pt x="125" y="0"/>
                    <a:pt x="104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3" name="Google Shape;21423;p60"/>
            <p:cNvSpPr/>
            <p:nvPr/>
          </p:nvSpPr>
          <p:spPr>
            <a:xfrm>
              <a:off x="4090475" y="2257900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03" y="0"/>
                  </a:moveTo>
                  <a:cubicBezTo>
                    <a:pt x="70" y="0"/>
                    <a:pt x="54" y="33"/>
                    <a:pt x="37" y="50"/>
                  </a:cubicBezTo>
                  <a:cubicBezTo>
                    <a:pt x="21" y="87"/>
                    <a:pt x="0" y="120"/>
                    <a:pt x="21" y="153"/>
                  </a:cubicBezTo>
                  <a:cubicBezTo>
                    <a:pt x="21" y="190"/>
                    <a:pt x="37" y="223"/>
                    <a:pt x="54" y="239"/>
                  </a:cubicBezTo>
                  <a:cubicBezTo>
                    <a:pt x="87" y="256"/>
                    <a:pt x="103" y="256"/>
                    <a:pt x="140" y="256"/>
                  </a:cubicBezTo>
                  <a:cubicBezTo>
                    <a:pt x="206" y="256"/>
                    <a:pt x="244" y="190"/>
                    <a:pt x="227" y="120"/>
                  </a:cubicBezTo>
                  <a:cubicBezTo>
                    <a:pt x="227" y="87"/>
                    <a:pt x="206" y="50"/>
                    <a:pt x="190" y="33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40" y="0"/>
                    <a:pt x="12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4" name="Google Shape;21424;p60"/>
            <p:cNvSpPr/>
            <p:nvPr/>
          </p:nvSpPr>
          <p:spPr>
            <a:xfrm>
              <a:off x="4092225" y="22113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0" y="1"/>
                  </a:moveTo>
                  <a:cubicBezTo>
                    <a:pt x="114" y="1"/>
                    <a:pt x="109" y="3"/>
                    <a:pt x="103" y="8"/>
                  </a:cubicBezTo>
                  <a:cubicBezTo>
                    <a:pt x="54" y="8"/>
                    <a:pt x="0" y="78"/>
                    <a:pt x="17" y="144"/>
                  </a:cubicBezTo>
                  <a:cubicBezTo>
                    <a:pt x="17" y="198"/>
                    <a:pt x="33" y="214"/>
                    <a:pt x="70" y="247"/>
                  </a:cubicBezTo>
                  <a:cubicBezTo>
                    <a:pt x="87" y="247"/>
                    <a:pt x="120" y="264"/>
                    <a:pt x="136" y="264"/>
                  </a:cubicBezTo>
                  <a:cubicBezTo>
                    <a:pt x="174" y="247"/>
                    <a:pt x="206" y="231"/>
                    <a:pt x="223" y="214"/>
                  </a:cubicBezTo>
                  <a:cubicBezTo>
                    <a:pt x="239" y="181"/>
                    <a:pt x="239" y="144"/>
                    <a:pt x="239" y="111"/>
                  </a:cubicBezTo>
                  <a:cubicBezTo>
                    <a:pt x="223" y="78"/>
                    <a:pt x="223" y="41"/>
                    <a:pt x="190" y="25"/>
                  </a:cubicBezTo>
                  <a:lnTo>
                    <a:pt x="174" y="8"/>
                  </a:lnTo>
                  <a:lnTo>
                    <a:pt x="157" y="8"/>
                  </a:lnTo>
                  <a:cubicBezTo>
                    <a:pt x="143" y="8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5" name="Google Shape;21425;p60"/>
            <p:cNvSpPr/>
            <p:nvPr/>
          </p:nvSpPr>
          <p:spPr>
            <a:xfrm>
              <a:off x="4084900" y="222790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22" y="0"/>
                  </a:moveTo>
                  <a:cubicBezTo>
                    <a:pt x="78" y="0"/>
                    <a:pt x="44" y="32"/>
                    <a:pt x="17" y="83"/>
                  </a:cubicBezTo>
                  <a:cubicBezTo>
                    <a:pt x="1" y="153"/>
                    <a:pt x="38" y="219"/>
                    <a:pt x="87" y="256"/>
                  </a:cubicBezTo>
                  <a:lnTo>
                    <a:pt x="141" y="256"/>
                  </a:lnTo>
                  <a:cubicBezTo>
                    <a:pt x="174" y="256"/>
                    <a:pt x="207" y="219"/>
                    <a:pt x="223" y="186"/>
                  </a:cubicBezTo>
                  <a:cubicBezTo>
                    <a:pt x="244" y="137"/>
                    <a:pt x="244" y="83"/>
                    <a:pt x="207" y="50"/>
                  </a:cubicBezTo>
                  <a:cubicBezTo>
                    <a:pt x="190" y="34"/>
                    <a:pt x="190" y="13"/>
                    <a:pt x="174" y="13"/>
                  </a:cubicBezTo>
                  <a:cubicBezTo>
                    <a:pt x="155" y="4"/>
                    <a:pt x="138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6" name="Google Shape;21426;p60"/>
            <p:cNvSpPr/>
            <p:nvPr/>
          </p:nvSpPr>
          <p:spPr>
            <a:xfrm>
              <a:off x="4072950" y="223172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3" y="0"/>
                  </a:moveTo>
                  <a:cubicBezTo>
                    <a:pt x="50" y="17"/>
                    <a:pt x="0" y="87"/>
                    <a:pt x="17" y="153"/>
                  </a:cubicBezTo>
                  <a:cubicBezTo>
                    <a:pt x="17" y="190"/>
                    <a:pt x="33" y="223"/>
                    <a:pt x="50" y="239"/>
                  </a:cubicBezTo>
                  <a:cubicBezTo>
                    <a:pt x="73" y="251"/>
                    <a:pt x="90" y="263"/>
                    <a:pt x="110" y="263"/>
                  </a:cubicBezTo>
                  <a:cubicBezTo>
                    <a:pt x="118" y="263"/>
                    <a:pt x="127" y="261"/>
                    <a:pt x="136" y="256"/>
                  </a:cubicBezTo>
                  <a:cubicBezTo>
                    <a:pt x="169" y="256"/>
                    <a:pt x="186" y="239"/>
                    <a:pt x="207" y="206"/>
                  </a:cubicBezTo>
                  <a:cubicBezTo>
                    <a:pt x="223" y="190"/>
                    <a:pt x="239" y="153"/>
                    <a:pt x="239" y="120"/>
                  </a:cubicBezTo>
                  <a:cubicBezTo>
                    <a:pt x="223" y="87"/>
                    <a:pt x="207" y="50"/>
                    <a:pt x="186" y="33"/>
                  </a:cubicBezTo>
                  <a:cubicBezTo>
                    <a:pt x="169" y="17"/>
                    <a:pt x="169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7" name="Google Shape;21427;p60"/>
            <p:cNvSpPr/>
            <p:nvPr/>
          </p:nvSpPr>
          <p:spPr>
            <a:xfrm>
              <a:off x="4096150" y="2242425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103" y="1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0" y="191"/>
                    <a:pt x="17" y="207"/>
                    <a:pt x="49" y="240"/>
                  </a:cubicBezTo>
                  <a:cubicBezTo>
                    <a:pt x="66" y="257"/>
                    <a:pt x="103" y="257"/>
                    <a:pt x="136" y="257"/>
                  </a:cubicBezTo>
                  <a:cubicBezTo>
                    <a:pt x="186" y="240"/>
                    <a:pt x="223" y="174"/>
                    <a:pt x="223" y="104"/>
                  </a:cubicBezTo>
                  <a:cubicBezTo>
                    <a:pt x="223" y="71"/>
                    <a:pt x="186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8" name="Google Shape;21428;p60"/>
            <p:cNvSpPr/>
            <p:nvPr/>
          </p:nvSpPr>
          <p:spPr>
            <a:xfrm>
              <a:off x="4081500" y="2195650"/>
              <a:ext cx="6425" cy="6775"/>
            </a:xfrm>
            <a:custGeom>
              <a:avLst/>
              <a:gdLst/>
              <a:ahLst/>
              <a:cxnLst/>
              <a:rect l="l" t="t" r="r" b="b"/>
              <a:pathLst>
                <a:path w="257" h="271" extrusionOk="0">
                  <a:moveTo>
                    <a:pt x="137" y="0"/>
                  </a:moveTo>
                  <a:cubicBezTo>
                    <a:pt x="120" y="0"/>
                    <a:pt x="87" y="17"/>
                    <a:pt x="71" y="33"/>
                  </a:cubicBezTo>
                  <a:cubicBezTo>
                    <a:pt x="17" y="87"/>
                    <a:pt x="1" y="153"/>
                    <a:pt x="50" y="223"/>
                  </a:cubicBezTo>
                  <a:cubicBezTo>
                    <a:pt x="72" y="252"/>
                    <a:pt x="104" y="271"/>
                    <a:pt x="137" y="271"/>
                  </a:cubicBezTo>
                  <a:cubicBezTo>
                    <a:pt x="160" y="271"/>
                    <a:pt x="185" y="261"/>
                    <a:pt x="207" y="239"/>
                  </a:cubicBezTo>
                  <a:cubicBezTo>
                    <a:pt x="256" y="190"/>
                    <a:pt x="256" y="103"/>
                    <a:pt x="223" y="50"/>
                  </a:cubicBezTo>
                  <a:cubicBezTo>
                    <a:pt x="207" y="33"/>
                    <a:pt x="190" y="17"/>
                    <a:pt x="174" y="17"/>
                  </a:cubicBezTo>
                  <a:cubicBezTo>
                    <a:pt x="174" y="17"/>
                    <a:pt x="153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429" name="Google Shape;21429;p60"/>
          <p:cNvSpPr/>
          <p:nvPr/>
        </p:nvSpPr>
        <p:spPr>
          <a:xfrm rot="5400000" flipH="1">
            <a:off x="6662939" y="4629379"/>
            <a:ext cx="420427" cy="461299"/>
          </a:xfrm>
          <a:custGeom>
            <a:avLst/>
            <a:gdLst/>
            <a:ahLst/>
            <a:cxnLst/>
            <a:rect l="l" t="t" r="r" b="b"/>
            <a:pathLst>
              <a:path w="2903" h="2718" extrusionOk="0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30" name="Google Shape;21430;p60"/>
          <p:cNvSpPr/>
          <p:nvPr/>
        </p:nvSpPr>
        <p:spPr>
          <a:xfrm rot="-3532039" flipH="1">
            <a:off x="465609" y="1200297"/>
            <a:ext cx="342801" cy="376148"/>
          </a:xfrm>
          <a:custGeom>
            <a:avLst/>
            <a:gdLst/>
            <a:ahLst/>
            <a:cxnLst/>
            <a:rect l="l" t="t" r="r" b="b"/>
            <a:pathLst>
              <a:path w="2903" h="2718" extrusionOk="0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0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1" name="Google Shape;21441;p62"/>
          <p:cNvSpPr/>
          <p:nvPr/>
        </p:nvSpPr>
        <p:spPr>
          <a:xfrm>
            <a:off x="4681410" y="3061950"/>
            <a:ext cx="881866" cy="762401"/>
          </a:xfrm>
          <a:custGeom>
            <a:avLst/>
            <a:gdLst/>
            <a:ahLst/>
            <a:cxnLst/>
            <a:rect l="l" t="t" r="r" b="b"/>
            <a:pathLst>
              <a:path w="71522" h="61833" extrusionOk="0">
                <a:moveTo>
                  <a:pt x="41457" y="1"/>
                </a:moveTo>
                <a:cubicBezTo>
                  <a:pt x="39546" y="1"/>
                  <a:pt x="37623" y="126"/>
                  <a:pt x="35716" y="369"/>
                </a:cubicBezTo>
                <a:cubicBezTo>
                  <a:pt x="24925" y="1737"/>
                  <a:pt x="14591" y="7421"/>
                  <a:pt x="8542" y="16570"/>
                </a:cubicBezTo>
                <a:cubicBezTo>
                  <a:pt x="2432" y="25841"/>
                  <a:pt x="1" y="40643"/>
                  <a:pt x="8177" y="49397"/>
                </a:cubicBezTo>
                <a:cubicBezTo>
                  <a:pt x="11369" y="52802"/>
                  <a:pt x="15503" y="55142"/>
                  <a:pt x="19758" y="57027"/>
                </a:cubicBezTo>
                <a:cubicBezTo>
                  <a:pt x="26118" y="59880"/>
                  <a:pt x="32944" y="61832"/>
                  <a:pt x="39921" y="61832"/>
                </a:cubicBezTo>
                <a:cubicBezTo>
                  <a:pt x="40080" y="61832"/>
                  <a:pt x="40238" y="61831"/>
                  <a:pt x="40397" y="61829"/>
                </a:cubicBezTo>
                <a:cubicBezTo>
                  <a:pt x="54622" y="61616"/>
                  <a:pt x="66537" y="51647"/>
                  <a:pt x="69668" y="37817"/>
                </a:cubicBezTo>
                <a:cubicBezTo>
                  <a:pt x="71522" y="29731"/>
                  <a:pt x="71248" y="16996"/>
                  <a:pt x="65838" y="10157"/>
                </a:cubicBezTo>
                <a:cubicBezTo>
                  <a:pt x="60267" y="3117"/>
                  <a:pt x="51003" y="1"/>
                  <a:pt x="4145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42" name="Google Shape;21442;p62"/>
          <p:cNvSpPr/>
          <p:nvPr/>
        </p:nvSpPr>
        <p:spPr>
          <a:xfrm>
            <a:off x="4681410" y="1900175"/>
            <a:ext cx="881866" cy="762401"/>
          </a:xfrm>
          <a:custGeom>
            <a:avLst/>
            <a:gdLst/>
            <a:ahLst/>
            <a:cxnLst/>
            <a:rect l="l" t="t" r="r" b="b"/>
            <a:pathLst>
              <a:path w="71522" h="61833" extrusionOk="0">
                <a:moveTo>
                  <a:pt x="41457" y="1"/>
                </a:moveTo>
                <a:cubicBezTo>
                  <a:pt x="39546" y="1"/>
                  <a:pt x="37623" y="126"/>
                  <a:pt x="35716" y="369"/>
                </a:cubicBezTo>
                <a:cubicBezTo>
                  <a:pt x="24925" y="1737"/>
                  <a:pt x="14591" y="7421"/>
                  <a:pt x="8542" y="16570"/>
                </a:cubicBezTo>
                <a:cubicBezTo>
                  <a:pt x="2432" y="25841"/>
                  <a:pt x="1" y="40643"/>
                  <a:pt x="8177" y="49397"/>
                </a:cubicBezTo>
                <a:cubicBezTo>
                  <a:pt x="11369" y="52802"/>
                  <a:pt x="15503" y="55142"/>
                  <a:pt x="19758" y="57027"/>
                </a:cubicBezTo>
                <a:cubicBezTo>
                  <a:pt x="26118" y="59880"/>
                  <a:pt x="32944" y="61832"/>
                  <a:pt x="39921" y="61832"/>
                </a:cubicBezTo>
                <a:cubicBezTo>
                  <a:pt x="40080" y="61832"/>
                  <a:pt x="40238" y="61831"/>
                  <a:pt x="40397" y="61829"/>
                </a:cubicBezTo>
                <a:cubicBezTo>
                  <a:pt x="54622" y="61616"/>
                  <a:pt x="66537" y="51647"/>
                  <a:pt x="69668" y="37817"/>
                </a:cubicBezTo>
                <a:cubicBezTo>
                  <a:pt x="71522" y="29731"/>
                  <a:pt x="71248" y="16996"/>
                  <a:pt x="65838" y="10157"/>
                </a:cubicBezTo>
                <a:cubicBezTo>
                  <a:pt x="60267" y="3117"/>
                  <a:pt x="51003" y="1"/>
                  <a:pt x="4145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43" name="Google Shape;21443;p62"/>
          <p:cNvSpPr/>
          <p:nvPr/>
        </p:nvSpPr>
        <p:spPr>
          <a:xfrm>
            <a:off x="1761848" y="3622950"/>
            <a:ext cx="881866" cy="762401"/>
          </a:xfrm>
          <a:custGeom>
            <a:avLst/>
            <a:gdLst/>
            <a:ahLst/>
            <a:cxnLst/>
            <a:rect l="l" t="t" r="r" b="b"/>
            <a:pathLst>
              <a:path w="71522" h="61833" extrusionOk="0">
                <a:moveTo>
                  <a:pt x="41457" y="1"/>
                </a:moveTo>
                <a:cubicBezTo>
                  <a:pt x="39546" y="1"/>
                  <a:pt x="37623" y="126"/>
                  <a:pt x="35716" y="369"/>
                </a:cubicBezTo>
                <a:cubicBezTo>
                  <a:pt x="24925" y="1737"/>
                  <a:pt x="14591" y="7421"/>
                  <a:pt x="8542" y="16570"/>
                </a:cubicBezTo>
                <a:cubicBezTo>
                  <a:pt x="2432" y="25841"/>
                  <a:pt x="1" y="40643"/>
                  <a:pt x="8177" y="49397"/>
                </a:cubicBezTo>
                <a:cubicBezTo>
                  <a:pt x="11369" y="52802"/>
                  <a:pt x="15503" y="55142"/>
                  <a:pt x="19758" y="57027"/>
                </a:cubicBezTo>
                <a:cubicBezTo>
                  <a:pt x="26118" y="59880"/>
                  <a:pt x="32944" y="61832"/>
                  <a:pt x="39921" y="61832"/>
                </a:cubicBezTo>
                <a:cubicBezTo>
                  <a:pt x="40080" y="61832"/>
                  <a:pt x="40238" y="61831"/>
                  <a:pt x="40397" y="61829"/>
                </a:cubicBezTo>
                <a:cubicBezTo>
                  <a:pt x="54622" y="61616"/>
                  <a:pt x="66537" y="51647"/>
                  <a:pt x="69668" y="37817"/>
                </a:cubicBezTo>
                <a:cubicBezTo>
                  <a:pt x="71522" y="29731"/>
                  <a:pt x="71248" y="16996"/>
                  <a:pt x="65838" y="10157"/>
                </a:cubicBezTo>
                <a:cubicBezTo>
                  <a:pt x="60267" y="3117"/>
                  <a:pt x="51003" y="1"/>
                  <a:pt x="4145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44" name="Google Shape;21444;p62"/>
          <p:cNvSpPr/>
          <p:nvPr/>
        </p:nvSpPr>
        <p:spPr>
          <a:xfrm>
            <a:off x="1761848" y="2407088"/>
            <a:ext cx="881866" cy="762401"/>
          </a:xfrm>
          <a:custGeom>
            <a:avLst/>
            <a:gdLst/>
            <a:ahLst/>
            <a:cxnLst/>
            <a:rect l="l" t="t" r="r" b="b"/>
            <a:pathLst>
              <a:path w="71522" h="61833" extrusionOk="0">
                <a:moveTo>
                  <a:pt x="41457" y="1"/>
                </a:moveTo>
                <a:cubicBezTo>
                  <a:pt x="39546" y="1"/>
                  <a:pt x="37623" y="126"/>
                  <a:pt x="35716" y="369"/>
                </a:cubicBezTo>
                <a:cubicBezTo>
                  <a:pt x="24925" y="1737"/>
                  <a:pt x="14591" y="7421"/>
                  <a:pt x="8542" y="16570"/>
                </a:cubicBezTo>
                <a:cubicBezTo>
                  <a:pt x="2432" y="25841"/>
                  <a:pt x="1" y="40643"/>
                  <a:pt x="8177" y="49397"/>
                </a:cubicBezTo>
                <a:cubicBezTo>
                  <a:pt x="11369" y="52802"/>
                  <a:pt x="15503" y="55142"/>
                  <a:pt x="19758" y="57027"/>
                </a:cubicBezTo>
                <a:cubicBezTo>
                  <a:pt x="26118" y="59880"/>
                  <a:pt x="32944" y="61832"/>
                  <a:pt x="39921" y="61832"/>
                </a:cubicBezTo>
                <a:cubicBezTo>
                  <a:pt x="40080" y="61832"/>
                  <a:pt x="40238" y="61831"/>
                  <a:pt x="40397" y="61829"/>
                </a:cubicBezTo>
                <a:cubicBezTo>
                  <a:pt x="54622" y="61616"/>
                  <a:pt x="66537" y="51647"/>
                  <a:pt x="69668" y="37817"/>
                </a:cubicBezTo>
                <a:cubicBezTo>
                  <a:pt x="71522" y="29731"/>
                  <a:pt x="71248" y="16996"/>
                  <a:pt x="65838" y="10157"/>
                </a:cubicBezTo>
                <a:cubicBezTo>
                  <a:pt x="60267" y="3117"/>
                  <a:pt x="51003" y="1"/>
                  <a:pt x="4145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45" name="Google Shape;21445;p62"/>
          <p:cNvSpPr/>
          <p:nvPr/>
        </p:nvSpPr>
        <p:spPr>
          <a:xfrm>
            <a:off x="1761848" y="1167850"/>
            <a:ext cx="881866" cy="762401"/>
          </a:xfrm>
          <a:custGeom>
            <a:avLst/>
            <a:gdLst/>
            <a:ahLst/>
            <a:cxnLst/>
            <a:rect l="l" t="t" r="r" b="b"/>
            <a:pathLst>
              <a:path w="71522" h="61833" extrusionOk="0">
                <a:moveTo>
                  <a:pt x="41457" y="1"/>
                </a:moveTo>
                <a:cubicBezTo>
                  <a:pt x="39546" y="1"/>
                  <a:pt x="37623" y="126"/>
                  <a:pt x="35716" y="369"/>
                </a:cubicBezTo>
                <a:cubicBezTo>
                  <a:pt x="24925" y="1737"/>
                  <a:pt x="14591" y="7421"/>
                  <a:pt x="8542" y="16570"/>
                </a:cubicBezTo>
                <a:cubicBezTo>
                  <a:pt x="2432" y="25841"/>
                  <a:pt x="1" y="40643"/>
                  <a:pt x="8177" y="49397"/>
                </a:cubicBezTo>
                <a:cubicBezTo>
                  <a:pt x="11369" y="52802"/>
                  <a:pt x="15503" y="55142"/>
                  <a:pt x="19758" y="57027"/>
                </a:cubicBezTo>
                <a:cubicBezTo>
                  <a:pt x="26118" y="59880"/>
                  <a:pt x="32944" y="61832"/>
                  <a:pt x="39921" y="61832"/>
                </a:cubicBezTo>
                <a:cubicBezTo>
                  <a:pt x="40080" y="61832"/>
                  <a:pt x="40238" y="61831"/>
                  <a:pt x="40397" y="61829"/>
                </a:cubicBezTo>
                <a:cubicBezTo>
                  <a:pt x="54622" y="61616"/>
                  <a:pt x="66537" y="51647"/>
                  <a:pt x="69668" y="37817"/>
                </a:cubicBezTo>
                <a:cubicBezTo>
                  <a:pt x="71522" y="29731"/>
                  <a:pt x="71248" y="16996"/>
                  <a:pt x="65838" y="10157"/>
                </a:cubicBezTo>
                <a:cubicBezTo>
                  <a:pt x="60267" y="3117"/>
                  <a:pt x="51003" y="1"/>
                  <a:pt x="4145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46" name="Google Shape;21446;p62"/>
          <p:cNvSpPr txBox="1">
            <a:spLocks noGrp="1"/>
          </p:cNvSpPr>
          <p:nvPr>
            <p:ph type="title" idx="19"/>
          </p:nvPr>
        </p:nvSpPr>
        <p:spPr>
          <a:xfrm>
            <a:off x="773800" y="539500"/>
            <a:ext cx="7596600" cy="2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1447" name="Google Shape;21447;p62"/>
          <p:cNvSpPr txBox="1">
            <a:spLocks noGrp="1"/>
          </p:cNvSpPr>
          <p:nvPr>
            <p:ph type="title" idx="13"/>
          </p:nvPr>
        </p:nvSpPr>
        <p:spPr>
          <a:xfrm>
            <a:off x="4719900" y="1930238"/>
            <a:ext cx="804900" cy="5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sp>
        <p:nvSpPr>
          <p:cNvPr id="21448" name="Google Shape;21448;p62"/>
          <p:cNvSpPr txBox="1">
            <a:spLocks noGrp="1"/>
          </p:cNvSpPr>
          <p:nvPr>
            <p:ph type="title" idx="14"/>
          </p:nvPr>
        </p:nvSpPr>
        <p:spPr>
          <a:xfrm>
            <a:off x="5710825" y="2216660"/>
            <a:ext cx="1790400" cy="61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450" name="Google Shape;21450;p62"/>
          <p:cNvSpPr txBox="1">
            <a:spLocks noGrp="1"/>
          </p:cNvSpPr>
          <p:nvPr>
            <p:ph type="title" idx="16"/>
          </p:nvPr>
        </p:nvSpPr>
        <p:spPr>
          <a:xfrm>
            <a:off x="4719900" y="3089088"/>
            <a:ext cx="804900" cy="5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1451" name="Google Shape;21451;p62"/>
          <p:cNvSpPr txBox="1">
            <a:spLocks noGrp="1"/>
          </p:cNvSpPr>
          <p:nvPr>
            <p:ph type="title" idx="17"/>
          </p:nvPr>
        </p:nvSpPr>
        <p:spPr>
          <a:xfrm>
            <a:off x="5710825" y="3439625"/>
            <a:ext cx="1790400" cy="61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452" name="Google Shape;21452;p62"/>
          <p:cNvSpPr txBox="1">
            <a:spLocks noGrp="1"/>
          </p:cNvSpPr>
          <p:nvPr>
            <p:ph type="title" idx="18"/>
          </p:nvPr>
        </p:nvSpPr>
        <p:spPr>
          <a:xfrm>
            <a:off x="5710825" y="3089100"/>
            <a:ext cx="2124300" cy="2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21453" name="Google Shape;21453;p62"/>
          <p:cNvSpPr txBox="1">
            <a:spLocks noGrp="1"/>
          </p:cNvSpPr>
          <p:nvPr>
            <p:ph type="title"/>
          </p:nvPr>
        </p:nvSpPr>
        <p:spPr>
          <a:xfrm>
            <a:off x="1795175" y="1200375"/>
            <a:ext cx="804900" cy="5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454" name="Google Shape;21454;p62"/>
          <p:cNvSpPr txBox="1">
            <a:spLocks noGrp="1"/>
          </p:cNvSpPr>
          <p:nvPr>
            <p:ph type="title" idx="2"/>
          </p:nvPr>
        </p:nvSpPr>
        <p:spPr>
          <a:xfrm>
            <a:off x="2783552" y="1550922"/>
            <a:ext cx="1790400" cy="61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455" name="Google Shape;21455;p62"/>
          <p:cNvSpPr txBox="1">
            <a:spLocks noGrp="1"/>
          </p:cNvSpPr>
          <p:nvPr>
            <p:ph type="title" idx="3"/>
          </p:nvPr>
        </p:nvSpPr>
        <p:spPr>
          <a:xfrm>
            <a:off x="2783552" y="1200375"/>
            <a:ext cx="2124300" cy="2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Cover PAGE</a:t>
            </a:r>
            <a:endParaRPr dirty="0"/>
          </a:p>
        </p:txBody>
      </p:sp>
      <p:sp>
        <p:nvSpPr>
          <p:cNvPr id="21456" name="Google Shape;21456;p62"/>
          <p:cNvSpPr txBox="1">
            <a:spLocks noGrp="1"/>
          </p:cNvSpPr>
          <p:nvPr>
            <p:ph type="title" idx="4"/>
          </p:nvPr>
        </p:nvSpPr>
        <p:spPr>
          <a:xfrm>
            <a:off x="1795175" y="2423350"/>
            <a:ext cx="804900" cy="5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21457" name="Google Shape;21457;p62"/>
          <p:cNvSpPr txBox="1">
            <a:spLocks noGrp="1"/>
          </p:cNvSpPr>
          <p:nvPr>
            <p:ph type="title" idx="5"/>
          </p:nvPr>
        </p:nvSpPr>
        <p:spPr>
          <a:xfrm>
            <a:off x="2783552" y="2773888"/>
            <a:ext cx="1790400" cy="61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Jan to Jun Sales</a:t>
            </a:r>
            <a:endParaRPr dirty="0"/>
          </a:p>
        </p:txBody>
      </p:sp>
      <p:sp>
        <p:nvSpPr>
          <p:cNvPr id="21458" name="Google Shape;21458;p62"/>
          <p:cNvSpPr txBox="1">
            <a:spLocks noGrp="1"/>
          </p:cNvSpPr>
          <p:nvPr>
            <p:ph type="title" idx="6"/>
          </p:nvPr>
        </p:nvSpPr>
        <p:spPr>
          <a:xfrm>
            <a:off x="2783552" y="2423350"/>
            <a:ext cx="2124300" cy="2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Revenue Analysis</a:t>
            </a:r>
            <a:endParaRPr dirty="0"/>
          </a:p>
        </p:txBody>
      </p:sp>
      <p:sp>
        <p:nvSpPr>
          <p:cNvPr id="21459" name="Google Shape;21459;p62"/>
          <p:cNvSpPr txBox="1">
            <a:spLocks noGrp="1"/>
          </p:cNvSpPr>
          <p:nvPr>
            <p:ph type="title" idx="7"/>
          </p:nvPr>
        </p:nvSpPr>
        <p:spPr>
          <a:xfrm>
            <a:off x="1795175" y="3646325"/>
            <a:ext cx="804900" cy="5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21460" name="Google Shape;21460;p62"/>
          <p:cNvSpPr txBox="1">
            <a:spLocks noGrp="1"/>
          </p:cNvSpPr>
          <p:nvPr>
            <p:ph type="title" idx="8"/>
          </p:nvPr>
        </p:nvSpPr>
        <p:spPr>
          <a:xfrm>
            <a:off x="2783552" y="3996872"/>
            <a:ext cx="1790400" cy="61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Store sales level</a:t>
            </a:r>
            <a:endParaRPr dirty="0"/>
          </a:p>
        </p:txBody>
      </p:sp>
      <p:sp>
        <p:nvSpPr>
          <p:cNvPr id="21461" name="Google Shape;21461;p62"/>
          <p:cNvSpPr txBox="1">
            <a:spLocks noGrp="1"/>
          </p:cNvSpPr>
          <p:nvPr>
            <p:ph type="title" idx="9"/>
          </p:nvPr>
        </p:nvSpPr>
        <p:spPr>
          <a:xfrm>
            <a:off x="2783552" y="3646325"/>
            <a:ext cx="2124300" cy="2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Sales Per store </a:t>
            </a:r>
            <a:endParaRPr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8A35761-8BBA-887F-2AC2-00035F22A427}"/>
              </a:ext>
            </a:extLst>
          </p:cNvPr>
          <p:cNvSpPr>
            <a:spLocks noGrp="1"/>
          </p:cNvSpPr>
          <p:nvPr>
            <p:ph type="title" idx="15"/>
          </p:nvPr>
        </p:nvSpPr>
        <p:spPr/>
        <p:txBody>
          <a:bodyPr/>
          <a:lstStyle/>
          <a:p>
            <a:r>
              <a:rPr lang="en-GB" dirty="0"/>
              <a:t>Time classification</a:t>
            </a:r>
            <a:endParaRPr lang="en-ZA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1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1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1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1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1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1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1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0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1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1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0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1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0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1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1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9000"/>
                            </p:stCondLst>
                            <p:childTnLst>
                              <p:par>
                                <p:cTn id="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1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21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84" name="Google Shape;21484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8675" y="810225"/>
            <a:ext cx="3017950" cy="3553824"/>
          </a:xfrm>
          <a:prstGeom prst="rect">
            <a:avLst/>
          </a:prstGeom>
          <a:noFill/>
          <a:ln>
            <a:noFill/>
          </a:ln>
        </p:spPr>
      </p:pic>
      <p:sp>
        <p:nvSpPr>
          <p:cNvPr id="21485" name="Google Shape;21485;p66"/>
          <p:cNvSpPr/>
          <p:nvPr/>
        </p:nvSpPr>
        <p:spPr>
          <a:xfrm>
            <a:off x="0" y="-29608"/>
            <a:ext cx="9144199" cy="5173108"/>
          </a:xfrm>
          <a:custGeom>
            <a:avLst/>
            <a:gdLst/>
            <a:ahLst/>
            <a:cxnLst/>
            <a:rect l="l" t="t" r="r" b="b"/>
            <a:pathLst>
              <a:path w="284866" h="161156" extrusionOk="0">
                <a:moveTo>
                  <a:pt x="79578" y="28470"/>
                </a:moveTo>
                <a:cubicBezTo>
                  <a:pt x="90374" y="28470"/>
                  <a:pt x="99881" y="31630"/>
                  <a:pt x="104166" y="38659"/>
                </a:cubicBezTo>
                <a:cubicBezTo>
                  <a:pt x="117456" y="60344"/>
                  <a:pt x="118567" y="73552"/>
                  <a:pt x="118650" y="100648"/>
                </a:cubicBezTo>
                <a:cubicBezTo>
                  <a:pt x="118650" y="120001"/>
                  <a:pt x="99847" y="126486"/>
                  <a:pt x="81063" y="126486"/>
                </a:cubicBezTo>
                <a:cubicBezTo>
                  <a:pt x="65740" y="126486"/>
                  <a:pt x="50429" y="122171"/>
                  <a:pt x="45345" y="117004"/>
                </a:cubicBezTo>
                <a:cubicBezTo>
                  <a:pt x="38659" y="110153"/>
                  <a:pt x="35058" y="102952"/>
                  <a:pt x="31458" y="93262"/>
                </a:cubicBezTo>
                <a:cubicBezTo>
                  <a:pt x="27960" y="84003"/>
                  <a:pt x="29236" y="62998"/>
                  <a:pt x="31890" y="54521"/>
                </a:cubicBezTo>
                <a:cubicBezTo>
                  <a:pt x="37054" y="38488"/>
                  <a:pt x="60357" y="28470"/>
                  <a:pt x="79578" y="28470"/>
                </a:cubicBezTo>
                <a:close/>
                <a:moveTo>
                  <a:pt x="0" y="1"/>
                </a:moveTo>
                <a:lnTo>
                  <a:pt x="0" y="161155"/>
                </a:lnTo>
                <a:lnTo>
                  <a:pt x="284866" y="161155"/>
                </a:lnTo>
                <a:lnTo>
                  <a:pt x="28486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86" name="Google Shape;21486;p66"/>
          <p:cNvSpPr/>
          <p:nvPr/>
        </p:nvSpPr>
        <p:spPr>
          <a:xfrm>
            <a:off x="5254075" y="1032737"/>
            <a:ext cx="1171275" cy="958326"/>
          </a:xfrm>
          <a:custGeom>
            <a:avLst/>
            <a:gdLst/>
            <a:ahLst/>
            <a:cxnLst/>
            <a:rect l="l" t="t" r="r" b="b"/>
            <a:pathLst>
              <a:path w="2442" h="1998" extrusionOk="0">
                <a:moveTo>
                  <a:pt x="1079" y="1"/>
                </a:moveTo>
                <a:cubicBezTo>
                  <a:pt x="952" y="1"/>
                  <a:pt x="821" y="27"/>
                  <a:pt x="689" y="85"/>
                </a:cubicBezTo>
                <a:cubicBezTo>
                  <a:pt x="207" y="274"/>
                  <a:pt x="1" y="703"/>
                  <a:pt x="1" y="1202"/>
                </a:cubicBezTo>
                <a:cubicBezTo>
                  <a:pt x="1" y="1425"/>
                  <a:pt x="17" y="1684"/>
                  <a:pt x="207" y="1837"/>
                </a:cubicBezTo>
                <a:cubicBezTo>
                  <a:pt x="354" y="1956"/>
                  <a:pt x="560" y="1997"/>
                  <a:pt x="754" y="1997"/>
                </a:cubicBezTo>
                <a:cubicBezTo>
                  <a:pt x="790" y="1997"/>
                  <a:pt x="824" y="1996"/>
                  <a:pt x="859" y="1994"/>
                </a:cubicBezTo>
                <a:cubicBezTo>
                  <a:pt x="1514" y="1961"/>
                  <a:pt x="2442" y="1528"/>
                  <a:pt x="2095" y="740"/>
                </a:cubicBezTo>
                <a:cubicBezTo>
                  <a:pt x="1910" y="312"/>
                  <a:pt x="1517" y="1"/>
                  <a:pt x="107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87" name="Google Shape;21487;p66"/>
          <p:cNvSpPr txBox="1">
            <a:spLocks noGrp="1"/>
          </p:cNvSpPr>
          <p:nvPr>
            <p:ph type="title"/>
          </p:nvPr>
        </p:nvSpPr>
        <p:spPr>
          <a:xfrm>
            <a:off x="5244158" y="3239535"/>
            <a:ext cx="3726374" cy="93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ZA" dirty="0"/>
              <a:t>Bright Coffee Shop Sales Analysis</a:t>
            </a:r>
            <a:endParaRPr dirty="0"/>
          </a:p>
        </p:txBody>
      </p:sp>
      <p:sp>
        <p:nvSpPr>
          <p:cNvPr id="21488" name="Google Shape;21488;p66"/>
          <p:cNvSpPr txBox="1">
            <a:spLocks noGrp="1"/>
          </p:cNvSpPr>
          <p:nvPr>
            <p:ph type="subTitle" idx="1"/>
          </p:nvPr>
        </p:nvSpPr>
        <p:spPr>
          <a:xfrm>
            <a:off x="113995" y="4014727"/>
            <a:ext cx="59473" cy="1116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21489" name="Google Shape;21489;p66"/>
          <p:cNvSpPr/>
          <p:nvPr/>
        </p:nvSpPr>
        <p:spPr>
          <a:xfrm rot="10800000" flipH="1">
            <a:off x="0" y="3203971"/>
            <a:ext cx="2453875" cy="1939529"/>
          </a:xfrm>
          <a:custGeom>
            <a:avLst/>
            <a:gdLst/>
            <a:ahLst/>
            <a:cxnLst/>
            <a:rect l="l" t="t" r="r" b="b"/>
            <a:pathLst>
              <a:path w="8279" h="7456" extrusionOk="0">
                <a:moveTo>
                  <a:pt x="0" y="1"/>
                </a:moveTo>
                <a:lnTo>
                  <a:pt x="0" y="7455"/>
                </a:lnTo>
                <a:cubicBezTo>
                  <a:pt x="186" y="6235"/>
                  <a:pt x="652" y="5117"/>
                  <a:pt x="1443" y="4379"/>
                </a:cubicBezTo>
                <a:cubicBezTo>
                  <a:pt x="1850" y="3996"/>
                  <a:pt x="2252" y="3845"/>
                  <a:pt x="2651" y="3845"/>
                </a:cubicBezTo>
                <a:cubicBezTo>
                  <a:pt x="3415" y="3845"/>
                  <a:pt x="4166" y="4394"/>
                  <a:pt x="4910" y="4911"/>
                </a:cubicBezTo>
                <a:cubicBezTo>
                  <a:pt x="5426" y="5274"/>
                  <a:pt x="6011" y="5600"/>
                  <a:pt x="6597" y="5703"/>
                </a:cubicBezTo>
                <a:cubicBezTo>
                  <a:pt x="6686" y="5720"/>
                  <a:pt x="6778" y="5729"/>
                  <a:pt x="6871" y="5729"/>
                </a:cubicBezTo>
                <a:cubicBezTo>
                  <a:pt x="7335" y="5729"/>
                  <a:pt x="7820" y="5505"/>
                  <a:pt x="8019" y="4948"/>
                </a:cubicBezTo>
                <a:cubicBezTo>
                  <a:pt x="8279" y="4190"/>
                  <a:pt x="7937" y="3365"/>
                  <a:pt x="7660" y="2730"/>
                </a:cubicBezTo>
                <a:cubicBezTo>
                  <a:pt x="7590" y="2578"/>
                  <a:pt x="6560" y="87"/>
                  <a:pt x="67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490" name="Google Shape;21490;p66"/>
          <p:cNvGrpSpPr/>
          <p:nvPr/>
        </p:nvGrpSpPr>
        <p:grpSpPr>
          <a:xfrm rot="-5400000" flipH="1">
            <a:off x="7903210" y="540476"/>
            <a:ext cx="1830221" cy="691747"/>
            <a:chOff x="3838450" y="2686475"/>
            <a:chExt cx="434175" cy="164100"/>
          </a:xfrm>
        </p:grpSpPr>
        <p:sp>
          <p:nvSpPr>
            <p:cNvPr id="21491" name="Google Shape;21491;p66"/>
            <p:cNvSpPr/>
            <p:nvPr/>
          </p:nvSpPr>
          <p:spPr>
            <a:xfrm>
              <a:off x="4133050" y="2834375"/>
              <a:ext cx="6400" cy="6225"/>
            </a:xfrm>
            <a:custGeom>
              <a:avLst/>
              <a:gdLst/>
              <a:ahLst/>
              <a:cxnLst/>
              <a:rect l="l" t="t" r="r" b="b"/>
              <a:pathLst>
                <a:path w="256" h="249" extrusionOk="0">
                  <a:moveTo>
                    <a:pt x="139" y="1"/>
                  </a:moveTo>
                  <a:cubicBezTo>
                    <a:pt x="124" y="1"/>
                    <a:pt x="111" y="5"/>
                    <a:pt x="103" y="13"/>
                  </a:cubicBezTo>
                  <a:cubicBezTo>
                    <a:pt x="33" y="30"/>
                    <a:pt x="0" y="100"/>
                    <a:pt x="17" y="166"/>
                  </a:cubicBezTo>
                  <a:cubicBezTo>
                    <a:pt x="33" y="203"/>
                    <a:pt x="49" y="236"/>
                    <a:pt x="70" y="236"/>
                  </a:cubicBezTo>
                  <a:cubicBezTo>
                    <a:pt x="87" y="244"/>
                    <a:pt x="103" y="248"/>
                    <a:pt x="118" y="248"/>
                  </a:cubicBezTo>
                  <a:cubicBezTo>
                    <a:pt x="132" y="248"/>
                    <a:pt x="144" y="244"/>
                    <a:pt x="153" y="236"/>
                  </a:cubicBezTo>
                  <a:cubicBezTo>
                    <a:pt x="223" y="219"/>
                    <a:pt x="256" y="149"/>
                    <a:pt x="239" y="79"/>
                  </a:cubicBezTo>
                  <a:cubicBezTo>
                    <a:pt x="239" y="63"/>
                    <a:pt x="223" y="30"/>
                    <a:pt x="206" y="30"/>
                  </a:cubicBezTo>
                  <a:cubicBezTo>
                    <a:pt x="206" y="13"/>
                    <a:pt x="190" y="13"/>
                    <a:pt x="190" y="13"/>
                  </a:cubicBezTo>
                  <a:cubicBezTo>
                    <a:pt x="171" y="5"/>
                    <a:pt x="154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2" name="Google Shape;21492;p66"/>
            <p:cNvSpPr/>
            <p:nvPr/>
          </p:nvSpPr>
          <p:spPr>
            <a:xfrm>
              <a:off x="4017075" y="2766450"/>
              <a:ext cx="6425" cy="6325"/>
            </a:xfrm>
            <a:custGeom>
              <a:avLst/>
              <a:gdLst/>
              <a:ahLst/>
              <a:cxnLst/>
              <a:rect l="l" t="t" r="r" b="b"/>
              <a:pathLst>
                <a:path w="257" h="253" extrusionOk="0">
                  <a:moveTo>
                    <a:pt x="135" y="1"/>
                  </a:moveTo>
                  <a:cubicBezTo>
                    <a:pt x="120" y="1"/>
                    <a:pt x="104" y="5"/>
                    <a:pt x="87" y="13"/>
                  </a:cubicBezTo>
                  <a:cubicBezTo>
                    <a:pt x="34" y="34"/>
                    <a:pt x="1" y="100"/>
                    <a:pt x="17" y="170"/>
                  </a:cubicBezTo>
                  <a:cubicBezTo>
                    <a:pt x="29" y="221"/>
                    <a:pt x="61" y="253"/>
                    <a:pt x="104" y="253"/>
                  </a:cubicBezTo>
                  <a:cubicBezTo>
                    <a:pt x="119" y="253"/>
                    <a:pt x="136" y="249"/>
                    <a:pt x="153" y="240"/>
                  </a:cubicBezTo>
                  <a:cubicBezTo>
                    <a:pt x="207" y="219"/>
                    <a:pt x="256" y="153"/>
                    <a:pt x="240" y="83"/>
                  </a:cubicBezTo>
                  <a:cubicBezTo>
                    <a:pt x="223" y="67"/>
                    <a:pt x="223" y="50"/>
                    <a:pt x="207" y="34"/>
                  </a:cubicBezTo>
                  <a:cubicBezTo>
                    <a:pt x="190" y="13"/>
                    <a:pt x="190" y="13"/>
                    <a:pt x="174" y="13"/>
                  </a:cubicBezTo>
                  <a:cubicBezTo>
                    <a:pt x="164" y="5"/>
                    <a:pt x="150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3" name="Google Shape;21493;p66"/>
            <p:cNvSpPr/>
            <p:nvPr/>
          </p:nvSpPr>
          <p:spPr>
            <a:xfrm>
              <a:off x="4014500" y="28149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7" y="0"/>
                  </a:moveTo>
                  <a:cubicBezTo>
                    <a:pt x="87" y="0"/>
                    <a:pt x="17" y="54"/>
                    <a:pt x="1" y="120"/>
                  </a:cubicBezTo>
                  <a:cubicBezTo>
                    <a:pt x="1" y="157"/>
                    <a:pt x="1" y="190"/>
                    <a:pt x="17" y="207"/>
                  </a:cubicBezTo>
                  <a:cubicBezTo>
                    <a:pt x="34" y="240"/>
                    <a:pt x="50" y="260"/>
                    <a:pt x="87" y="260"/>
                  </a:cubicBezTo>
                  <a:cubicBezTo>
                    <a:pt x="95" y="262"/>
                    <a:pt x="103" y="263"/>
                    <a:pt x="111" y="263"/>
                  </a:cubicBezTo>
                  <a:cubicBezTo>
                    <a:pt x="166" y="263"/>
                    <a:pt x="209" y="215"/>
                    <a:pt x="223" y="157"/>
                  </a:cubicBezTo>
                  <a:cubicBezTo>
                    <a:pt x="240" y="104"/>
                    <a:pt x="223" y="54"/>
                    <a:pt x="190" y="33"/>
                  </a:cubicBezTo>
                  <a:cubicBezTo>
                    <a:pt x="190" y="17"/>
                    <a:pt x="174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4" name="Google Shape;21494;p66"/>
            <p:cNvSpPr/>
            <p:nvPr/>
          </p:nvSpPr>
          <p:spPr>
            <a:xfrm>
              <a:off x="4004600" y="2842425"/>
              <a:ext cx="6025" cy="6500"/>
            </a:xfrm>
            <a:custGeom>
              <a:avLst/>
              <a:gdLst/>
              <a:ahLst/>
              <a:cxnLst/>
              <a:rect l="l" t="t" r="r" b="b"/>
              <a:pathLst>
                <a:path w="241" h="260" extrusionOk="0">
                  <a:moveTo>
                    <a:pt x="158" y="0"/>
                  </a:moveTo>
                  <a:cubicBezTo>
                    <a:pt x="137" y="0"/>
                    <a:pt x="104" y="0"/>
                    <a:pt x="87" y="17"/>
                  </a:cubicBezTo>
                  <a:cubicBezTo>
                    <a:pt x="54" y="33"/>
                    <a:pt x="17" y="66"/>
                    <a:pt x="17" y="120"/>
                  </a:cubicBezTo>
                  <a:cubicBezTo>
                    <a:pt x="1" y="153"/>
                    <a:pt x="17" y="190"/>
                    <a:pt x="34" y="206"/>
                  </a:cubicBezTo>
                  <a:cubicBezTo>
                    <a:pt x="34" y="239"/>
                    <a:pt x="71" y="256"/>
                    <a:pt x="104" y="256"/>
                  </a:cubicBezTo>
                  <a:cubicBezTo>
                    <a:pt x="111" y="258"/>
                    <a:pt x="118" y="259"/>
                    <a:pt x="125" y="259"/>
                  </a:cubicBezTo>
                  <a:cubicBezTo>
                    <a:pt x="170" y="259"/>
                    <a:pt x="209" y="214"/>
                    <a:pt x="224" y="153"/>
                  </a:cubicBezTo>
                  <a:lnTo>
                    <a:pt x="240" y="153"/>
                  </a:lnTo>
                  <a:cubicBezTo>
                    <a:pt x="240" y="103"/>
                    <a:pt x="224" y="50"/>
                    <a:pt x="207" y="33"/>
                  </a:cubicBezTo>
                  <a:cubicBezTo>
                    <a:pt x="191" y="17"/>
                    <a:pt x="174" y="17"/>
                    <a:pt x="1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5" name="Google Shape;21495;p66"/>
            <p:cNvSpPr/>
            <p:nvPr/>
          </p:nvSpPr>
          <p:spPr>
            <a:xfrm>
              <a:off x="4004200" y="2827775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36" y="1"/>
                  </a:moveTo>
                  <a:cubicBezTo>
                    <a:pt x="103" y="1"/>
                    <a:pt x="87" y="1"/>
                    <a:pt x="50" y="17"/>
                  </a:cubicBezTo>
                  <a:cubicBezTo>
                    <a:pt x="33" y="54"/>
                    <a:pt x="17" y="71"/>
                    <a:pt x="0" y="104"/>
                  </a:cubicBezTo>
                  <a:cubicBezTo>
                    <a:pt x="0" y="137"/>
                    <a:pt x="0" y="174"/>
                    <a:pt x="17" y="207"/>
                  </a:cubicBezTo>
                  <a:cubicBezTo>
                    <a:pt x="33" y="223"/>
                    <a:pt x="50" y="240"/>
                    <a:pt x="87" y="261"/>
                  </a:cubicBezTo>
                  <a:cubicBezTo>
                    <a:pt x="136" y="261"/>
                    <a:pt x="207" y="223"/>
                    <a:pt x="223" y="137"/>
                  </a:cubicBezTo>
                  <a:cubicBezTo>
                    <a:pt x="223" y="104"/>
                    <a:pt x="223" y="87"/>
                    <a:pt x="207" y="54"/>
                  </a:cubicBezTo>
                  <a:cubicBezTo>
                    <a:pt x="207" y="34"/>
                    <a:pt x="207" y="34"/>
                    <a:pt x="190" y="34"/>
                  </a:cubicBezTo>
                  <a:cubicBezTo>
                    <a:pt x="174" y="17"/>
                    <a:pt x="15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6" name="Google Shape;21496;p66"/>
            <p:cNvSpPr/>
            <p:nvPr/>
          </p:nvSpPr>
          <p:spPr>
            <a:xfrm>
              <a:off x="4007175" y="2781000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137" y="0"/>
                  </a:moveTo>
                  <a:cubicBezTo>
                    <a:pt x="121" y="0"/>
                    <a:pt x="88" y="0"/>
                    <a:pt x="55" y="17"/>
                  </a:cubicBezTo>
                  <a:cubicBezTo>
                    <a:pt x="34" y="49"/>
                    <a:pt x="17" y="70"/>
                    <a:pt x="1" y="103"/>
                  </a:cubicBezTo>
                  <a:cubicBezTo>
                    <a:pt x="1" y="136"/>
                    <a:pt x="1" y="173"/>
                    <a:pt x="17" y="206"/>
                  </a:cubicBezTo>
                  <a:cubicBezTo>
                    <a:pt x="34" y="223"/>
                    <a:pt x="55" y="239"/>
                    <a:pt x="88" y="256"/>
                  </a:cubicBezTo>
                  <a:cubicBezTo>
                    <a:pt x="137" y="256"/>
                    <a:pt x="207" y="223"/>
                    <a:pt x="224" y="136"/>
                  </a:cubicBezTo>
                  <a:cubicBezTo>
                    <a:pt x="224" y="103"/>
                    <a:pt x="224" y="87"/>
                    <a:pt x="207" y="49"/>
                  </a:cubicBezTo>
                  <a:cubicBezTo>
                    <a:pt x="207" y="33"/>
                    <a:pt x="207" y="33"/>
                    <a:pt x="191" y="33"/>
                  </a:cubicBezTo>
                  <a:cubicBezTo>
                    <a:pt x="174" y="17"/>
                    <a:pt x="158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7" name="Google Shape;21497;p66"/>
            <p:cNvSpPr/>
            <p:nvPr/>
          </p:nvSpPr>
          <p:spPr>
            <a:xfrm>
              <a:off x="4008950" y="2750325"/>
              <a:ext cx="6400" cy="6400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130" y="0"/>
                  </a:moveTo>
                  <a:cubicBezTo>
                    <a:pt x="99" y="0"/>
                    <a:pt x="70" y="12"/>
                    <a:pt x="50" y="40"/>
                  </a:cubicBezTo>
                  <a:cubicBezTo>
                    <a:pt x="0" y="110"/>
                    <a:pt x="0" y="180"/>
                    <a:pt x="50" y="229"/>
                  </a:cubicBezTo>
                  <a:cubicBezTo>
                    <a:pt x="66" y="246"/>
                    <a:pt x="93" y="255"/>
                    <a:pt x="120" y="255"/>
                  </a:cubicBezTo>
                  <a:cubicBezTo>
                    <a:pt x="152" y="255"/>
                    <a:pt x="186" y="242"/>
                    <a:pt x="206" y="213"/>
                  </a:cubicBezTo>
                  <a:cubicBezTo>
                    <a:pt x="256" y="163"/>
                    <a:pt x="256" y="77"/>
                    <a:pt x="206" y="23"/>
                  </a:cubicBezTo>
                  <a:cubicBezTo>
                    <a:pt x="182" y="8"/>
                    <a:pt x="155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8" name="Google Shape;21498;p66"/>
            <p:cNvSpPr/>
            <p:nvPr/>
          </p:nvSpPr>
          <p:spPr>
            <a:xfrm>
              <a:off x="4002025" y="27647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57" y="1"/>
                  </a:moveTo>
                  <a:cubicBezTo>
                    <a:pt x="87" y="1"/>
                    <a:pt x="17" y="50"/>
                    <a:pt x="17" y="120"/>
                  </a:cubicBezTo>
                  <a:cubicBezTo>
                    <a:pt x="1" y="153"/>
                    <a:pt x="1" y="186"/>
                    <a:pt x="17" y="207"/>
                  </a:cubicBezTo>
                  <a:cubicBezTo>
                    <a:pt x="34" y="240"/>
                    <a:pt x="71" y="256"/>
                    <a:pt x="87" y="256"/>
                  </a:cubicBezTo>
                  <a:cubicBezTo>
                    <a:pt x="97" y="258"/>
                    <a:pt x="105" y="259"/>
                    <a:pt x="114" y="259"/>
                  </a:cubicBezTo>
                  <a:cubicBezTo>
                    <a:pt x="170" y="259"/>
                    <a:pt x="209" y="214"/>
                    <a:pt x="223" y="153"/>
                  </a:cubicBezTo>
                  <a:cubicBezTo>
                    <a:pt x="240" y="120"/>
                    <a:pt x="240" y="83"/>
                    <a:pt x="223" y="50"/>
                  </a:cubicBezTo>
                  <a:cubicBezTo>
                    <a:pt x="207" y="50"/>
                    <a:pt x="207" y="34"/>
                    <a:pt x="207" y="34"/>
                  </a:cubicBezTo>
                  <a:cubicBezTo>
                    <a:pt x="190" y="17"/>
                    <a:pt x="174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9" name="Google Shape;21499;p66"/>
            <p:cNvSpPr/>
            <p:nvPr/>
          </p:nvSpPr>
          <p:spPr>
            <a:xfrm>
              <a:off x="4050175" y="2839050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34" y="0"/>
                  </a:moveTo>
                  <a:cubicBezTo>
                    <a:pt x="120" y="0"/>
                    <a:pt x="103" y="5"/>
                    <a:pt x="87" y="16"/>
                  </a:cubicBezTo>
                  <a:cubicBezTo>
                    <a:pt x="50" y="16"/>
                    <a:pt x="33" y="49"/>
                    <a:pt x="17" y="82"/>
                  </a:cubicBezTo>
                  <a:cubicBezTo>
                    <a:pt x="0" y="98"/>
                    <a:pt x="0" y="135"/>
                    <a:pt x="0" y="168"/>
                  </a:cubicBezTo>
                  <a:cubicBezTo>
                    <a:pt x="14" y="226"/>
                    <a:pt x="64" y="259"/>
                    <a:pt x="119" y="259"/>
                  </a:cubicBezTo>
                  <a:cubicBezTo>
                    <a:pt x="130" y="259"/>
                    <a:pt x="142" y="258"/>
                    <a:pt x="153" y="255"/>
                  </a:cubicBezTo>
                  <a:cubicBezTo>
                    <a:pt x="206" y="222"/>
                    <a:pt x="239" y="152"/>
                    <a:pt x="223" y="82"/>
                  </a:cubicBezTo>
                  <a:cubicBezTo>
                    <a:pt x="223" y="65"/>
                    <a:pt x="206" y="49"/>
                    <a:pt x="190" y="32"/>
                  </a:cubicBezTo>
                  <a:cubicBezTo>
                    <a:pt x="190" y="16"/>
                    <a:pt x="190" y="16"/>
                    <a:pt x="169" y="16"/>
                  </a:cubicBezTo>
                  <a:cubicBezTo>
                    <a:pt x="161" y="5"/>
                    <a:pt x="149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0" name="Google Shape;21500;p66"/>
            <p:cNvSpPr/>
            <p:nvPr/>
          </p:nvSpPr>
          <p:spPr>
            <a:xfrm>
              <a:off x="4021825" y="2784725"/>
              <a:ext cx="6000" cy="6350"/>
            </a:xfrm>
            <a:custGeom>
              <a:avLst/>
              <a:gdLst/>
              <a:ahLst/>
              <a:cxnLst/>
              <a:rect l="l" t="t" r="r" b="b"/>
              <a:pathLst>
                <a:path w="240" h="254" extrusionOk="0">
                  <a:moveTo>
                    <a:pt x="128" y="1"/>
                  </a:moveTo>
                  <a:cubicBezTo>
                    <a:pt x="71" y="1"/>
                    <a:pt x="17" y="49"/>
                    <a:pt x="17" y="107"/>
                  </a:cubicBezTo>
                  <a:cubicBezTo>
                    <a:pt x="0" y="144"/>
                    <a:pt x="0" y="177"/>
                    <a:pt x="33" y="210"/>
                  </a:cubicBezTo>
                  <a:cubicBezTo>
                    <a:pt x="33" y="230"/>
                    <a:pt x="66" y="247"/>
                    <a:pt x="87" y="247"/>
                  </a:cubicBezTo>
                  <a:cubicBezTo>
                    <a:pt x="97" y="252"/>
                    <a:pt x="106" y="254"/>
                    <a:pt x="116" y="254"/>
                  </a:cubicBezTo>
                  <a:cubicBezTo>
                    <a:pt x="138" y="254"/>
                    <a:pt x="158" y="242"/>
                    <a:pt x="169" y="230"/>
                  </a:cubicBezTo>
                  <a:cubicBezTo>
                    <a:pt x="207" y="210"/>
                    <a:pt x="223" y="177"/>
                    <a:pt x="223" y="144"/>
                  </a:cubicBezTo>
                  <a:cubicBezTo>
                    <a:pt x="240" y="107"/>
                    <a:pt x="223" y="74"/>
                    <a:pt x="223" y="41"/>
                  </a:cubicBezTo>
                  <a:cubicBezTo>
                    <a:pt x="207" y="41"/>
                    <a:pt x="207" y="24"/>
                    <a:pt x="207" y="24"/>
                  </a:cubicBezTo>
                  <a:cubicBezTo>
                    <a:pt x="190" y="24"/>
                    <a:pt x="190" y="24"/>
                    <a:pt x="190" y="4"/>
                  </a:cubicBezTo>
                  <a:lnTo>
                    <a:pt x="153" y="4"/>
                  </a:lnTo>
                  <a:cubicBezTo>
                    <a:pt x="145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1" name="Google Shape;21501;p66"/>
            <p:cNvSpPr/>
            <p:nvPr/>
          </p:nvSpPr>
          <p:spPr>
            <a:xfrm>
              <a:off x="4049750" y="2787925"/>
              <a:ext cx="6425" cy="6300"/>
            </a:xfrm>
            <a:custGeom>
              <a:avLst/>
              <a:gdLst/>
              <a:ahLst/>
              <a:cxnLst/>
              <a:rect l="l" t="t" r="r" b="b"/>
              <a:pathLst>
                <a:path w="257" h="252" extrusionOk="0">
                  <a:moveTo>
                    <a:pt x="136" y="1"/>
                  </a:moveTo>
                  <a:cubicBezTo>
                    <a:pt x="102" y="1"/>
                    <a:pt x="70" y="20"/>
                    <a:pt x="50" y="49"/>
                  </a:cubicBezTo>
                  <a:cubicBezTo>
                    <a:pt x="1" y="102"/>
                    <a:pt x="1" y="185"/>
                    <a:pt x="50" y="222"/>
                  </a:cubicBezTo>
                  <a:cubicBezTo>
                    <a:pt x="64" y="243"/>
                    <a:pt x="84" y="252"/>
                    <a:pt x="107" y="252"/>
                  </a:cubicBezTo>
                  <a:cubicBezTo>
                    <a:pt x="139" y="252"/>
                    <a:pt x="176" y="234"/>
                    <a:pt x="207" y="205"/>
                  </a:cubicBezTo>
                  <a:cubicBezTo>
                    <a:pt x="256" y="152"/>
                    <a:pt x="240" y="65"/>
                    <a:pt x="207" y="32"/>
                  </a:cubicBezTo>
                  <a:cubicBezTo>
                    <a:pt x="185" y="10"/>
                    <a:pt x="160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2" name="Google Shape;21502;p66"/>
            <p:cNvSpPr/>
            <p:nvPr/>
          </p:nvSpPr>
          <p:spPr>
            <a:xfrm>
              <a:off x="4047600" y="27713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28" y="1"/>
                  </a:moveTo>
                  <a:cubicBezTo>
                    <a:pt x="97" y="1"/>
                    <a:pt x="63" y="14"/>
                    <a:pt x="33" y="44"/>
                  </a:cubicBezTo>
                  <a:cubicBezTo>
                    <a:pt x="0" y="110"/>
                    <a:pt x="0" y="180"/>
                    <a:pt x="33" y="229"/>
                  </a:cubicBezTo>
                  <a:cubicBezTo>
                    <a:pt x="57" y="246"/>
                    <a:pt x="84" y="255"/>
                    <a:pt x="111" y="255"/>
                  </a:cubicBezTo>
                  <a:cubicBezTo>
                    <a:pt x="144" y="255"/>
                    <a:pt x="177" y="242"/>
                    <a:pt x="206" y="213"/>
                  </a:cubicBezTo>
                  <a:cubicBezTo>
                    <a:pt x="239" y="147"/>
                    <a:pt x="239" y="77"/>
                    <a:pt x="190" y="23"/>
                  </a:cubicBezTo>
                  <a:cubicBezTo>
                    <a:pt x="173" y="9"/>
                    <a:pt x="152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3" name="Google Shape;21503;p66"/>
            <p:cNvSpPr/>
            <p:nvPr/>
          </p:nvSpPr>
          <p:spPr>
            <a:xfrm>
              <a:off x="4018825" y="28303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4" y="1"/>
                  </a:moveTo>
                  <a:cubicBezTo>
                    <a:pt x="34" y="34"/>
                    <a:pt x="1" y="104"/>
                    <a:pt x="17" y="174"/>
                  </a:cubicBezTo>
                  <a:cubicBezTo>
                    <a:pt x="17" y="207"/>
                    <a:pt x="34" y="224"/>
                    <a:pt x="67" y="240"/>
                  </a:cubicBezTo>
                  <a:cubicBezTo>
                    <a:pt x="85" y="250"/>
                    <a:pt x="99" y="255"/>
                    <a:pt x="112" y="255"/>
                  </a:cubicBezTo>
                  <a:cubicBezTo>
                    <a:pt x="125" y="255"/>
                    <a:pt x="137" y="250"/>
                    <a:pt x="153" y="240"/>
                  </a:cubicBezTo>
                  <a:cubicBezTo>
                    <a:pt x="186" y="240"/>
                    <a:pt x="207" y="207"/>
                    <a:pt x="223" y="174"/>
                  </a:cubicBezTo>
                  <a:cubicBezTo>
                    <a:pt x="240" y="158"/>
                    <a:pt x="240" y="104"/>
                    <a:pt x="240" y="87"/>
                  </a:cubicBezTo>
                  <a:cubicBezTo>
                    <a:pt x="223" y="54"/>
                    <a:pt x="223" y="34"/>
                    <a:pt x="207" y="34"/>
                  </a:cubicBezTo>
                  <a:lnTo>
                    <a:pt x="186" y="17"/>
                  </a:lnTo>
                  <a:cubicBezTo>
                    <a:pt x="153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4" name="Google Shape;21504;p66"/>
            <p:cNvSpPr/>
            <p:nvPr/>
          </p:nvSpPr>
          <p:spPr>
            <a:xfrm>
              <a:off x="4022650" y="2802125"/>
              <a:ext cx="6000" cy="6275"/>
            </a:xfrm>
            <a:custGeom>
              <a:avLst/>
              <a:gdLst/>
              <a:ahLst/>
              <a:cxnLst/>
              <a:rect l="l" t="t" r="r" b="b"/>
              <a:pathLst>
                <a:path w="240" h="251" extrusionOk="0">
                  <a:moveTo>
                    <a:pt x="136" y="0"/>
                  </a:moveTo>
                  <a:cubicBezTo>
                    <a:pt x="121" y="0"/>
                    <a:pt x="103" y="4"/>
                    <a:pt x="87" y="13"/>
                  </a:cubicBezTo>
                  <a:cubicBezTo>
                    <a:pt x="54" y="13"/>
                    <a:pt x="33" y="50"/>
                    <a:pt x="17" y="66"/>
                  </a:cubicBezTo>
                  <a:cubicBezTo>
                    <a:pt x="0" y="99"/>
                    <a:pt x="0" y="132"/>
                    <a:pt x="17" y="169"/>
                  </a:cubicBezTo>
                  <a:cubicBezTo>
                    <a:pt x="17" y="202"/>
                    <a:pt x="33" y="219"/>
                    <a:pt x="70" y="235"/>
                  </a:cubicBezTo>
                  <a:cubicBezTo>
                    <a:pt x="79" y="246"/>
                    <a:pt x="91" y="251"/>
                    <a:pt x="106" y="251"/>
                  </a:cubicBezTo>
                  <a:cubicBezTo>
                    <a:pt x="121" y="251"/>
                    <a:pt x="138" y="246"/>
                    <a:pt x="157" y="235"/>
                  </a:cubicBezTo>
                  <a:cubicBezTo>
                    <a:pt x="207" y="219"/>
                    <a:pt x="240" y="153"/>
                    <a:pt x="223" y="83"/>
                  </a:cubicBezTo>
                  <a:cubicBezTo>
                    <a:pt x="223" y="50"/>
                    <a:pt x="207" y="29"/>
                    <a:pt x="207" y="29"/>
                  </a:cubicBezTo>
                  <a:cubicBezTo>
                    <a:pt x="190" y="13"/>
                    <a:pt x="190" y="13"/>
                    <a:pt x="174" y="13"/>
                  </a:cubicBezTo>
                  <a:cubicBezTo>
                    <a:pt x="165" y="4"/>
                    <a:pt x="152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5" name="Google Shape;21505;p66"/>
            <p:cNvSpPr/>
            <p:nvPr/>
          </p:nvSpPr>
          <p:spPr>
            <a:xfrm>
              <a:off x="4045850" y="281932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36" y="1"/>
                  </a:moveTo>
                  <a:cubicBezTo>
                    <a:pt x="121" y="1"/>
                    <a:pt x="103" y="5"/>
                    <a:pt x="87" y="13"/>
                  </a:cubicBezTo>
                  <a:cubicBezTo>
                    <a:pt x="33" y="46"/>
                    <a:pt x="0" y="116"/>
                    <a:pt x="17" y="186"/>
                  </a:cubicBezTo>
                  <a:cubicBezTo>
                    <a:pt x="17" y="219"/>
                    <a:pt x="33" y="236"/>
                    <a:pt x="70" y="252"/>
                  </a:cubicBezTo>
                  <a:cubicBezTo>
                    <a:pt x="78" y="260"/>
                    <a:pt x="91" y="265"/>
                    <a:pt x="106" y="265"/>
                  </a:cubicBezTo>
                  <a:cubicBezTo>
                    <a:pt x="121" y="265"/>
                    <a:pt x="138" y="260"/>
                    <a:pt x="157" y="252"/>
                  </a:cubicBezTo>
                  <a:cubicBezTo>
                    <a:pt x="206" y="236"/>
                    <a:pt x="239" y="149"/>
                    <a:pt x="239" y="83"/>
                  </a:cubicBezTo>
                  <a:cubicBezTo>
                    <a:pt x="223" y="63"/>
                    <a:pt x="223" y="46"/>
                    <a:pt x="206" y="30"/>
                  </a:cubicBezTo>
                  <a:cubicBezTo>
                    <a:pt x="190" y="30"/>
                    <a:pt x="190" y="30"/>
                    <a:pt x="173" y="13"/>
                  </a:cubicBezTo>
                  <a:cubicBezTo>
                    <a:pt x="165" y="5"/>
                    <a:pt x="152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6" name="Google Shape;21506;p66"/>
            <p:cNvSpPr/>
            <p:nvPr/>
          </p:nvSpPr>
          <p:spPr>
            <a:xfrm>
              <a:off x="4054900" y="27421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8" y="0"/>
                  </a:moveTo>
                  <a:cubicBezTo>
                    <a:pt x="95" y="0"/>
                    <a:pt x="61" y="13"/>
                    <a:pt x="34" y="40"/>
                  </a:cubicBezTo>
                  <a:cubicBezTo>
                    <a:pt x="17" y="56"/>
                    <a:pt x="17" y="77"/>
                    <a:pt x="17" y="94"/>
                  </a:cubicBezTo>
                  <a:cubicBezTo>
                    <a:pt x="1" y="143"/>
                    <a:pt x="17" y="197"/>
                    <a:pt x="34" y="230"/>
                  </a:cubicBezTo>
                  <a:cubicBezTo>
                    <a:pt x="53" y="249"/>
                    <a:pt x="80" y="257"/>
                    <a:pt x="105" y="257"/>
                  </a:cubicBezTo>
                  <a:cubicBezTo>
                    <a:pt x="123" y="257"/>
                    <a:pt x="140" y="253"/>
                    <a:pt x="153" y="246"/>
                  </a:cubicBezTo>
                  <a:cubicBezTo>
                    <a:pt x="170" y="230"/>
                    <a:pt x="186" y="230"/>
                    <a:pt x="207" y="213"/>
                  </a:cubicBezTo>
                  <a:cubicBezTo>
                    <a:pt x="240" y="143"/>
                    <a:pt x="240" y="77"/>
                    <a:pt x="207" y="23"/>
                  </a:cubicBezTo>
                  <a:cubicBezTo>
                    <a:pt x="183" y="9"/>
                    <a:pt x="155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7" name="Google Shape;21507;p66"/>
            <p:cNvSpPr/>
            <p:nvPr/>
          </p:nvSpPr>
          <p:spPr>
            <a:xfrm>
              <a:off x="4118400" y="27715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57" y="1"/>
                  </a:moveTo>
                  <a:cubicBezTo>
                    <a:pt x="87" y="1"/>
                    <a:pt x="38" y="54"/>
                    <a:pt x="17" y="120"/>
                  </a:cubicBezTo>
                  <a:cubicBezTo>
                    <a:pt x="1" y="157"/>
                    <a:pt x="17" y="190"/>
                    <a:pt x="38" y="207"/>
                  </a:cubicBezTo>
                  <a:cubicBezTo>
                    <a:pt x="38" y="244"/>
                    <a:pt x="71" y="260"/>
                    <a:pt x="104" y="260"/>
                  </a:cubicBezTo>
                  <a:cubicBezTo>
                    <a:pt x="120" y="260"/>
                    <a:pt x="157" y="260"/>
                    <a:pt x="190" y="244"/>
                  </a:cubicBezTo>
                  <a:cubicBezTo>
                    <a:pt x="207" y="223"/>
                    <a:pt x="223" y="190"/>
                    <a:pt x="244" y="157"/>
                  </a:cubicBezTo>
                  <a:cubicBezTo>
                    <a:pt x="244" y="120"/>
                    <a:pt x="244" y="87"/>
                    <a:pt x="223" y="54"/>
                  </a:cubicBezTo>
                  <a:lnTo>
                    <a:pt x="207" y="38"/>
                  </a:lnTo>
                  <a:cubicBezTo>
                    <a:pt x="190" y="17"/>
                    <a:pt x="174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8" name="Google Shape;21508;p66"/>
            <p:cNvSpPr/>
            <p:nvPr/>
          </p:nvSpPr>
          <p:spPr>
            <a:xfrm>
              <a:off x="4127050" y="2817075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137" y="0"/>
                  </a:moveTo>
                  <a:cubicBezTo>
                    <a:pt x="120" y="0"/>
                    <a:pt x="83" y="0"/>
                    <a:pt x="67" y="17"/>
                  </a:cubicBezTo>
                  <a:cubicBezTo>
                    <a:pt x="34" y="33"/>
                    <a:pt x="17" y="70"/>
                    <a:pt x="1" y="103"/>
                  </a:cubicBezTo>
                  <a:cubicBezTo>
                    <a:pt x="1" y="136"/>
                    <a:pt x="1" y="173"/>
                    <a:pt x="17" y="206"/>
                  </a:cubicBezTo>
                  <a:cubicBezTo>
                    <a:pt x="34" y="223"/>
                    <a:pt x="50" y="239"/>
                    <a:pt x="83" y="256"/>
                  </a:cubicBezTo>
                  <a:cubicBezTo>
                    <a:pt x="137" y="256"/>
                    <a:pt x="186" y="223"/>
                    <a:pt x="224" y="153"/>
                  </a:cubicBezTo>
                  <a:lnTo>
                    <a:pt x="224" y="136"/>
                  </a:lnTo>
                  <a:cubicBezTo>
                    <a:pt x="224" y="103"/>
                    <a:pt x="224" y="50"/>
                    <a:pt x="186" y="33"/>
                  </a:cubicBezTo>
                  <a:cubicBezTo>
                    <a:pt x="170" y="17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9" name="Google Shape;21509;p66"/>
            <p:cNvSpPr/>
            <p:nvPr/>
          </p:nvSpPr>
          <p:spPr>
            <a:xfrm>
              <a:off x="4129125" y="270925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57" y="0"/>
                  </a:moveTo>
                  <a:cubicBezTo>
                    <a:pt x="87" y="0"/>
                    <a:pt x="37" y="33"/>
                    <a:pt x="21" y="104"/>
                  </a:cubicBezTo>
                  <a:cubicBezTo>
                    <a:pt x="0" y="137"/>
                    <a:pt x="21" y="174"/>
                    <a:pt x="37" y="207"/>
                  </a:cubicBezTo>
                  <a:cubicBezTo>
                    <a:pt x="37" y="240"/>
                    <a:pt x="70" y="260"/>
                    <a:pt x="103" y="260"/>
                  </a:cubicBezTo>
                  <a:cubicBezTo>
                    <a:pt x="157" y="260"/>
                    <a:pt x="227" y="223"/>
                    <a:pt x="244" y="157"/>
                  </a:cubicBezTo>
                  <a:cubicBezTo>
                    <a:pt x="244" y="120"/>
                    <a:pt x="244" y="87"/>
                    <a:pt x="227" y="54"/>
                  </a:cubicBezTo>
                  <a:lnTo>
                    <a:pt x="206" y="33"/>
                  </a:lnTo>
                  <a:cubicBezTo>
                    <a:pt x="190" y="17"/>
                    <a:pt x="174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0" name="Google Shape;21510;p66"/>
            <p:cNvSpPr/>
            <p:nvPr/>
          </p:nvSpPr>
          <p:spPr>
            <a:xfrm>
              <a:off x="4130875" y="2724800"/>
              <a:ext cx="6525" cy="6525"/>
            </a:xfrm>
            <a:custGeom>
              <a:avLst/>
              <a:gdLst/>
              <a:ahLst/>
              <a:cxnLst/>
              <a:rect l="l" t="t" r="r" b="b"/>
              <a:pathLst>
                <a:path w="261" h="261" extrusionOk="0">
                  <a:moveTo>
                    <a:pt x="146" y="0"/>
                  </a:moveTo>
                  <a:cubicBezTo>
                    <a:pt x="111" y="0"/>
                    <a:pt x="73" y="19"/>
                    <a:pt x="54" y="51"/>
                  </a:cubicBezTo>
                  <a:cubicBezTo>
                    <a:pt x="0" y="100"/>
                    <a:pt x="0" y="187"/>
                    <a:pt x="54" y="236"/>
                  </a:cubicBezTo>
                  <a:cubicBezTo>
                    <a:pt x="75" y="252"/>
                    <a:pt x="99" y="261"/>
                    <a:pt x="123" y="261"/>
                  </a:cubicBezTo>
                  <a:cubicBezTo>
                    <a:pt x="156" y="261"/>
                    <a:pt x="187" y="244"/>
                    <a:pt x="207" y="203"/>
                  </a:cubicBezTo>
                  <a:cubicBezTo>
                    <a:pt x="260" y="154"/>
                    <a:pt x="260" y="67"/>
                    <a:pt x="207" y="30"/>
                  </a:cubicBezTo>
                  <a:cubicBezTo>
                    <a:pt x="193" y="10"/>
                    <a:pt x="170" y="0"/>
                    <a:pt x="1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1" name="Google Shape;21511;p66"/>
            <p:cNvSpPr/>
            <p:nvPr/>
          </p:nvSpPr>
          <p:spPr>
            <a:xfrm>
              <a:off x="4130875" y="2772200"/>
              <a:ext cx="6525" cy="6400"/>
            </a:xfrm>
            <a:custGeom>
              <a:avLst/>
              <a:gdLst/>
              <a:ahLst/>
              <a:cxnLst/>
              <a:rect l="l" t="t" r="r" b="b"/>
              <a:pathLst>
                <a:path w="261" h="256" extrusionOk="0">
                  <a:moveTo>
                    <a:pt x="144" y="0"/>
                  </a:moveTo>
                  <a:cubicBezTo>
                    <a:pt x="114" y="0"/>
                    <a:pt x="81" y="14"/>
                    <a:pt x="54" y="43"/>
                  </a:cubicBezTo>
                  <a:cubicBezTo>
                    <a:pt x="0" y="113"/>
                    <a:pt x="17" y="179"/>
                    <a:pt x="54" y="232"/>
                  </a:cubicBezTo>
                  <a:cubicBezTo>
                    <a:pt x="71" y="249"/>
                    <a:pt x="87" y="249"/>
                    <a:pt x="104" y="249"/>
                  </a:cubicBezTo>
                  <a:cubicBezTo>
                    <a:pt x="112" y="253"/>
                    <a:pt x="123" y="255"/>
                    <a:pt x="133" y="255"/>
                  </a:cubicBezTo>
                  <a:cubicBezTo>
                    <a:pt x="163" y="255"/>
                    <a:pt x="195" y="240"/>
                    <a:pt x="207" y="216"/>
                  </a:cubicBezTo>
                  <a:cubicBezTo>
                    <a:pt x="240" y="162"/>
                    <a:pt x="260" y="113"/>
                    <a:pt x="240" y="76"/>
                  </a:cubicBezTo>
                  <a:cubicBezTo>
                    <a:pt x="240" y="59"/>
                    <a:pt x="223" y="43"/>
                    <a:pt x="207" y="26"/>
                  </a:cubicBezTo>
                  <a:cubicBezTo>
                    <a:pt x="192" y="9"/>
                    <a:pt x="169" y="0"/>
                    <a:pt x="1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2" name="Google Shape;21512;p66"/>
            <p:cNvSpPr/>
            <p:nvPr/>
          </p:nvSpPr>
          <p:spPr>
            <a:xfrm>
              <a:off x="4126125" y="2802250"/>
              <a:ext cx="5600" cy="6350"/>
            </a:xfrm>
            <a:custGeom>
              <a:avLst/>
              <a:gdLst/>
              <a:ahLst/>
              <a:cxnLst/>
              <a:rect l="l" t="t" r="r" b="b"/>
              <a:pathLst>
                <a:path w="224" h="254" extrusionOk="0">
                  <a:moveTo>
                    <a:pt x="120" y="1"/>
                  </a:moveTo>
                  <a:cubicBezTo>
                    <a:pt x="101" y="1"/>
                    <a:pt x="78" y="12"/>
                    <a:pt x="54" y="24"/>
                  </a:cubicBezTo>
                  <a:cubicBezTo>
                    <a:pt x="38" y="45"/>
                    <a:pt x="17" y="78"/>
                    <a:pt x="1" y="111"/>
                  </a:cubicBezTo>
                  <a:cubicBezTo>
                    <a:pt x="1" y="148"/>
                    <a:pt x="1" y="181"/>
                    <a:pt x="17" y="197"/>
                  </a:cubicBezTo>
                  <a:cubicBezTo>
                    <a:pt x="38" y="230"/>
                    <a:pt x="54" y="251"/>
                    <a:pt x="87" y="251"/>
                  </a:cubicBezTo>
                  <a:cubicBezTo>
                    <a:pt x="96" y="253"/>
                    <a:pt x="104" y="254"/>
                    <a:pt x="112" y="254"/>
                  </a:cubicBezTo>
                  <a:cubicBezTo>
                    <a:pt x="169" y="254"/>
                    <a:pt x="209" y="206"/>
                    <a:pt x="223" y="148"/>
                  </a:cubicBezTo>
                  <a:cubicBezTo>
                    <a:pt x="223" y="111"/>
                    <a:pt x="223" y="78"/>
                    <a:pt x="207" y="61"/>
                  </a:cubicBezTo>
                  <a:cubicBezTo>
                    <a:pt x="207" y="45"/>
                    <a:pt x="207" y="45"/>
                    <a:pt x="190" y="24"/>
                  </a:cubicBezTo>
                  <a:cubicBezTo>
                    <a:pt x="174" y="8"/>
                    <a:pt x="157" y="8"/>
                    <a:pt x="141" y="8"/>
                  </a:cubicBezTo>
                  <a:cubicBezTo>
                    <a:pt x="135" y="3"/>
                    <a:pt x="128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3" name="Google Shape;21513;p66"/>
            <p:cNvSpPr/>
            <p:nvPr/>
          </p:nvSpPr>
          <p:spPr>
            <a:xfrm>
              <a:off x="4129125" y="2755450"/>
              <a:ext cx="6100" cy="6300"/>
            </a:xfrm>
            <a:custGeom>
              <a:avLst/>
              <a:gdLst/>
              <a:ahLst/>
              <a:cxnLst/>
              <a:rect l="l" t="t" r="r" b="b"/>
              <a:pathLst>
                <a:path w="244" h="252" extrusionOk="0">
                  <a:moveTo>
                    <a:pt x="121" y="1"/>
                  </a:moveTo>
                  <a:cubicBezTo>
                    <a:pt x="103" y="1"/>
                    <a:pt x="77" y="13"/>
                    <a:pt x="54" y="24"/>
                  </a:cubicBezTo>
                  <a:cubicBezTo>
                    <a:pt x="37" y="41"/>
                    <a:pt x="21" y="78"/>
                    <a:pt x="0" y="111"/>
                  </a:cubicBezTo>
                  <a:cubicBezTo>
                    <a:pt x="0" y="144"/>
                    <a:pt x="0" y="181"/>
                    <a:pt x="21" y="197"/>
                  </a:cubicBezTo>
                  <a:cubicBezTo>
                    <a:pt x="37" y="230"/>
                    <a:pt x="54" y="247"/>
                    <a:pt x="87" y="247"/>
                  </a:cubicBezTo>
                  <a:cubicBezTo>
                    <a:pt x="97" y="250"/>
                    <a:pt x="107" y="251"/>
                    <a:pt x="117" y="251"/>
                  </a:cubicBezTo>
                  <a:cubicBezTo>
                    <a:pt x="171" y="251"/>
                    <a:pt x="210" y="204"/>
                    <a:pt x="227" y="144"/>
                  </a:cubicBezTo>
                  <a:cubicBezTo>
                    <a:pt x="244" y="111"/>
                    <a:pt x="227" y="78"/>
                    <a:pt x="206" y="61"/>
                  </a:cubicBezTo>
                  <a:cubicBezTo>
                    <a:pt x="206" y="41"/>
                    <a:pt x="206" y="41"/>
                    <a:pt x="190" y="24"/>
                  </a:cubicBezTo>
                  <a:cubicBezTo>
                    <a:pt x="190" y="8"/>
                    <a:pt x="174" y="8"/>
                    <a:pt x="141" y="8"/>
                  </a:cubicBezTo>
                  <a:cubicBezTo>
                    <a:pt x="136" y="3"/>
                    <a:pt x="129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4" name="Google Shape;21514;p66"/>
            <p:cNvSpPr/>
            <p:nvPr/>
          </p:nvSpPr>
          <p:spPr>
            <a:xfrm>
              <a:off x="3997700" y="2812150"/>
              <a:ext cx="6100" cy="6375"/>
            </a:xfrm>
            <a:custGeom>
              <a:avLst/>
              <a:gdLst/>
              <a:ahLst/>
              <a:cxnLst/>
              <a:rect l="l" t="t" r="r" b="b"/>
              <a:pathLst>
                <a:path w="244" h="255" extrusionOk="0">
                  <a:moveTo>
                    <a:pt x="131" y="1"/>
                  </a:moveTo>
                  <a:cubicBezTo>
                    <a:pt x="98" y="1"/>
                    <a:pt x="65" y="13"/>
                    <a:pt x="38" y="40"/>
                  </a:cubicBezTo>
                  <a:cubicBezTo>
                    <a:pt x="1" y="110"/>
                    <a:pt x="1" y="181"/>
                    <a:pt x="38" y="230"/>
                  </a:cubicBezTo>
                  <a:cubicBezTo>
                    <a:pt x="54" y="247"/>
                    <a:pt x="71" y="247"/>
                    <a:pt x="87" y="247"/>
                  </a:cubicBezTo>
                  <a:cubicBezTo>
                    <a:pt x="97" y="252"/>
                    <a:pt x="109" y="255"/>
                    <a:pt x="120" y="255"/>
                  </a:cubicBezTo>
                  <a:cubicBezTo>
                    <a:pt x="150" y="255"/>
                    <a:pt x="183" y="237"/>
                    <a:pt x="207" y="214"/>
                  </a:cubicBezTo>
                  <a:cubicBezTo>
                    <a:pt x="244" y="164"/>
                    <a:pt x="244" y="110"/>
                    <a:pt x="227" y="77"/>
                  </a:cubicBezTo>
                  <a:cubicBezTo>
                    <a:pt x="227" y="61"/>
                    <a:pt x="207" y="40"/>
                    <a:pt x="207" y="24"/>
                  </a:cubicBezTo>
                  <a:cubicBezTo>
                    <a:pt x="185" y="9"/>
                    <a:pt x="158" y="1"/>
                    <a:pt x="1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5" name="Google Shape;21515;p66"/>
            <p:cNvSpPr/>
            <p:nvPr/>
          </p:nvSpPr>
          <p:spPr>
            <a:xfrm>
              <a:off x="3991725" y="2840775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41" y="0"/>
                  </a:moveTo>
                  <a:cubicBezTo>
                    <a:pt x="125" y="0"/>
                    <a:pt x="112" y="4"/>
                    <a:pt x="104" y="13"/>
                  </a:cubicBezTo>
                  <a:cubicBezTo>
                    <a:pt x="33" y="50"/>
                    <a:pt x="1" y="116"/>
                    <a:pt x="17" y="186"/>
                  </a:cubicBezTo>
                  <a:cubicBezTo>
                    <a:pt x="33" y="219"/>
                    <a:pt x="54" y="235"/>
                    <a:pt x="71" y="256"/>
                  </a:cubicBezTo>
                  <a:cubicBezTo>
                    <a:pt x="87" y="264"/>
                    <a:pt x="104" y="268"/>
                    <a:pt x="119" y="268"/>
                  </a:cubicBezTo>
                  <a:cubicBezTo>
                    <a:pt x="133" y="268"/>
                    <a:pt x="147" y="264"/>
                    <a:pt x="157" y="256"/>
                  </a:cubicBezTo>
                  <a:cubicBezTo>
                    <a:pt x="190" y="235"/>
                    <a:pt x="207" y="219"/>
                    <a:pt x="223" y="186"/>
                  </a:cubicBezTo>
                  <a:cubicBezTo>
                    <a:pt x="240" y="153"/>
                    <a:pt x="240" y="116"/>
                    <a:pt x="240" y="83"/>
                  </a:cubicBezTo>
                  <a:cubicBezTo>
                    <a:pt x="240" y="66"/>
                    <a:pt x="223" y="50"/>
                    <a:pt x="207" y="29"/>
                  </a:cubicBezTo>
                  <a:lnTo>
                    <a:pt x="190" y="13"/>
                  </a:lnTo>
                  <a:cubicBezTo>
                    <a:pt x="174" y="4"/>
                    <a:pt x="156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6" name="Google Shape;21516;p66"/>
            <p:cNvSpPr/>
            <p:nvPr/>
          </p:nvSpPr>
          <p:spPr>
            <a:xfrm>
              <a:off x="3996475" y="2797200"/>
              <a:ext cx="6000" cy="6350"/>
            </a:xfrm>
            <a:custGeom>
              <a:avLst/>
              <a:gdLst/>
              <a:ahLst/>
              <a:cxnLst/>
              <a:rect l="l" t="t" r="r" b="b"/>
              <a:pathLst>
                <a:path w="240" h="254" extrusionOk="0">
                  <a:moveTo>
                    <a:pt x="129" y="0"/>
                  </a:moveTo>
                  <a:cubicBezTo>
                    <a:pt x="74" y="0"/>
                    <a:pt x="31" y="49"/>
                    <a:pt x="17" y="107"/>
                  </a:cubicBezTo>
                  <a:cubicBezTo>
                    <a:pt x="0" y="144"/>
                    <a:pt x="17" y="177"/>
                    <a:pt x="17" y="210"/>
                  </a:cubicBezTo>
                  <a:cubicBezTo>
                    <a:pt x="33" y="226"/>
                    <a:pt x="70" y="247"/>
                    <a:pt x="87" y="247"/>
                  </a:cubicBezTo>
                  <a:cubicBezTo>
                    <a:pt x="96" y="251"/>
                    <a:pt x="106" y="253"/>
                    <a:pt x="115" y="253"/>
                  </a:cubicBezTo>
                  <a:cubicBezTo>
                    <a:pt x="138" y="253"/>
                    <a:pt x="159" y="241"/>
                    <a:pt x="173" y="226"/>
                  </a:cubicBezTo>
                  <a:cubicBezTo>
                    <a:pt x="206" y="210"/>
                    <a:pt x="223" y="177"/>
                    <a:pt x="223" y="144"/>
                  </a:cubicBezTo>
                  <a:cubicBezTo>
                    <a:pt x="239" y="107"/>
                    <a:pt x="239" y="74"/>
                    <a:pt x="223" y="57"/>
                  </a:cubicBezTo>
                  <a:cubicBezTo>
                    <a:pt x="206" y="41"/>
                    <a:pt x="206" y="41"/>
                    <a:pt x="206" y="20"/>
                  </a:cubicBezTo>
                  <a:cubicBezTo>
                    <a:pt x="190" y="3"/>
                    <a:pt x="173" y="3"/>
                    <a:pt x="153" y="3"/>
                  </a:cubicBezTo>
                  <a:cubicBezTo>
                    <a:pt x="145" y="1"/>
                    <a:pt x="137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7" name="Google Shape;21517;p66"/>
            <p:cNvSpPr/>
            <p:nvPr/>
          </p:nvSpPr>
          <p:spPr>
            <a:xfrm>
              <a:off x="3989975" y="2824000"/>
              <a:ext cx="6100" cy="6450"/>
            </a:xfrm>
            <a:custGeom>
              <a:avLst/>
              <a:gdLst/>
              <a:ahLst/>
              <a:cxnLst/>
              <a:rect l="l" t="t" r="r" b="b"/>
              <a:pathLst>
                <a:path w="244" h="258" extrusionOk="0">
                  <a:moveTo>
                    <a:pt x="134" y="1"/>
                  </a:moveTo>
                  <a:cubicBezTo>
                    <a:pt x="103" y="1"/>
                    <a:pt x="67" y="20"/>
                    <a:pt x="38" y="49"/>
                  </a:cubicBezTo>
                  <a:cubicBezTo>
                    <a:pt x="21" y="65"/>
                    <a:pt x="21" y="82"/>
                    <a:pt x="21" y="102"/>
                  </a:cubicBezTo>
                  <a:cubicBezTo>
                    <a:pt x="0" y="152"/>
                    <a:pt x="0" y="205"/>
                    <a:pt x="38" y="238"/>
                  </a:cubicBezTo>
                  <a:cubicBezTo>
                    <a:pt x="57" y="248"/>
                    <a:pt x="82" y="257"/>
                    <a:pt x="107" y="257"/>
                  </a:cubicBezTo>
                  <a:cubicBezTo>
                    <a:pt x="126" y="257"/>
                    <a:pt x="143" y="252"/>
                    <a:pt x="157" y="238"/>
                  </a:cubicBezTo>
                  <a:cubicBezTo>
                    <a:pt x="174" y="238"/>
                    <a:pt x="190" y="222"/>
                    <a:pt x="207" y="205"/>
                  </a:cubicBezTo>
                  <a:cubicBezTo>
                    <a:pt x="244" y="152"/>
                    <a:pt x="244" y="65"/>
                    <a:pt x="190" y="32"/>
                  </a:cubicBezTo>
                  <a:cubicBezTo>
                    <a:pt x="176" y="10"/>
                    <a:pt x="156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8" name="Google Shape;21518;p66"/>
            <p:cNvSpPr/>
            <p:nvPr/>
          </p:nvSpPr>
          <p:spPr>
            <a:xfrm>
              <a:off x="3994725" y="2749650"/>
              <a:ext cx="5575" cy="4850"/>
            </a:xfrm>
            <a:custGeom>
              <a:avLst/>
              <a:gdLst/>
              <a:ahLst/>
              <a:cxnLst/>
              <a:rect l="l" t="t" r="r" b="b"/>
              <a:pathLst>
                <a:path w="223" h="194" extrusionOk="0">
                  <a:moveTo>
                    <a:pt x="17" y="1"/>
                  </a:moveTo>
                  <a:cubicBezTo>
                    <a:pt x="17" y="17"/>
                    <a:pt x="17" y="34"/>
                    <a:pt x="0" y="34"/>
                  </a:cubicBezTo>
                  <a:cubicBezTo>
                    <a:pt x="0" y="67"/>
                    <a:pt x="0" y="104"/>
                    <a:pt x="17" y="137"/>
                  </a:cubicBezTo>
                  <a:cubicBezTo>
                    <a:pt x="37" y="170"/>
                    <a:pt x="54" y="190"/>
                    <a:pt x="87" y="190"/>
                  </a:cubicBezTo>
                  <a:cubicBezTo>
                    <a:pt x="95" y="192"/>
                    <a:pt x="104" y="193"/>
                    <a:pt x="112" y="193"/>
                  </a:cubicBezTo>
                  <a:cubicBezTo>
                    <a:pt x="169" y="193"/>
                    <a:pt x="208" y="145"/>
                    <a:pt x="223" y="87"/>
                  </a:cubicBezTo>
                  <a:lnTo>
                    <a:pt x="2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9" name="Google Shape;21519;p66"/>
            <p:cNvSpPr/>
            <p:nvPr/>
          </p:nvSpPr>
          <p:spPr>
            <a:xfrm>
              <a:off x="3993075" y="2782350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27" y="1"/>
                  </a:moveTo>
                  <a:cubicBezTo>
                    <a:pt x="115" y="1"/>
                    <a:pt x="101" y="6"/>
                    <a:pt x="83" y="16"/>
                  </a:cubicBezTo>
                  <a:cubicBezTo>
                    <a:pt x="50" y="33"/>
                    <a:pt x="33" y="49"/>
                    <a:pt x="17" y="82"/>
                  </a:cubicBezTo>
                  <a:cubicBezTo>
                    <a:pt x="0" y="119"/>
                    <a:pt x="0" y="152"/>
                    <a:pt x="0" y="185"/>
                  </a:cubicBezTo>
                  <a:cubicBezTo>
                    <a:pt x="12" y="237"/>
                    <a:pt x="51" y="268"/>
                    <a:pt x="99" y="268"/>
                  </a:cubicBezTo>
                  <a:cubicBezTo>
                    <a:pt x="116" y="268"/>
                    <a:pt x="134" y="264"/>
                    <a:pt x="153" y="255"/>
                  </a:cubicBezTo>
                  <a:cubicBezTo>
                    <a:pt x="206" y="239"/>
                    <a:pt x="239" y="152"/>
                    <a:pt x="223" y="82"/>
                  </a:cubicBezTo>
                  <a:cubicBezTo>
                    <a:pt x="223" y="66"/>
                    <a:pt x="206" y="49"/>
                    <a:pt x="186" y="33"/>
                  </a:cubicBezTo>
                  <a:lnTo>
                    <a:pt x="169" y="16"/>
                  </a:lnTo>
                  <a:cubicBezTo>
                    <a:pt x="153" y="6"/>
                    <a:pt x="140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0" name="Google Shape;21520;p66"/>
            <p:cNvSpPr/>
            <p:nvPr/>
          </p:nvSpPr>
          <p:spPr>
            <a:xfrm>
              <a:off x="3988725" y="2763050"/>
              <a:ext cx="6025" cy="6325"/>
            </a:xfrm>
            <a:custGeom>
              <a:avLst/>
              <a:gdLst/>
              <a:ahLst/>
              <a:cxnLst/>
              <a:rect l="l" t="t" r="r" b="b"/>
              <a:pathLst>
                <a:path w="241" h="253" extrusionOk="0">
                  <a:moveTo>
                    <a:pt x="135" y="1"/>
                  </a:moveTo>
                  <a:cubicBezTo>
                    <a:pt x="121" y="1"/>
                    <a:pt x="104" y="5"/>
                    <a:pt x="88" y="13"/>
                  </a:cubicBezTo>
                  <a:cubicBezTo>
                    <a:pt x="34" y="29"/>
                    <a:pt x="1" y="116"/>
                    <a:pt x="17" y="170"/>
                  </a:cubicBezTo>
                  <a:cubicBezTo>
                    <a:pt x="17" y="203"/>
                    <a:pt x="34" y="236"/>
                    <a:pt x="71" y="252"/>
                  </a:cubicBezTo>
                  <a:lnTo>
                    <a:pt x="153" y="252"/>
                  </a:lnTo>
                  <a:cubicBezTo>
                    <a:pt x="207" y="219"/>
                    <a:pt x="240" y="149"/>
                    <a:pt x="224" y="83"/>
                  </a:cubicBezTo>
                  <a:cubicBezTo>
                    <a:pt x="224" y="67"/>
                    <a:pt x="224" y="46"/>
                    <a:pt x="207" y="29"/>
                  </a:cubicBezTo>
                  <a:cubicBezTo>
                    <a:pt x="191" y="13"/>
                    <a:pt x="191" y="13"/>
                    <a:pt x="174" y="13"/>
                  </a:cubicBezTo>
                  <a:cubicBezTo>
                    <a:pt x="164" y="5"/>
                    <a:pt x="150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1" name="Google Shape;21521;p66"/>
            <p:cNvSpPr/>
            <p:nvPr/>
          </p:nvSpPr>
          <p:spPr>
            <a:xfrm>
              <a:off x="3984825" y="2809025"/>
              <a:ext cx="6100" cy="6200"/>
            </a:xfrm>
            <a:custGeom>
              <a:avLst/>
              <a:gdLst/>
              <a:ahLst/>
              <a:cxnLst/>
              <a:rect l="l" t="t" r="r" b="b"/>
              <a:pathLst>
                <a:path w="244" h="248" extrusionOk="0">
                  <a:moveTo>
                    <a:pt x="138" y="0"/>
                  </a:moveTo>
                  <a:cubicBezTo>
                    <a:pt x="123" y="0"/>
                    <a:pt x="105" y="5"/>
                    <a:pt x="87" y="13"/>
                  </a:cubicBezTo>
                  <a:cubicBezTo>
                    <a:pt x="37" y="29"/>
                    <a:pt x="0" y="99"/>
                    <a:pt x="21" y="165"/>
                  </a:cubicBezTo>
                  <a:cubicBezTo>
                    <a:pt x="21" y="202"/>
                    <a:pt x="37" y="235"/>
                    <a:pt x="70" y="235"/>
                  </a:cubicBezTo>
                  <a:cubicBezTo>
                    <a:pt x="79" y="244"/>
                    <a:pt x="92" y="248"/>
                    <a:pt x="107" y="248"/>
                  </a:cubicBezTo>
                  <a:cubicBezTo>
                    <a:pt x="123" y="248"/>
                    <a:pt x="140" y="244"/>
                    <a:pt x="157" y="235"/>
                  </a:cubicBezTo>
                  <a:cubicBezTo>
                    <a:pt x="190" y="235"/>
                    <a:pt x="206" y="202"/>
                    <a:pt x="227" y="186"/>
                  </a:cubicBezTo>
                  <a:cubicBezTo>
                    <a:pt x="244" y="149"/>
                    <a:pt x="244" y="116"/>
                    <a:pt x="227" y="83"/>
                  </a:cubicBezTo>
                  <a:cubicBezTo>
                    <a:pt x="227" y="62"/>
                    <a:pt x="227" y="46"/>
                    <a:pt x="206" y="29"/>
                  </a:cubicBezTo>
                  <a:cubicBezTo>
                    <a:pt x="190" y="13"/>
                    <a:pt x="190" y="13"/>
                    <a:pt x="173" y="13"/>
                  </a:cubicBezTo>
                  <a:cubicBezTo>
                    <a:pt x="165" y="5"/>
                    <a:pt x="153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2" name="Google Shape;21522;p66"/>
            <p:cNvSpPr/>
            <p:nvPr/>
          </p:nvSpPr>
          <p:spPr>
            <a:xfrm>
              <a:off x="4008950" y="2797800"/>
              <a:ext cx="6400" cy="6400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141" y="0"/>
                  </a:moveTo>
                  <a:cubicBezTo>
                    <a:pt x="107" y="0"/>
                    <a:pt x="71" y="19"/>
                    <a:pt x="50" y="50"/>
                  </a:cubicBezTo>
                  <a:cubicBezTo>
                    <a:pt x="0" y="99"/>
                    <a:pt x="0" y="186"/>
                    <a:pt x="50" y="223"/>
                  </a:cubicBezTo>
                  <a:cubicBezTo>
                    <a:pt x="66" y="239"/>
                    <a:pt x="87" y="239"/>
                    <a:pt x="103" y="256"/>
                  </a:cubicBezTo>
                  <a:cubicBezTo>
                    <a:pt x="136" y="256"/>
                    <a:pt x="169" y="239"/>
                    <a:pt x="206" y="202"/>
                  </a:cubicBezTo>
                  <a:cubicBezTo>
                    <a:pt x="239" y="169"/>
                    <a:pt x="256" y="120"/>
                    <a:pt x="239" y="66"/>
                  </a:cubicBezTo>
                  <a:cubicBezTo>
                    <a:pt x="223" y="50"/>
                    <a:pt x="223" y="33"/>
                    <a:pt x="206" y="33"/>
                  </a:cubicBezTo>
                  <a:cubicBezTo>
                    <a:pt x="190" y="10"/>
                    <a:pt x="166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3" name="Google Shape;21523;p66"/>
            <p:cNvSpPr/>
            <p:nvPr/>
          </p:nvSpPr>
          <p:spPr>
            <a:xfrm>
              <a:off x="4078925" y="28410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8" y="1"/>
                  </a:moveTo>
                  <a:cubicBezTo>
                    <a:pt x="71" y="1"/>
                    <a:pt x="17" y="49"/>
                    <a:pt x="17" y="107"/>
                  </a:cubicBezTo>
                  <a:cubicBezTo>
                    <a:pt x="0" y="160"/>
                    <a:pt x="17" y="193"/>
                    <a:pt x="33" y="210"/>
                  </a:cubicBezTo>
                  <a:cubicBezTo>
                    <a:pt x="50" y="247"/>
                    <a:pt x="71" y="247"/>
                    <a:pt x="87" y="263"/>
                  </a:cubicBezTo>
                  <a:cubicBezTo>
                    <a:pt x="120" y="263"/>
                    <a:pt x="153" y="263"/>
                    <a:pt x="174" y="226"/>
                  </a:cubicBezTo>
                  <a:cubicBezTo>
                    <a:pt x="207" y="210"/>
                    <a:pt x="223" y="177"/>
                    <a:pt x="223" y="144"/>
                  </a:cubicBezTo>
                  <a:cubicBezTo>
                    <a:pt x="240" y="107"/>
                    <a:pt x="240" y="90"/>
                    <a:pt x="223" y="57"/>
                  </a:cubicBezTo>
                  <a:cubicBezTo>
                    <a:pt x="207" y="41"/>
                    <a:pt x="207" y="41"/>
                    <a:pt x="207" y="20"/>
                  </a:cubicBezTo>
                  <a:lnTo>
                    <a:pt x="190" y="20"/>
                  </a:lnTo>
                  <a:cubicBezTo>
                    <a:pt x="174" y="4"/>
                    <a:pt x="153" y="4"/>
                    <a:pt x="153" y="4"/>
                  </a:cubicBezTo>
                  <a:cubicBezTo>
                    <a:pt x="145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4" name="Google Shape;21524;p66"/>
            <p:cNvSpPr/>
            <p:nvPr/>
          </p:nvSpPr>
          <p:spPr>
            <a:xfrm>
              <a:off x="4083675" y="27484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9" y="0"/>
                  </a:moveTo>
                  <a:cubicBezTo>
                    <a:pt x="124" y="0"/>
                    <a:pt x="111" y="4"/>
                    <a:pt x="103" y="13"/>
                  </a:cubicBezTo>
                  <a:cubicBezTo>
                    <a:pt x="33" y="33"/>
                    <a:pt x="0" y="99"/>
                    <a:pt x="17" y="169"/>
                  </a:cubicBezTo>
                  <a:cubicBezTo>
                    <a:pt x="17" y="202"/>
                    <a:pt x="50" y="239"/>
                    <a:pt x="66" y="239"/>
                  </a:cubicBezTo>
                  <a:cubicBezTo>
                    <a:pt x="103" y="256"/>
                    <a:pt x="120" y="256"/>
                    <a:pt x="153" y="256"/>
                  </a:cubicBezTo>
                  <a:cubicBezTo>
                    <a:pt x="190" y="239"/>
                    <a:pt x="206" y="202"/>
                    <a:pt x="223" y="186"/>
                  </a:cubicBezTo>
                  <a:cubicBezTo>
                    <a:pt x="239" y="153"/>
                    <a:pt x="239" y="116"/>
                    <a:pt x="239" y="83"/>
                  </a:cubicBezTo>
                  <a:cubicBezTo>
                    <a:pt x="223" y="66"/>
                    <a:pt x="223" y="50"/>
                    <a:pt x="206" y="33"/>
                  </a:cubicBezTo>
                  <a:cubicBezTo>
                    <a:pt x="206" y="13"/>
                    <a:pt x="190" y="13"/>
                    <a:pt x="190" y="13"/>
                  </a:cubicBezTo>
                  <a:cubicBezTo>
                    <a:pt x="171" y="4"/>
                    <a:pt x="154" y="0"/>
                    <a:pt x="1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5" name="Google Shape;21525;p66"/>
            <p:cNvSpPr/>
            <p:nvPr/>
          </p:nvSpPr>
          <p:spPr>
            <a:xfrm>
              <a:off x="4090975" y="2782750"/>
              <a:ext cx="5600" cy="6475"/>
            </a:xfrm>
            <a:custGeom>
              <a:avLst/>
              <a:gdLst/>
              <a:ahLst/>
              <a:cxnLst/>
              <a:rect l="l" t="t" r="r" b="b"/>
              <a:pathLst>
                <a:path w="224" h="259" extrusionOk="0">
                  <a:moveTo>
                    <a:pt x="104" y="0"/>
                  </a:moveTo>
                  <a:cubicBezTo>
                    <a:pt x="67" y="17"/>
                    <a:pt x="17" y="50"/>
                    <a:pt x="1" y="103"/>
                  </a:cubicBezTo>
                  <a:cubicBezTo>
                    <a:pt x="1" y="136"/>
                    <a:pt x="1" y="169"/>
                    <a:pt x="17" y="206"/>
                  </a:cubicBezTo>
                  <a:cubicBezTo>
                    <a:pt x="34" y="239"/>
                    <a:pt x="50" y="256"/>
                    <a:pt x="83" y="256"/>
                  </a:cubicBezTo>
                  <a:cubicBezTo>
                    <a:pt x="90" y="258"/>
                    <a:pt x="98" y="259"/>
                    <a:pt x="105" y="259"/>
                  </a:cubicBezTo>
                  <a:cubicBezTo>
                    <a:pt x="154" y="259"/>
                    <a:pt x="209" y="214"/>
                    <a:pt x="224" y="153"/>
                  </a:cubicBezTo>
                  <a:lnTo>
                    <a:pt x="224" y="120"/>
                  </a:lnTo>
                  <a:cubicBezTo>
                    <a:pt x="224" y="83"/>
                    <a:pt x="207" y="50"/>
                    <a:pt x="186" y="33"/>
                  </a:cubicBezTo>
                  <a:cubicBezTo>
                    <a:pt x="170" y="17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6" name="Google Shape;21526;p66"/>
            <p:cNvSpPr/>
            <p:nvPr/>
          </p:nvSpPr>
          <p:spPr>
            <a:xfrm>
              <a:off x="4075925" y="2777700"/>
              <a:ext cx="6425" cy="6600"/>
            </a:xfrm>
            <a:custGeom>
              <a:avLst/>
              <a:gdLst/>
              <a:ahLst/>
              <a:cxnLst/>
              <a:rect l="l" t="t" r="r" b="b"/>
              <a:pathLst>
                <a:path w="257" h="264" extrusionOk="0">
                  <a:moveTo>
                    <a:pt x="140" y="0"/>
                  </a:moveTo>
                  <a:cubicBezTo>
                    <a:pt x="125" y="0"/>
                    <a:pt x="112" y="4"/>
                    <a:pt x="104" y="12"/>
                  </a:cubicBezTo>
                  <a:cubicBezTo>
                    <a:pt x="34" y="45"/>
                    <a:pt x="1" y="116"/>
                    <a:pt x="17" y="181"/>
                  </a:cubicBezTo>
                  <a:cubicBezTo>
                    <a:pt x="34" y="219"/>
                    <a:pt x="50" y="235"/>
                    <a:pt x="67" y="252"/>
                  </a:cubicBezTo>
                  <a:cubicBezTo>
                    <a:pt x="85" y="260"/>
                    <a:pt x="103" y="264"/>
                    <a:pt x="118" y="264"/>
                  </a:cubicBezTo>
                  <a:cubicBezTo>
                    <a:pt x="133" y="264"/>
                    <a:pt x="145" y="260"/>
                    <a:pt x="153" y="252"/>
                  </a:cubicBezTo>
                  <a:cubicBezTo>
                    <a:pt x="224" y="219"/>
                    <a:pt x="257" y="149"/>
                    <a:pt x="240" y="78"/>
                  </a:cubicBezTo>
                  <a:cubicBezTo>
                    <a:pt x="240" y="62"/>
                    <a:pt x="224" y="45"/>
                    <a:pt x="207" y="29"/>
                  </a:cubicBezTo>
                  <a:lnTo>
                    <a:pt x="191" y="12"/>
                  </a:lnTo>
                  <a:cubicBezTo>
                    <a:pt x="172" y="4"/>
                    <a:pt x="155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7" name="Google Shape;21527;p66"/>
            <p:cNvSpPr/>
            <p:nvPr/>
          </p:nvSpPr>
          <p:spPr>
            <a:xfrm>
              <a:off x="4042025" y="2755925"/>
              <a:ext cx="6425" cy="6650"/>
            </a:xfrm>
            <a:custGeom>
              <a:avLst/>
              <a:gdLst/>
              <a:ahLst/>
              <a:cxnLst/>
              <a:rect l="l" t="t" r="r" b="b"/>
              <a:pathLst>
                <a:path w="257" h="266" extrusionOk="0">
                  <a:moveTo>
                    <a:pt x="144" y="0"/>
                  </a:moveTo>
                  <a:cubicBezTo>
                    <a:pt x="108" y="0"/>
                    <a:pt x="70" y="17"/>
                    <a:pt x="50" y="59"/>
                  </a:cubicBezTo>
                  <a:cubicBezTo>
                    <a:pt x="0" y="108"/>
                    <a:pt x="0" y="195"/>
                    <a:pt x="50" y="228"/>
                  </a:cubicBezTo>
                  <a:cubicBezTo>
                    <a:pt x="66" y="249"/>
                    <a:pt x="83" y="249"/>
                    <a:pt x="104" y="265"/>
                  </a:cubicBezTo>
                  <a:cubicBezTo>
                    <a:pt x="137" y="265"/>
                    <a:pt x="170" y="249"/>
                    <a:pt x="207" y="211"/>
                  </a:cubicBezTo>
                  <a:cubicBezTo>
                    <a:pt x="240" y="178"/>
                    <a:pt x="256" y="125"/>
                    <a:pt x="240" y="75"/>
                  </a:cubicBezTo>
                  <a:cubicBezTo>
                    <a:pt x="223" y="59"/>
                    <a:pt x="223" y="42"/>
                    <a:pt x="207" y="22"/>
                  </a:cubicBezTo>
                  <a:cubicBezTo>
                    <a:pt x="192" y="8"/>
                    <a:pt x="168" y="0"/>
                    <a:pt x="1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8" name="Google Shape;21528;p66"/>
            <p:cNvSpPr/>
            <p:nvPr/>
          </p:nvSpPr>
          <p:spPr>
            <a:xfrm>
              <a:off x="4078500" y="2797375"/>
              <a:ext cx="6025" cy="6300"/>
            </a:xfrm>
            <a:custGeom>
              <a:avLst/>
              <a:gdLst/>
              <a:ahLst/>
              <a:cxnLst/>
              <a:rect l="l" t="t" r="r" b="b"/>
              <a:pathLst>
                <a:path w="241" h="252" extrusionOk="0">
                  <a:moveTo>
                    <a:pt x="134" y="1"/>
                  </a:moveTo>
                  <a:cubicBezTo>
                    <a:pt x="100" y="1"/>
                    <a:pt x="65" y="19"/>
                    <a:pt x="34" y="50"/>
                  </a:cubicBezTo>
                  <a:cubicBezTo>
                    <a:pt x="1" y="100"/>
                    <a:pt x="1" y="186"/>
                    <a:pt x="34" y="219"/>
                  </a:cubicBezTo>
                  <a:cubicBezTo>
                    <a:pt x="57" y="242"/>
                    <a:pt x="82" y="252"/>
                    <a:pt x="107" y="252"/>
                  </a:cubicBezTo>
                  <a:cubicBezTo>
                    <a:pt x="141" y="252"/>
                    <a:pt x="176" y="233"/>
                    <a:pt x="207" y="203"/>
                  </a:cubicBezTo>
                  <a:cubicBezTo>
                    <a:pt x="240" y="153"/>
                    <a:pt x="240" y="67"/>
                    <a:pt x="207" y="34"/>
                  </a:cubicBezTo>
                  <a:cubicBezTo>
                    <a:pt x="184" y="11"/>
                    <a:pt x="159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9" name="Google Shape;21529;p66"/>
            <p:cNvSpPr/>
            <p:nvPr/>
          </p:nvSpPr>
          <p:spPr>
            <a:xfrm>
              <a:off x="4079325" y="2733200"/>
              <a:ext cx="6025" cy="6250"/>
            </a:xfrm>
            <a:custGeom>
              <a:avLst/>
              <a:gdLst/>
              <a:ahLst/>
              <a:cxnLst/>
              <a:rect l="l" t="t" r="r" b="b"/>
              <a:pathLst>
                <a:path w="241" h="250" extrusionOk="0">
                  <a:moveTo>
                    <a:pt x="118" y="0"/>
                  </a:moveTo>
                  <a:cubicBezTo>
                    <a:pt x="71" y="0"/>
                    <a:pt x="15" y="48"/>
                    <a:pt x="1" y="106"/>
                  </a:cubicBezTo>
                  <a:cubicBezTo>
                    <a:pt x="1" y="143"/>
                    <a:pt x="1" y="176"/>
                    <a:pt x="17" y="193"/>
                  </a:cubicBezTo>
                  <a:cubicBezTo>
                    <a:pt x="34" y="230"/>
                    <a:pt x="55" y="246"/>
                    <a:pt x="88" y="246"/>
                  </a:cubicBezTo>
                  <a:cubicBezTo>
                    <a:pt x="96" y="248"/>
                    <a:pt x="105" y="249"/>
                    <a:pt x="113" y="249"/>
                  </a:cubicBezTo>
                  <a:cubicBezTo>
                    <a:pt x="169" y="249"/>
                    <a:pt x="209" y="201"/>
                    <a:pt x="224" y="143"/>
                  </a:cubicBezTo>
                  <a:cubicBezTo>
                    <a:pt x="240" y="90"/>
                    <a:pt x="224" y="57"/>
                    <a:pt x="191" y="24"/>
                  </a:cubicBezTo>
                  <a:cubicBezTo>
                    <a:pt x="191" y="3"/>
                    <a:pt x="174" y="3"/>
                    <a:pt x="137" y="3"/>
                  </a:cubicBezTo>
                  <a:cubicBezTo>
                    <a:pt x="131" y="1"/>
                    <a:pt x="124" y="0"/>
                    <a:pt x="1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0" name="Google Shape;21530;p66"/>
            <p:cNvSpPr/>
            <p:nvPr/>
          </p:nvSpPr>
          <p:spPr>
            <a:xfrm>
              <a:off x="4115000" y="27570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5" y="1"/>
                  </a:moveTo>
                  <a:cubicBezTo>
                    <a:pt x="120" y="1"/>
                    <a:pt x="104" y="5"/>
                    <a:pt x="87" y="13"/>
                  </a:cubicBezTo>
                  <a:cubicBezTo>
                    <a:pt x="50" y="29"/>
                    <a:pt x="33" y="46"/>
                    <a:pt x="17" y="79"/>
                  </a:cubicBezTo>
                  <a:cubicBezTo>
                    <a:pt x="1" y="116"/>
                    <a:pt x="1" y="149"/>
                    <a:pt x="17" y="182"/>
                  </a:cubicBezTo>
                  <a:cubicBezTo>
                    <a:pt x="31" y="226"/>
                    <a:pt x="69" y="256"/>
                    <a:pt x="120" y="256"/>
                  </a:cubicBezTo>
                  <a:cubicBezTo>
                    <a:pt x="130" y="256"/>
                    <a:pt x="141" y="255"/>
                    <a:pt x="153" y="252"/>
                  </a:cubicBezTo>
                  <a:cubicBezTo>
                    <a:pt x="207" y="219"/>
                    <a:pt x="240" y="149"/>
                    <a:pt x="223" y="79"/>
                  </a:cubicBezTo>
                  <a:cubicBezTo>
                    <a:pt x="223" y="62"/>
                    <a:pt x="207" y="46"/>
                    <a:pt x="207" y="29"/>
                  </a:cubicBezTo>
                  <a:cubicBezTo>
                    <a:pt x="190" y="29"/>
                    <a:pt x="190" y="13"/>
                    <a:pt x="174" y="13"/>
                  </a:cubicBezTo>
                  <a:cubicBezTo>
                    <a:pt x="163" y="5"/>
                    <a:pt x="150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1" name="Google Shape;21531;p66"/>
            <p:cNvSpPr/>
            <p:nvPr/>
          </p:nvSpPr>
          <p:spPr>
            <a:xfrm>
              <a:off x="4112000" y="2798700"/>
              <a:ext cx="6025" cy="6175"/>
            </a:xfrm>
            <a:custGeom>
              <a:avLst/>
              <a:gdLst/>
              <a:ahLst/>
              <a:cxnLst/>
              <a:rect l="l" t="t" r="r" b="b"/>
              <a:pathLst>
                <a:path w="241" h="247" extrusionOk="0">
                  <a:moveTo>
                    <a:pt x="135" y="0"/>
                  </a:moveTo>
                  <a:cubicBezTo>
                    <a:pt x="100" y="0"/>
                    <a:pt x="65" y="18"/>
                    <a:pt x="34" y="47"/>
                  </a:cubicBezTo>
                  <a:cubicBezTo>
                    <a:pt x="34" y="63"/>
                    <a:pt x="17" y="84"/>
                    <a:pt x="17" y="100"/>
                  </a:cubicBezTo>
                  <a:cubicBezTo>
                    <a:pt x="1" y="150"/>
                    <a:pt x="17" y="187"/>
                    <a:pt x="34" y="220"/>
                  </a:cubicBezTo>
                  <a:cubicBezTo>
                    <a:pt x="53" y="239"/>
                    <a:pt x="80" y="247"/>
                    <a:pt x="105" y="247"/>
                  </a:cubicBezTo>
                  <a:cubicBezTo>
                    <a:pt x="123" y="247"/>
                    <a:pt x="140" y="243"/>
                    <a:pt x="153" y="236"/>
                  </a:cubicBezTo>
                  <a:cubicBezTo>
                    <a:pt x="170" y="236"/>
                    <a:pt x="191" y="220"/>
                    <a:pt x="207" y="203"/>
                  </a:cubicBezTo>
                  <a:cubicBezTo>
                    <a:pt x="240" y="150"/>
                    <a:pt x="240" y="63"/>
                    <a:pt x="207" y="30"/>
                  </a:cubicBezTo>
                  <a:cubicBezTo>
                    <a:pt x="185" y="9"/>
                    <a:pt x="160" y="0"/>
                    <a:pt x="1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2" name="Google Shape;21532;p66"/>
            <p:cNvSpPr/>
            <p:nvPr/>
          </p:nvSpPr>
          <p:spPr>
            <a:xfrm>
              <a:off x="4069850" y="2760600"/>
              <a:ext cx="5700" cy="6300"/>
            </a:xfrm>
            <a:custGeom>
              <a:avLst/>
              <a:gdLst/>
              <a:ahLst/>
              <a:cxnLst/>
              <a:rect l="l" t="t" r="r" b="b"/>
              <a:pathLst>
                <a:path w="228" h="252" extrusionOk="0">
                  <a:moveTo>
                    <a:pt x="119" y="1"/>
                  </a:moveTo>
                  <a:cubicBezTo>
                    <a:pt x="102" y="1"/>
                    <a:pt x="82" y="8"/>
                    <a:pt x="71" y="8"/>
                  </a:cubicBezTo>
                  <a:cubicBezTo>
                    <a:pt x="38" y="24"/>
                    <a:pt x="21" y="62"/>
                    <a:pt x="1" y="111"/>
                  </a:cubicBezTo>
                  <a:cubicBezTo>
                    <a:pt x="1" y="144"/>
                    <a:pt x="1" y="181"/>
                    <a:pt x="21" y="198"/>
                  </a:cubicBezTo>
                  <a:cubicBezTo>
                    <a:pt x="38" y="231"/>
                    <a:pt x="54" y="247"/>
                    <a:pt x="87" y="247"/>
                  </a:cubicBezTo>
                  <a:cubicBezTo>
                    <a:pt x="95" y="250"/>
                    <a:pt x="103" y="252"/>
                    <a:pt x="111" y="252"/>
                  </a:cubicBezTo>
                  <a:cubicBezTo>
                    <a:pt x="156" y="252"/>
                    <a:pt x="196" y="207"/>
                    <a:pt x="227" y="165"/>
                  </a:cubicBezTo>
                  <a:lnTo>
                    <a:pt x="227" y="144"/>
                  </a:lnTo>
                  <a:cubicBezTo>
                    <a:pt x="227" y="95"/>
                    <a:pt x="227" y="62"/>
                    <a:pt x="190" y="24"/>
                  </a:cubicBezTo>
                  <a:cubicBezTo>
                    <a:pt x="174" y="8"/>
                    <a:pt x="157" y="8"/>
                    <a:pt x="141" y="8"/>
                  </a:cubicBezTo>
                  <a:cubicBezTo>
                    <a:pt x="135" y="2"/>
                    <a:pt x="128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3" name="Google Shape;21533;p66"/>
            <p:cNvSpPr/>
            <p:nvPr/>
          </p:nvSpPr>
          <p:spPr>
            <a:xfrm>
              <a:off x="4113650" y="2815425"/>
              <a:ext cx="6125" cy="6400"/>
            </a:xfrm>
            <a:custGeom>
              <a:avLst/>
              <a:gdLst/>
              <a:ahLst/>
              <a:cxnLst/>
              <a:rect l="l" t="t" r="r" b="b"/>
              <a:pathLst>
                <a:path w="245" h="256" extrusionOk="0">
                  <a:moveTo>
                    <a:pt x="149" y="0"/>
                  </a:moveTo>
                  <a:cubicBezTo>
                    <a:pt x="136" y="0"/>
                    <a:pt x="123" y="4"/>
                    <a:pt x="104" y="12"/>
                  </a:cubicBezTo>
                  <a:cubicBezTo>
                    <a:pt x="38" y="33"/>
                    <a:pt x="1" y="116"/>
                    <a:pt x="22" y="169"/>
                  </a:cubicBezTo>
                  <a:cubicBezTo>
                    <a:pt x="38" y="202"/>
                    <a:pt x="55" y="239"/>
                    <a:pt x="71" y="239"/>
                  </a:cubicBezTo>
                  <a:cubicBezTo>
                    <a:pt x="104" y="256"/>
                    <a:pt x="141" y="256"/>
                    <a:pt x="158" y="256"/>
                  </a:cubicBezTo>
                  <a:cubicBezTo>
                    <a:pt x="191" y="239"/>
                    <a:pt x="207" y="202"/>
                    <a:pt x="228" y="186"/>
                  </a:cubicBezTo>
                  <a:cubicBezTo>
                    <a:pt x="244" y="153"/>
                    <a:pt x="244" y="116"/>
                    <a:pt x="244" y="83"/>
                  </a:cubicBezTo>
                  <a:cubicBezTo>
                    <a:pt x="244" y="66"/>
                    <a:pt x="228" y="50"/>
                    <a:pt x="207" y="33"/>
                  </a:cubicBezTo>
                  <a:cubicBezTo>
                    <a:pt x="207" y="12"/>
                    <a:pt x="191" y="12"/>
                    <a:pt x="191" y="12"/>
                  </a:cubicBezTo>
                  <a:cubicBezTo>
                    <a:pt x="174" y="4"/>
                    <a:pt x="162" y="0"/>
                    <a:pt x="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4" name="Google Shape;21534;p66"/>
            <p:cNvSpPr/>
            <p:nvPr/>
          </p:nvSpPr>
          <p:spPr>
            <a:xfrm>
              <a:off x="4091400" y="282820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3" y="0"/>
                  </a:moveTo>
                  <a:cubicBezTo>
                    <a:pt x="87" y="0"/>
                    <a:pt x="50" y="17"/>
                    <a:pt x="33" y="54"/>
                  </a:cubicBezTo>
                  <a:cubicBezTo>
                    <a:pt x="17" y="70"/>
                    <a:pt x="0" y="103"/>
                    <a:pt x="0" y="120"/>
                  </a:cubicBezTo>
                  <a:cubicBezTo>
                    <a:pt x="0" y="173"/>
                    <a:pt x="17" y="206"/>
                    <a:pt x="33" y="223"/>
                  </a:cubicBezTo>
                  <a:cubicBezTo>
                    <a:pt x="56" y="246"/>
                    <a:pt x="81" y="256"/>
                    <a:pt x="106" y="256"/>
                  </a:cubicBezTo>
                  <a:cubicBezTo>
                    <a:pt x="141" y="256"/>
                    <a:pt x="176" y="237"/>
                    <a:pt x="207" y="206"/>
                  </a:cubicBezTo>
                  <a:cubicBezTo>
                    <a:pt x="239" y="157"/>
                    <a:pt x="239" y="70"/>
                    <a:pt x="190" y="17"/>
                  </a:cubicBezTo>
                  <a:cubicBezTo>
                    <a:pt x="169" y="0"/>
                    <a:pt x="136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5" name="Google Shape;21535;p66"/>
            <p:cNvSpPr/>
            <p:nvPr/>
          </p:nvSpPr>
          <p:spPr>
            <a:xfrm>
              <a:off x="4087475" y="2720075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37" y="0"/>
                  </a:moveTo>
                  <a:cubicBezTo>
                    <a:pt x="121" y="0"/>
                    <a:pt x="104" y="5"/>
                    <a:pt x="87" y="13"/>
                  </a:cubicBezTo>
                  <a:cubicBezTo>
                    <a:pt x="71" y="13"/>
                    <a:pt x="38" y="50"/>
                    <a:pt x="17" y="83"/>
                  </a:cubicBezTo>
                  <a:cubicBezTo>
                    <a:pt x="1" y="116"/>
                    <a:pt x="1" y="153"/>
                    <a:pt x="17" y="169"/>
                  </a:cubicBezTo>
                  <a:cubicBezTo>
                    <a:pt x="17" y="202"/>
                    <a:pt x="38" y="240"/>
                    <a:pt x="71" y="240"/>
                  </a:cubicBezTo>
                  <a:cubicBezTo>
                    <a:pt x="87" y="256"/>
                    <a:pt x="120" y="256"/>
                    <a:pt x="157" y="256"/>
                  </a:cubicBezTo>
                  <a:cubicBezTo>
                    <a:pt x="207" y="219"/>
                    <a:pt x="244" y="153"/>
                    <a:pt x="223" y="83"/>
                  </a:cubicBezTo>
                  <a:cubicBezTo>
                    <a:pt x="223" y="66"/>
                    <a:pt x="207" y="50"/>
                    <a:pt x="207" y="33"/>
                  </a:cubicBezTo>
                  <a:cubicBezTo>
                    <a:pt x="190" y="13"/>
                    <a:pt x="190" y="13"/>
                    <a:pt x="174" y="13"/>
                  </a:cubicBezTo>
                  <a:cubicBezTo>
                    <a:pt x="166" y="5"/>
                    <a:pt x="152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6" name="Google Shape;21536;p66"/>
            <p:cNvSpPr/>
            <p:nvPr/>
          </p:nvSpPr>
          <p:spPr>
            <a:xfrm>
              <a:off x="4086250" y="27647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53" y="1"/>
                  </a:moveTo>
                  <a:cubicBezTo>
                    <a:pt x="87" y="1"/>
                    <a:pt x="33" y="50"/>
                    <a:pt x="17" y="120"/>
                  </a:cubicBezTo>
                  <a:cubicBezTo>
                    <a:pt x="0" y="153"/>
                    <a:pt x="17" y="186"/>
                    <a:pt x="33" y="207"/>
                  </a:cubicBezTo>
                  <a:cubicBezTo>
                    <a:pt x="33" y="240"/>
                    <a:pt x="66" y="256"/>
                    <a:pt x="103" y="256"/>
                  </a:cubicBezTo>
                  <a:cubicBezTo>
                    <a:pt x="110" y="258"/>
                    <a:pt x="117" y="259"/>
                    <a:pt x="124" y="259"/>
                  </a:cubicBezTo>
                  <a:cubicBezTo>
                    <a:pt x="170" y="259"/>
                    <a:pt x="225" y="214"/>
                    <a:pt x="239" y="153"/>
                  </a:cubicBezTo>
                  <a:cubicBezTo>
                    <a:pt x="239" y="120"/>
                    <a:pt x="239" y="83"/>
                    <a:pt x="223" y="50"/>
                  </a:cubicBezTo>
                  <a:lnTo>
                    <a:pt x="206" y="34"/>
                  </a:lnTo>
                  <a:cubicBezTo>
                    <a:pt x="190" y="17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7" name="Google Shape;21537;p66"/>
            <p:cNvSpPr/>
            <p:nvPr/>
          </p:nvSpPr>
          <p:spPr>
            <a:xfrm>
              <a:off x="4095200" y="2736350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58" y="1"/>
                  </a:moveTo>
                  <a:cubicBezTo>
                    <a:pt x="87" y="1"/>
                    <a:pt x="17" y="50"/>
                    <a:pt x="17" y="120"/>
                  </a:cubicBezTo>
                  <a:cubicBezTo>
                    <a:pt x="1" y="153"/>
                    <a:pt x="1" y="186"/>
                    <a:pt x="17" y="207"/>
                  </a:cubicBezTo>
                  <a:cubicBezTo>
                    <a:pt x="38" y="240"/>
                    <a:pt x="71" y="256"/>
                    <a:pt x="87" y="256"/>
                  </a:cubicBezTo>
                  <a:cubicBezTo>
                    <a:pt x="97" y="261"/>
                    <a:pt x="107" y="263"/>
                    <a:pt x="117" y="263"/>
                  </a:cubicBezTo>
                  <a:cubicBezTo>
                    <a:pt x="140" y="263"/>
                    <a:pt x="162" y="252"/>
                    <a:pt x="174" y="240"/>
                  </a:cubicBezTo>
                  <a:cubicBezTo>
                    <a:pt x="207" y="223"/>
                    <a:pt x="224" y="186"/>
                    <a:pt x="224" y="153"/>
                  </a:cubicBezTo>
                  <a:cubicBezTo>
                    <a:pt x="244" y="120"/>
                    <a:pt x="244" y="83"/>
                    <a:pt x="224" y="50"/>
                  </a:cubicBezTo>
                  <a:cubicBezTo>
                    <a:pt x="207" y="50"/>
                    <a:pt x="207" y="34"/>
                    <a:pt x="207" y="34"/>
                  </a:cubicBezTo>
                  <a:cubicBezTo>
                    <a:pt x="191" y="17"/>
                    <a:pt x="174" y="17"/>
                    <a:pt x="1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8" name="Google Shape;21538;p66"/>
            <p:cNvSpPr/>
            <p:nvPr/>
          </p:nvSpPr>
          <p:spPr>
            <a:xfrm>
              <a:off x="4074175" y="2822725"/>
              <a:ext cx="6525" cy="6575"/>
            </a:xfrm>
            <a:custGeom>
              <a:avLst/>
              <a:gdLst/>
              <a:ahLst/>
              <a:cxnLst/>
              <a:rect l="l" t="t" r="r" b="b"/>
              <a:pathLst>
                <a:path w="261" h="263" extrusionOk="0">
                  <a:moveTo>
                    <a:pt x="141" y="1"/>
                  </a:moveTo>
                  <a:cubicBezTo>
                    <a:pt x="126" y="1"/>
                    <a:pt x="112" y="5"/>
                    <a:pt x="104" y="13"/>
                  </a:cubicBezTo>
                  <a:cubicBezTo>
                    <a:pt x="34" y="50"/>
                    <a:pt x="1" y="116"/>
                    <a:pt x="17" y="186"/>
                  </a:cubicBezTo>
                  <a:cubicBezTo>
                    <a:pt x="30" y="240"/>
                    <a:pt x="74" y="262"/>
                    <a:pt x="118" y="262"/>
                  </a:cubicBezTo>
                  <a:cubicBezTo>
                    <a:pt x="132" y="262"/>
                    <a:pt x="145" y="260"/>
                    <a:pt x="158" y="256"/>
                  </a:cubicBezTo>
                  <a:cubicBezTo>
                    <a:pt x="223" y="219"/>
                    <a:pt x="261" y="153"/>
                    <a:pt x="240" y="83"/>
                  </a:cubicBezTo>
                  <a:cubicBezTo>
                    <a:pt x="223" y="67"/>
                    <a:pt x="223" y="50"/>
                    <a:pt x="207" y="30"/>
                  </a:cubicBezTo>
                  <a:cubicBezTo>
                    <a:pt x="190" y="30"/>
                    <a:pt x="190" y="13"/>
                    <a:pt x="190" y="13"/>
                  </a:cubicBezTo>
                  <a:cubicBezTo>
                    <a:pt x="174" y="5"/>
                    <a:pt x="156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9" name="Google Shape;21539;p66"/>
            <p:cNvSpPr/>
            <p:nvPr/>
          </p:nvSpPr>
          <p:spPr>
            <a:xfrm>
              <a:off x="4034300" y="27717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1" y="0"/>
                  </a:moveTo>
                  <a:cubicBezTo>
                    <a:pt x="122" y="0"/>
                    <a:pt x="113" y="2"/>
                    <a:pt x="103" y="7"/>
                  </a:cubicBezTo>
                  <a:cubicBezTo>
                    <a:pt x="83" y="7"/>
                    <a:pt x="50" y="28"/>
                    <a:pt x="33" y="44"/>
                  </a:cubicBezTo>
                  <a:cubicBezTo>
                    <a:pt x="17" y="77"/>
                    <a:pt x="0" y="94"/>
                    <a:pt x="0" y="131"/>
                  </a:cubicBezTo>
                  <a:cubicBezTo>
                    <a:pt x="0" y="164"/>
                    <a:pt x="17" y="197"/>
                    <a:pt x="33" y="234"/>
                  </a:cubicBezTo>
                  <a:cubicBezTo>
                    <a:pt x="55" y="248"/>
                    <a:pt x="81" y="257"/>
                    <a:pt x="107" y="257"/>
                  </a:cubicBezTo>
                  <a:cubicBezTo>
                    <a:pt x="141" y="257"/>
                    <a:pt x="176" y="243"/>
                    <a:pt x="206" y="213"/>
                  </a:cubicBezTo>
                  <a:cubicBezTo>
                    <a:pt x="239" y="147"/>
                    <a:pt x="239" y="77"/>
                    <a:pt x="186" y="28"/>
                  </a:cubicBezTo>
                  <a:cubicBezTo>
                    <a:pt x="174" y="13"/>
                    <a:pt x="154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0" name="Google Shape;21540;p66"/>
            <p:cNvSpPr/>
            <p:nvPr/>
          </p:nvSpPr>
          <p:spPr>
            <a:xfrm>
              <a:off x="4028625" y="2755975"/>
              <a:ext cx="6100" cy="6250"/>
            </a:xfrm>
            <a:custGeom>
              <a:avLst/>
              <a:gdLst/>
              <a:ahLst/>
              <a:cxnLst/>
              <a:rect l="l" t="t" r="r" b="b"/>
              <a:pathLst>
                <a:path w="244" h="250" extrusionOk="0">
                  <a:moveTo>
                    <a:pt x="131" y="0"/>
                  </a:moveTo>
                  <a:cubicBezTo>
                    <a:pt x="72" y="0"/>
                    <a:pt x="21" y="49"/>
                    <a:pt x="21" y="106"/>
                  </a:cubicBezTo>
                  <a:cubicBezTo>
                    <a:pt x="1" y="143"/>
                    <a:pt x="1" y="176"/>
                    <a:pt x="21" y="193"/>
                  </a:cubicBezTo>
                  <a:cubicBezTo>
                    <a:pt x="38" y="226"/>
                    <a:pt x="71" y="247"/>
                    <a:pt x="87" y="247"/>
                  </a:cubicBezTo>
                  <a:cubicBezTo>
                    <a:pt x="96" y="249"/>
                    <a:pt x="104" y="250"/>
                    <a:pt x="112" y="250"/>
                  </a:cubicBezTo>
                  <a:cubicBezTo>
                    <a:pt x="169" y="250"/>
                    <a:pt x="209" y="201"/>
                    <a:pt x="227" y="143"/>
                  </a:cubicBezTo>
                  <a:cubicBezTo>
                    <a:pt x="244" y="106"/>
                    <a:pt x="227" y="73"/>
                    <a:pt x="227" y="57"/>
                  </a:cubicBezTo>
                  <a:cubicBezTo>
                    <a:pt x="207" y="40"/>
                    <a:pt x="207" y="40"/>
                    <a:pt x="207" y="20"/>
                  </a:cubicBezTo>
                  <a:cubicBezTo>
                    <a:pt x="190" y="3"/>
                    <a:pt x="174" y="3"/>
                    <a:pt x="157" y="3"/>
                  </a:cubicBezTo>
                  <a:cubicBezTo>
                    <a:pt x="148" y="1"/>
                    <a:pt x="140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1" name="Google Shape;21541;p66"/>
            <p:cNvSpPr/>
            <p:nvPr/>
          </p:nvSpPr>
          <p:spPr>
            <a:xfrm>
              <a:off x="4037700" y="2850150"/>
              <a:ext cx="3425" cy="425"/>
            </a:xfrm>
            <a:custGeom>
              <a:avLst/>
              <a:gdLst/>
              <a:ahLst/>
              <a:cxnLst/>
              <a:rect l="l" t="t" r="r" b="b"/>
              <a:pathLst>
                <a:path w="137" h="17" extrusionOk="0">
                  <a:moveTo>
                    <a:pt x="87" y="0"/>
                  </a:moveTo>
                  <a:cubicBezTo>
                    <a:pt x="50" y="0"/>
                    <a:pt x="33" y="0"/>
                    <a:pt x="0" y="17"/>
                  </a:cubicBezTo>
                  <a:lnTo>
                    <a:pt x="136" y="17"/>
                  </a:lnTo>
                  <a:cubicBezTo>
                    <a:pt x="120" y="17"/>
                    <a:pt x="103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2" name="Google Shape;21542;p66"/>
            <p:cNvSpPr/>
            <p:nvPr/>
          </p:nvSpPr>
          <p:spPr>
            <a:xfrm>
              <a:off x="4035950" y="2788650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30" y="0"/>
                  </a:moveTo>
                  <a:cubicBezTo>
                    <a:pt x="74" y="0"/>
                    <a:pt x="35" y="45"/>
                    <a:pt x="17" y="106"/>
                  </a:cubicBezTo>
                  <a:cubicBezTo>
                    <a:pt x="0" y="139"/>
                    <a:pt x="0" y="176"/>
                    <a:pt x="17" y="209"/>
                  </a:cubicBezTo>
                  <a:cubicBezTo>
                    <a:pt x="37" y="226"/>
                    <a:pt x="70" y="242"/>
                    <a:pt x="87" y="259"/>
                  </a:cubicBezTo>
                  <a:cubicBezTo>
                    <a:pt x="157" y="259"/>
                    <a:pt x="206" y="209"/>
                    <a:pt x="223" y="139"/>
                  </a:cubicBezTo>
                  <a:cubicBezTo>
                    <a:pt x="243" y="106"/>
                    <a:pt x="243" y="73"/>
                    <a:pt x="223" y="53"/>
                  </a:cubicBezTo>
                  <a:cubicBezTo>
                    <a:pt x="206" y="36"/>
                    <a:pt x="206" y="36"/>
                    <a:pt x="206" y="20"/>
                  </a:cubicBezTo>
                  <a:cubicBezTo>
                    <a:pt x="190" y="20"/>
                    <a:pt x="173" y="3"/>
                    <a:pt x="157" y="3"/>
                  </a:cubicBezTo>
                  <a:cubicBezTo>
                    <a:pt x="148" y="1"/>
                    <a:pt x="139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3" name="Google Shape;21543;p66"/>
            <p:cNvSpPr/>
            <p:nvPr/>
          </p:nvSpPr>
          <p:spPr>
            <a:xfrm>
              <a:off x="4036875" y="2804500"/>
              <a:ext cx="6000" cy="6300"/>
            </a:xfrm>
            <a:custGeom>
              <a:avLst/>
              <a:gdLst/>
              <a:ahLst/>
              <a:cxnLst/>
              <a:rect l="l" t="t" r="r" b="b"/>
              <a:pathLst>
                <a:path w="240" h="252" extrusionOk="0">
                  <a:moveTo>
                    <a:pt x="133" y="1"/>
                  </a:moveTo>
                  <a:cubicBezTo>
                    <a:pt x="86" y="1"/>
                    <a:pt x="31" y="46"/>
                    <a:pt x="17" y="107"/>
                  </a:cubicBezTo>
                  <a:cubicBezTo>
                    <a:pt x="0" y="177"/>
                    <a:pt x="33" y="243"/>
                    <a:pt x="103" y="243"/>
                  </a:cubicBezTo>
                  <a:cubicBezTo>
                    <a:pt x="113" y="249"/>
                    <a:pt x="122" y="252"/>
                    <a:pt x="129" y="252"/>
                  </a:cubicBezTo>
                  <a:cubicBezTo>
                    <a:pt x="148" y="252"/>
                    <a:pt x="163" y="238"/>
                    <a:pt x="186" y="227"/>
                  </a:cubicBezTo>
                  <a:cubicBezTo>
                    <a:pt x="206" y="210"/>
                    <a:pt x="223" y="177"/>
                    <a:pt x="239" y="140"/>
                  </a:cubicBezTo>
                  <a:cubicBezTo>
                    <a:pt x="239" y="107"/>
                    <a:pt x="239" y="74"/>
                    <a:pt x="223" y="58"/>
                  </a:cubicBezTo>
                  <a:cubicBezTo>
                    <a:pt x="223" y="37"/>
                    <a:pt x="223" y="37"/>
                    <a:pt x="206" y="21"/>
                  </a:cubicBezTo>
                  <a:cubicBezTo>
                    <a:pt x="186" y="4"/>
                    <a:pt x="169" y="4"/>
                    <a:pt x="153" y="4"/>
                  </a:cubicBezTo>
                  <a:cubicBezTo>
                    <a:pt x="146" y="2"/>
                    <a:pt x="140" y="1"/>
                    <a:pt x="1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4" name="Google Shape;21544;p66"/>
            <p:cNvSpPr/>
            <p:nvPr/>
          </p:nvSpPr>
          <p:spPr>
            <a:xfrm>
              <a:off x="4030375" y="28183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7" y="1"/>
                  </a:moveTo>
                  <a:cubicBezTo>
                    <a:pt x="87" y="1"/>
                    <a:pt x="17" y="38"/>
                    <a:pt x="1" y="124"/>
                  </a:cubicBezTo>
                  <a:cubicBezTo>
                    <a:pt x="1" y="141"/>
                    <a:pt x="1" y="174"/>
                    <a:pt x="17" y="207"/>
                  </a:cubicBezTo>
                  <a:cubicBezTo>
                    <a:pt x="34" y="244"/>
                    <a:pt x="71" y="260"/>
                    <a:pt x="87" y="260"/>
                  </a:cubicBezTo>
                  <a:cubicBezTo>
                    <a:pt x="120" y="260"/>
                    <a:pt x="157" y="260"/>
                    <a:pt x="174" y="244"/>
                  </a:cubicBezTo>
                  <a:cubicBezTo>
                    <a:pt x="207" y="207"/>
                    <a:pt x="223" y="190"/>
                    <a:pt x="223" y="157"/>
                  </a:cubicBezTo>
                  <a:cubicBezTo>
                    <a:pt x="240" y="124"/>
                    <a:pt x="223" y="87"/>
                    <a:pt x="223" y="54"/>
                  </a:cubicBezTo>
                  <a:cubicBezTo>
                    <a:pt x="207" y="54"/>
                    <a:pt x="207" y="38"/>
                    <a:pt x="190" y="38"/>
                  </a:cubicBezTo>
                  <a:cubicBezTo>
                    <a:pt x="190" y="21"/>
                    <a:pt x="174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5" name="Google Shape;21545;p66"/>
            <p:cNvSpPr/>
            <p:nvPr/>
          </p:nvSpPr>
          <p:spPr>
            <a:xfrm>
              <a:off x="4034300" y="2832850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115" y="1"/>
                  </a:moveTo>
                  <a:cubicBezTo>
                    <a:pt x="66" y="1"/>
                    <a:pt x="15" y="46"/>
                    <a:pt x="0" y="107"/>
                  </a:cubicBezTo>
                  <a:cubicBezTo>
                    <a:pt x="0" y="140"/>
                    <a:pt x="0" y="177"/>
                    <a:pt x="17" y="210"/>
                  </a:cubicBezTo>
                  <a:cubicBezTo>
                    <a:pt x="33" y="227"/>
                    <a:pt x="50" y="264"/>
                    <a:pt x="83" y="264"/>
                  </a:cubicBezTo>
                  <a:cubicBezTo>
                    <a:pt x="120" y="264"/>
                    <a:pt x="136" y="264"/>
                    <a:pt x="169" y="227"/>
                  </a:cubicBezTo>
                  <a:cubicBezTo>
                    <a:pt x="186" y="210"/>
                    <a:pt x="223" y="194"/>
                    <a:pt x="223" y="161"/>
                  </a:cubicBezTo>
                  <a:cubicBezTo>
                    <a:pt x="223" y="124"/>
                    <a:pt x="223" y="91"/>
                    <a:pt x="206" y="58"/>
                  </a:cubicBezTo>
                  <a:cubicBezTo>
                    <a:pt x="206" y="37"/>
                    <a:pt x="206" y="37"/>
                    <a:pt x="186" y="37"/>
                  </a:cubicBezTo>
                  <a:cubicBezTo>
                    <a:pt x="169" y="20"/>
                    <a:pt x="153" y="4"/>
                    <a:pt x="136" y="4"/>
                  </a:cubicBezTo>
                  <a:cubicBezTo>
                    <a:pt x="129" y="2"/>
                    <a:pt x="122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6" name="Google Shape;21546;p66"/>
            <p:cNvSpPr/>
            <p:nvPr/>
          </p:nvSpPr>
          <p:spPr>
            <a:xfrm>
              <a:off x="4064300" y="2791225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30" y="0"/>
                  </a:moveTo>
                  <a:cubicBezTo>
                    <a:pt x="74" y="0"/>
                    <a:pt x="34" y="45"/>
                    <a:pt x="17" y="106"/>
                  </a:cubicBezTo>
                  <a:cubicBezTo>
                    <a:pt x="0" y="139"/>
                    <a:pt x="17" y="176"/>
                    <a:pt x="37" y="209"/>
                  </a:cubicBezTo>
                  <a:cubicBezTo>
                    <a:pt x="37" y="226"/>
                    <a:pt x="70" y="242"/>
                    <a:pt x="103" y="259"/>
                  </a:cubicBezTo>
                  <a:cubicBezTo>
                    <a:pt x="157" y="259"/>
                    <a:pt x="223" y="209"/>
                    <a:pt x="243" y="139"/>
                  </a:cubicBezTo>
                  <a:cubicBezTo>
                    <a:pt x="243" y="106"/>
                    <a:pt x="243" y="73"/>
                    <a:pt x="223" y="53"/>
                  </a:cubicBezTo>
                  <a:cubicBezTo>
                    <a:pt x="223" y="36"/>
                    <a:pt x="206" y="36"/>
                    <a:pt x="206" y="20"/>
                  </a:cubicBezTo>
                  <a:cubicBezTo>
                    <a:pt x="190" y="20"/>
                    <a:pt x="173" y="3"/>
                    <a:pt x="157" y="3"/>
                  </a:cubicBezTo>
                  <a:cubicBezTo>
                    <a:pt x="148" y="1"/>
                    <a:pt x="139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7" name="Google Shape;21547;p66"/>
            <p:cNvSpPr/>
            <p:nvPr/>
          </p:nvSpPr>
          <p:spPr>
            <a:xfrm>
              <a:off x="4059125" y="2821275"/>
              <a:ext cx="6125" cy="6200"/>
            </a:xfrm>
            <a:custGeom>
              <a:avLst/>
              <a:gdLst/>
              <a:ahLst/>
              <a:cxnLst/>
              <a:rect l="l" t="t" r="r" b="b"/>
              <a:pathLst>
                <a:path w="245" h="248" extrusionOk="0">
                  <a:moveTo>
                    <a:pt x="128" y="1"/>
                  </a:moveTo>
                  <a:cubicBezTo>
                    <a:pt x="74" y="1"/>
                    <a:pt x="35" y="48"/>
                    <a:pt x="17" y="108"/>
                  </a:cubicBezTo>
                  <a:cubicBezTo>
                    <a:pt x="1" y="141"/>
                    <a:pt x="1" y="174"/>
                    <a:pt x="17" y="211"/>
                  </a:cubicBezTo>
                  <a:cubicBezTo>
                    <a:pt x="38" y="228"/>
                    <a:pt x="71" y="244"/>
                    <a:pt x="87" y="244"/>
                  </a:cubicBezTo>
                  <a:cubicBezTo>
                    <a:pt x="97" y="246"/>
                    <a:pt x="105" y="248"/>
                    <a:pt x="114" y="248"/>
                  </a:cubicBezTo>
                  <a:cubicBezTo>
                    <a:pt x="170" y="248"/>
                    <a:pt x="209" y="202"/>
                    <a:pt x="224" y="141"/>
                  </a:cubicBezTo>
                  <a:cubicBezTo>
                    <a:pt x="244" y="108"/>
                    <a:pt x="244" y="71"/>
                    <a:pt x="224" y="55"/>
                  </a:cubicBezTo>
                  <a:cubicBezTo>
                    <a:pt x="207" y="38"/>
                    <a:pt x="207" y="38"/>
                    <a:pt x="207" y="22"/>
                  </a:cubicBezTo>
                  <a:cubicBezTo>
                    <a:pt x="191" y="5"/>
                    <a:pt x="174" y="5"/>
                    <a:pt x="158" y="5"/>
                  </a:cubicBezTo>
                  <a:cubicBezTo>
                    <a:pt x="147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8" name="Google Shape;21548;p66"/>
            <p:cNvSpPr/>
            <p:nvPr/>
          </p:nvSpPr>
          <p:spPr>
            <a:xfrm>
              <a:off x="4064300" y="2837275"/>
              <a:ext cx="5575" cy="6475"/>
            </a:xfrm>
            <a:custGeom>
              <a:avLst/>
              <a:gdLst/>
              <a:ahLst/>
              <a:cxnLst/>
              <a:rect l="l" t="t" r="r" b="b"/>
              <a:pathLst>
                <a:path w="223" h="259" extrusionOk="0">
                  <a:moveTo>
                    <a:pt x="140" y="0"/>
                  </a:moveTo>
                  <a:cubicBezTo>
                    <a:pt x="120" y="0"/>
                    <a:pt x="87" y="17"/>
                    <a:pt x="54" y="33"/>
                  </a:cubicBezTo>
                  <a:cubicBezTo>
                    <a:pt x="37" y="50"/>
                    <a:pt x="17" y="87"/>
                    <a:pt x="0" y="120"/>
                  </a:cubicBezTo>
                  <a:cubicBezTo>
                    <a:pt x="0" y="153"/>
                    <a:pt x="0" y="190"/>
                    <a:pt x="17" y="206"/>
                  </a:cubicBezTo>
                  <a:cubicBezTo>
                    <a:pt x="37" y="239"/>
                    <a:pt x="54" y="256"/>
                    <a:pt x="87" y="256"/>
                  </a:cubicBezTo>
                  <a:cubicBezTo>
                    <a:pt x="96" y="258"/>
                    <a:pt x="105" y="259"/>
                    <a:pt x="113" y="259"/>
                  </a:cubicBezTo>
                  <a:cubicBezTo>
                    <a:pt x="169" y="259"/>
                    <a:pt x="208" y="214"/>
                    <a:pt x="223" y="153"/>
                  </a:cubicBezTo>
                  <a:cubicBezTo>
                    <a:pt x="223" y="120"/>
                    <a:pt x="223" y="87"/>
                    <a:pt x="206" y="50"/>
                  </a:cubicBezTo>
                  <a:cubicBezTo>
                    <a:pt x="206" y="50"/>
                    <a:pt x="206" y="33"/>
                    <a:pt x="190" y="33"/>
                  </a:cubicBezTo>
                  <a:cubicBezTo>
                    <a:pt x="173" y="17"/>
                    <a:pt x="157" y="17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9" name="Google Shape;21549;p66"/>
            <p:cNvSpPr/>
            <p:nvPr/>
          </p:nvSpPr>
          <p:spPr>
            <a:xfrm>
              <a:off x="4051825" y="2804500"/>
              <a:ext cx="6100" cy="6200"/>
            </a:xfrm>
            <a:custGeom>
              <a:avLst/>
              <a:gdLst/>
              <a:ahLst/>
              <a:cxnLst/>
              <a:rect l="l" t="t" r="r" b="b"/>
              <a:pathLst>
                <a:path w="244" h="248" extrusionOk="0">
                  <a:moveTo>
                    <a:pt x="119" y="1"/>
                  </a:moveTo>
                  <a:cubicBezTo>
                    <a:pt x="70" y="1"/>
                    <a:pt x="18" y="46"/>
                    <a:pt x="0" y="107"/>
                  </a:cubicBezTo>
                  <a:cubicBezTo>
                    <a:pt x="0" y="140"/>
                    <a:pt x="0" y="177"/>
                    <a:pt x="21" y="194"/>
                  </a:cubicBezTo>
                  <a:cubicBezTo>
                    <a:pt x="37" y="227"/>
                    <a:pt x="54" y="243"/>
                    <a:pt x="87" y="243"/>
                  </a:cubicBezTo>
                  <a:cubicBezTo>
                    <a:pt x="97" y="246"/>
                    <a:pt x="107" y="248"/>
                    <a:pt x="116" y="248"/>
                  </a:cubicBezTo>
                  <a:cubicBezTo>
                    <a:pt x="171" y="248"/>
                    <a:pt x="209" y="200"/>
                    <a:pt x="227" y="140"/>
                  </a:cubicBezTo>
                  <a:cubicBezTo>
                    <a:pt x="243" y="107"/>
                    <a:pt x="227" y="74"/>
                    <a:pt x="206" y="58"/>
                  </a:cubicBezTo>
                  <a:cubicBezTo>
                    <a:pt x="206" y="37"/>
                    <a:pt x="206" y="37"/>
                    <a:pt x="190" y="21"/>
                  </a:cubicBezTo>
                  <a:cubicBezTo>
                    <a:pt x="190" y="4"/>
                    <a:pt x="173" y="4"/>
                    <a:pt x="140" y="4"/>
                  </a:cubicBezTo>
                  <a:cubicBezTo>
                    <a:pt x="133" y="2"/>
                    <a:pt x="126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0" name="Google Shape;21550;p66"/>
            <p:cNvSpPr/>
            <p:nvPr/>
          </p:nvSpPr>
          <p:spPr>
            <a:xfrm>
              <a:off x="4062125" y="27757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37" y="1"/>
                  </a:moveTo>
                  <a:cubicBezTo>
                    <a:pt x="103" y="1"/>
                    <a:pt x="67" y="17"/>
                    <a:pt x="38" y="55"/>
                  </a:cubicBezTo>
                  <a:cubicBezTo>
                    <a:pt x="0" y="109"/>
                    <a:pt x="0" y="179"/>
                    <a:pt x="38" y="229"/>
                  </a:cubicBezTo>
                  <a:cubicBezTo>
                    <a:pt x="58" y="251"/>
                    <a:pt x="82" y="260"/>
                    <a:pt x="107" y="260"/>
                  </a:cubicBezTo>
                  <a:cubicBezTo>
                    <a:pt x="141" y="260"/>
                    <a:pt x="178" y="241"/>
                    <a:pt x="207" y="212"/>
                  </a:cubicBezTo>
                  <a:cubicBezTo>
                    <a:pt x="244" y="158"/>
                    <a:pt x="244" y="76"/>
                    <a:pt x="207" y="22"/>
                  </a:cubicBezTo>
                  <a:cubicBezTo>
                    <a:pt x="186" y="9"/>
                    <a:pt x="162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1" name="Google Shape;21551;p66"/>
            <p:cNvSpPr/>
            <p:nvPr/>
          </p:nvSpPr>
          <p:spPr>
            <a:xfrm>
              <a:off x="4056550" y="2758850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35" y="1"/>
                  </a:moveTo>
                  <a:cubicBezTo>
                    <a:pt x="126" y="1"/>
                    <a:pt x="116" y="2"/>
                    <a:pt x="104" y="8"/>
                  </a:cubicBezTo>
                  <a:cubicBezTo>
                    <a:pt x="38" y="45"/>
                    <a:pt x="1" y="111"/>
                    <a:pt x="17" y="181"/>
                  </a:cubicBezTo>
                  <a:cubicBezTo>
                    <a:pt x="38" y="214"/>
                    <a:pt x="54" y="235"/>
                    <a:pt x="71" y="251"/>
                  </a:cubicBezTo>
                  <a:cubicBezTo>
                    <a:pt x="87" y="259"/>
                    <a:pt x="105" y="263"/>
                    <a:pt x="120" y="263"/>
                  </a:cubicBezTo>
                  <a:cubicBezTo>
                    <a:pt x="136" y="263"/>
                    <a:pt x="149" y="259"/>
                    <a:pt x="157" y="251"/>
                  </a:cubicBezTo>
                  <a:cubicBezTo>
                    <a:pt x="190" y="235"/>
                    <a:pt x="207" y="214"/>
                    <a:pt x="223" y="181"/>
                  </a:cubicBezTo>
                  <a:cubicBezTo>
                    <a:pt x="244" y="148"/>
                    <a:pt x="244" y="111"/>
                    <a:pt x="244" y="78"/>
                  </a:cubicBezTo>
                  <a:cubicBezTo>
                    <a:pt x="244" y="61"/>
                    <a:pt x="223" y="45"/>
                    <a:pt x="207" y="28"/>
                  </a:cubicBezTo>
                  <a:cubicBezTo>
                    <a:pt x="207" y="28"/>
                    <a:pt x="190" y="28"/>
                    <a:pt x="190" y="8"/>
                  </a:cubicBezTo>
                  <a:cubicBezTo>
                    <a:pt x="168" y="8"/>
                    <a:pt x="154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2" name="Google Shape;21552;p66"/>
            <p:cNvSpPr/>
            <p:nvPr/>
          </p:nvSpPr>
          <p:spPr>
            <a:xfrm>
              <a:off x="4069025" y="2745725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37" y="1"/>
                  </a:moveTo>
                  <a:cubicBezTo>
                    <a:pt x="120" y="1"/>
                    <a:pt x="87" y="1"/>
                    <a:pt x="54" y="38"/>
                  </a:cubicBezTo>
                  <a:cubicBezTo>
                    <a:pt x="34" y="55"/>
                    <a:pt x="17" y="71"/>
                    <a:pt x="1" y="104"/>
                  </a:cubicBezTo>
                  <a:cubicBezTo>
                    <a:pt x="1" y="141"/>
                    <a:pt x="1" y="174"/>
                    <a:pt x="17" y="207"/>
                  </a:cubicBezTo>
                  <a:cubicBezTo>
                    <a:pt x="34" y="244"/>
                    <a:pt x="54" y="261"/>
                    <a:pt x="87" y="261"/>
                  </a:cubicBezTo>
                  <a:cubicBezTo>
                    <a:pt x="93" y="263"/>
                    <a:pt x="100" y="264"/>
                    <a:pt x="106" y="264"/>
                  </a:cubicBezTo>
                  <a:cubicBezTo>
                    <a:pt x="153" y="264"/>
                    <a:pt x="209" y="215"/>
                    <a:pt x="223" y="158"/>
                  </a:cubicBezTo>
                  <a:cubicBezTo>
                    <a:pt x="223" y="121"/>
                    <a:pt x="223" y="88"/>
                    <a:pt x="207" y="55"/>
                  </a:cubicBezTo>
                  <a:cubicBezTo>
                    <a:pt x="207" y="55"/>
                    <a:pt x="207" y="38"/>
                    <a:pt x="190" y="38"/>
                  </a:cubicBezTo>
                  <a:cubicBezTo>
                    <a:pt x="174" y="17"/>
                    <a:pt x="157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3" name="Google Shape;21553;p66"/>
            <p:cNvSpPr/>
            <p:nvPr/>
          </p:nvSpPr>
          <p:spPr>
            <a:xfrm>
              <a:off x="4066050" y="2806825"/>
              <a:ext cx="6400" cy="6300"/>
            </a:xfrm>
            <a:custGeom>
              <a:avLst/>
              <a:gdLst/>
              <a:ahLst/>
              <a:cxnLst/>
              <a:rect l="l" t="t" r="r" b="b"/>
              <a:pathLst>
                <a:path w="256" h="252" extrusionOk="0">
                  <a:moveTo>
                    <a:pt x="144" y="1"/>
                  </a:moveTo>
                  <a:cubicBezTo>
                    <a:pt x="109" y="1"/>
                    <a:pt x="71" y="18"/>
                    <a:pt x="50" y="47"/>
                  </a:cubicBezTo>
                  <a:cubicBezTo>
                    <a:pt x="0" y="101"/>
                    <a:pt x="0" y="187"/>
                    <a:pt x="50" y="220"/>
                  </a:cubicBezTo>
                  <a:cubicBezTo>
                    <a:pt x="65" y="243"/>
                    <a:pt x="89" y="252"/>
                    <a:pt x="114" y="252"/>
                  </a:cubicBezTo>
                  <a:cubicBezTo>
                    <a:pt x="149" y="252"/>
                    <a:pt x="187" y="233"/>
                    <a:pt x="206" y="204"/>
                  </a:cubicBezTo>
                  <a:cubicBezTo>
                    <a:pt x="256" y="150"/>
                    <a:pt x="256" y="68"/>
                    <a:pt x="206" y="31"/>
                  </a:cubicBezTo>
                  <a:cubicBezTo>
                    <a:pt x="192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4" name="Google Shape;21554;p66"/>
            <p:cNvSpPr/>
            <p:nvPr/>
          </p:nvSpPr>
          <p:spPr>
            <a:xfrm>
              <a:off x="4123975" y="2739275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30" y="0"/>
                  </a:moveTo>
                  <a:cubicBezTo>
                    <a:pt x="74" y="0"/>
                    <a:pt x="35" y="46"/>
                    <a:pt x="21" y="106"/>
                  </a:cubicBezTo>
                  <a:cubicBezTo>
                    <a:pt x="0" y="139"/>
                    <a:pt x="21" y="172"/>
                    <a:pt x="21" y="210"/>
                  </a:cubicBezTo>
                  <a:cubicBezTo>
                    <a:pt x="37" y="226"/>
                    <a:pt x="70" y="242"/>
                    <a:pt x="87" y="259"/>
                  </a:cubicBezTo>
                  <a:cubicBezTo>
                    <a:pt x="157" y="259"/>
                    <a:pt x="227" y="210"/>
                    <a:pt x="227" y="139"/>
                  </a:cubicBezTo>
                  <a:cubicBezTo>
                    <a:pt x="243" y="106"/>
                    <a:pt x="243" y="90"/>
                    <a:pt x="227" y="53"/>
                  </a:cubicBezTo>
                  <a:cubicBezTo>
                    <a:pt x="206" y="36"/>
                    <a:pt x="206" y="36"/>
                    <a:pt x="206" y="20"/>
                  </a:cubicBezTo>
                  <a:cubicBezTo>
                    <a:pt x="190" y="20"/>
                    <a:pt x="173" y="3"/>
                    <a:pt x="157" y="3"/>
                  </a:cubicBezTo>
                  <a:cubicBezTo>
                    <a:pt x="148" y="1"/>
                    <a:pt x="139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5" name="Google Shape;21555;p66"/>
            <p:cNvSpPr/>
            <p:nvPr/>
          </p:nvSpPr>
          <p:spPr>
            <a:xfrm>
              <a:off x="3885250" y="27603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28" y="0"/>
                  </a:moveTo>
                  <a:cubicBezTo>
                    <a:pt x="74" y="0"/>
                    <a:pt x="31" y="46"/>
                    <a:pt x="17" y="107"/>
                  </a:cubicBezTo>
                  <a:cubicBezTo>
                    <a:pt x="1" y="139"/>
                    <a:pt x="1" y="177"/>
                    <a:pt x="17" y="210"/>
                  </a:cubicBezTo>
                  <a:cubicBezTo>
                    <a:pt x="34" y="226"/>
                    <a:pt x="67" y="243"/>
                    <a:pt x="87" y="259"/>
                  </a:cubicBezTo>
                  <a:cubicBezTo>
                    <a:pt x="153" y="259"/>
                    <a:pt x="207" y="210"/>
                    <a:pt x="223" y="139"/>
                  </a:cubicBezTo>
                  <a:cubicBezTo>
                    <a:pt x="240" y="107"/>
                    <a:pt x="240" y="74"/>
                    <a:pt x="223" y="53"/>
                  </a:cubicBezTo>
                  <a:cubicBezTo>
                    <a:pt x="207" y="36"/>
                    <a:pt x="207" y="36"/>
                    <a:pt x="207" y="20"/>
                  </a:cubicBezTo>
                  <a:cubicBezTo>
                    <a:pt x="190" y="20"/>
                    <a:pt x="170" y="3"/>
                    <a:pt x="153" y="3"/>
                  </a:cubicBezTo>
                  <a:cubicBezTo>
                    <a:pt x="144" y="1"/>
                    <a:pt x="136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6" name="Google Shape;21556;p66"/>
            <p:cNvSpPr/>
            <p:nvPr/>
          </p:nvSpPr>
          <p:spPr>
            <a:xfrm>
              <a:off x="3880100" y="2790350"/>
              <a:ext cx="6000" cy="6200"/>
            </a:xfrm>
            <a:custGeom>
              <a:avLst/>
              <a:gdLst/>
              <a:ahLst/>
              <a:cxnLst/>
              <a:rect l="l" t="t" r="r" b="b"/>
              <a:pathLst>
                <a:path w="240" h="248" extrusionOk="0">
                  <a:moveTo>
                    <a:pt x="113" y="1"/>
                  </a:moveTo>
                  <a:cubicBezTo>
                    <a:pt x="68" y="1"/>
                    <a:pt x="14" y="49"/>
                    <a:pt x="0" y="108"/>
                  </a:cubicBezTo>
                  <a:cubicBezTo>
                    <a:pt x="0" y="141"/>
                    <a:pt x="0" y="174"/>
                    <a:pt x="17" y="191"/>
                  </a:cubicBezTo>
                  <a:cubicBezTo>
                    <a:pt x="33" y="228"/>
                    <a:pt x="50" y="244"/>
                    <a:pt x="87" y="244"/>
                  </a:cubicBezTo>
                  <a:cubicBezTo>
                    <a:pt x="96" y="247"/>
                    <a:pt x="104" y="248"/>
                    <a:pt x="112" y="248"/>
                  </a:cubicBezTo>
                  <a:cubicBezTo>
                    <a:pt x="166" y="248"/>
                    <a:pt x="209" y="202"/>
                    <a:pt x="223" y="141"/>
                  </a:cubicBezTo>
                  <a:cubicBezTo>
                    <a:pt x="240" y="108"/>
                    <a:pt x="223" y="71"/>
                    <a:pt x="207" y="55"/>
                  </a:cubicBezTo>
                  <a:cubicBezTo>
                    <a:pt x="207" y="38"/>
                    <a:pt x="207" y="38"/>
                    <a:pt x="190" y="22"/>
                  </a:cubicBezTo>
                  <a:cubicBezTo>
                    <a:pt x="190" y="5"/>
                    <a:pt x="169" y="5"/>
                    <a:pt x="136" y="5"/>
                  </a:cubicBezTo>
                  <a:cubicBezTo>
                    <a:pt x="129" y="2"/>
                    <a:pt x="121" y="1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7" name="Google Shape;21557;p66"/>
            <p:cNvSpPr/>
            <p:nvPr/>
          </p:nvSpPr>
          <p:spPr>
            <a:xfrm>
              <a:off x="3875775" y="2837750"/>
              <a:ext cx="6000" cy="6350"/>
            </a:xfrm>
            <a:custGeom>
              <a:avLst/>
              <a:gdLst/>
              <a:ahLst/>
              <a:cxnLst/>
              <a:rect l="l" t="t" r="r" b="b"/>
              <a:pathLst>
                <a:path w="240" h="254" extrusionOk="0">
                  <a:moveTo>
                    <a:pt x="136" y="1"/>
                  </a:moveTo>
                  <a:cubicBezTo>
                    <a:pt x="101" y="1"/>
                    <a:pt x="64" y="18"/>
                    <a:pt x="33" y="47"/>
                  </a:cubicBezTo>
                  <a:cubicBezTo>
                    <a:pt x="0" y="101"/>
                    <a:pt x="0" y="187"/>
                    <a:pt x="33" y="220"/>
                  </a:cubicBezTo>
                  <a:cubicBezTo>
                    <a:pt x="54" y="237"/>
                    <a:pt x="70" y="237"/>
                    <a:pt x="87" y="253"/>
                  </a:cubicBezTo>
                  <a:cubicBezTo>
                    <a:pt x="120" y="253"/>
                    <a:pt x="173" y="237"/>
                    <a:pt x="206" y="204"/>
                  </a:cubicBezTo>
                  <a:cubicBezTo>
                    <a:pt x="223" y="171"/>
                    <a:pt x="239" y="117"/>
                    <a:pt x="223" y="68"/>
                  </a:cubicBezTo>
                  <a:cubicBezTo>
                    <a:pt x="223" y="47"/>
                    <a:pt x="206" y="31"/>
                    <a:pt x="206" y="31"/>
                  </a:cubicBezTo>
                  <a:cubicBezTo>
                    <a:pt x="186" y="10"/>
                    <a:pt x="161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8" name="Google Shape;21558;p66"/>
            <p:cNvSpPr/>
            <p:nvPr/>
          </p:nvSpPr>
          <p:spPr>
            <a:xfrm>
              <a:off x="3890000" y="2714825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36" y="0"/>
                  </a:moveTo>
                  <a:cubicBezTo>
                    <a:pt x="103" y="0"/>
                    <a:pt x="83" y="0"/>
                    <a:pt x="50" y="17"/>
                  </a:cubicBezTo>
                  <a:cubicBezTo>
                    <a:pt x="33" y="54"/>
                    <a:pt x="0" y="70"/>
                    <a:pt x="0" y="103"/>
                  </a:cubicBezTo>
                  <a:cubicBezTo>
                    <a:pt x="0" y="140"/>
                    <a:pt x="0" y="173"/>
                    <a:pt x="17" y="206"/>
                  </a:cubicBezTo>
                  <a:cubicBezTo>
                    <a:pt x="33" y="223"/>
                    <a:pt x="50" y="260"/>
                    <a:pt x="83" y="260"/>
                  </a:cubicBezTo>
                  <a:cubicBezTo>
                    <a:pt x="136" y="260"/>
                    <a:pt x="206" y="223"/>
                    <a:pt x="223" y="157"/>
                  </a:cubicBezTo>
                  <a:cubicBezTo>
                    <a:pt x="223" y="120"/>
                    <a:pt x="223" y="87"/>
                    <a:pt x="206" y="54"/>
                  </a:cubicBezTo>
                  <a:cubicBezTo>
                    <a:pt x="206" y="37"/>
                    <a:pt x="186" y="37"/>
                    <a:pt x="186" y="37"/>
                  </a:cubicBezTo>
                  <a:cubicBezTo>
                    <a:pt x="169" y="17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9" name="Google Shape;21559;p66"/>
            <p:cNvSpPr/>
            <p:nvPr/>
          </p:nvSpPr>
          <p:spPr>
            <a:xfrm>
              <a:off x="3890400" y="27294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3" y="1"/>
                  </a:moveTo>
                  <a:cubicBezTo>
                    <a:pt x="120" y="1"/>
                    <a:pt x="104" y="1"/>
                    <a:pt x="87" y="17"/>
                  </a:cubicBezTo>
                  <a:cubicBezTo>
                    <a:pt x="50" y="34"/>
                    <a:pt x="17" y="71"/>
                    <a:pt x="17" y="120"/>
                  </a:cubicBezTo>
                  <a:cubicBezTo>
                    <a:pt x="1" y="153"/>
                    <a:pt x="17" y="190"/>
                    <a:pt x="17" y="207"/>
                  </a:cubicBezTo>
                  <a:cubicBezTo>
                    <a:pt x="34" y="240"/>
                    <a:pt x="67" y="256"/>
                    <a:pt x="104" y="256"/>
                  </a:cubicBezTo>
                  <a:cubicBezTo>
                    <a:pt x="111" y="259"/>
                    <a:pt x="119" y="261"/>
                    <a:pt x="126" y="261"/>
                  </a:cubicBezTo>
                  <a:cubicBezTo>
                    <a:pt x="169" y="261"/>
                    <a:pt x="209" y="216"/>
                    <a:pt x="223" y="174"/>
                  </a:cubicBezTo>
                  <a:cubicBezTo>
                    <a:pt x="223" y="153"/>
                    <a:pt x="223" y="153"/>
                    <a:pt x="240" y="153"/>
                  </a:cubicBezTo>
                  <a:cubicBezTo>
                    <a:pt x="240" y="104"/>
                    <a:pt x="223" y="71"/>
                    <a:pt x="207" y="34"/>
                  </a:cubicBezTo>
                  <a:cubicBezTo>
                    <a:pt x="190" y="17"/>
                    <a:pt x="17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0" name="Google Shape;21560;p66"/>
            <p:cNvSpPr/>
            <p:nvPr/>
          </p:nvSpPr>
          <p:spPr>
            <a:xfrm>
              <a:off x="3874525" y="28225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6" y="0"/>
                  </a:moveTo>
                  <a:cubicBezTo>
                    <a:pt x="67" y="0"/>
                    <a:pt x="17" y="46"/>
                    <a:pt x="17" y="107"/>
                  </a:cubicBezTo>
                  <a:cubicBezTo>
                    <a:pt x="1" y="140"/>
                    <a:pt x="1" y="177"/>
                    <a:pt x="17" y="210"/>
                  </a:cubicBezTo>
                  <a:cubicBezTo>
                    <a:pt x="34" y="226"/>
                    <a:pt x="67" y="263"/>
                    <a:pt x="83" y="263"/>
                  </a:cubicBezTo>
                  <a:cubicBezTo>
                    <a:pt x="120" y="263"/>
                    <a:pt x="153" y="263"/>
                    <a:pt x="170" y="226"/>
                  </a:cubicBezTo>
                  <a:cubicBezTo>
                    <a:pt x="207" y="210"/>
                    <a:pt x="223" y="193"/>
                    <a:pt x="223" y="160"/>
                  </a:cubicBezTo>
                  <a:cubicBezTo>
                    <a:pt x="240" y="123"/>
                    <a:pt x="223" y="90"/>
                    <a:pt x="223" y="57"/>
                  </a:cubicBezTo>
                  <a:lnTo>
                    <a:pt x="207" y="37"/>
                  </a:lnTo>
                  <a:cubicBezTo>
                    <a:pt x="186" y="20"/>
                    <a:pt x="170" y="4"/>
                    <a:pt x="153" y="4"/>
                  </a:cubicBezTo>
                  <a:cubicBezTo>
                    <a:pt x="144" y="2"/>
                    <a:pt x="135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1" name="Google Shape;21561;p66"/>
            <p:cNvSpPr/>
            <p:nvPr/>
          </p:nvSpPr>
          <p:spPr>
            <a:xfrm>
              <a:off x="3886900" y="282315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37" y="0"/>
                  </a:moveTo>
                  <a:cubicBezTo>
                    <a:pt x="104" y="0"/>
                    <a:pt x="73" y="19"/>
                    <a:pt x="54" y="50"/>
                  </a:cubicBezTo>
                  <a:cubicBezTo>
                    <a:pt x="1" y="99"/>
                    <a:pt x="1" y="186"/>
                    <a:pt x="54" y="239"/>
                  </a:cubicBezTo>
                  <a:cubicBezTo>
                    <a:pt x="71" y="239"/>
                    <a:pt x="71" y="256"/>
                    <a:pt x="87" y="256"/>
                  </a:cubicBezTo>
                  <a:cubicBezTo>
                    <a:pt x="100" y="260"/>
                    <a:pt x="112" y="262"/>
                    <a:pt x="123" y="262"/>
                  </a:cubicBezTo>
                  <a:cubicBezTo>
                    <a:pt x="157" y="262"/>
                    <a:pt x="182" y="243"/>
                    <a:pt x="207" y="202"/>
                  </a:cubicBezTo>
                  <a:cubicBezTo>
                    <a:pt x="244" y="169"/>
                    <a:pt x="244" y="116"/>
                    <a:pt x="244" y="83"/>
                  </a:cubicBezTo>
                  <a:cubicBezTo>
                    <a:pt x="227" y="66"/>
                    <a:pt x="227" y="50"/>
                    <a:pt x="207" y="33"/>
                  </a:cubicBezTo>
                  <a:cubicBezTo>
                    <a:pt x="186" y="10"/>
                    <a:pt x="161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2" name="Google Shape;21562;p66"/>
            <p:cNvSpPr/>
            <p:nvPr/>
          </p:nvSpPr>
          <p:spPr>
            <a:xfrm>
              <a:off x="3892575" y="2840575"/>
              <a:ext cx="6000" cy="6200"/>
            </a:xfrm>
            <a:custGeom>
              <a:avLst/>
              <a:gdLst/>
              <a:ahLst/>
              <a:cxnLst/>
              <a:rect l="l" t="t" r="r" b="b"/>
              <a:pathLst>
                <a:path w="240" h="248" extrusionOk="0">
                  <a:moveTo>
                    <a:pt x="115" y="1"/>
                  </a:moveTo>
                  <a:cubicBezTo>
                    <a:pt x="66" y="1"/>
                    <a:pt x="15" y="46"/>
                    <a:pt x="0" y="107"/>
                  </a:cubicBezTo>
                  <a:cubicBezTo>
                    <a:pt x="0" y="140"/>
                    <a:pt x="0" y="177"/>
                    <a:pt x="17" y="194"/>
                  </a:cubicBezTo>
                  <a:cubicBezTo>
                    <a:pt x="33" y="227"/>
                    <a:pt x="50" y="243"/>
                    <a:pt x="83" y="243"/>
                  </a:cubicBezTo>
                  <a:cubicBezTo>
                    <a:pt x="91" y="246"/>
                    <a:pt x="99" y="248"/>
                    <a:pt x="107" y="248"/>
                  </a:cubicBezTo>
                  <a:cubicBezTo>
                    <a:pt x="156" y="248"/>
                    <a:pt x="209" y="200"/>
                    <a:pt x="223" y="140"/>
                  </a:cubicBezTo>
                  <a:cubicBezTo>
                    <a:pt x="239" y="91"/>
                    <a:pt x="223" y="58"/>
                    <a:pt x="186" y="21"/>
                  </a:cubicBezTo>
                  <a:cubicBezTo>
                    <a:pt x="169" y="4"/>
                    <a:pt x="153" y="4"/>
                    <a:pt x="136" y="4"/>
                  </a:cubicBezTo>
                  <a:cubicBezTo>
                    <a:pt x="129" y="2"/>
                    <a:pt x="122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3" name="Google Shape;21563;p66"/>
            <p:cNvSpPr/>
            <p:nvPr/>
          </p:nvSpPr>
          <p:spPr>
            <a:xfrm>
              <a:off x="3871025" y="2808125"/>
              <a:ext cx="6100" cy="6300"/>
            </a:xfrm>
            <a:custGeom>
              <a:avLst/>
              <a:gdLst/>
              <a:ahLst/>
              <a:cxnLst/>
              <a:rect l="l" t="t" r="r" b="b"/>
              <a:pathLst>
                <a:path w="244" h="252" extrusionOk="0">
                  <a:moveTo>
                    <a:pt x="130" y="0"/>
                  </a:moveTo>
                  <a:cubicBezTo>
                    <a:pt x="117" y="0"/>
                    <a:pt x="104" y="6"/>
                    <a:pt x="87" y="16"/>
                  </a:cubicBezTo>
                  <a:cubicBezTo>
                    <a:pt x="54" y="16"/>
                    <a:pt x="38" y="49"/>
                    <a:pt x="17" y="65"/>
                  </a:cubicBezTo>
                  <a:cubicBezTo>
                    <a:pt x="1" y="98"/>
                    <a:pt x="1" y="135"/>
                    <a:pt x="1" y="168"/>
                  </a:cubicBezTo>
                  <a:cubicBezTo>
                    <a:pt x="13" y="220"/>
                    <a:pt x="54" y="251"/>
                    <a:pt x="96" y="251"/>
                  </a:cubicBezTo>
                  <a:cubicBezTo>
                    <a:pt x="111" y="251"/>
                    <a:pt x="127" y="247"/>
                    <a:pt x="141" y="238"/>
                  </a:cubicBezTo>
                  <a:cubicBezTo>
                    <a:pt x="207" y="222"/>
                    <a:pt x="244" y="152"/>
                    <a:pt x="223" y="82"/>
                  </a:cubicBezTo>
                  <a:cubicBezTo>
                    <a:pt x="223" y="49"/>
                    <a:pt x="207" y="32"/>
                    <a:pt x="190" y="32"/>
                  </a:cubicBezTo>
                  <a:cubicBezTo>
                    <a:pt x="190" y="16"/>
                    <a:pt x="174" y="16"/>
                    <a:pt x="174" y="16"/>
                  </a:cubicBezTo>
                  <a:cubicBezTo>
                    <a:pt x="157" y="6"/>
                    <a:pt x="144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4" name="Google Shape;21564;p66"/>
            <p:cNvSpPr/>
            <p:nvPr/>
          </p:nvSpPr>
          <p:spPr>
            <a:xfrm>
              <a:off x="4152300" y="2792925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28" y="1"/>
                  </a:moveTo>
                  <a:cubicBezTo>
                    <a:pt x="74" y="1"/>
                    <a:pt x="36" y="49"/>
                    <a:pt x="22" y="108"/>
                  </a:cubicBezTo>
                  <a:cubicBezTo>
                    <a:pt x="1" y="141"/>
                    <a:pt x="1" y="174"/>
                    <a:pt x="22" y="212"/>
                  </a:cubicBezTo>
                  <a:cubicBezTo>
                    <a:pt x="38" y="228"/>
                    <a:pt x="71" y="245"/>
                    <a:pt x="88" y="261"/>
                  </a:cubicBezTo>
                  <a:cubicBezTo>
                    <a:pt x="125" y="261"/>
                    <a:pt x="158" y="245"/>
                    <a:pt x="174" y="228"/>
                  </a:cubicBezTo>
                  <a:cubicBezTo>
                    <a:pt x="207" y="212"/>
                    <a:pt x="228" y="174"/>
                    <a:pt x="228" y="141"/>
                  </a:cubicBezTo>
                  <a:cubicBezTo>
                    <a:pt x="244" y="108"/>
                    <a:pt x="244" y="71"/>
                    <a:pt x="228" y="55"/>
                  </a:cubicBezTo>
                  <a:cubicBezTo>
                    <a:pt x="207" y="38"/>
                    <a:pt x="207" y="38"/>
                    <a:pt x="207" y="22"/>
                  </a:cubicBezTo>
                  <a:cubicBezTo>
                    <a:pt x="191" y="22"/>
                    <a:pt x="174" y="5"/>
                    <a:pt x="158" y="5"/>
                  </a:cubicBezTo>
                  <a:cubicBezTo>
                    <a:pt x="147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5" name="Google Shape;21565;p66"/>
            <p:cNvSpPr/>
            <p:nvPr/>
          </p:nvSpPr>
          <p:spPr>
            <a:xfrm>
              <a:off x="4136450" y="2789475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31" y="0"/>
                  </a:moveTo>
                  <a:cubicBezTo>
                    <a:pt x="70" y="0"/>
                    <a:pt x="15" y="48"/>
                    <a:pt x="0" y="106"/>
                  </a:cubicBezTo>
                  <a:cubicBezTo>
                    <a:pt x="0" y="143"/>
                    <a:pt x="0" y="176"/>
                    <a:pt x="17" y="209"/>
                  </a:cubicBezTo>
                  <a:cubicBezTo>
                    <a:pt x="37" y="226"/>
                    <a:pt x="54" y="246"/>
                    <a:pt x="87" y="263"/>
                  </a:cubicBezTo>
                  <a:cubicBezTo>
                    <a:pt x="157" y="263"/>
                    <a:pt x="206" y="226"/>
                    <a:pt x="223" y="160"/>
                  </a:cubicBezTo>
                  <a:cubicBezTo>
                    <a:pt x="243" y="106"/>
                    <a:pt x="223" y="57"/>
                    <a:pt x="190" y="40"/>
                  </a:cubicBezTo>
                  <a:cubicBezTo>
                    <a:pt x="190" y="20"/>
                    <a:pt x="173" y="3"/>
                    <a:pt x="157" y="3"/>
                  </a:cubicBezTo>
                  <a:cubicBezTo>
                    <a:pt x="148" y="1"/>
                    <a:pt x="139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6" name="Google Shape;21566;p66"/>
            <p:cNvSpPr/>
            <p:nvPr/>
          </p:nvSpPr>
          <p:spPr>
            <a:xfrm>
              <a:off x="4156225" y="2807500"/>
              <a:ext cx="6000" cy="6350"/>
            </a:xfrm>
            <a:custGeom>
              <a:avLst/>
              <a:gdLst/>
              <a:ahLst/>
              <a:cxnLst/>
              <a:rect l="l" t="t" r="r" b="b"/>
              <a:pathLst>
                <a:path w="240" h="254" extrusionOk="0">
                  <a:moveTo>
                    <a:pt x="118" y="1"/>
                  </a:moveTo>
                  <a:cubicBezTo>
                    <a:pt x="71" y="1"/>
                    <a:pt x="15" y="49"/>
                    <a:pt x="1" y="107"/>
                  </a:cubicBezTo>
                  <a:cubicBezTo>
                    <a:pt x="1" y="144"/>
                    <a:pt x="1" y="177"/>
                    <a:pt x="17" y="210"/>
                  </a:cubicBezTo>
                  <a:cubicBezTo>
                    <a:pt x="34" y="226"/>
                    <a:pt x="50" y="247"/>
                    <a:pt x="87" y="247"/>
                  </a:cubicBezTo>
                  <a:cubicBezTo>
                    <a:pt x="97" y="252"/>
                    <a:pt x="106" y="254"/>
                    <a:pt x="115" y="254"/>
                  </a:cubicBezTo>
                  <a:cubicBezTo>
                    <a:pt x="138" y="254"/>
                    <a:pt x="159" y="241"/>
                    <a:pt x="174" y="226"/>
                  </a:cubicBezTo>
                  <a:cubicBezTo>
                    <a:pt x="207" y="210"/>
                    <a:pt x="223" y="177"/>
                    <a:pt x="223" y="144"/>
                  </a:cubicBezTo>
                  <a:cubicBezTo>
                    <a:pt x="240" y="107"/>
                    <a:pt x="223" y="74"/>
                    <a:pt x="207" y="57"/>
                  </a:cubicBezTo>
                  <a:cubicBezTo>
                    <a:pt x="207" y="41"/>
                    <a:pt x="207" y="41"/>
                    <a:pt x="190" y="20"/>
                  </a:cubicBezTo>
                  <a:cubicBezTo>
                    <a:pt x="190" y="4"/>
                    <a:pt x="174" y="4"/>
                    <a:pt x="137" y="4"/>
                  </a:cubicBezTo>
                  <a:cubicBezTo>
                    <a:pt x="131" y="2"/>
                    <a:pt x="124" y="1"/>
                    <a:pt x="1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7" name="Google Shape;21567;p66"/>
            <p:cNvSpPr/>
            <p:nvPr/>
          </p:nvSpPr>
          <p:spPr>
            <a:xfrm>
              <a:off x="4197875" y="2752325"/>
              <a:ext cx="6525" cy="6325"/>
            </a:xfrm>
            <a:custGeom>
              <a:avLst/>
              <a:gdLst/>
              <a:ahLst/>
              <a:cxnLst/>
              <a:rect l="l" t="t" r="r" b="b"/>
              <a:pathLst>
                <a:path w="261" h="253" extrusionOk="0">
                  <a:moveTo>
                    <a:pt x="147" y="1"/>
                  </a:moveTo>
                  <a:cubicBezTo>
                    <a:pt x="133" y="1"/>
                    <a:pt x="120" y="5"/>
                    <a:pt x="103" y="13"/>
                  </a:cubicBezTo>
                  <a:cubicBezTo>
                    <a:pt x="33" y="30"/>
                    <a:pt x="0" y="116"/>
                    <a:pt x="17" y="166"/>
                  </a:cubicBezTo>
                  <a:cubicBezTo>
                    <a:pt x="33" y="203"/>
                    <a:pt x="54" y="236"/>
                    <a:pt x="70" y="252"/>
                  </a:cubicBezTo>
                  <a:lnTo>
                    <a:pt x="157" y="252"/>
                  </a:lnTo>
                  <a:cubicBezTo>
                    <a:pt x="223" y="219"/>
                    <a:pt x="260" y="149"/>
                    <a:pt x="239" y="83"/>
                  </a:cubicBezTo>
                  <a:cubicBezTo>
                    <a:pt x="239" y="63"/>
                    <a:pt x="223" y="46"/>
                    <a:pt x="206" y="30"/>
                  </a:cubicBezTo>
                  <a:cubicBezTo>
                    <a:pt x="206" y="13"/>
                    <a:pt x="190" y="13"/>
                    <a:pt x="190" y="13"/>
                  </a:cubicBezTo>
                  <a:cubicBezTo>
                    <a:pt x="173" y="5"/>
                    <a:pt x="160" y="1"/>
                    <a:pt x="1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8" name="Google Shape;21568;p66"/>
            <p:cNvSpPr/>
            <p:nvPr/>
          </p:nvSpPr>
          <p:spPr>
            <a:xfrm>
              <a:off x="3886900" y="2775900"/>
              <a:ext cx="6525" cy="6325"/>
            </a:xfrm>
            <a:custGeom>
              <a:avLst/>
              <a:gdLst/>
              <a:ahLst/>
              <a:cxnLst/>
              <a:rect l="l" t="t" r="r" b="b"/>
              <a:pathLst>
                <a:path w="261" h="253" extrusionOk="0">
                  <a:moveTo>
                    <a:pt x="138" y="1"/>
                  </a:moveTo>
                  <a:cubicBezTo>
                    <a:pt x="105" y="1"/>
                    <a:pt x="73" y="19"/>
                    <a:pt x="54" y="47"/>
                  </a:cubicBezTo>
                  <a:cubicBezTo>
                    <a:pt x="1" y="101"/>
                    <a:pt x="1" y="188"/>
                    <a:pt x="54" y="221"/>
                  </a:cubicBezTo>
                  <a:cubicBezTo>
                    <a:pt x="68" y="243"/>
                    <a:pt x="88" y="252"/>
                    <a:pt x="110" y="252"/>
                  </a:cubicBezTo>
                  <a:cubicBezTo>
                    <a:pt x="142" y="252"/>
                    <a:pt x="178" y="233"/>
                    <a:pt x="207" y="204"/>
                  </a:cubicBezTo>
                  <a:cubicBezTo>
                    <a:pt x="260" y="150"/>
                    <a:pt x="260" y="68"/>
                    <a:pt x="207" y="31"/>
                  </a:cubicBezTo>
                  <a:cubicBezTo>
                    <a:pt x="186" y="10"/>
                    <a:pt x="162" y="1"/>
                    <a:pt x="1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9" name="Google Shape;21569;p66"/>
            <p:cNvSpPr/>
            <p:nvPr/>
          </p:nvSpPr>
          <p:spPr>
            <a:xfrm>
              <a:off x="4200450" y="277177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2" y="1"/>
                  </a:moveTo>
                  <a:cubicBezTo>
                    <a:pt x="101" y="1"/>
                    <a:pt x="72" y="14"/>
                    <a:pt x="54" y="43"/>
                  </a:cubicBezTo>
                  <a:cubicBezTo>
                    <a:pt x="0" y="109"/>
                    <a:pt x="0" y="179"/>
                    <a:pt x="54" y="233"/>
                  </a:cubicBezTo>
                  <a:cubicBezTo>
                    <a:pt x="68" y="247"/>
                    <a:pt x="90" y="256"/>
                    <a:pt x="114" y="256"/>
                  </a:cubicBezTo>
                  <a:cubicBezTo>
                    <a:pt x="145" y="256"/>
                    <a:pt x="179" y="242"/>
                    <a:pt x="207" y="212"/>
                  </a:cubicBezTo>
                  <a:cubicBezTo>
                    <a:pt x="240" y="146"/>
                    <a:pt x="240" y="76"/>
                    <a:pt x="207" y="27"/>
                  </a:cubicBezTo>
                  <a:cubicBezTo>
                    <a:pt x="184" y="10"/>
                    <a:pt x="157" y="1"/>
                    <a:pt x="1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0" name="Google Shape;21570;p66"/>
            <p:cNvSpPr/>
            <p:nvPr/>
          </p:nvSpPr>
          <p:spPr>
            <a:xfrm>
              <a:off x="3872775" y="2773600"/>
              <a:ext cx="5600" cy="6175"/>
            </a:xfrm>
            <a:custGeom>
              <a:avLst/>
              <a:gdLst/>
              <a:ahLst/>
              <a:cxnLst/>
              <a:rect l="l" t="t" r="r" b="b"/>
              <a:pathLst>
                <a:path w="224" h="247" extrusionOk="0">
                  <a:moveTo>
                    <a:pt x="116" y="0"/>
                  </a:moveTo>
                  <a:cubicBezTo>
                    <a:pt x="70" y="0"/>
                    <a:pt x="15" y="45"/>
                    <a:pt x="1" y="106"/>
                  </a:cubicBezTo>
                  <a:cubicBezTo>
                    <a:pt x="1" y="139"/>
                    <a:pt x="1" y="176"/>
                    <a:pt x="17" y="193"/>
                  </a:cubicBezTo>
                  <a:cubicBezTo>
                    <a:pt x="34" y="226"/>
                    <a:pt x="50" y="242"/>
                    <a:pt x="87" y="242"/>
                  </a:cubicBezTo>
                  <a:cubicBezTo>
                    <a:pt x="95" y="245"/>
                    <a:pt x="102" y="247"/>
                    <a:pt x="110" y="247"/>
                  </a:cubicBezTo>
                  <a:cubicBezTo>
                    <a:pt x="156" y="247"/>
                    <a:pt x="209" y="199"/>
                    <a:pt x="223" y="139"/>
                  </a:cubicBezTo>
                  <a:cubicBezTo>
                    <a:pt x="223" y="106"/>
                    <a:pt x="223" y="73"/>
                    <a:pt x="207" y="36"/>
                  </a:cubicBezTo>
                  <a:cubicBezTo>
                    <a:pt x="207" y="36"/>
                    <a:pt x="207" y="20"/>
                    <a:pt x="190" y="20"/>
                  </a:cubicBezTo>
                  <a:cubicBezTo>
                    <a:pt x="174" y="3"/>
                    <a:pt x="153" y="3"/>
                    <a:pt x="137" y="3"/>
                  </a:cubicBezTo>
                  <a:cubicBezTo>
                    <a:pt x="130" y="1"/>
                    <a:pt x="123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1" name="Google Shape;21571;p66"/>
            <p:cNvSpPr/>
            <p:nvPr/>
          </p:nvSpPr>
          <p:spPr>
            <a:xfrm>
              <a:off x="4158800" y="2778825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53" y="0"/>
                  </a:moveTo>
                  <a:cubicBezTo>
                    <a:pt x="104" y="0"/>
                    <a:pt x="34" y="54"/>
                    <a:pt x="17" y="120"/>
                  </a:cubicBezTo>
                  <a:cubicBezTo>
                    <a:pt x="1" y="190"/>
                    <a:pt x="50" y="260"/>
                    <a:pt x="104" y="260"/>
                  </a:cubicBezTo>
                  <a:cubicBezTo>
                    <a:pt x="137" y="260"/>
                    <a:pt x="174" y="260"/>
                    <a:pt x="190" y="240"/>
                  </a:cubicBezTo>
                  <a:cubicBezTo>
                    <a:pt x="223" y="223"/>
                    <a:pt x="240" y="190"/>
                    <a:pt x="240" y="157"/>
                  </a:cubicBezTo>
                  <a:cubicBezTo>
                    <a:pt x="256" y="120"/>
                    <a:pt x="240" y="87"/>
                    <a:pt x="223" y="54"/>
                  </a:cubicBezTo>
                  <a:cubicBezTo>
                    <a:pt x="223" y="54"/>
                    <a:pt x="223" y="33"/>
                    <a:pt x="207" y="33"/>
                  </a:cubicBezTo>
                  <a:cubicBezTo>
                    <a:pt x="190" y="17"/>
                    <a:pt x="174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2" name="Google Shape;21572;p66"/>
            <p:cNvSpPr/>
            <p:nvPr/>
          </p:nvSpPr>
          <p:spPr>
            <a:xfrm>
              <a:off x="4228800" y="27579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40" y="0"/>
                  </a:moveTo>
                  <a:cubicBezTo>
                    <a:pt x="125" y="0"/>
                    <a:pt x="112" y="5"/>
                    <a:pt x="103" y="13"/>
                  </a:cubicBezTo>
                  <a:cubicBezTo>
                    <a:pt x="33" y="29"/>
                    <a:pt x="0" y="116"/>
                    <a:pt x="17" y="186"/>
                  </a:cubicBezTo>
                  <a:cubicBezTo>
                    <a:pt x="33" y="203"/>
                    <a:pt x="54" y="235"/>
                    <a:pt x="70" y="252"/>
                  </a:cubicBezTo>
                  <a:cubicBezTo>
                    <a:pt x="87" y="262"/>
                    <a:pt x="103" y="267"/>
                    <a:pt x="118" y="267"/>
                  </a:cubicBezTo>
                  <a:cubicBezTo>
                    <a:pt x="133" y="267"/>
                    <a:pt x="147" y="262"/>
                    <a:pt x="157" y="252"/>
                  </a:cubicBezTo>
                  <a:cubicBezTo>
                    <a:pt x="190" y="235"/>
                    <a:pt x="206" y="219"/>
                    <a:pt x="223" y="186"/>
                  </a:cubicBezTo>
                  <a:cubicBezTo>
                    <a:pt x="239" y="149"/>
                    <a:pt x="239" y="116"/>
                    <a:pt x="239" y="83"/>
                  </a:cubicBezTo>
                  <a:cubicBezTo>
                    <a:pt x="223" y="66"/>
                    <a:pt x="223" y="46"/>
                    <a:pt x="206" y="29"/>
                  </a:cubicBezTo>
                  <a:lnTo>
                    <a:pt x="190" y="13"/>
                  </a:lnTo>
                  <a:cubicBezTo>
                    <a:pt x="173" y="5"/>
                    <a:pt x="156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3" name="Google Shape;21573;p66"/>
            <p:cNvSpPr/>
            <p:nvPr/>
          </p:nvSpPr>
          <p:spPr>
            <a:xfrm>
              <a:off x="3855150" y="2801925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16" y="1"/>
                  </a:moveTo>
                  <a:cubicBezTo>
                    <a:pt x="70" y="1"/>
                    <a:pt x="15" y="46"/>
                    <a:pt x="1" y="107"/>
                  </a:cubicBezTo>
                  <a:cubicBezTo>
                    <a:pt x="1" y="140"/>
                    <a:pt x="1" y="177"/>
                    <a:pt x="17" y="210"/>
                  </a:cubicBezTo>
                  <a:cubicBezTo>
                    <a:pt x="34" y="227"/>
                    <a:pt x="54" y="243"/>
                    <a:pt x="87" y="264"/>
                  </a:cubicBezTo>
                  <a:cubicBezTo>
                    <a:pt x="104" y="264"/>
                    <a:pt x="137" y="243"/>
                    <a:pt x="174" y="227"/>
                  </a:cubicBezTo>
                  <a:cubicBezTo>
                    <a:pt x="190" y="210"/>
                    <a:pt x="207" y="177"/>
                    <a:pt x="223" y="140"/>
                  </a:cubicBezTo>
                  <a:cubicBezTo>
                    <a:pt x="223" y="107"/>
                    <a:pt x="223" y="74"/>
                    <a:pt x="207" y="58"/>
                  </a:cubicBezTo>
                  <a:cubicBezTo>
                    <a:pt x="207" y="37"/>
                    <a:pt x="190" y="37"/>
                    <a:pt x="190" y="21"/>
                  </a:cubicBezTo>
                  <a:cubicBezTo>
                    <a:pt x="174" y="21"/>
                    <a:pt x="157" y="4"/>
                    <a:pt x="137" y="4"/>
                  </a:cubicBezTo>
                  <a:cubicBezTo>
                    <a:pt x="130" y="2"/>
                    <a:pt x="123" y="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4" name="Google Shape;21574;p66"/>
            <p:cNvSpPr/>
            <p:nvPr/>
          </p:nvSpPr>
          <p:spPr>
            <a:xfrm>
              <a:off x="3851350" y="278737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36" y="1"/>
                  </a:moveTo>
                  <a:cubicBezTo>
                    <a:pt x="83" y="1"/>
                    <a:pt x="17" y="38"/>
                    <a:pt x="0" y="104"/>
                  </a:cubicBezTo>
                  <a:cubicBezTo>
                    <a:pt x="0" y="141"/>
                    <a:pt x="0" y="174"/>
                    <a:pt x="17" y="207"/>
                  </a:cubicBezTo>
                  <a:cubicBezTo>
                    <a:pt x="33" y="244"/>
                    <a:pt x="50" y="260"/>
                    <a:pt x="83" y="260"/>
                  </a:cubicBezTo>
                  <a:cubicBezTo>
                    <a:pt x="120" y="260"/>
                    <a:pt x="136" y="260"/>
                    <a:pt x="169" y="227"/>
                  </a:cubicBezTo>
                  <a:cubicBezTo>
                    <a:pt x="206" y="207"/>
                    <a:pt x="223" y="190"/>
                    <a:pt x="223" y="157"/>
                  </a:cubicBezTo>
                  <a:cubicBezTo>
                    <a:pt x="223" y="124"/>
                    <a:pt x="223" y="87"/>
                    <a:pt x="206" y="54"/>
                  </a:cubicBezTo>
                  <a:cubicBezTo>
                    <a:pt x="206" y="54"/>
                    <a:pt x="206" y="38"/>
                    <a:pt x="186" y="38"/>
                  </a:cubicBezTo>
                  <a:cubicBezTo>
                    <a:pt x="169" y="21"/>
                    <a:pt x="15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5" name="Google Shape;21575;p66"/>
            <p:cNvSpPr/>
            <p:nvPr/>
          </p:nvSpPr>
          <p:spPr>
            <a:xfrm>
              <a:off x="3860725" y="2710375"/>
              <a:ext cx="6100" cy="6300"/>
            </a:xfrm>
            <a:custGeom>
              <a:avLst/>
              <a:gdLst/>
              <a:ahLst/>
              <a:cxnLst/>
              <a:rect l="l" t="t" r="r" b="b"/>
              <a:pathLst>
                <a:path w="244" h="252" extrusionOk="0">
                  <a:moveTo>
                    <a:pt x="125" y="0"/>
                  </a:moveTo>
                  <a:cubicBezTo>
                    <a:pt x="102" y="0"/>
                    <a:pt x="82" y="14"/>
                    <a:pt x="70" y="26"/>
                  </a:cubicBezTo>
                  <a:cubicBezTo>
                    <a:pt x="37" y="42"/>
                    <a:pt x="17" y="75"/>
                    <a:pt x="17" y="112"/>
                  </a:cubicBezTo>
                  <a:cubicBezTo>
                    <a:pt x="0" y="145"/>
                    <a:pt x="17" y="178"/>
                    <a:pt x="37" y="195"/>
                  </a:cubicBezTo>
                  <a:cubicBezTo>
                    <a:pt x="54" y="232"/>
                    <a:pt x="70" y="248"/>
                    <a:pt x="103" y="248"/>
                  </a:cubicBezTo>
                  <a:cubicBezTo>
                    <a:pt x="110" y="250"/>
                    <a:pt x="118" y="251"/>
                    <a:pt x="125" y="251"/>
                  </a:cubicBezTo>
                  <a:cubicBezTo>
                    <a:pt x="173" y="251"/>
                    <a:pt x="226" y="206"/>
                    <a:pt x="244" y="145"/>
                  </a:cubicBezTo>
                  <a:cubicBezTo>
                    <a:pt x="244" y="112"/>
                    <a:pt x="244" y="75"/>
                    <a:pt x="223" y="59"/>
                  </a:cubicBezTo>
                  <a:cubicBezTo>
                    <a:pt x="223" y="42"/>
                    <a:pt x="206" y="42"/>
                    <a:pt x="206" y="26"/>
                  </a:cubicBezTo>
                  <a:cubicBezTo>
                    <a:pt x="190" y="9"/>
                    <a:pt x="173" y="9"/>
                    <a:pt x="157" y="9"/>
                  </a:cubicBezTo>
                  <a:cubicBezTo>
                    <a:pt x="146" y="3"/>
                    <a:pt x="135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6" name="Google Shape;21576;p66"/>
            <p:cNvSpPr/>
            <p:nvPr/>
          </p:nvSpPr>
          <p:spPr>
            <a:xfrm>
              <a:off x="3838450" y="2735425"/>
              <a:ext cx="5600" cy="6450"/>
            </a:xfrm>
            <a:custGeom>
              <a:avLst/>
              <a:gdLst/>
              <a:ahLst/>
              <a:cxnLst/>
              <a:rect l="l" t="t" r="r" b="b"/>
              <a:pathLst>
                <a:path w="224" h="258" extrusionOk="0">
                  <a:moveTo>
                    <a:pt x="67" y="1"/>
                  </a:moveTo>
                  <a:cubicBezTo>
                    <a:pt x="34" y="17"/>
                    <a:pt x="17" y="54"/>
                    <a:pt x="1" y="87"/>
                  </a:cubicBezTo>
                  <a:lnTo>
                    <a:pt x="1" y="190"/>
                  </a:lnTo>
                  <a:cubicBezTo>
                    <a:pt x="13" y="229"/>
                    <a:pt x="51" y="257"/>
                    <a:pt x="91" y="257"/>
                  </a:cubicBezTo>
                  <a:cubicBezTo>
                    <a:pt x="106" y="257"/>
                    <a:pt x="122" y="253"/>
                    <a:pt x="137" y="244"/>
                  </a:cubicBezTo>
                  <a:cubicBezTo>
                    <a:pt x="186" y="223"/>
                    <a:pt x="223" y="141"/>
                    <a:pt x="207" y="87"/>
                  </a:cubicBezTo>
                  <a:cubicBezTo>
                    <a:pt x="207" y="54"/>
                    <a:pt x="186" y="38"/>
                    <a:pt x="186" y="38"/>
                  </a:cubicBezTo>
                  <a:cubicBezTo>
                    <a:pt x="170" y="17"/>
                    <a:pt x="170" y="17"/>
                    <a:pt x="153" y="17"/>
                  </a:cubicBezTo>
                  <a:cubicBezTo>
                    <a:pt x="137" y="1"/>
                    <a:pt x="104" y="1"/>
                    <a:pt x="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7" name="Google Shape;21577;p66"/>
            <p:cNvSpPr/>
            <p:nvPr/>
          </p:nvSpPr>
          <p:spPr>
            <a:xfrm>
              <a:off x="4233950" y="27731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1" y="0"/>
                  </a:moveTo>
                  <a:cubicBezTo>
                    <a:pt x="97" y="0"/>
                    <a:pt x="63" y="13"/>
                    <a:pt x="33" y="40"/>
                  </a:cubicBezTo>
                  <a:cubicBezTo>
                    <a:pt x="33" y="56"/>
                    <a:pt x="17" y="77"/>
                    <a:pt x="17" y="110"/>
                  </a:cubicBezTo>
                  <a:cubicBezTo>
                    <a:pt x="0" y="143"/>
                    <a:pt x="17" y="196"/>
                    <a:pt x="54" y="229"/>
                  </a:cubicBezTo>
                  <a:cubicBezTo>
                    <a:pt x="64" y="249"/>
                    <a:pt x="85" y="257"/>
                    <a:pt x="108" y="257"/>
                  </a:cubicBezTo>
                  <a:cubicBezTo>
                    <a:pt x="124" y="257"/>
                    <a:pt x="142" y="253"/>
                    <a:pt x="157" y="246"/>
                  </a:cubicBezTo>
                  <a:cubicBezTo>
                    <a:pt x="173" y="229"/>
                    <a:pt x="190" y="229"/>
                    <a:pt x="206" y="213"/>
                  </a:cubicBezTo>
                  <a:cubicBezTo>
                    <a:pt x="239" y="143"/>
                    <a:pt x="239" y="77"/>
                    <a:pt x="206" y="23"/>
                  </a:cubicBezTo>
                  <a:cubicBezTo>
                    <a:pt x="184" y="8"/>
                    <a:pt x="158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8" name="Google Shape;21578;p66"/>
            <p:cNvSpPr/>
            <p:nvPr/>
          </p:nvSpPr>
          <p:spPr>
            <a:xfrm>
              <a:off x="3895550" y="2689975"/>
              <a:ext cx="2600" cy="1250"/>
            </a:xfrm>
            <a:custGeom>
              <a:avLst/>
              <a:gdLst/>
              <a:ahLst/>
              <a:cxnLst/>
              <a:rect l="l" t="t" r="r" b="b"/>
              <a:pathLst>
                <a:path w="104" h="50" extrusionOk="0">
                  <a:moveTo>
                    <a:pt x="1" y="0"/>
                  </a:moveTo>
                  <a:cubicBezTo>
                    <a:pt x="1" y="1"/>
                    <a:pt x="1" y="17"/>
                    <a:pt x="17" y="17"/>
                  </a:cubicBezTo>
                  <a:cubicBezTo>
                    <a:pt x="34" y="33"/>
                    <a:pt x="50" y="50"/>
                    <a:pt x="67" y="50"/>
                  </a:cubicBezTo>
                  <a:lnTo>
                    <a:pt x="104" y="50"/>
                  </a:lnTo>
                  <a:cubicBezTo>
                    <a:pt x="67" y="33"/>
                    <a:pt x="34" y="17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9" name="Google Shape;21579;p66"/>
            <p:cNvSpPr/>
            <p:nvPr/>
          </p:nvSpPr>
          <p:spPr>
            <a:xfrm>
              <a:off x="4205600" y="27229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34" y="38"/>
                    <a:pt x="1" y="104"/>
                    <a:pt x="17" y="174"/>
                  </a:cubicBezTo>
                  <a:cubicBezTo>
                    <a:pt x="34" y="207"/>
                    <a:pt x="54" y="228"/>
                    <a:pt x="71" y="244"/>
                  </a:cubicBezTo>
                  <a:cubicBezTo>
                    <a:pt x="87" y="252"/>
                    <a:pt x="104" y="256"/>
                    <a:pt x="119" y="256"/>
                  </a:cubicBezTo>
                  <a:cubicBezTo>
                    <a:pt x="133" y="256"/>
                    <a:pt x="147" y="252"/>
                    <a:pt x="157" y="244"/>
                  </a:cubicBezTo>
                  <a:cubicBezTo>
                    <a:pt x="190" y="228"/>
                    <a:pt x="207" y="207"/>
                    <a:pt x="223" y="174"/>
                  </a:cubicBezTo>
                  <a:cubicBezTo>
                    <a:pt x="240" y="141"/>
                    <a:pt x="240" y="104"/>
                    <a:pt x="240" y="87"/>
                  </a:cubicBezTo>
                  <a:cubicBezTo>
                    <a:pt x="240" y="54"/>
                    <a:pt x="223" y="38"/>
                    <a:pt x="207" y="21"/>
                  </a:cubicBezTo>
                  <a:cubicBezTo>
                    <a:pt x="207" y="21"/>
                    <a:pt x="190" y="21"/>
                    <a:pt x="1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0" name="Google Shape;21580;p66"/>
            <p:cNvSpPr/>
            <p:nvPr/>
          </p:nvSpPr>
          <p:spPr>
            <a:xfrm>
              <a:off x="4208600" y="2739275"/>
              <a:ext cx="5575" cy="6475"/>
            </a:xfrm>
            <a:custGeom>
              <a:avLst/>
              <a:gdLst/>
              <a:ahLst/>
              <a:cxnLst/>
              <a:rect l="l" t="t" r="r" b="b"/>
              <a:pathLst>
                <a:path w="223" h="259" extrusionOk="0">
                  <a:moveTo>
                    <a:pt x="119" y="0"/>
                  </a:moveTo>
                  <a:cubicBezTo>
                    <a:pt x="69" y="0"/>
                    <a:pt x="14" y="46"/>
                    <a:pt x="0" y="106"/>
                  </a:cubicBezTo>
                  <a:cubicBezTo>
                    <a:pt x="0" y="139"/>
                    <a:pt x="0" y="172"/>
                    <a:pt x="17" y="210"/>
                  </a:cubicBezTo>
                  <a:cubicBezTo>
                    <a:pt x="37" y="226"/>
                    <a:pt x="54" y="242"/>
                    <a:pt x="87" y="259"/>
                  </a:cubicBezTo>
                  <a:cubicBezTo>
                    <a:pt x="140" y="259"/>
                    <a:pt x="206" y="226"/>
                    <a:pt x="223" y="139"/>
                  </a:cubicBezTo>
                  <a:cubicBezTo>
                    <a:pt x="223" y="106"/>
                    <a:pt x="223" y="90"/>
                    <a:pt x="206" y="53"/>
                  </a:cubicBezTo>
                  <a:cubicBezTo>
                    <a:pt x="206" y="36"/>
                    <a:pt x="190" y="36"/>
                    <a:pt x="190" y="36"/>
                  </a:cubicBezTo>
                  <a:cubicBezTo>
                    <a:pt x="173" y="20"/>
                    <a:pt x="157" y="3"/>
                    <a:pt x="140" y="3"/>
                  </a:cubicBezTo>
                  <a:cubicBezTo>
                    <a:pt x="133" y="1"/>
                    <a:pt x="126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1" name="Google Shape;21581;p66"/>
            <p:cNvSpPr/>
            <p:nvPr/>
          </p:nvSpPr>
          <p:spPr>
            <a:xfrm>
              <a:off x="3899375" y="2766225"/>
              <a:ext cx="6100" cy="6550"/>
            </a:xfrm>
            <a:custGeom>
              <a:avLst/>
              <a:gdLst/>
              <a:ahLst/>
              <a:cxnLst/>
              <a:rect l="l" t="t" r="r" b="b"/>
              <a:pathLst>
                <a:path w="244" h="262" extrusionOk="0">
                  <a:moveTo>
                    <a:pt x="135" y="1"/>
                  </a:moveTo>
                  <a:cubicBezTo>
                    <a:pt x="103" y="1"/>
                    <a:pt x="67" y="18"/>
                    <a:pt x="37" y="59"/>
                  </a:cubicBezTo>
                  <a:cubicBezTo>
                    <a:pt x="0" y="109"/>
                    <a:pt x="0" y="179"/>
                    <a:pt x="37" y="228"/>
                  </a:cubicBezTo>
                  <a:cubicBezTo>
                    <a:pt x="59" y="251"/>
                    <a:pt x="83" y="261"/>
                    <a:pt x="109" y="261"/>
                  </a:cubicBezTo>
                  <a:cubicBezTo>
                    <a:pt x="143" y="261"/>
                    <a:pt x="178" y="243"/>
                    <a:pt x="207" y="212"/>
                  </a:cubicBezTo>
                  <a:cubicBezTo>
                    <a:pt x="244" y="162"/>
                    <a:pt x="244" y="76"/>
                    <a:pt x="190" y="22"/>
                  </a:cubicBezTo>
                  <a:cubicBezTo>
                    <a:pt x="177" y="9"/>
                    <a:pt x="157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2" name="Google Shape;21582;p66"/>
            <p:cNvSpPr/>
            <p:nvPr/>
          </p:nvSpPr>
          <p:spPr>
            <a:xfrm>
              <a:off x="3895150" y="27918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4" y="1"/>
                  </a:moveTo>
                  <a:cubicBezTo>
                    <a:pt x="119" y="1"/>
                    <a:pt x="101" y="5"/>
                    <a:pt x="83" y="13"/>
                  </a:cubicBezTo>
                  <a:cubicBezTo>
                    <a:pt x="33" y="30"/>
                    <a:pt x="0" y="116"/>
                    <a:pt x="17" y="186"/>
                  </a:cubicBezTo>
                  <a:cubicBezTo>
                    <a:pt x="31" y="228"/>
                    <a:pt x="67" y="261"/>
                    <a:pt x="120" y="261"/>
                  </a:cubicBezTo>
                  <a:cubicBezTo>
                    <a:pt x="130" y="261"/>
                    <a:pt x="141" y="259"/>
                    <a:pt x="153" y="257"/>
                  </a:cubicBezTo>
                  <a:cubicBezTo>
                    <a:pt x="206" y="219"/>
                    <a:pt x="239" y="153"/>
                    <a:pt x="223" y="83"/>
                  </a:cubicBezTo>
                  <a:cubicBezTo>
                    <a:pt x="223" y="67"/>
                    <a:pt x="223" y="50"/>
                    <a:pt x="206" y="30"/>
                  </a:cubicBezTo>
                  <a:cubicBezTo>
                    <a:pt x="186" y="30"/>
                    <a:pt x="186" y="13"/>
                    <a:pt x="169" y="13"/>
                  </a:cubicBezTo>
                  <a:cubicBezTo>
                    <a:pt x="161" y="5"/>
                    <a:pt x="149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3" name="Google Shape;21583;p66"/>
            <p:cNvSpPr/>
            <p:nvPr/>
          </p:nvSpPr>
          <p:spPr>
            <a:xfrm>
              <a:off x="3900700" y="2827475"/>
              <a:ext cx="6025" cy="6300"/>
            </a:xfrm>
            <a:custGeom>
              <a:avLst/>
              <a:gdLst/>
              <a:ahLst/>
              <a:cxnLst/>
              <a:rect l="l" t="t" r="r" b="b"/>
              <a:pathLst>
                <a:path w="241" h="252" extrusionOk="0">
                  <a:moveTo>
                    <a:pt x="129" y="0"/>
                  </a:moveTo>
                  <a:cubicBezTo>
                    <a:pt x="116" y="0"/>
                    <a:pt x="104" y="5"/>
                    <a:pt x="88" y="13"/>
                  </a:cubicBezTo>
                  <a:cubicBezTo>
                    <a:pt x="50" y="29"/>
                    <a:pt x="34" y="46"/>
                    <a:pt x="17" y="83"/>
                  </a:cubicBezTo>
                  <a:cubicBezTo>
                    <a:pt x="1" y="116"/>
                    <a:pt x="1" y="149"/>
                    <a:pt x="1" y="169"/>
                  </a:cubicBezTo>
                  <a:cubicBezTo>
                    <a:pt x="17" y="202"/>
                    <a:pt x="34" y="235"/>
                    <a:pt x="67" y="252"/>
                  </a:cubicBezTo>
                  <a:lnTo>
                    <a:pt x="154" y="252"/>
                  </a:lnTo>
                  <a:cubicBezTo>
                    <a:pt x="207" y="219"/>
                    <a:pt x="240" y="149"/>
                    <a:pt x="224" y="83"/>
                  </a:cubicBezTo>
                  <a:cubicBezTo>
                    <a:pt x="224" y="66"/>
                    <a:pt x="207" y="46"/>
                    <a:pt x="191" y="29"/>
                  </a:cubicBezTo>
                  <a:cubicBezTo>
                    <a:pt x="191" y="29"/>
                    <a:pt x="191" y="13"/>
                    <a:pt x="170" y="13"/>
                  </a:cubicBezTo>
                  <a:cubicBezTo>
                    <a:pt x="154" y="5"/>
                    <a:pt x="141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4" name="Google Shape;21584;p66"/>
            <p:cNvSpPr/>
            <p:nvPr/>
          </p:nvSpPr>
          <p:spPr>
            <a:xfrm>
              <a:off x="4212925" y="2757375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120" y="1"/>
                  </a:moveTo>
                  <a:cubicBezTo>
                    <a:pt x="70" y="1"/>
                    <a:pt x="17" y="50"/>
                    <a:pt x="0" y="104"/>
                  </a:cubicBezTo>
                  <a:cubicBezTo>
                    <a:pt x="0" y="137"/>
                    <a:pt x="0" y="170"/>
                    <a:pt x="17" y="207"/>
                  </a:cubicBezTo>
                  <a:cubicBezTo>
                    <a:pt x="33" y="224"/>
                    <a:pt x="50" y="240"/>
                    <a:pt x="87" y="256"/>
                  </a:cubicBezTo>
                  <a:cubicBezTo>
                    <a:pt x="136" y="256"/>
                    <a:pt x="206" y="207"/>
                    <a:pt x="223" y="137"/>
                  </a:cubicBezTo>
                  <a:lnTo>
                    <a:pt x="223" y="104"/>
                  </a:lnTo>
                  <a:cubicBezTo>
                    <a:pt x="223" y="67"/>
                    <a:pt x="206" y="50"/>
                    <a:pt x="190" y="17"/>
                  </a:cubicBezTo>
                  <a:cubicBezTo>
                    <a:pt x="173" y="17"/>
                    <a:pt x="15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5" name="Google Shape;21585;p66"/>
            <p:cNvSpPr/>
            <p:nvPr/>
          </p:nvSpPr>
          <p:spPr>
            <a:xfrm>
              <a:off x="3885250" y="280635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37" y="0"/>
                  </a:moveTo>
                  <a:cubicBezTo>
                    <a:pt x="104" y="0"/>
                    <a:pt x="87" y="17"/>
                    <a:pt x="50" y="33"/>
                  </a:cubicBezTo>
                  <a:cubicBezTo>
                    <a:pt x="34" y="50"/>
                    <a:pt x="17" y="87"/>
                    <a:pt x="1" y="120"/>
                  </a:cubicBezTo>
                  <a:cubicBezTo>
                    <a:pt x="1" y="153"/>
                    <a:pt x="1" y="190"/>
                    <a:pt x="17" y="206"/>
                  </a:cubicBezTo>
                  <a:cubicBezTo>
                    <a:pt x="34" y="239"/>
                    <a:pt x="50" y="256"/>
                    <a:pt x="87" y="256"/>
                  </a:cubicBezTo>
                  <a:cubicBezTo>
                    <a:pt x="94" y="258"/>
                    <a:pt x="100" y="259"/>
                    <a:pt x="107" y="259"/>
                  </a:cubicBezTo>
                  <a:cubicBezTo>
                    <a:pt x="154" y="259"/>
                    <a:pt x="209" y="214"/>
                    <a:pt x="223" y="153"/>
                  </a:cubicBezTo>
                  <a:cubicBezTo>
                    <a:pt x="223" y="120"/>
                    <a:pt x="223" y="87"/>
                    <a:pt x="207" y="50"/>
                  </a:cubicBezTo>
                  <a:lnTo>
                    <a:pt x="190" y="33"/>
                  </a:lnTo>
                  <a:cubicBezTo>
                    <a:pt x="170" y="17"/>
                    <a:pt x="153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6" name="Google Shape;21586;p66"/>
            <p:cNvSpPr/>
            <p:nvPr/>
          </p:nvSpPr>
          <p:spPr>
            <a:xfrm>
              <a:off x="3899775" y="2810075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21" y="1"/>
                  </a:moveTo>
                  <a:cubicBezTo>
                    <a:pt x="72" y="1"/>
                    <a:pt x="19" y="49"/>
                    <a:pt x="1" y="107"/>
                  </a:cubicBezTo>
                  <a:cubicBezTo>
                    <a:pt x="1" y="144"/>
                    <a:pt x="1" y="193"/>
                    <a:pt x="21" y="210"/>
                  </a:cubicBezTo>
                  <a:cubicBezTo>
                    <a:pt x="38" y="226"/>
                    <a:pt x="71" y="247"/>
                    <a:pt x="87" y="264"/>
                  </a:cubicBezTo>
                  <a:cubicBezTo>
                    <a:pt x="125" y="264"/>
                    <a:pt x="158" y="247"/>
                    <a:pt x="174" y="226"/>
                  </a:cubicBezTo>
                  <a:cubicBezTo>
                    <a:pt x="207" y="210"/>
                    <a:pt x="228" y="177"/>
                    <a:pt x="228" y="144"/>
                  </a:cubicBezTo>
                  <a:cubicBezTo>
                    <a:pt x="244" y="107"/>
                    <a:pt x="228" y="74"/>
                    <a:pt x="207" y="57"/>
                  </a:cubicBezTo>
                  <a:cubicBezTo>
                    <a:pt x="207" y="41"/>
                    <a:pt x="207" y="41"/>
                    <a:pt x="191" y="20"/>
                  </a:cubicBezTo>
                  <a:cubicBezTo>
                    <a:pt x="174" y="4"/>
                    <a:pt x="158" y="4"/>
                    <a:pt x="141" y="4"/>
                  </a:cubicBezTo>
                  <a:cubicBezTo>
                    <a:pt x="134" y="2"/>
                    <a:pt x="128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7" name="Google Shape;21587;p66"/>
            <p:cNvSpPr/>
            <p:nvPr/>
          </p:nvSpPr>
          <p:spPr>
            <a:xfrm>
              <a:off x="4158400" y="2824625"/>
              <a:ext cx="5575" cy="6250"/>
            </a:xfrm>
            <a:custGeom>
              <a:avLst/>
              <a:gdLst/>
              <a:ahLst/>
              <a:cxnLst/>
              <a:rect l="l" t="t" r="r" b="b"/>
              <a:pathLst>
                <a:path w="223" h="250" extrusionOk="0">
                  <a:moveTo>
                    <a:pt x="111" y="0"/>
                  </a:moveTo>
                  <a:cubicBezTo>
                    <a:pt x="92" y="0"/>
                    <a:pt x="76" y="12"/>
                    <a:pt x="50" y="24"/>
                  </a:cubicBezTo>
                  <a:cubicBezTo>
                    <a:pt x="33" y="40"/>
                    <a:pt x="17" y="77"/>
                    <a:pt x="0" y="110"/>
                  </a:cubicBezTo>
                  <a:cubicBezTo>
                    <a:pt x="0" y="143"/>
                    <a:pt x="0" y="180"/>
                    <a:pt x="17" y="197"/>
                  </a:cubicBezTo>
                  <a:cubicBezTo>
                    <a:pt x="33" y="230"/>
                    <a:pt x="50" y="246"/>
                    <a:pt x="87" y="246"/>
                  </a:cubicBezTo>
                  <a:cubicBezTo>
                    <a:pt x="93" y="249"/>
                    <a:pt x="100" y="250"/>
                    <a:pt x="107" y="250"/>
                  </a:cubicBezTo>
                  <a:cubicBezTo>
                    <a:pt x="154" y="250"/>
                    <a:pt x="209" y="204"/>
                    <a:pt x="223" y="143"/>
                  </a:cubicBezTo>
                  <a:cubicBezTo>
                    <a:pt x="223" y="110"/>
                    <a:pt x="223" y="77"/>
                    <a:pt x="206" y="57"/>
                  </a:cubicBezTo>
                  <a:cubicBezTo>
                    <a:pt x="206" y="40"/>
                    <a:pt x="206" y="40"/>
                    <a:pt x="190" y="24"/>
                  </a:cubicBezTo>
                  <a:cubicBezTo>
                    <a:pt x="169" y="7"/>
                    <a:pt x="153" y="7"/>
                    <a:pt x="136" y="7"/>
                  </a:cubicBezTo>
                  <a:cubicBezTo>
                    <a:pt x="127" y="2"/>
                    <a:pt x="118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8" name="Google Shape;21588;p66"/>
            <p:cNvSpPr/>
            <p:nvPr/>
          </p:nvSpPr>
          <p:spPr>
            <a:xfrm>
              <a:off x="4156225" y="27461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0"/>
                  </a:moveTo>
                  <a:cubicBezTo>
                    <a:pt x="87" y="21"/>
                    <a:pt x="50" y="38"/>
                    <a:pt x="34" y="54"/>
                  </a:cubicBezTo>
                  <a:cubicBezTo>
                    <a:pt x="17" y="71"/>
                    <a:pt x="17" y="104"/>
                    <a:pt x="1" y="141"/>
                  </a:cubicBezTo>
                  <a:cubicBezTo>
                    <a:pt x="1" y="174"/>
                    <a:pt x="17" y="207"/>
                    <a:pt x="34" y="227"/>
                  </a:cubicBezTo>
                  <a:cubicBezTo>
                    <a:pt x="56" y="248"/>
                    <a:pt x="80" y="257"/>
                    <a:pt x="104" y="257"/>
                  </a:cubicBezTo>
                  <a:cubicBezTo>
                    <a:pt x="140" y="257"/>
                    <a:pt x="175" y="238"/>
                    <a:pt x="207" y="207"/>
                  </a:cubicBezTo>
                  <a:cubicBezTo>
                    <a:pt x="240" y="157"/>
                    <a:pt x="240" y="71"/>
                    <a:pt x="207" y="38"/>
                  </a:cubicBezTo>
                  <a:cubicBezTo>
                    <a:pt x="174" y="0"/>
                    <a:pt x="137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9" name="Google Shape;21589;p66"/>
            <p:cNvSpPr/>
            <p:nvPr/>
          </p:nvSpPr>
          <p:spPr>
            <a:xfrm>
              <a:off x="4150675" y="27302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53" y="1"/>
                  </a:moveTo>
                  <a:cubicBezTo>
                    <a:pt x="87" y="1"/>
                    <a:pt x="33" y="54"/>
                    <a:pt x="17" y="120"/>
                  </a:cubicBezTo>
                  <a:cubicBezTo>
                    <a:pt x="0" y="157"/>
                    <a:pt x="0" y="190"/>
                    <a:pt x="17" y="207"/>
                  </a:cubicBezTo>
                  <a:cubicBezTo>
                    <a:pt x="33" y="244"/>
                    <a:pt x="66" y="260"/>
                    <a:pt x="87" y="260"/>
                  </a:cubicBezTo>
                  <a:cubicBezTo>
                    <a:pt x="95" y="262"/>
                    <a:pt x="103" y="263"/>
                    <a:pt x="111" y="263"/>
                  </a:cubicBezTo>
                  <a:cubicBezTo>
                    <a:pt x="169" y="263"/>
                    <a:pt x="223" y="215"/>
                    <a:pt x="223" y="157"/>
                  </a:cubicBezTo>
                  <a:cubicBezTo>
                    <a:pt x="239" y="120"/>
                    <a:pt x="239" y="87"/>
                    <a:pt x="223" y="54"/>
                  </a:cubicBezTo>
                  <a:cubicBezTo>
                    <a:pt x="206" y="54"/>
                    <a:pt x="206" y="38"/>
                    <a:pt x="206" y="38"/>
                  </a:cubicBezTo>
                  <a:cubicBezTo>
                    <a:pt x="190" y="17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0" name="Google Shape;21590;p66"/>
            <p:cNvSpPr/>
            <p:nvPr/>
          </p:nvSpPr>
          <p:spPr>
            <a:xfrm>
              <a:off x="4157975" y="27629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3" y="1"/>
                  </a:moveTo>
                  <a:cubicBezTo>
                    <a:pt x="83" y="1"/>
                    <a:pt x="34" y="50"/>
                    <a:pt x="17" y="120"/>
                  </a:cubicBezTo>
                  <a:cubicBezTo>
                    <a:pt x="1" y="153"/>
                    <a:pt x="17" y="190"/>
                    <a:pt x="34" y="207"/>
                  </a:cubicBezTo>
                  <a:cubicBezTo>
                    <a:pt x="34" y="240"/>
                    <a:pt x="67" y="256"/>
                    <a:pt x="104" y="256"/>
                  </a:cubicBezTo>
                  <a:cubicBezTo>
                    <a:pt x="111" y="259"/>
                    <a:pt x="119" y="261"/>
                    <a:pt x="127" y="261"/>
                  </a:cubicBezTo>
                  <a:cubicBezTo>
                    <a:pt x="173" y="261"/>
                    <a:pt x="226" y="213"/>
                    <a:pt x="240" y="153"/>
                  </a:cubicBezTo>
                  <a:cubicBezTo>
                    <a:pt x="240" y="120"/>
                    <a:pt x="240" y="87"/>
                    <a:pt x="223" y="50"/>
                  </a:cubicBezTo>
                  <a:lnTo>
                    <a:pt x="207" y="33"/>
                  </a:lnTo>
                  <a:cubicBezTo>
                    <a:pt x="186" y="17"/>
                    <a:pt x="17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1" name="Google Shape;21591;p66"/>
            <p:cNvSpPr/>
            <p:nvPr/>
          </p:nvSpPr>
          <p:spPr>
            <a:xfrm>
              <a:off x="4163950" y="2730550"/>
              <a:ext cx="6425" cy="6400"/>
            </a:xfrm>
            <a:custGeom>
              <a:avLst/>
              <a:gdLst/>
              <a:ahLst/>
              <a:cxnLst/>
              <a:rect l="l" t="t" r="r" b="b"/>
              <a:pathLst>
                <a:path w="257" h="256" extrusionOk="0">
                  <a:moveTo>
                    <a:pt x="144" y="1"/>
                  </a:moveTo>
                  <a:cubicBezTo>
                    <a:pt x="114" y="1"/>
                    <a:pt x="80" y="14"/>
                    <a:pt x="50" y="43"/>
                  </a:cubicBezTo>
                  <a:cubicBezTo>
                    <a:pt x="1" y="109"/>
                    <a:pt x="17" y="179"/>
                    <a:pt x="50" y="233"/>
                  </a:cubicBezTo>
                  <a:cubicBezTo>
                    <a:pt x="71" y="249"/>
                    <a:pt x="87" y="249"/>
                    <a:pt x="104" y="249"/>
                  </a:cubicBezTo>
                  <a:cubicBezTo>
                    <a:pt x="113" y="254"/>
                    <a:pt x="123" y="256"/>
                    <a:pt x="133" y="256"/>
                  </a:cubicBezTo>
                  <a:cubicBezTo>
                    <a:pt x="163" y="256"/>
                    <a:pt x="195" y="240"/>
                    <a:pt x="207" y="212"/>
                  </a:cubicBezTo>
                  <a:cubicBezTo>
                    <a:pt x="240" y="163"/>
                    <a:pt x="256" y="109"/>
                    <a:pt x="240" y="76"/>
                  </a:cubicBezTo>
                  <a:cubicBezTo>
                    <a:pt x="240" y="60"/>
                    <a:pt x="224" y="43"/>
                    <a:pt x="207" y="27"/>
                  </a:cubicBezTo>
                  <a:cubicBezTo>
                    <a:pt x="192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2" name="Google Shape;21592;p66"/>
            <p:cNvSpPr/>
            <p:nvPr/>
          </p:nvSpPr>
          <p:spPr>
            <a:xfrm>
              <a:off x="4190975" y="27203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0" y="1"/>
                  </a:moveTo>
                  <a:cubicBezTo>
                    <a:pt x="124" y="1"/>
                    <a:pt x="87" y="1"/>
                    <a:pt x="54" y="21"/>
                  </a:cubicBezTo>
                  <a:cubicBezTo>
                    <a:pt x="37" y="38"/>
                    <a:pt x="21" y="71"/>
                    <a:pt x="0" y="104"/>
                  </a:cubicBezTo>
                  <a:cubicBezTo>
                    <a:pt x="0" y="141"/>
                    <a:pt x="0" y="174"/>
                    <a:pt x="21" y="207"/>
                  </a:cubicBezTo>
                  <a:cubicBezTo>
                    <a:pt x="37" y="228"/>
                    <a:pt x="54" y="244"/>
                    <a:pt x="87" y="260"/>
                  </a:cubicBezTo>
                  <a:cubicBezTo>
                    <a:pt x="157" y="260"/>
                    <a:pt x="206" y="207"/>
                    <a:pt x="227" y="141"/>
                  </a:cubicBezTo>
                  <a:cubicBezTo>
                    <a:pt x="243" y="104"/>
                    <a:pt x="227" y="71"/>
                    <a:pt x="206" y="54"/>
                  </a:cubicBezTo>
                  <a:cubicBezTo>
                    <a:pt x="206" y="38"/>
                    <a:pt x="206" y="38"/>
                    <a:pt x="190" y="21"/>
                  </a:cubicBezTo>
                  <a:cubicBezTo>
                    <a:pt x="190" y="21"/>
                    <a:pt x="173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3" name="Google Shape;21593;p66"/>
            <p:cNvSpPr/>
            <p:nvPr/>
          </p:nvSpPr>
          <p:spPr>
            <a:xfrm>
              <a:off x="4162200" y="271575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41" y="0"/>
                  </a:moveTo>
                  <a:cubicBezTo>
                    <a:pt x="120" y="0"/>
                    <a:pt x="87" y="17"/>
                    <a:pt x="54" y="33"/>
                  </a:cubicBezTo>
                  <a:cubicBezTo>
                    <a:pt x="38" y="50"/>
                    <a:pt x="17" y="83"/>
                    <a:pt x="1" y="120"/>
                  </a:cubicBezTo>
                  <a:cubicBezTo>
                    <a:pt x="1" y="153"/>
                    <a:pt x="1" y="186"/>
                    <a:pt x="17" y="206"/>
                  </a:cubicBezTo>
                  <a:cubicBezTo>
                    <a:pt x="38" y="239"/>
                    <a:pt x="54" y="256"/>
                    <a:pt x="87" y="256"/>
                  </a:cubicBezTo>
                  <a:cubicBezTo>
                    <a:pt x="97" y="258"/>
                    <a:pt x="105" y="259"/>
                    <a:pt x="114" y="259"/>
                  </a:cubicBezTo>
                  <a:cubicBezTo>
                    <a:pt x="170" y="259"/>
                    <a:pt x="209" y="214"/>
                    <a:pt x="223" y="153"/>
                  </a:cubicBezTo>
                  <a:cubicBezTo>
                    <a:pt x="223" y="120"/>
                    <a:pt x="223" y="83"/>
                    <a:pt x="207" y="50"/>
                  </a:cubicBezTo>
                  <a:cubicBezTo>
                    <a:pt x="207" y="50"/>
                    <a:pt x="207" y="33"/>
                    <a:pt x="190" y="33"/>
                  </a:cubicBezTo>
                  <a:cubicBezTo>
                    <a:pt x="174" y="17"/>
                    <a:pt x="157" y="17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4" name="Google Shape;21594;p66"/>
            <p:cNvSpPr/>
            <p:nvPr/>
          </p:nvSpPr>
          <p:spPr>
            <a:xfrm>
              <a:off x="4148075" y="2839425"/>
              <a:ext cx="5600" cy="6075"/>
            </a:xfrm>
            <a:custGeom>
              <a:avLst/>
              <a:gdLst/>
              <a:ahLst/>
              <a:cxnLst/>
              <a:rect l="l" t="t" r="r" b="b"/>
              <a:pathLst>
                <a:path w="224" h="243" extrusionOk="0">
                  <a:moveTo>
                    <a:pt x="121" y="1"/>
                  </a:moveTo>
                  <a:cubicBezTo>
                    <a:pt x="67" y="1"/>
                    <a:pt x="17" y="34"/>
                    <a:pt x="1" y="104"/>
                  </a:cubicBezTo>
                  <a:cubicBezTo>
                    <a:pt x="1" y="137"/>
                    <a:pt x="1" y="170"/>
                    <a:pt x="17" y="186"/>
                  </a:cubicBezTo>
                  <a:cubicBezTo>
                    <a:pt x="34" y="223"/>
                    <a:pt x="50" y="240"/>
                    <a:pt x="88" y="240"/>
                  </a:cubicBezTo>
                  <a:cubicBezTo>
                    <a:pt x="94" y="242"/>
                    <a:pt x="101" y="243"/>
                    <a:pt x="108" y="243"/>
                  </a:cubicBezTo>
                  <a:cubicBezTo>
                    <a:pt x="154" y="243"/>
                    <a:pt x="209" y="198"/>
                    <a:pt x="224" y="137"/>
                  </a:cubicBezTo>
                  <a:lnTo>
                    <a:pt x="224" y="104"/>
                  </a:lnTo>
                  <a:cubicBezTo>
                    <a:pt x="224" y="67"/>
                    <a:pt x="207" y="34"/>
                    <a:pt x="191" y="17"/>
                  </a:cubicBezTo>
                  <a:cubicBezTo>
                    <a:pt x="170" y="1"/>
                    <a:pt x="153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5" name="Google Shape;21595;p66"/>
            <p:cNvSpPr/>
            <p:nvPr/>
          </p:nvSpPr>
          <p:spPr>
            <a:xfrm>
              <a:off x="4140775" y="2804700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39" y="0"/>
                  </a:moveTo>
                  <a:cubicBezTo>
                    <a:pt x="124" y="0"/>
                    <a:pt x="112" y="4"/>
                    <a:pt x="103" y="13"/>
                  </a:cubicBezTo>
                  <a:cubicBezTo>
                    <a:pt x="33" y="50"/>
                    <a:pt x="0" y="116"/>
                    <a:pt x="17" y="186"/>
                  </a:cubicBezTo>
                  <a:cubicBezTo>
                    <a:pt x="33" y="219"/>
                    <a:pt x="50" y="235"/>
                    <a:pt x="70" y="256"/>
                  </a:cubicBezTo>
                  <a:cubicBezTo>
                    <a:pt x="87" y="264"/>
                    <a:pt x="99" y="268"/>
                    <a:pt x="112" y="268"/>
                  </a:cubicBezTo>
                  <a:cubicBezTo>
                    <a:pt x="124" y="268"/>
                    <a:pt x="136" y="264"/>
                    <a:pt x="153" y="256"/>
                  </a:cubicBezTo>
                  <a:cubicBezTo>
                    <a:pt x="190" y="235"/>
                    <a:pt x="206" y="219"/>
                    <a:pt x="223" y="186"/>
                  </a:cubicBezTo>
                  <a:cubicBezTo>
                    <a:pt x="239" y="153"/>
                    <a:pt x="239" y="116"/>
                    <a:pt x="239" y="83"/>
                  </a:cubicBezTo>
                  <a:cubicBezTo>
                    <a:pt x="223" y="66"/>
                    <a:pt x="223" y="50"/>
                    <a:pt x="206" y="29"/>
                  </a:cubicBezTo>
                  <a:lnTo>
                    <a:pt x="190" y="13"/>
                  </a:lnTo>
                  <a:cubicBezTo>
                    <a:pt x="171" y="4"/>
                    <a:pt x="154" y="0"/>
                    <a:pt x="1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6" name="Google Shape;21596;p66"/>
            <p:cNvSpPr/>
            <p:nvPr/>
          </p:nvSpPr>
          <p:spPr>
            <a:xfrm>
              <a:off x="4143350" y="2715325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33" y="1"/>
                  </a:moveTo>
                  <a:cubicBezTo>
                    <a:pt x="99" y="1"/>
                    <a:pt x="64" y="19"/>
                    <a:pt x="33" y="50"/>
                  </a:cubicBezTo>
                  <a:cubicBezTo>
                    <a:pt x="0" y="100"/>
                    <a:pt x="0" y="186"/>
                    <a:pt x="50" y="223"/>
                  </a:cubicBezTo>
                  <a:cubicBezTo>
                    <a:pt x="65" y="244"/>
                    <a:pt x="85" y="253"/>
                    <a:pt x="107" y="253"/>
                  </a:cubicBezTo>
                  <a:cubicBezTo>
                    <a:pt x="139" y="253"/>
                    <a:pt x="175" y="234"/>
                    <a:pt x="206" y="203"/>
                  </a:cubicBezTo>
                  <a:cubicBezTo>
                    <a:pt x="239" y="153"/>
                    <a:pt x="239" y="67"/>
                    <a:pt x="206" y="34"/>
                  </a:cubicBezTo>
                  <a:cubicBezTo>
                    <a:pt x="184" y="11"/>
                    <a:pt x="159" y="1"/>
                    <a:pt x="1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7" name="Google Shape;21597;p66"/>
            <p:cNvSpPr/>
            <p:nvPr/>
          </p:nvSpPr>
          <p:spPr>
            <a:xfrm>
              <a:off x="4140775" y="2695950"/>
              <a:ext cx="6400" cy="6325"/>
            </a:xfrm>
            <a:custGeom>
              <a:avLst/>
              <a:gdLst/>
              <a:ahLst/>
              <a:cxnLst/>
              <a:rect l="l" t="t" r="r" b="b"/>
              <a:pathLst>
                <a:path w="256" h="253" extrusionOk="0">
                  <a:moveTo>
                    <a:pt x="103" y="1"/>
                  </a:moveTo>
                  <a:cubicBezTo>
                    <a:pt x="33" y="34"/>
                    <a:pt x="0" y="104"/>
                    <a:pt x="17" y="174"/>
                  </a:cubicBezTo>
                  <a:cubicBezTo>
                    <a:pt x="33" y="207"/>
                    <a:pt x="50" y="223"/>
                    <a:pt x="70" y="240"/>
                  </a:cubicBezTo>
                  <a:cubicBezTo>
                    <a:pt x="87" y="248"/>
                    <a:pt x="103" y="252"/>
                    <a:pt x="118" y="252"/>
                  </a:cubicBezTo>
                  <a:cubicBezTo>
                    <a:pt x="132" y="252"/>
                    <a:pt x="145" y="248"/>
                    <a:pt x="153" y="240"/>
                  </a:cubicBezTo>
                  <a:cubicBezTo>
                    <a:pt x="223" y="223"/>
                    <a:pt x="256" y="137"/>
                    <a:pt x="239" y="87"/>
                  </a:cubicBezTo>
                  <a:cubicBezTo>
                    <a:pt x="239" y="50"/>
                    <a:pt x="223" y="34"/>
                    <a:pt x="206" y="17"/>
                  </a:cubicBezTo>
                  <a:cubicBezTo>
                    <a:pt x="206" y="17"/>
                    <a:pt x="190" y="17"/>
                    <a:pt x="1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8" name="Google Shape;21598;p66"/>
            <p:cNvSpPr/>
            <p:nvPr/>
          </p:nvSpPr>
          <p:spPr>
            <a:xfrm>
              <a:off x="4139025" y="2741000"/>
              <a:ext cx="6500" cy="6425"/>
            </a:xfrm>
            <a:custGeom>
              <a:avLst/>
              <a:gdLst/>
              <a:ahLst/>
              <a:cxnLst/>
              <a:rect l="l" t="t" r="r" b="b"/>
              <a:pathLst>
                <a:path w="260" h="257" extrusionOk="0">
                  <a:moveTo>
                    <a:pt x="103" y="0"/>
                  </a:moveTo>
                  <a:cubicBezTo>
                    <a:pt x="37" y="37"/>
                    <a:pt x="0" y="103"/>
                    <a:pt x="17" y="173"/>
                  </a:cubicBezTo>
                  <a:cubicBezTo>
                    <a:pt x="32" y="225"/>
                    <a:pt x="71" y="256"/>
                    <a:pt x="113" y="256"/>
                  </a:cubicBezTo>
                  <a:cubicBezTo>
                    <a:pt x="127" y="256"/>
                    <a:pt x="143" y="252"/>
                    <a:pt x="157" y="244"/>
                  </a:cubicBezTo>
                  <a:cubicBezTo>
                    <a:pt x="223" y="227"/>
                    <a:pt x="260" y="141"/>
                    <a:pt x="243" y="70"/>
                  </a:cubicBezTo>
                  <a:cubicBezTo>
                    <a:pt x="223" y="54"/>
                    <a:pt x="223" y="37"/>
                    <a:pt x="206" y="21"/>
                  </a:cubicBezTo>
                  <a:cubicBezTo>
                    <a:pt x="206" y="21"/>
                    <a:pt x="190" y="21"/>
                    <a:pt x="1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9" name="Google Shape;21599;p66"/>
            <p:cNvSpPr/>
            <p:nvPr/>
          </p:nvSpPr>
          <p:spPr>
            <a:xfrm>
              <a:off x="4144575" y="2776350"/>
              <a:ext cx="6125" cy="6725"/>
            </a:xfrm>
            <a:custGeom>
              <a:avLst/>
              <a:gdLst/>
              <a:ahLst/>
              <a:cxnLst/>
              <a:rect l="l" t="t" r="r" b="b"/>
              <a:pathLst>
                <a:path w="245" h="269" extrusionOk="0">
                  <a:moveTo>
                    <a:pt x="138" y="0"/>
                  </a:moveTo>
                  <a:cubicBezTo>
                    <a:pt x="123" y="0"/>
                    <a:pt x="106" y="5"/>
                    <a:pt x="87" y="13"/>
                  </a:cubicBezTo>
                  <a:cubicBezTo>
                    <a:pt x="71" y="29"/>
                    <a:pt x="38" y="50"/>
                    <a:pt x="21" y="83"/>
                  </a:cubicBezTo>
                  <a:cubicBezTo>
                    <a:pt x="1" y="116"/>
                    <a:pt x="1" y="153"/>
                    <a:pt x="21" y="186"/>
                  </a:cubicBezTo>
                  <a:cubicBezTo>
                    <a:pt x="21" y="219"/>
                    <a:pt x="38" y="235"/>
                    <a:pt x="71" y="256"/>
                  </a:cubicBezTo>
                  <a:cubicBezTo>
                    <a:pt x="79" y="264"/>
                    <a:pt x="93" y="268"/>
                    <a:pt x="108" y="268"/>
                  </a:cubicBezTo>
                  <a:cubicBezTo>
                    <a:pt x="123" y="268"/>
                    <a:pt x="141" y="264"/>
                    <a:pt x="157" y="256"/>
                  </a:cubicBezTo>
                  <a:cubicBezTo>
                    <a:pt x="207" y="235"/>
                    <a:pt x="244" y="153"/>
                    <a:pt x="228" y="83"/>
                  </a:cubicBezTo>
                  <a:cubicBezTo>
                    <a:pt x="228" y="66"/>
                    <a:pt x="228" y="50"/>
                    <a:pt x="207" y="29"/>
                  </a:cubicBezTo>
                  <a:cubicBezTo>
                    <a:pt x="190" y="29"/>
                    <a:pt x="190" y="29"/>
                    <a:pt x="174" y="13"/>
                  </a:cubicBezTo>
                  <a:cubicBezTo>
                    <a:pt x="166" y="5"/>
                    <a:pt x="153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0" name="Google Shape;21600;p66"/>
            <p:cNvSpPr/>
            <p:nvPr/>
          </p:nvSpPr>
          <p:spPr>
            <a:xfrm>
              <a:off x="4143750" y="27590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7" y="1"/>
                  </a:moveTo>
                  <a:cubicBezTo>
                    <a:pt x="87" y="1"/>
                    <a:pt x="34" y="38"/>
                    <a:pt x="17" y="104"/>
                  </a:cubicBezTo>
                  <a:cubicBezTo>
                    <a:pt x="1" y="158"/>
                    <a:pt x="17" y="190"/>
                    <a:pt x="34" y="228"/>
                  </a:cubicBezTo>
                  <a:cubicBezTo>
                    <a:pt x="54" y="244"/>
                    <a:pt x="71" y="261"/>
                    <a:pt x="87" y="261"/>
                  </a:cubicBezTo>
                  <a:cubicBezTo>
                    <a:pt x="120" y="261"/>
                    <a:pt x="157" y="261"/>
                    <a:pt x="174" y="244"/>
                  </a:cubicBezTo>
                  <a:cubicBezTo>
                    <a:pt x="207" y="207"/>
                    <a:pt x="223" y="190"/>
                    <a:pt x="223" y="158"/>
                  </a:cubicBezTo>
                  <a:cubicBezTo>
                    <a:pt x="240" y="125"/>
                    <a:pt x="240" y="87"/>
                    <a:pt x="223" y="54"/>
                  </a:cubicBezTo>
                  <a:cubicBezTo>
                    <a:pt x="207" y="54"/>
                    <a:pt x="207" y="38"/>
                    <a:pt x="207" y="38"/>
                  </a:cubicBezTo>
                  <a:lnTo>
                    <a:pt x="190" y="21"/>
                  </a:lnTo>
                  <a:cubicBezTo>
                    <a:pt x="174" y="21"/>
                    <a:pt x="157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1" name="Google Shape;21601;p66"/>
            <p:cNvSpPr/>
            <p:nvPr/>
          </p:nvSpPr>
          <p:spPr>
            <a:xfrm>
              <a:off x="4163950" y="2839950"/>
              <a:ext cx="6025" cy="6300"/>
            </a:xfrm>
            <a:custGeom>
              <a:avLst/>
              <a:gdLst/>
              <a:ahLst/>
              <a:cxnLst/>
              <a:rect l="l" t="t" r="r" b="b"/>
              <a:pathLst>
                <a:path w="241" h="252" extrusionOk="0">
                  <a:moveTo>
                    <a:pt x="140" y="0"/>
                  </a:moveTo>
                  <a:cubicBezTo>
                    <a:pt x="125" y="0"/>
                    <a:pt x="112" y="4"/>
                    <a:pt x="104" y="13"/>
                  </a:cubicBezTo>
                  <a:cubicBezTo>
                    <a:pt x="34" y="29"/>
                    <a:pt x="1" y="116"/>
                    <a:pt x="17" y="165"/>
                  </a:cubicBezTo>
                  <a:cubicBezTo>
                    <a:pt x="17" y="202"/>
                    <a:pt x="50" y="235"/>
                    <a:pt x="71" y="235"/>
                  </a:cubicBezTo>
                  <a:cubicBezTo>
                    <a:pt x="104" y="252"/>
                    <a:pt x="120" y="252"/>
                    <a:pt x="153" y="252"/>
                  </a:cubicBezTo>
                  <a:cubicBezTo>
                    <a:pt x="191" y="235"/>
                    <a:pt x="207" y="202"/>
                    <a:pt x="224" y="186"/>
                  </a:cubicBezTo>
                  <a:cubicBezTo>
                    <a:pt x="240" y="149"/>
                    <a:pt x="240" y="116"/>
                    <a:pt x="240" y="83"/>
                  </a:cubicBezTo>
                  <a:cubicBezTo>
                    <a:pt x="224" y="62"/>
                    <a:pt x="224" y="46"/>
                    <a:pt x="207" y="29"/>
                  </a:cubicBezTo>
                  <a:cubicBezTo>
                    <a:pt x="207" y="13"/>
                    <a:pt x="191" y="13"/>
                    <a:pt x="191" y="13"/>
                  </a:cubicBezTo>
                  <a:cubicBezTo>
                    <a:pt x="172" y="4"/>
                    <a:pt x="154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2" name="Google Shape;21602;p66"/>
            <p:cNvSpPr/>
            <p:nvPr/>
          </p:nvSpPr>
          <p:spPr>
            <a:xfrm>
              <a:off x="4143350" y="28212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25" y="1"/>
                  </a:moveTo>
                  <a:cubicBezTo>
                    <a:pt x="72" y="1"/>
                    <a:pt x="31" y="48"/>
                    <a:pt x="17" y="108"/>
                  </a:cubicBezTo>
                  <a:cubicBezTo>
                    <a:pt x="0" y="141"/>
                    <a:pt x="17" y="174"/>
                    <a:pt x="33" y="211"/>
                  </a:cubicBezTo>
                  <a:cubicBezTo>
                    <a:pt x="50" y="228"/>
                    <a:pt x="70" y="244"/>
                    <a:pt x="103" y="261"/>
                  </a:cubicBezTo>
                  <a:cubicBezTo>
                    <a:pt x="153" y="261"/>
                    <a:pt x="223" y="211"/>
                    <a:pt x="239" y="141"/>
                  </a:cubicBezTo>
                  <a:cubicBezTo>
                    <a:pt x="239" y="108"/>
                    <a:pt x="239" y="71"/>
                    <a:pt x="223" y="55"/>
                  </a:cubicBezTo>
                  <a:cubicBezTo>
                    <a:pt x="223" y="38"/>
                    <a:pt x="206" y="38"/>
                    <a:pt x="206" y="22"/>
                  </a:cubicBezTo>
                  <a:cubicBezTo>
                    <a:pt x="190" y="5"/>
                    <a:pt x="173" y="5"/>
                    <a:pt x="153" y="5"/>
                  </a:cubicBezTo>
                  <a:cubicBezTo>
                    <a:pt x="143" y="2"/>
                    <a:pt x="134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3" name="Google Shape;21603;p66"/>
            <p:cNvSpPr/>
            <p:nvPr/>
          </p:nvSpPr>
          <p:spPr>
            <a:xfrm>
              <a:off x="4186750" y="2765850"/>
              <a:ext cx="5575" cy="6200"/>
            </a:xfrm>
            <a:custGeom>
              <a:avLst/>
              <a:gdLst/>
              <a:ahLst/>
              <a:cxnLst/>
              <a:rect l="l" t="t" r="r" b="b"/>
              <a:pathLst>
                <a:path w="223" h="248" extrusionOk="0">
                  <a:moveTo>
                    <a:pt x="110" y="1"/>
                  </a:moveTo>
                  <a:cubicBezTo>
                    <a:pt x="54" y="1"/>
                    <a:pt x="14" y="46"/>
                    <a:pt x="0" y="107"/>
                  </a:cubicBezTo>
                  <a:cubicBezTo>
                    <a:pt x="0" y="140"/>
                    <a:pt x="0" y="177"/>
                    <a:pt x="17" y="194"/>
                  </a:cubicBezTo>
                  <a:cubicBezTo>
                    <a:pt x="33" y="227"/>
                    <a:pt x="50" y="243"/>
                    <a:pt x="87" y="243"/>
                  </a:cubicBezTo>
                  <a:cubicBezTo>
                    <a:pt x="94" y="246"/>
                    <a:pt x="102" y="248"/>
                    <a:pt x="110" y="248"/>
                  </a:cubicBezTo>
                  <a:cubicBezTo>
                    <a:pt x="156" y="248"/>
                    <a:pt x="209" y="200"/>
                    <a:pt x="223" y="140"/>
                  </a:cubicBezTo>
                  <a:cubicBezTo>
                    <a:pt x="223" y="107"/>
                    <a:pt x="223" y="74"/>
                    <a:pt x="206" y="58"/>
                  </a:cubicBezTo>
                  <a:cubicBezTo>
                    <a:pt x="206" y="37"/>
                    <a:pt x="190" y="37"/>
                    <a:pt x="190" y="21"/>
                  </a:cubicBezTo>
                  <a:cubicBezTo>
                    <a:pt x="169" y="4"/>
                    <a:pt x="153" y="4"/>
                    <a:pt x="136" y="4"/>
                  </a:cubicBezTo>
                  <a:cubicBezTo>
                    <a:pt x="127" y="2"/>
                    <a:pt x="118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4" name="Google Shape;21604;p66"/>
            <p:cNvSpPr/>
            <p:nvPr/>
          </p:nvSpPr>
          <p:spPr>
            <a:xfrm>
              <a:off x="4178600" y="2733400"/>
              <a:ext cx="6400" cy="6375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145" y="0"/>
                  </a:moveTo>
                  <a:cubicBezTo>
                    <a:pt x="132" y="0"/>
                    <a:pt x="120" y="5"/>
                    <a:pt x="103" y="16"/>
                  </a:cubicBezTo>
                  <a:cubicBezTo>
                    <a:pt x="33" y="32"/>
                    <a:pt x="0" y="119"/>
                    <a:pt x="17" y="185"/>
                  </a:cubicBezTo>
                  <a:cubicBezTo>
                    <a:pt x="33" y="201"/>
                    <a:pt x="50" y="238"/>
                    <a:pt x="66" y="255"/>
                  </a:cubicBezTo>
                  <a:lnTo>
                    <a:pt x="153" y="255"/>
                  </a:lnTo>
                  <a:cubicBezTo>
                    <a:pt x="186" y="238"/>
                    <a:pt x="223" y="222"/>
                    <a:pt x="223" y="185"/>
                  </a:cubicBezTo>
                  <a:cubicBezTo>
                    <a:pt x="239" y="152"/>
                    <a:pt x="256" y="119"/>
                    <a:pt x="239" y="82"/>
                  </a:cubicBezTo>
                  <a:cubicBezTo>
                    <a:pt x="239" y="65"/>
                    <a:pt x="223" y="49"/>
                    <a:pt x="206" y="32"/>
                  </a:cubicBezTo>
                  <a:lnTo>
                    <a:pt x="186" y="16"/>
                  </a:lnTo>
                  <a:cubicBezTo>
                    <a:pt x="169" y="5"/>
                    <a:pt x="157" y="0"/>
                    <a:pt x="1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5" name="Google Shape;21605;p66"/>
            <p:cNvSpPr/>
            <p:nvPr/>
          </p:nvSpPr>
          <p:spPr>
            <a:xfrm>
              <a:off x="4184575" y="270477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0" y="1"/>
                  </a:moveTo>
                  <a:cubicBezTo>
                    <a:pt x="99" y="1"/>
                    <a:pt x="70" y="14"/>
                    <a:pt x="50" y="43"/>
                  </a:cubicBezTo>
                  <a:cubicBezTo>
                    <a:pt x="0" y="109"/>
                    <a:pt x="0" y="179"/>
                    <a:pt x="50" y="233"/>
                  </a:cubicBezTo>
                  <a:cubicBezTo>
                    <a:pt x="50" y="233"/>
                    <a:pt x="71" y="250"/>
                    <a:pt x="87" y="250"/>
                  </a:cubicBezTo>
                  <a:cubicBezTo>
                    <a:pt x="100" y="254"/>
                    <a:pt x="112" y="256"/>
                    <a:pt x="124" y="256"/>
                  </a:cubicBezTo>
                  <a:cubicBezTo>
                    <a:pt x="156" y="256"/>
                    <a:pt x="182" y="240"/>
                    <a:pt x="207" y="212"/>
                  </a:cubicBezTo>
                  <a:cubicBezTo>
                    <a:pt x="240" y="163"/>
                    <a:pt x="240" y="109"/>
                    <a:pt x="240" y="76"/>
                  </a:cubicBezTo>
                  <a:cubicBezTo>
                    <a:pt x="223" y="60"/>
                    <a:pt x="223" y="43"/>
                    <a:pt x="207" y="27"/>
                  </a:cubicBezTo>
                  <a:cubicBezTo>
                    <a:pt x="182" y="10"/>
                    <a:pt x="155" y="1"/>
                    <a:pt x="1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6" name="Google Shape;21606;p66"/>
            <p:cNvSpPr/>
            <p:nvPr/>
          </p:nvSpPr>
          <p:spPr>
            <a:xfrm>
              <a:off x="4173850" y="27788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53" y="0"/>
                  </a:moveTo>
                  <a:cubicBezTo>
                    <a:pt x="87" y="0"/>
                    <a:pt x="17" y="54"/>
                    <a:pt x="17" y="120"/>
                  </a:cubicBezTo>
                  <a:cubicBezTo>
                    <a:pt x="1" y="157"/>
                    <a:pt x="1" y="190"/>
                    <a:pt x="17" y="207"/>
                  </a:cubicBezTo>
                  <a:cubicBezTo>
                    <a:pt x="34" y="240"/>
                    <a:pt x="67" y="260"/>
                    <a:pt x="87" y="260"/>
                  </a:cubicBezTo>
                  <a:cubicBezTo>
                    <a:pt x="95" y="262"/>
                    <a:pt x="103" y="263"/>
                    <a:pt x="111" y="263"/>
                  </a:cubicBezTo>
                  <a:cubicBezTo>
                    <a:pt x="166" y="263"/>
                    <a:pt x="209" y="215"/>
                    <a:pt x="223" y="157"/>
                  </a:cubicBezTo>
                  <a:cubicBezTo>
                    <a:pt x="240" y="120"/>
                    <a:pt x="223" y="87"/>
                    <a:pt x="223" y="54"/>
                  </a:cubicBezTo>
                  <a:cubicBezTo>
                    <a:pt x="207" y="54"/>
                    <a:pt x="207" y="33"/>
                    <a:pt x="207" y="33"/>
                  </a:cubicBezTo>
                  <a:cubicBezTo>
                    <a:pt x="190" y="17"/>
                    <a:pt x="17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7" name="Google Shape;21607;p66"/>
            <p:cNvSpPr/>
            <p:nvPr/>
          </p:nvSpPr>
          <p:spPr>
            <a:xfrm>
              <a:off x="4171700" y="2762375"/>
              <a:ext cx="6400" cy="6500"/>
            </a:xfrm>
            <a:custGeom>
              <a:avLst/>
              <a:gdLst/>
              <a:ahLst/>
              <a:cxnLst/>
              <a:rect l="l" t="t" r="r" b="b"/>
              <a:pathLst>
                <a:path w="256" h="260" extrusionOk="0">
                  <a:moveTo>
                    <a:pt x="130" y="1"/>
                  </a:moveTo>
                  <a:cubicBezTo>
                    <a:pt x="99" y="1"/>
                    <a:pt x="70" y="13"/>
                    <a:pt x="50" y="40"/>
                  </a:cubicBezTo>
                  <a:cubicBezTo>
                    <a:pt x="0" y="110"/>
                    <a:pt x="0" y="176"/>
                    <a:pt x="50" y="230"/>
                  </a:cubicBezTo>
                  <a:cubicBezTo>
                    <a:pt x="65" y="250"/>
                    <a:pt x="89" y="260"/>
                    <a:pt x="115" y="260"/>
                  </a:cubicBezTo>
                  <a:cubicBezTo>
                    <a:pt x="150" y="260"/>
                    <a:pt x="187" y="242"/>
                    <a:pt x="206" y="213"/>
                  </a:cubicBezTo>
                  <a:cubicBezTo>
                    <a:pt x="256" y="160"/>
                    <a:pt x="256" y="73"/>
                    <a:pt x="206" y="24"/>
                  </a:cubicBezTo>
                  <a:cubicBezTo>
                    <a:pt x="182" y="9"/>
                    <a:pt x="156" y="1"/>
                    <a:pt x="1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8" name="Google Shape;21608;p66"/>
            <p:cNvSpPr/>
            <p:nvPr/>
          </p:nvSpPr>
          <p:spPr>
            <a:xfrm>
              <a:off x="4167775" y="2793975"/>
              <a:ext cx="6525" cy="6300"/>
            </a:xfrm>
            <a:custGeom>
              <a:avLst/>
              <a:gdLst/>
              <a:ahLst/>
              <a:cxnLst/>
              <a:rect l="l" t="t" r="r" b="b"/>
              <a:pathLst>
                <a:path w="261" h="252" extrusionOk="0">
                  <a:moveTo>
                    <a:pt x="142" y="0"/>
                  </a:moveTo>
                  <a:cubicBezTo>
                    <a:pt x="127" y="0"/>
                    <a:pt x="114" y="5"/>
                    <a:pt x="103" y="13"/>
                  </a:cubicBezTo>
                  <a:cubicBezTo>
                    <a:pt x="38" y="29"/>
                    <a:pt x="0" y="116"/>
                    <a:pt x="21" y="186"/>
                  </a:cubicBezTo>
                  <a:cubicBezTo>
                    <a:pt x="21" y="203"/>
                    <a:pt x="54" y="236"/>
                    <a:pt x="71" y="252"/>
                  </a:cubicBezTo>
                  <a:lnTo>
                    <a:pt x="157" y="252"/>
                  </a:lnTo>
                  <a:cubicBezTo>
                    <a:pt x="227" y="219"/>
                    <a:pt x="260" y="149"/>
                    <a:pt x="244" y="83"/>
                  </a:cubicBezTo>
                  <a:cubicBezTo>
                    <a:pt x="227" y="66"/>
                    <a:pt x="227" y="46"/>
                    <a:pt x="207" y="29"/>
                  </a:cubicBezTo>
                  <a:lnTo>
                    <a:pt x="190" y="13"/>
                  </a:lnTo>
                  <a:cubicBezTo>
                    <a:pt x="174" y="5"/>
                    <a:pt x="157" y="0"/>
                    <a:pt x="1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9" name="Google Shape;21609;p66"/>
            <p:cNvSpPr/>
            <p:nvPr/>
          </p:nvSpPr>
          <p:spPr>
            <a:xfrm>
              <a:off x="4184150" y="2750150"/>
              <a:ext cx="6025" cy="6525"/>
            </a:xfrm>
            <a:custGeom>
              <a:avLst/>
              <a:gdLst/>
              <a:ahLst/>
              <a:cxnLst/>
              <a:rect l="l" t="t" r="r" b="b"/>
              <a:pathLst>
                <a:path w="241" h="261" extrusionOk="0">
                  <a:moveTo>
                    <a:pt x="135" y="0"/>
                  </a:moveTo>
                  <a:cubicBezTo>
                    <a:pt x="100" y="0"/>
                    <a:pt x="65" y="18"/>
                    <a:pt x="34" y="47"/>
                  </a:cubicBezTo>
                  <a:cubicBezTo>
                    <a:pt x="1" y="100"/>
                    <a:pt x="1" y="187"/>
                    <a:pt x="50" y="236"/>
                  </a:cubicBezTo>
                  <a:cubicBezTo>
                    <a:pt x="66" y="252"/>
                    <a:pt x="87" y="261"/>
                    <a:pt x="110" y="261"/>
                  </a:cubicBezTo>
                  <a:cubicBezTo>
                    <a:pt x="141" y="261"/>
                    <a:pt x="176" y="244"/>
                    <a:pt x="207" y="203"/>
                  </a:cubicBezTo>
                  <a:cubicBezTo>
                    <a:pt x="240" y="150"/>
                    <a:pt x="240" y="84"/>
                    <a:pt x="207" y="30"/>
                  </a:cubicBezTo>
                  <a:cubicBezTo>
                    <a:pt x="185" y="9"/>
                    <a:pt x="160" y="0"/>
                    <a:pt x="1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0" name="Google Shape;21610;p66"/>
            <p:cNvSpPr/>
            <p:nvPr/>
          </p:nvSpPr>
          <p:spPr>
            <a:xfrm>
              <a:off x="4176850" y="2716650"/>
              <a:ext cx="6000" cy="6200"/>
            </a:xfrm>
            <a:custGeom>
              <a:avLst/>
              <a:gdLst/>
              <a:ahLst/>
              <a:cxnLst/>
              <a:rect l="l" t="t" r="r" b="b"/>
              <a:pathLst>
                <a:path w="240" h="248" extrusionOk="0">
                  <a:moveTo>
                    <a:pt x="134" y="0"/>
                  </a:moveTo>
                  <a:cubicBezTo>
                    <a:pt x="100" y="0"/>
                    <a:pt x="64" y="18"/>
                    <a:pt x="33" y="47"/>
                  </a:cubicBezTo>
                  <a:cubicBezTo>
                    <a:pt x="33" y="67"/>
                    <a:pt x="17" y="84"/>
                    <a:pt x="17" y="100"/>
                  </a:cubicBezTo>
                  <a:cubicBezTo>
                    <a:pt x="0" y="150"/>
                    <a:pt x="17" y="203"/>
                    <a:pt x="33" y="220"/>
                  </a:cubicBezTo>
                  <a:cubicBezTo>
                    <a:pt x="55" y="239"/>
                    <a:pt x="81" y="247"/>
                    <a:pt x="105" y="247"/>
                  </a:cubicBezTo>
                  <a:cubicBezTo>
                    <a:pt x="123" y="247"/>
                    <a:pt x="139" y="243"/>
                    <a:pt x="153" y="236"/>
                  </a:cubicBezTo>
                  <a:cubicBezTo>
                    <a:pt x="173" y="236"/>
                    <a:pt x="190" y="220"/>
                    <a:pt x="206" y="203"/>
                  </a:cubicBezTo>
                  <a:cubicBezTo>
                    <a:pt x="239" y="150"/>
                    <a:pt x="239" y="67"/>
                    <a:pt x="206" y="30"/>
                  </a:cubicBezTo>
                  <a:cubicBezTo>
                    <a:pt x="184" y="9"/>
                    <a:pt x="159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1" name="Google Shape;21611;p66"/>
            <p:cNvSpPr/>
            <p:nvPr/>
          </p:nvSpPr>
          <p:spPr>
            <a:xfrm>
              <a:off x="4187975" y="2781275"/>
              <a:ext cx="6525" cy="6550"/>
            </a:xfrm>
            <a:custGeom>
              <a:avLst/>
              <a:gdLst/>
              <a:ahLst/>
              <a:cxnLst/>
              <a:rect l="l" t="t" r="r" b="b"/>
              <a:pathLst>
                <a:path w="261" h="262" extrusionOk="0">
                  <a:moveTo>
                    <a:pt x="152" y="1"/>
                  </a:moveTo>
                  <a:cubicBezTo>
                    <a:pt x="120" y="1"/>
                    <a:pt x="83" y="18"/>
                    <a:pt x="54" y="59"/>
                  </a:cubicBezTo>
                  <a:cubicBezTo>
                    <a:pt x="1" y="109"/>
                    <a:pt x="1" y="179"/>
                    <a:pt x="54" y="228"/>
                  </a:cubicBezTo>
                  <a:cubicBezTo>
                    <a:pt x="75" y="251"/>
                    <a:pt x="100" y="261"/>
                    <a:pt x="124" y="261"/>
                  </a:cubicBezTo>
                  <a:cubicBezTo>
                    <a:pt x="156" y="261"/>
                    <a:pt x="188" y="242"/>
                    <a:pt x="207" y="212"/>
                  </a:cubicBezTo>
                  <a:cubicBezTo>
                    <a:pt x="260" y="162"/>
                    <a:pt x="260" y="76"/>
                    <a:pt x="207" y="22"/>
                  </a:cubicBezTo>
                  <a:cubicBezTo>
                    <a:pt x="193" y="9"/>
                    <a:pt x="174" y="1"/>
                    <a:pt x="1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2" name="Google Shape;21612;p66"/>
            <p:cNvSpPr/>
            <p:nvPr/>
          </p:nvSpPr>
          <p:spPr>
            <a:xfrm>
              <a:off x="4181175" y="279562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53" y="0"/>
                  </a:moveTo>
                  <a:cubicBezTo>
                    <a:pt x="83" y="0"/>
                    <a:pt x="33" y="50"/>
                    <a:pt x="17" y="120"/>
                  </a:cubicBezTo>
                  <a:cubicBezTo>
                    <a:pt x="0" y="153"/>
                    <a:pt x="17" y="186"/>
                    <a:pt x="17" y="207"/>
                  </a:cubicBezTo>
                  <a:cubicBezTo>
                    <a:pt x="33" y="240"/>
                    <a:pt x="66" y="256"/>
                    <a:pt x="83" y="256"/>
                  </a:cubicBezTo>
                  <a:cubicBezTo>
                    <a:pt x="92" y="258"/>
                    <a:pt x="101" y="259"/>
                    <a:pt x="110" y="259"/>
                  </a:cubicBezTo>
                  <a:cubicBezTo>
                    <a:pt x="170" y="259"/>
                    <a:pt x="225" y="214"/>
                    <a:pt x="240" y="153"/>
                  </a:cubicBezTo>
                  <a:cubicBezTo>
                    <a:pt x="240" y="120"/>
                    <a:pt x="240" y="83"/>
                    <a:pt x="223" y="50"/>
                  </a:cubicBezTo>
                  <a:lnTo>
                    <a:pt x="207" y="33"/>
                  </a:lnTo>
                  <a:cubicBezTo>
                    <a:pt x="186" y="17"/>
                    <a:pt x="169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3" name="Google Shape;21613;p66"/>
            <p:cNvSpPr/>
            <p:nvPr/>
          </p:nvSpPr>
          <p:spPr>
            <a:xfrm>
              <a:off x="4186325" y="28119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7" y="1"/>
                  </a:moveTo>
                  <a:cubicBezTo>
                    <a:pt x="120" y="1"/>
                    <a:pt x="83" y="1"/>
                    <a:pt x="50" y="34"/>
                  </a:cubicBezTo>
                  <a:cubicBezTo>
                    <a:pt x="34" y="50"/>
                    <a:pt x="17" y="71"/>
                    <a:pt x="1" y="104"/>
                  </a:cubicBezTo>
                  <a:cubicBezTo>
                    <a:pt x="1" y="137"/>
                    <a:pt x="1" y="174"/>
                    <a:pt x="17" y="207"/>
                  </a:cubicBezTo>
                  <a:cubicBezTo>
                    <a:pt x="34" y="240"/>
                    <a:pt x="50" y="257"/>
                    <a:pt x="83" y="257"/>
                  </a:cubicBezTo>
                  <a:cubicBezTo>
                    <a:pt x="153" y="257"/>
                    <a:pt x="207" y="224"/>
                    <a:pt x="223" y="153"/>
                  </a:cubicBezTo>
                  <a:cubicBezTo>
                    <a:pt x="240" y="120"/>
                    <a:pt x="223" y="87"/>
                    <a:pt x="207" y="50"/>
                  </a:cubicBezTo>
                  <a:cubicBezTo>
                    <a:pt x="207" y="50"/>
                    <a:pt x="207" y="34"/>
                    <a:pt x="186" y="34"/>
                  </a:cubicBezTo>
                  <a:cubicBezTo>
                    <a:pt x="186" y="17"/>
                    <a:pt x="170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4" name="Google Shape;21614;p66"/>
            <p:cNvSpPr/>
            <p:nvPr/>
          </p:nvSpPr>
          <p:spPr>
            <a:xfrm>
              <a:off x="4176850" y="2843125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38" y="0"/>
                  </a:moveTo>
                  <a:cubicBezTo>
                    <a:pt x="104" y="0"/>
                    <a:pt x="72" y="17"/>
                    <a:pt x="50" y="59"/>
                  </a:cubicBezTo>
                  <a:cubicBezTo>
                    <a:pt x="0" y="108"/>
                    <a:pt x="0" y="178"/>
                    <a:pt x="50" y="228"/>
                  </a:cubicBezTo>
                  <a:cubicBezTo>
                    <a:pt x="50" y="244"/>
                    <a:pt x="70" y="244"/>
                    <a:pt x="87" y="244"/>
                  </a:cubicBezTo>
                  <a:cubicBezTo>
                    <a:pt x="96" y="250"/>
                    <a:pt x="107" y="253"/>
                    <a:pt x="118" y="253"/>
                  </a:cubicBezTo>
                  <a:cubicBezTo>
                    <a:pt x="148" y="253"/>
                    <a:pt x="183" y="235"/>
                    <a:pt x="206" y="211"/>
                  </a:cubicBezTo>
                  <a:cubicBezTo>
                    <a:pt x="239" y="178"/>
                    <a:pt x="239" y="108"/>
                    <a:pt x="223" y="75"/>
                  </a:cubicBezTo>
                  <a:cubicBezTo>
                    <a:pt x="223" y="59"/>
                    <a:pt x="223" y="38"/>
                    <a:pt x="206" y="22"/>
                  </a:cubicBezTo>
                  <a:cubicBezTo>
                    <a:pt x="185" y="8"/>
                    <a:pt x="161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5" name="Google Shape;21615;p66"/>
            <p:cNvSpPr/>
            <p:nvPr/>
          </p:nvSpPr>
          <p:spPr>
            <a:xfrm>
              <a:off x="4169525" y="27458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5" y="0"/>
                  </a:moveTo>
                  <a:cubicBezTo>
                    <a:pt x="101" y="0"/>
                    <a:pt x="64" y="19"/>
                    <a:pt x="33" y="50"/>
                  </a:cubicBezTo>
                  <a:cubicBezTo>
                    <a:pt x="1" y="99"/>
                    <a:pt x="1" y="186"/>
                    <a:pt x="33" y="239"/>
                  </a:cubicBezTo>
                  <a:cubicBezTo>
                    <a:pt x="55" y="253"/>
                    <a:pt x="80" y="261"/>
                    <a:pt x="105" y="261"/>
                  </a:cubicBezTo>
                  <a:cubicBezTo>
                    <a:pt x="141" y="261"/>
                    <a:pt x="177" y="244"/>
                    <a:pt x="207" y="202"/>
                  </a:cubicBezTo>
                  <a:cubicBezTo>
                    <a:pt x="240" y="153"/>
                    <a:pt x="240" y="66"/>
                    <a:pt x="207" y="33"/>
                  </a:cubicBezTo>
                  <a:cubicBezTo>
                    <a:pt x="186" y="10"/>
                    <a:pt x="161" y="0"/>
                    <a:pt x="1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6" name="Google Shape;21616;p66"/>
            <p:cNvSpPr/>
            <p:nvPr/>
          </p:nvSpPr>
          <p:spPr>
            <a:xfrm>
              <a:off x="4175500" y="2828125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32" y="0"/>
                  </a:moveTo>
                  <a:cubicBezTo>
                    <a:pt x="75" y="0"/>
                    <a:pt x="36" y="49"/>
                    <a:pt x="21" y="106"/>
                  </a:cubicBezTo>
                  <a:cubicBezTo>
                    <a:pt x="1" y="143"/>
                    <a:pt x="21" y="176"/>
                    <a:pt x="38" y="209"/>
                  </a:cubicBezTo>
                  <a:cubicBezTo>
                    <a:pt x="38" y="226"/>
                    <a:pt x="71" y="247"/>
                    <a:pt x="104" y="263"/>
                  </a:cubicBezTo>
                  <a:cubicBezTo>
                    <a:pt x="124" y="263"/>
                    <a:pt x="157" y="247"/>
                    <a:pt x="190" y="226"/>
                  </a:cubicBezTo>
                  <a:cubicBezTo>
                    <a:pt x="207" y="209"/>
                    <a:pt x="227" y="176"/>
                    <a:pt x="244" y="143"/>
                  </a:cubicBezTo>
                  <a:cubicBezTo>
                    <a:pt x="244" y="106"/>
                    <a:pt x="244" y="73"/>
                    <a:pt x="227" y="57"/>
                  </a:cubicBezTo>
                  <a:cubicBezTo>
                    <a:pt x="227" y="40"/>
                    <a:pt x="207" y="40"/>
                    <a:pt x="207" y="20"/>
                  </a:cubicBezTo>
                  <a:cubicBezTo>
                    <a:pt x="190" y="20"/>
                    <a:pt x="174" y="3"/>
                    <a:pt x="157" y="3"/>
                  </a:cubicBezTo>
                  <a:cubicBezTo>
                    <a:pt x="149" y="1"/>
                    <a:pt x="140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7" name="Google Shape;21617;p66"/>
            <p:cNvSpPr/>
            <p:nvPr/>
          </p:nvSpPr>
          <p:spPr>
            <a:xfrm>
              <a:off x="4171700" y="2701525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03" y="0"/>
                  </a:moveTo>
                  <a:cubicBezTo>
                    <a:pt x="33" y="33"/>
                    <a:pt x="0" y="103"/>
                    <a:pt x="17" y="173"/>
                  </a:cubicBezTo>
                  <a:cubicBezTo>
                    <a:pt x="33" y="206"/>
                    <a:pt x="50" y="223"/>
                    <a:pt x="70" y="239"/>
                  </a:cubicBezTo>
                  <a:cubicBezTo>
                    <a:pt x="87" y="250"/>
                    <a:pt x="99" y="255"/>
                    <a:pt x="111" y="255"/>
                  </a:cubicBezTo>
                  <a:cubicBezTo>
                    <a:pt x="124" y="255"/>
                    <a:pt x="136" y="250"/>
                    <a:pt x="153" y="239"/>
                  </a:cubicBezTo>
                  <a:cubicBezTo>
                    <a:pt x="190" y="239"/>
                    <a:pt x="206" y="206"/>
                    <a:pt x="223" y="173"/>
                  </a:cubicBezTo>
                  <a:cubicBezTo>
                    <a:pt x="239" y="157"/>
                    <a:pt x="239" y="120"/>
                    <a:pt x="239" y="87"/>
                  </a:cubicBezTo>
                  <a:cubicBezTo>
                    <a:pt x="223" y="54"/>
                    <a:pt x="223" y="33"/>
                    <a:pt x="206" y="33"/>
                  </a:cubicBezTo>
                  <a:cubicBezTo>
                    <a:pt x="206" y="17"/>
                    <a:pt x="190" y="17"/>
                    <a:pt x="190" y="17"/>
                  </a:cubicBezTo>
                  <a:cubicBezTo>
                    <a:pt x="153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8" name="Google Shape;21618;p66"/>
            <p:cNvSpPr/>
            <p:nvPr/>
          </p:nvSpPr>
          <p:spPr>
            <a:xfrm>
              <a:off x="4172100" y="2813650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87" y="1"/>
                  </a:moveTo>
                  <a:cubicBezTo>
                    <a:pt x="71" y="17"/>
                    <a:pt x="34" y="34"/>
                    <a:pt x="17" y="67"/>
                  </a:cubicBezTo>
                  <a:cubicBezTo>
                    <a:pt x="1" y="104"/>
                    <a:pt x="1" y="137"/>
                    <a:pt x="17" y="170"/>
                  </a:cubicBezTo>
                  <a:cubicBezTo>
                    <a:pt x="29" y="221"/>
                    <a:pt x="61" y="253"/>
                    <a:pt x="105" y="253"/>
                  </a:cubicBezTo>
                  <a:cubicBezTo>
                    <a:pt x="121" y="253"/>
                    <a:pt x="139" y="249"/>
                    <a:pt x="157" y="240"/>
                  </a:cubicBezTo>
                  <a:cubicBezTo>
                    <a:pt x="207" y="224"/>
                    <a:pt x="240" y="137"/>
                    <a:pt x="223" y="83"/>
                  </a:cubicBezTo>
                  <a:cubicBezTo>
                    <a:pt x="223" y="50"/>
                    <a:pt x="207" y="34"/>
                    <a:pt x="207" y="17"/>
                  </a:cubicBezTo>
                  <a:cubicBezTo>
                    <a:pt x="190" y="17"/>
                    <a:pt x="190" y="17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9" name="Google Shape;21619;p66"/>
            <p:cNvSpPr/>
            <p:nvPr/>
          </p:nvSpPr>
          <p:spPr>
            <a:xfrm>
              <a:off x="4085825" y="28123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3" y="0"/>
                  </a:moveTo>
                  <a:cubicBezTo>
                    <a:pt x="83" y="0"/>
                    <a:pt x="17" y="33"/>
                    <a:pt x="17" y="103"/>
                  </a:cubicBezTo>
                  <a:cubicBezTo>
                    <a:pt x="1" y="136"/>
                    <a:pt x="1" y="174"/>
                    <a:pt x="17" y="207"/>
                  </a:cubicBezTo>
                  <a:cubicBezTo>
                    <a:pt x="34" y="240"/>
                    <a:pt x="67" y="260"/>
                    <a:pt x="83" y="260"/>
                  </a:cubicBezTo>
                  <a:cubicBezTo>
                    <a:pt x="153" y="260"/>
                    <a:pt x="207" y="223"/>
                    <a:pt x="223" y="157"/>
                  </a:cubicBezTo>
                  <a:cubicBezTo>
                    <a:pt x="240" y="120"/>
                    <a:pt x="240" y="87"/>
                    <a:pt x="223" y="54"/>
                  </a:cubicBezTo>
                  <a:cubicBezTo>
                    <a:pt x="207" y="54"/>
                    <a:pt x="207" y="33"/>
                    <a:pt x="207" y="33"/>
                  </a:cubicBezTo>
                  <a:cubicBezTo>
                    <a:pt x="186" y="17"/>
                    <a:pt x="170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0" name="Google Shape;21620;p66"/>
            <p:cNvSpPr/>
            <p:nvPr/>
          </p:nvSpPr>
          <p:spPr>
            <a:xfrm>
              <a:off x="4193550" y="2845825"/>
              <a:ext cx="6100" cy="4750"/>
            </a:xfrm>
            <a:custGeom>
              <a:avLst/>
              <a:gdLst/>
              <a:ahLst/>
              <a:cxnLst/>
              <a:rect l="l" t="t" r="r" b="b"/>
              <a:pathLst>
                <a:path w="244" h="190" extrusionOk="0">
                  <a:moveTo>
                    <a:pt x="157" y="0"/>
                  </a:moveTo>
                  <a:cubicBezTo>
                    <a:pt x="87" y="0"/>
                    <a:pt x="21" y="54"/>
                    <a:pt x="21" y="120"/>
                  </a:cubicBezTo>
                  <a:cubicBezTo>
                    <a:pt x="0" y="136"/>
                    <a:pt x="0" y="173"/>
                    <a:pt x="21" y="190"/>
                  </a:cubicBezTo>
                  <a:lnTo>
                    <a:pt x="206" y="190"/>
                  </a:lnTo>
                  <a:cubicBezTo>
                    <a:pt x="227" y="190"/>
                    <a:pt x="227" y="173"/>
                    <a:pt x="227" y="157"/>
                  </a:cubicBezTo>
                  <a:cubicBezTo>
                    <a:pt x="243" y="103"/>
                    <a:pt x="227" y="70"/>
                    <a:pt x="190" y="33"/>
                  </a:cubicBezTo>
                  <a:cubicBezTo>
                    <a:pt x="190" y="17"/>
                    <a:pt x="173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1" name="Google Shape;21621;p66"/>
            <p:cNvSpPr/>
            <p:nvPr/>
          </p:nvSpPr>
          <p:spPr>
            <a:xfrm>
              <a:off x="4219300" y="2772425"/>
              <a:ext cx="6125" cy="6425"/>
            </a:xfrm>
            <a:custGeom>
              <a:avLst/>
              <a:gdLst/>
              <a:ahLst/>
              <a:cxnLst/>
              <a:rect l="l" t="t" r="r" b="b"/>
              <a:pathLst>
                <a:path w="245" h="257" extrusionOk="0">
                  <a:moveTo>
                    <a:pt x="141" y="1"/>
                  </a:moveTo>
                  <a:cubicBezTo>
                    <a:pt x="125" y="1"/>
                    <a:pt x="87" y="1"/>
                    <a:pt x="54" y="17"/>
                  </a:cubicBezTo>
                  <a:cubicBezTo>
                    <a:pt x="38" y="34"/>
                    <a:pt x="21" y="67"/>
                    <a:pt x="1" y="104"/>
                  </a:cubicBezTo>
                  <a:cubicBezTo>
                    <a:pt x="1" y="137"/>
                    <a:pt x="1" y="170"/>
                    <a:pt x="21" y="207"/>
                  </a:cubicBezTo>
                  <a:cubicBezTo>
                    <a:pt x="38" y="223"/>
                    <a:pt x="54" y="240"/>
                    <a:pt x="87" y="256"/>
                  </a:cubicBezTo>
                  <a:cubicBezTo>
                    <a:pt x="158" y="256"/>
                    <a:pt x="207" y="207"/>
                    <a:pt x="228" y="137"/>
                  </a:cubicBezTo>
                  <a:cubicBezTo>
                    <a:pt x="244" y="104"/>
                    <a:pt x="228" y="67"/>
                    <a:pt x="207" y="50"/>
                  </a:cubicBezTo>
                  <a:cubicBezTo>
                    <a:pt x="207" y="34"/>
                    <a:pt x="207" y="34"/>
                    <a:pt x="191" y="17"/>
                  </a:cubicBezTo>
                  <a:cubicBezTo>
                    <a:pt x="174" y="17"/>
                    <a:pt x="158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2" name="Google Shape;21622;p66"/>
            <p:cNvSpPr/>
            <p:nvPr/>
          </p:nvSpPr>
          <p:spPr>
            <a:xfrm>
              <a:off x="4213325" y="28026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3" y="0"/>
                  </a:moveTo>
                  <a:cubicBezTo>
                    <a:pt x="123" y="0"/>
                    <a:pt x="113" y="2"/>
                    <a:pt x="104" y="7"/>
                  </a:cubicBezTo>
                  <a:cubicBezTo>
                    <a:pt x="87" y="7"/>
                    <a:pt x="54" y="28"/>
                    <a:pt x="34" y="44"/>
                  </a:cubicBezTo>
                  <a:cubicBezTo>
                    <a:pt x="17" y="77"/>
                    <a:pt x="17" y="94"/>
                    <a:pt x="1" y="131"/>
                  </a:cubicBezTo>
                  <a:cubicBezTo>
                    <a:pt x="1" y="164"/>
                    <a:pt x="17" y="197"/>
                    <a:pt x="34" y="234"/>
                  </a:cubicBezTo>
                  <a:cubicBezTo>
                    <a:pt x="57" y="248"/>
                    <a:pt x="84" y="256"/>
                    <a:pt x="111" y="256"/>
                  </a:cubicBezTo>
                  <a:cubicBezTo>
                    <a:pt x="145" y="256"/>
                    <a:pt x="179" y="243"/>
                    <a:pt x="207" y="213"/>
                  </a:cubicBezTo>
                  <a:cubicBezTo>
                    <a:pt x="240" y="147"/>
                    <a:pt x="240" y="77"/>
                    <a:pt x="207" y="28"/>
                  </a:cubicBezTo>
                  <a:cubicBezTo>
                    <a:pt x="183" y="13"/>
                    <a:pt x="158" y="0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3" name="Google Shape;21623;p66"/>
            <p:cNvSpPr/>
            <p:nvPr/>
          </p:nvSpPr>
          <p:spPr>
            <a:xfrm>
              <a:off x="4215075" y="281955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28" y="1"/>
                  </a:moveTo>
                  <a:cubicBezTo>
                    <a:pt x="74" y="1"/>
                    <a:pt x="32" y="46"/>
                    <a:pt x="17" y="107"/>
                  </a:cubicBezTo>
                  <a:cubicBezTo>
                    <a:pt x="1" y="140"/>
                    <a:pt x="17" y="177"/>
                    <a:pt x="34" y="210"/>
                  </a:cubicBezTo>
                  <a:cubicBezTo>
                    <a:pt x="34" y="227"/>
                    <a:pt x="67" y="243"/>
                    <a:pt x="104" y="260"/>
                  </a:cubicBezTo>
                  <a:cubicBezTo>
                    <a:pt x="153" y="260"/>
                    <a:pt x="223" y="210"/>
                    <a:pt x="240" y="140"/>
                  </a:cubicBezTo>
                  <a:cubicBezTo>
                    <a:pt x="240" y="107"/>
                    <a:pt x="240" y="74"/>
                    <a:pt x="223" y="54"/>
                  </a:cubicBezTo>
                  <a:cubicBezTo>
                    <a:pt x="223" y="37"/>
                    <a:pt x="207" y="37"/>
                    <a:pt x="207" y="21"/>
                  </a:cubicBezTo>
                  <a:cubicBezTo>
                    <a:pt x="190" y="21"/>
                    <a:pt x="170" y="4"/>
                    <a:pt x="153" y="4"/>
                  </a:cubicBezTo>
                  <a:cubicBezTo>
                    <a:pt x="145" y="2"/>
                    <a:pt x="136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4" name="Google Shape;21624;p66"/>
            <p:cNvSpPr/>
            <p:nvPr/>
          </p:nvSpPr>
          <p:spPr>
            <a:xfrm>
              <a:off x="4207775" y="278690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29" y="0"/>
                  </a:moveTo>
                  <a:cubicBezTo>
                    <a:pt x="74" y="0"/>
                    <a:pt x="31" y="48"/>
                    <a:pt x="17" y="106"/>
                  </a:cubicBezTo>
                  <a:cubicBezTo>
                    <a:pt x="0" y="143"/>
                    <a:pt x="17" y="176"/>
                    <a:pt x="17" y="209"/>
                  </a:cubicBezTo>
                  <a:cubicBezTo>
                    <a:pt x="33" y="226"/>
                    <a:pt x="70" y="246"/>
                    <a:pt x="87" y="263"/>
                  </a:cubicBezTo>
                  <a:cubicBezTo>
                    <a:pt x="153" y="263"/>
                    <a:pt x="223" y="209"/>
                    <a:pt x="223" y="143"/>
                  </a:cubicBezTo>
                  <a:cubicBezTo>
                    <a:pt x="239" y="106"/>
                    <a:pt x="239" y="73"/>
                    <a:pt x="223" y="57"/>
                  </a:cubicBezTo>
                  <a:cubicBezTo>
                    <a:pt x="206" y="40"/>
                    <a:pt x="206" y="40"/>
                    <a:pt x="206" y="20"/>
                  </a:cubicBezTo>
                  <a:cubicBezTo>
                    <a:pt x="190" y="20"/>
                    <a:pt x="173" y="3"/>
                    <a:pt x="153" y="3"/>
                  </a:cubicBezTo>
                  <a:cubicBezTo>
                    <a:pt x="144" y="1"/>
                    <a:pt x="136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5" name="Google Shape;21625;p66"/>
            <p:cNvSpPr/>
            <p:nvPr/>
          </p:nvSpPr>
          <p:spPr>
            <a:xfrm>
              <a:off x="3857725" y="2773600"/>
              <a:ext cx="6000" cy="6300"/>
            </a:xfrm>
            <a:custGeom>
              <a:avLst/>
              <a:gdLst/>
              <a:ahLst/>
              <a:cxnLst/>
              <a:rect l="l" t="t" r="r" b="b"/>
              <a:pathLst>
                <a:path w="240" h="252" extrusionOk="0">
                  <a:moveTo>
                    <a:pt x="131" y="0"/>
                  </a:moveTo>
                  <a:cubicBezTo>
                    <a:pt x="74" y="0"/>
                    <a:pt x="32" y="45"/>
                    <a:pt x="17" y="106"/>
                  </a:cubicBezTo>
                  <a:cubicBezTo>
                    <a:pt x="1" y="176"/>
                    <a:pt x="34" y="242"/>
                    <a:pt x="104" y="242"/>
                  </a:cubicBezTo>
                  <a:cubicBezTo>
                    <a:pt x="109" y="249"/>
                    <a:pt x="116" y="251"/>
                    <a:pt x="123" y="251"/>
                  </a:cubicBezTo>
                  <a:cubicBezTo>
                    <a:pt x="142" y="251"/>
                    <a:pt x="167" y="237"/>
                    <a:pt x="190" y="226"/>
                  </a:cubicBezTo>
                  <a:cubicBezTo>
                    <a:pt x="207" y="209"/>
                    <a:pt x="223" y="176"/>
                    <a:pt x="240" y="139"/>
                  </a:cubicBezTo>
                  <a:cubicBezTo>
                    <a:pt x="240" y="106"/>
                    <a:pt x="240" y="73"/>
                    <a:pt x="223" y="57"/>
                  </a:cubicBezTo>
                  <a:cubicBezTo>
                    <a:pt x="223" y="36"/>
                    <a:pt x="207" y="36"/>
                    <a:pt x="207" y="20"/>
                  </a:cubicBezTo>
                  <a:cubicBezTo>
                    <a:pt x="190" y="3"/>
                    <a:pt x="174" y="3"/>
                    <a:pt x="157" y="3"/>
                  </a:cubicBezTo>
                  <a:cubicBezTo>
                    <a:pt x="148" y="1"/>
                    <a:pt x="139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6" name="Google Shape;21626;p66"/>
            <p:cNvSpPr/>
            <p:nvPr/>
          </p:nvSpPr>
          <p:spPr>
            <a:xfrm>
              <a:off x="3868875" y="2849500"/>
              <a:ext cx="4350" cy="1075"/>
            </a:xfrm>
            <a:custGeom>
              <a:avLst/>
              <a:gdLst/>
              <a:ahLst/>
              <a:cxnLst/>
              <a:rect l="l" t="t" r="r" b="b"/>
              <a:pathLst>
                <a:path w="174" h="43" extrusionOk="0">
                  <a:moveTo>
                    <a:pt x="94" y="0"/>
                  </a:moveTo>
                  <a:cubicBezTo>
                    <a:pt x="63" y="0"/>
                    <a:pt x="29" y="14"/>
                    <a:pt x="0" y="43"/>
                  </a:cubicBezTo>
                  <a:lnTo>
                    <a:pt x="173" y="43"/>
                  </a:lnTo>
                  <a:cubicBezTo>
                    <a:pt x="173" y="43"/>
                    <a:pt x="173" y="26"/>
                    <a:pt x="157" y="26"/>
                  </a:cubicBezTo>
                  <a:cubicBezTo>
                    <a:pt x="142" y="10"/>
                    <a:pt x="119" y="0"/>
                    <a:pt x="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7" name="Google Shape;21627;p66"/>
            <p:cNvSpPr/>
            <p:nvPr/>
          </p:nvSpPr>
          <p:spPr>
            <a:xfrm>
              <a:off x="3856900" y="28192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53" y="1"/>
                  </a:moveTo>
                  <a:cubicBezTo>
                    <a:pt x="120" y="1"/>
                    <a:pt x="87" y="1"/>
                    <a:pt x="67" y="17"/>
                  </a:cubicBezTo>
                  <a:cubicBezTo>
                    <a:pt x="34" y="34"/>
                    <a:pt x="17" y="67"/>
                    <a:pt x="17" y="104"/>
                  </a:cubicBezTo>
                  <a:cubicBezTo>
                    <a:pt x="1" y="137"/>
                    <a:pt x="17" y="170"/>
                    <a:pt x="34" y="207"/>
                  </a:cubicBezTo>
                  <a:cubicBezTo>
                    <a:pt x="34" y="223"/>
                    <a:pt x="67" y="240"/>
                    <a:pt x="104" y="256"/>
                  </a:cubicBezTo>
                  <a:cubicBezTo>
                    <a:pt x="153" y="256"/>
                    <a:pt x="223" y="207"/>
                    <a:pt x="240" y="137"/>
                  </a:cubicBezTo>
                  <a:cubicBezTo>
                    <a:pt x="240" y="104"/>
                    <a:pt x="240" y="67"/>
                    <a:pt x="223" y="50"/>
                  </a:cubicBezTo>
                  <a:cubicBezTo>
                    <a:pt x="223" y="34"/>
                    <a:pt x="207" y="34"/>
                    <a:pt x="207" y="17"/>
                  </a:cubicBezTo>
                  <a:cubicBezTo>
                    <a:pt x="190" y="17"/>
                    <a:pt x="170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8" name="Google Shape;21628;p66"/>
            <p:cNvSpPr/>
            <p:nvPr/>
          </p:nvSpPr>
          <p:spPr>
            <a:xfrm>
              <a:off x="3868050" y="2740425"/>
              <a:ext cx="6500" cy="6400"/>
            </a:xfrm>
            <a:custGeom>
              <a:avLst/>
              <a:gdLst/>
              <a:ahLst/>
              <a:cxnLst/>
              <a:rect l="l" t="t" r="r" b="b"/>
              <a:pathLst>
                <a:path w="260" h="256" extrusionOk="0">
                  <a:moveTo>
                    <a:pt x="141" y="1"/>
                  </a:moveTo>
                  <a:cubicBezTo>
                    <a:pt x="107" y="1"/>
                    <a:pt x="72" y="14"/>
                    <a:pt x="54" y="44"/>
                  </a:cubicBezTo>
                  <a:cubicBezTo>
                    <a:pt x="0" y="93"/>
                    <a:pt x="0" y="180"/>
                    <a:pt x="54" y="229"/>
                  </a:cubicBezTo>
                  <a:cubicBezTo>
                    <a:pt x="76" y="246"/>
                    <a:pt x="103" y="256"/>
                    <a:pt x="128" y="256"/>
                  </a:cubicBezTo>
                  <a:cubicBezTo>
                    <a:pt x="159" y="256"/>
                    <a:pt x="188" y="242"/>
                    <a:pt x="206" y="213"/>
                  </a:cubicBezTo>
                  <a:cubicBezTo>
                    <a:pt x="260" y="147"/>
                    <a:pt x="260" y="77"/>
                    <a:pt x="206" y="23"/>
                  </a:cubicBezTo>
                  <a:cubicBezTo>
                    <a:pt x="192" y="9"/>
                    <a:pt x="167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9" name="Google Shape;21629;p66"/>
            <p:cNvSpPr/>
            <p:nvPr/>
          </p:nvSpPr>
          <p:spPr>
            <a:xfrm>
              <a:off x="3870625" y="2696050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36" y="1"/>
                  </a:moveTo>
                  <a:cubicBezTo>
                    <a:pt x="121" y="1"/>
                    <a:pt x="103" y="5"/>
                    <a:pt x="87" y="13"/>
                  </a:cubicBezTo>
                  <a:cubicBezTo>
                    <a:pt x="33" y="30"/>
                    <a:pt x="0" y="116"/>
                    <a:pt x="17" y="170"/>
                  </a:cubicBezTo>
                  <a:cubicBezTo>
                    <a:pt x="17" y="203"/>
                    <a:pt x="33" y="236"/>
                    <a:pt x="70" y="236"/>
                  </a:cubicBezTo>
                  <a:cubicBezTo>
                    <a:pt x="87" y="252"/>
                    <a:pt x="120" y="252"/>
                    <a:pt x="157" y="252"/>
                  </a:cubicBezTo>
                  <a:cubicBezTo>
                    <a:pt x="190" y="236"/>
                    <a:pt x="206" y="203"/>
                    <a:pt x="223" y="186"/>
                  </a:cubicBezTo>
                  <a:cubicBezTo>
                    <a:pt x="239" y="149"/>
                    <a:pt x="239" y="116"/>
                    <a:pt x="223" y="83"/>
                  </a:cubicBezTo>
                  <a:cubicBezTo>
                    <a:pt x="223" y="67"/>
                    <a:pt x="206" y="46"/>
                    <a:pt x="206" y="30"/>
                  </a:cubicBezTo>
                  <a:cubicBezTo>
                    <a:pt x="190" y="13"/>
                    <a:pt x="190" y="13"/>
                    <a:pt x="173" y="13"/>
                  </a:cubicBezTo>
                  <a:cubicBezTo>
                    <a:pt x="165" y="5"/>
                    <a:pt x="152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0" name="Google Shape;21630;p66"/>
            <p:cNvSpPr/>
            <p:nvPr/>
          </p:nvSpPr>
          <p:spPr>
            <a:xfrm>
              <a:off x="3862875" y="2834375"/>
              <a:ext cx="6025" cy="6500"/>
            </a:xfrm>
            <a:custGeom>
              <a:avLst/>
              <a:gdLst/>
              <a:ahLst/>
              <a:cxnLst/>
              <a:rect l="l" t="t" r="r" b="b"/>
              <a:pathLst>
                <a:path w="241" h="260" extrusionOk="0">
                  <a:moveTo>
                    <a:pt x="137" y="1"/>
                  </a:moveTo>
                  <a:cubicBezTo>
                    <a:pt x="121" y="1"/>
                    <a:pt x="104" y="5"/>
                    <a:pt x="87" y="13"/>
                  </a:cubicBezTo>
                  <a:cubicBezTo>
                    <a:pt x="34" y="30"/>
                    <a:pt x="1" y="116"/>
                    <a:pt x="17" y="182"/>
                  </a:cubicBezTo>
                  <a:cubicBezTo>
                    <a:pt x="17" y="203"/>
                    <a:pt x="34" y="236"/>
                    <a:pt x="71" y="252"/>
                  </a:cubicBezTo>
                  <a:cubicBezTo>
                    <a:pt x="82" y="252"/>
                    <a:pt x="100" y="260"/>
                    <a:pt x="122" y="260"/>
                  </a:cubicBezTo>
                  <a:cubicBezTo>
                    <a:pt x="133" y="260"/>
                    <a:pt x="145" y="258"/>
                    <a:pt x="158" y="252"/>
                  </a:cubicBezTo>
                  <a:cubicBezTo>
                    <a:pt x="174" y="236"/>
                    <a:pt x="207" y="219"/>
                    <a:pt x="224" y="182"/>
                  </a:cubicBezTo>
                  <a:cubicBezTo>
                    <a:pt x="240" y="149"/>
                    <a:pt x="240" y="116"/>
                    <a:pt x="224" y="79"/>
                  </a:cubicBezTo>
                  <a:cubicBezTo>
                    <a:pt x="224" y="63"/>
                    <a:pt x="207" y="46"/>
                    <a:pt x="207" y="30"/>
                  </a:cubicBezTo>
                  <a:cubicBezTo>
                    <a:pt x="191" y="30"/>
                    <a:pt x="191" y="13"/>
                    <a:pt x="174" y="13"/>
                  </a:cubicBezTo>
                  <a:cubicBezTo>
                    <a:pt x="166" y="5"/>
                    <a:pt x="152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1" name="Google Shape;21631;p66"/>
            <p:cNvSpPr/>
            <p:nvPr/>
          </p:nvSpPr>
          <p:spPr>
            <a:xfrm>
              <a:off x="3882250" y="2686475"/>
              <a:ext cx="6025" cy="4350"/>
            </a:xfrm>
            <a:custGeom>
              <a:avLst/>
              <a:gdLst/>
              <a:ahLst/>
              <a:cxnLst/>
              <a:rect l="l" t="t" r="r" b="b"/>
              <a:pathLst>
                <a:path w="241" h="174" extrusionOk="0">
                  <a:moveTo>
                    <a:pt x="17" y="0"/>
                  </a:moveTo>
                  <a:lnTo>
                    <a:pt x="17" y="17"/>
                  </a:lnTo>
                  <a:cubicBezTo>
                    <a:pt x="1" y="54"/>
                    <a:pt x="1" y="87"/>
                    <a:pt x="17" y="120"/>
                  </a:cubicBezTo>
                  <a:cubicBezTo>
                    <a:pt x="34" y="140"/>
                    <a:pt x="67" y="157"/>
                    <a:pt x="83" y="173"/>
                  </a:cubicBezTo>
                  <a:cubicBezTo>
                    <a:pt x="121" y="173"/>
                    <a:pt x="154" y="157"/>
                    <a:pt x="170" y="140"/>
                  </a:cubicBezTo>
                  <a:cubicBezTo>
                    <a:pt x="207" y="120"/>
                    <a:pt x="224" y="87"/>
                    <a:pt x="224" y="54"/>
                  </a:cubicBezTo>
                  <a:lnTo>
                    <a:pt x="240" y="37"/>
                  </a:lnTo>
                  <a:cubicBezTo>
                    <a:pt x="154" y="17"/>
                    <a:pt x="83" y="0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2" name="Google Shape;21632;p66"/>
            <p:cNvSpPr/>
            <p:nvPr/>
          </p:nvSpPr>
          <p:spPr>
            <a:xfrm>
              <a:off x="4223225" y="274275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37" y="0"/>
                  </a:moveTo>
                  <a:cubicBezTo>
                    <a:pt x="120" y="0"/>
                    <a:pt x="87" y="0"/>
                    <a:pt x="50" y="17"/>
                  </a:cubicBezTo>
                  <a:cubicBezTo>
                    <a:pt x="34" y="33"/>
                    <a:pt x="17" y="71"/>
                    <a:pt x="1" y="103"/>
                  </a:cubicBezTo>
                  <a:cubicBezTo>
                    <a:pt x="1" y="136"/>
                    <a:pt x="1" y="174"/>
                    <a:pt x="17" y="207"/>
                  </a:cubicBezTo>
                  <a:cubicBezTo>
                    <a:pt x="34" y="223"/>
                    <a:pt x="50" y="240"/>
                    <a:pt x="87" y="260"/>
                  </a:cubicBezTo>
                  <a:cubicBezTo>
                    <a:pt x="153" y="260"/>
                    <a:pt x="207" y="207"/>
                    <a:pt x="223" y="136"/>
                  </a:cubicBezTo>
                  <a:cubicBezTo>
                    <a:pt x="223" y="103"/>
                    <a:pt x="223" y="71"/>
                    <a:pt x="207" y="54"/>
                  </a:cubicBezTo>
                  <a:cubicBezTo>
                    <a:pt x="207" y="33"/>
                    <a:pt x="207" y="33"/>
                    <a:pt x="190" y="17"/>
                  </a:cubicBezTo>
                  <a:cubicBezTo>
                    <a:pt x="174" y="17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3" name="Google Shape;21633;p66"/>
            <p:cNvSpPr/>
            <p:nvPr/>
          </p:nvSpPr>
          <p:spPr>
            <a:xfrm>
              <a:off x="4221475" y="2787075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32" y="0"/>
                  </a:moveTo>
                  <a:cubicBezTo>
                    <a:pt x="101" y="0"/>
                    <a:pt x="66" y="19"/>
                    <a:pt x="38" y="50"/>
                  </a:cubicBezTo>
                  <a:cubicBezTo>
                    <a:pt x="0" y="99"/>
                    <a:pt x="0" y="186"/>
                    <a:pt x="38" y="219"/>
                  </a:cubicBezTo>
                  <a:cubicBezTo>
                    <a:pt x="54" y="239"/>
                    <a:pt x="71" y="239"/>
                    <a:pt x="87" y="256"/>
                  </a:cubicBezTo>
                  <a:cubicBezTo>
                    <a:pt x="120" y="256"/>
                    <a:pt x="174" y="239"/>
                    <a:pt x="190" y="202"/>
                  </a:cubicBezTo>
                  <a:cubicBezTo>
                    <a:pt x="223" y="169"/>
                    <a:pt x="244" y="116"/>
                    <a:pt x="223" y="66"/>
                  </a:cubicBezTo>
                  <a:cubicBezTo>
                    <a:pt x="223" y="50"/>
                    <a:pt x="207" y="33"/>
                    <a:pt x="190" y="33"/>
                  </a:cubicBezTo>
                  <a:cubicBezTo>
                    <a:pt x="176" y="10"/>
                    <a:pt x="155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4" name="Google Shape;21634;p66"/>
            <p:cNvSpPr/>
            <p:nvPr/>
          </p:nvSpPr>
          <p:spPr>
            <a:xfrm>
              <a:off x="4215900" y="2835425"/>
              <a:ext cx="6525" cy="6600"/>
            </a:xfrm>
            <a:custGeom>
              <a:avLst/>
              <a:gdLst/>
              <a:ahLst/>
              <a:cxnLst/>
              <a:rect l="l" t="t" r="r" b="b"/>
              <a:pathLst>
                <a:path w="261" h="264" extrusionOk="0">
                  <a:moveTo>
                    <a:pt x="136" y="1"/>
                  </a:moveTo>
                  <a:cubicBezTo>
                    <a:pt x="86" y="1"/>
                    <a:pt x="32" y="46"/>
                    <a:pt x="17" y="107"/>
                  </a:cubicBezTo>
                  <a:cubicBezTo>
                    <a:pt x="1" y="177"/>
                    <a:pt x="54" y="243"/>
                    <a:pt x="104" y="264"/>
                  </a:cubicBezTo>
                  <a:cubicBezTo>
                    <a:pt x="137" y="264"/>
                    <a:pt x="174" y="243"/>
                    <a:pt x="190" y="227"/>
                  </a:cubicBezTo>
                  <a:cubicBezTo>
                    <a:pt x="223" y="210"/>
                    <a:pt x="240" y="177"/>
                    <a:pt x="240" y="140"/>
                  </a:cubicBezTo>
                  <a:cubicBezTo>
                    <a:pt x="261" y="107"/>
                    <a:pt x="240" y="74"/>
                    <a:pt x="223" y="58"/>
                  </a:cubicBezTo>
                  <a:cubicBezTo>
                    <a:pt x="223" y="37"/>
                    <a:pt x="223" y="37"/>
                    <a:pt x="207" y="21"/>
                  </a:cubicBezTo>
                  <a:cubicBezTo>
                    <a:pt x="207" y="21"/>
                    <a:pt x="190" y="4"/>
                    <a:pt x="157" y="4"/>
                  </a:cubicBezTo>
                  <a:cubicBezTo>
                    <a:pt x="150" y="2"/>
                    <a:pt x="14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5" name="Google Shape;21635;p66"/>
            <p:cNvSpPr/>
            <p:nvPr/>
          </p:nvSpPr>
          <p:spPr>
            <a:xfrm>
              <a:off x="4221050" y="2729050"/>
              <a:ext cx="2200" cy="3000"/>
            </a:xfrm>
            <a:custGeom>
              <a:avLst/>
              <a:gdLst/>
              <a:ahLst/>
              <a:cxnLst/>
              <a:rect l="l" t="t" r="r" b="b"/>
              <a:pathLst>
                <a:path w="88" h="120" extrusionOk="0">
                  <a:moveTo>
                    <a:pt x="1" y="0"/>
                  </a:moveTo>
                  <a:cubicBezTo>
                    <a:pt x="1" y="17"/>
                    <a:pt x="17" y="50"/>
                    <a:pt x="17" y="66"/>
                  </a:cubicBezTo>
                  <a:cubicBezTo>
                    <a:pt x="34" y="87"/>
                    <a:pt x="55" y="103"/>
                    <a:pt x="88" y="120"/>
                  </a:cubicBezTo>
                  <a:cubicBezTo>
                    <a:pt x="88" y="103"/>
                    <a:pt x="88" y="103"/>
                    <a:pt x="71" y="87"/>
                  </a:cubicBezTo>
                  <a:cubicBezTo>
                    <a:pt x="55" y="66"/>
                    <a:pt x="34" y="33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6" name="Google Shape;21636;p66"/>
            <p:cNvSpPr/>
            <p:nvPr/>
          </p:nvSpPr>
          <p:spPr>
            <a:xfrm>
              <a:off x="4166525" y="2691625"/>
              <a:ext cx="3450" cy="950"/>
            </a:xfrm>
            <a:custGeom>
              <a:avLst/>
              <a:gdLst/>
              <a:ahLst/>
              <a:cxnLst/>
              <a:rect l="l" t="t" r="r" b="b"/>
              <a:pathLst>
                <a:path w="138" h="38" extrusionOk="0">
                  <a:moveTo>
                    <a:pt x="1" y="0"/>
                  </a:moveTo>
                  <a:cubicBezTo>
                    <a:pt x="17" y="17"/>
                    <a:pt x="50" y="38"/>
                    <a:pt x="71" y="38"/>
                  </a:cubicBezTo>
                  <a:cubicBezTo>
                    <a:pt x="88" y="38"/>
                    <a:pt x="121" y="38"/>
                    <a:pt x="137" y="17"/>
                  </a:cubicBezTo>
                  <a:cubicBezTo>
                    <a:pt x="104" y="17"/>
                    <a:pt x="50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7" name="Google Shape;21637;p66"/>
            <p:cNvSpPr/>
            <p:nvPr/>
          </p:nvSpPr>
          <p:spPr>
            <a:xfrm>
              <a:off x="3916175" y="2706250"/>
              <a:ext cx="5175" cy="5600"/>
            </a:xfrm>
            <a:custGeom>
              <a:avLst/>
              <a:gdLst/>
              <a:ahLst/>
              <a:cxnLst/>
              <a:rect l="l" t="t" r="r" b="b"/>
              <a:pathLst>
                <a:path w="207" h="224" extrusionOk="0">
                  <a:moveTo>
                    <a:pt x="50" y="1"/>
                  </a:moveTo>
                  <a:cubicBezTo>
                    <a:pt x="33" y="34"/>
                    <a:pt x="17" y="50"/>
                    <a:pt x="0" y="87"/>
                  </a:cubicBezTo>
                  <a:cubicBezTo>
                    <a:pt x="0" y="120"/>
                    <a:pt x="0" y="153"/>
                    <a:pt x="17" y="174"/>
                  </a:cubicBezTo>
                  <a:cubicBezTo>
                    <a:pt x="33" y="207"/>
                    <a:pt x="50" y="224"/>
                    <a:pt x="87" y="224"/>
                  </a:cubicBezTo>
                  <a:cubicBezTo>
                    <a:pt x="120" y="224"/>
                    <a:pt x="153" y="224"/>
                    <a:pt x="169" y="207"/>
                  </a:cubicBezTo>
                  <a:cubicBezTo>
                    <a:pt x="190" y="191"/>
                    <a:pt x="190" y="191"/>
                    <a:pt x="207" y="174"/>
                  </a:cubicBezTo>
                  <a:cubicBezTo>
                    <a:pt x="153" y="120"/>
                    <a:pt x="103" y="71"/>
                    <a:pt x="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8" name="Google Shape;21638;p66"/>
            <p:cNvSpPr/>
            <p:nvPr/>
          </p:nvSpPr>
          <p:spPr>
            <a:xfrm>
              <a:off x="3904525" y="2717500"/>
              <a:ext cx="6100" cy="6300"/>
            </a:xfrm>
            <a:custGeom>
              <a:avLst/>
              <a:gdLst/>
              <a:ahLst/>
              <a:cxnLst/>
              <a:rect l="l" t="t" r="r" b="b"/>
              <a:pathLst>
                <a:path w="244" h="252" extrusionOk="0">
                  <a:moveTo>
                    <a:pt x="137" y="0"/>
                  </a:moveTo>
                  <a:cubicBezTo>
                    <a:pt x="121" y="0"/>
                    <a:pt x="104" y="4"/>
                    <a:pt x="87" y="13"/>
                  </a:cubicBezTo>
                  <a:cubicBezTo>
                    <a:pt x="38" y="33"/>
                    <a:pt x="1" y="99"/>
                    <a:pt x="17" y="169"/>
                  </a:cubicBezTo>
                  <a:cubicBezTo>
                    <a:pt x="17" y="202"/>
                    <a:pt x="38" y="239"/>
                    <a:pt x="71" y="239"/>
                  </a:cubicBezTo>
                  <a:cubicBezTo>
                    <a:pt x="79" y="248"/>
                    <a:pt x="91" y="252"/>
                    <a:pt x="106" y="252"/>
                  </a:cubicBezTo>
                  <a:cubicBezTo>
                    <a:pt x="121" y="252"/>
                    <a:pt x="139" y="248"/>
                    <a:pt x="157" y="239"/>
                  </a:cubicBezTo>
                  <a:cubicBezTo>
                    <a:pt x="190" y="239"/>
                    <a:pt x="207" y="202"/>
                    <a:pt x="223" y="169"/>
                  </a:cubicBezTo>
                  <a:cubicBezTo>
                    <a:pt x="244" y="153"/>
                    <a:pt x="244" y="116"/>
                    <a:pt x="244" y="83"/>
                  </a:cubicBezTo>
                  <a:cubicBezTo>
                    <a:pt x="223" y="50"/>
                    <a:pt x="223" y="33"/>
                    <a:pt x="207" y="33"/>
                  </a:cubicBezTo>
                  <a:cubicBezTo>
                    <a:pt x="190" y="13"/>
                    <a:pt x="190" y="13"/>
                    <a:pt x="174" y="13"/>
                  </a:cubicBezTo>
                  <a:cubicBezTo>
                    <a:pt x="165" y="4"/>
                    <a:pt x="152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9" name="Google Shape;21639;p66"/>
            <p:cNvSpPr/>
            <p:nvPr/>
          </p:nvSpPr>
          <p:spPr>
            <a:xfrm>
              <a:off x="3866800" y="278840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34" y="1"/>
                  </a:moveTo>
                  <a:cubicBezTo>
                    <a:pt x="119" y="1"/>
                    <a:pt x="102" y="5"/>
                    <a:pt x="83" y="13"/>
                  </a:cubicBezTo>
                  <a:cubicBezTo>
                    <a:pt x="34" y="46"/>
                    <a:pt x="1" y="116"/>
                    <a:pt x="17" y="186"/>
                  </a:cubicBezTo>
                  <a:cubicBezTo>
                    <a:pt x="17" y="219"/>
                    <a:pt x="34" y="236"/>
                    <a:pt x="67" y="252"/>
                  </a:cubicBezTo>
                  <a:cubicBezTo>
                    <a:pt x="75" y="261"/>
                    <a:pt x="88" y="265"/>
                    <a:pt x="104" y="265"/>
                  </a:cubicBezTo>
                  <a:cubicBezTo>
                    <a:pt x="119" y="265"/>
                    <a:pt x="137" y="261"/>
                    <a:pt x="153" y="252"/>
                  </a:cubicBezTo>
                  <a:cubicBezTo>
                    <a:pt x="207" y="219"/>
                    <a:pt x="240" y="149"/>
                    <a:pt x="223" y="83"/>
                  </a:cubicBezTo>
                  <a:cubicBezTo>
                    <a:pt x="223" y="63"/>
                    <a:pt x="207" y="46"/>
                    <a:pt x="207" y="30"/>
                  </a:cubicBezTo>
                  <a:cubicBezTo>
                    <a:pt x="186" y="30"/>
                    <a:pt x="186" y="13"/>
                    <a:pt x="170" y="13"/>
                  </a:cubicBezTo>
                  <a:cubicBezTo>
                    <a:pt x="161" y="5"/>
                    <a:pt x="149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0" name="Google Shape;21640;p66"/>
            <p:cNvSpPr/>
            <p:nvPr/>
          </p:nvSpPr>
          <p:spPr>
            <a:xfrm>
              <a:off x="3911425" y="27518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20" y="0"/>
                  </a:moveTo>
                  <a:cubicBezTo>
                    <a:pt x="71" y="0"/>
                    <a:pt x="34" y="50"/>
                    <a:pt x="17" y="103"/>
                  </a:cubicBezTo>
                  <a:cubicBezTo>
                    <a:pt x="1" y="136"/>
                    <a:pt x="17" y="169"/>
                    <a:pt x="34" y="206"/>
                  </a:cubicBezTo>
                  <a:cubicBezTo>
                    <a:pt x="34" y="223"/>
                    <a:pt x="71" y="256"/>
                    <a:pt x="104" y="256"/>
                  </a:cubicBezTo>
                  <a:cubicBezTo>
                    <a:pt x="153" y="256"/>
                    <a:pt x="223" y="223"/>
                    <a:pt x="240" y="153"/>
                  </a:cubicBezTo>
                  <a:lnTo>
                    <a:pt x="240" y="120"/>
                  </a:lnTo>
                  <a:cubicBezTo>
                    <a:pt x="240" y="83"/>
                    <a:pt x="223" y="50"/>
                    <a:pt x="207" y="33"/>
                  </a:cubicBezTo>
                  <a:cubicBezTo>
                    <a:pt x="190" y="17"/>
                    <a:pt x="174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1" name="Google Shape;21641;p66"/>
            <p:cNvSpPr/>
            <p:nvPr/>
          </p:nvSpPr>
          <p:spPr>
            <a:xfrm>
              <a:off x="4201275" y="2708825"/>
              <a:ext cx="5175" cy="5200"/>
            </a:xfrm>
            <a:custGeom>
              <a:avLst/>
              <a:gdLst/>
              <a:ahLst/>
              <a:cxnLst/>
              <a:rect l="l" t="t" r="r" b="b"/>
              <a:pathLst>
                <a:path w="207" h="208" extrusionOk="0">
                  <a:moveTo>
                    <a:pt x="37" y="1"/>
                  </a:moveTo>
                  <a:cubicBezTo>
                    <a:pt x="37" y="17"/>
                    <a:pt x="21" y="34"/>
                    <a:pt x="21" y="71"/>
                  </a:cubicBezTo>
                  <a:cubicBezTo>
                    <a:pt x="0" y="88"/>
                    <a:pt x="0" y="121"/>
                    <a:pt x="21" y="154"/>
                  </a:cubicBezTo>
                  <a:cubicBezTo>
                    <a:pt x="37" y="191"/>
                    <a:pt x="70" y="207"/>
                    <a:pt x="87" y="207"/>
                  </a:cubicBezTo>
                  <a:cubicBezTo>
                    <a:pt x="141" y="207"/>
                    <a:pt x="174" y="191"/>
                    <a:pt x="207" y="154"/>
                  </a:cubicBezTo>
                  <a:cubicBezTo>
                    <a:pt x="157" y="104"/>
                    <a:pt x="103" y="50"/>
                    <a:pt x="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2" name="Google Shape;21642;p66"/>
            <p:cNvSpPr/>
            <p:nvPr/>
          </p:nvSpPr>
          <p:spPr>
            <a:xfrm>
              <a:off x="4155825" y="2700700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20" y="0"/>
                  </a:moveTo>
                  <a:cubicBezTo>
                    <a:pt x="66" y="17"/>
                    <a:pt x="17" y="50"/>
                    <a:pt x="0" y="120"/>
                  </a:cubicBezTo>
                  <a:cubicBezTo>
                    <a:pt x="0" y="153"/>
                    <a:pt x="0" y="190"/>
                    <a:pt x="17" y="206"/>
                  </a:cubicBezTo>
                  <a:cubicBezTo>
                    <a:pt x="33" y="239"/>
                    <a:pt x="50" y="256"/>
                    <a:pt x="87" y="256"/>
                  </a:cubicBezTo>
                  <a:cubicBezTo>
                    <a:pt x="93" y="258"/>
                    <a:pt x="100" y="259"/>
                    <a:pt x="107" y="259"/>
                  </a:cubicBezTo>
                  <a:cubicBezTo>
                    <a:pt x="154" y="259"/>
                    <a:pt x="208" y="214"/>
                    <a:pt x="223" y="153"/>
                  </a:cubicBezTo>
                  <a:lnTo>
                    <a:pt x="223" y="120"/>
                  </a:lnTo>
                  <a:cubicBezTo>
                    <a:pt x="223" y="87"/>
                    <a:pt x="206" y="50"/>
                    <a:pt x="190" y="33"/>
                  </a:cubicBezTo>
                  <a:cubicBezTo>
                    <a:pt x="169" y="17"/>
                    <a:pt x="153" y="17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3" name="Google Shape;21643;p66"/>
            <p:cNvSpPr/>
            <p:nvPr/>
          </p:nvSpPr>
          <p:spPr>
            <a:xfrm>
              <a:off x="4127475" y="2695550"/>
              <a:ext cx="5600" cy="4650"/>
            </a:xfrm>
            <a:custGeom>
              <a:avLst/>
              <a:gdLst/>
              <a:ahLst/>
              <a:cxnLst/>
              <a:rect l="l" t="t" r="r" b="b"/>
              <a:pathLst>
                <a:path w="224" h="186" extrusionOk="0">
                  <a:moveTo>
                    <a:pt x="207" y="0"/>
                  </a:moveTo>
                  <a:lnTo>
                    <a:pt x="207" y="0"/>
                  </a:lnTo>
                  <a:cubicBezTo>
                    <a:pt x="136" y="33"/>
                    <a:pt x="66" y="50"/>
                    <a:pt x="0" y="87"/>
                  </a:cubicBezTo>
                  <a:cubicBezTo>
                    <a:pt x="0" y="103"/>
                    <a:pt x="0" y="136"/>
                    <a:pt x="17" y="153"/>
                  </a:cubicBezTo>
                  <a:cubicBezTo>
                    <a:pt x="38" y="175"/>
                    <a:pt x="63" y="186"/>
                    <a:pt x="88" y="186"/>
                  </a:cubicBezTo>
                  <a:cubicBezTo>
                    <a:pt x="123" y="186"/>
                    <a:pt x="159" y="167"/>
                    <a:pt x="190" y="136"/>
                  </a:cubicBezTo>
                  <a:cubicBezTo>
                    <a:pt x="223" y="103"/>
                    <a:pt x="223" y="50"/>
                    <a:pt x="2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4" name="Google Shape;21644;p66"/>
            <p:cNvSpPr/>
            <p:nvPr/>
          </p:nvSpPr>
          <p:spPr>
            <a:xfrm>
              <a:off x="3907100" y="273377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57" y="1"/>
                  </a:moveTo>
                  <a:cubicBezTo>
                    <a:pt x="87" y="1"/>
                    <a:pt x="38" y="34"/>
                    <a:pt x="17" y="104"/>
                  </a:cubicBezTo>
                  <a:cubicBezTo>
                    <a:pt x="1" y="137"/>
                    <a:pt x="17" y="170"/>
                    <a:pt x="17" y="207"/>
                  </a:cubicBezTo>
                  <a:cubicBezTo>
                    <a:pt x="38" y="240"/>
                    <a:pt x="71" y="256"/>
                    <a:pt x="87" y="256"/>
                  </a:cubicBezTo>
                  <a:cubicBezTo>
                    <a:pt x="96" y="259"/>
                    <a:pt x="105" y="260"/>
                    <a:pt x="114" y="260"/>
                  </a:cubicBezTo>
                  <a:cubicBezTo>
                    <a:pt x="173" y="260"/>
                    <a:pt x="223" y="214"/>
                    <a:pt x="223" y="153"/>
                  </a:cubicBezTo>
                  <a:cubicBezTo>
                    <a:pt x="244" y="120"/>
                    <a:pt x="244" y="83"/>
                    <a:pt x="223" y="50"/>
                  </a:cubicBezTo>
                  <a:cubicBezTo>
                    <a:pt x="207" y="50"/>
                    <a:pt x="207" y="34"/>
                    <a:pt x="207" y="34"/>
                  </a:cubicBezTo>
                  <a:cubicBezTo>
                    <a:pt x="190" y="17"/>
                    <a:pt x="174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5" name="Google Shape;21645;p66"/>
            <p:cNvSpPr/>
            <p:nvPr/>
          </p:nvSpPr>
          <p:spPr>
            <a:xfrm>
              <a:off x="3877525" y="2727800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39" y="1"/>
                  </a:moveTo>
                  <a:cubicBezTo>
                    <a:pt x="124" y="1"/>
                    <a:pt x="112" y="5"/>
                    <a:pt x="103" y="13"/>
                  </a:cubicBezTo>
                  <a:cubicBezTo>
                    <a:pt x="33" y="50"/>
                    <a:pt x="0" y="116"/>
                    <a:pt x="17" y="186"/>
                  </a:cubicBezTo>
                  <a:cubicBezTo>
                    <a:pt x="33" y="219"/>
                    <a:pt x="50" y="240"/>
                    <a:pt x="66" y="256"/>
                  </a:cubicBezTo>
                  <a:cubicBezTo>
                    <a:pt x="85" y="264"/>
                    <a:pt x="98" y="269"/>
                    <a:pt x="111" y="269"/>
                  </a:cubicBezTo>
                  <a:cubicBezTo>
                    <a:pt x="124" y="269"/>
                    <a:pt x="136" y="264"/>
                    <a:pt x="153" y="256"/>
                  </a:cubicBezTo>
                  <a:cubicBezTo>
                    <a:pt x="190" y="240"/>
                    <a:pt x="206" y="219"/>
                    <a:pt x="223" y="186"/>
                  </a:cubicBezTo>
                  <a:cubicBezTo>
                    <a:pt x="239" y="153"/>
                    <a:pt x="239" y="116"/>
                    <a:pt x="239" y="83"/>
                  </a:cubicBezTo>
                  <a:cubicBezTo>
                    <a:pt x="223" y="67"/>
                    <a:pt x="223" y="50"/>
                    <a:pt x="206" y="34"/>
                  </a:cubicBezTo>
                  <a:lnTo>
                    <a:pt x="190" y="13"/>
                  </a:lnTo>
                  <a:cubicBezTo>
                    <a:pt x="171" y="5"/>
                    <a:pt x="154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6" name="Google Shape;21646;p66"/>
            <p:cNvSpPr/>
            <p:nvPr/>
          </p:nvSpPr>
          <p:spPr>
            <a:xfrm>
              <a:off x="3900300" y="27019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7" y="1"/>
                  </a:moveTo>
                  <a:cubicBezTo>
                    <a:pt x="83" y="1"/>
                    <a:pt x="17" y="54"/>
                    <a:pt x="0" y="120"/>
                  </a:cubicBezTo>
                  <a:cubicBezTo>
                    <a:pt x="0" y="157"/>
                    <a:pt x="0" y="190"/>
                    <a:pt x="17" y="207"/>
                  </a:cubicBezTo>
                  <a:cubicBezTo>
                    <a:pt x="33" y="244"/>
                    <a:pt x="50" y="260"/>
                    <a:pt x="83" y="260"/>
                  </a:cubicBezTo>
                  <a:cubicBezTo>
                    <a:pt x="90" y="263"/>
                    <a:pt x="97" y="264"/>
                    <a:pt x="104" y="264"/>
                  </a:cubicBezTo>
                  <a:cubicBezTo>
                    <a:pt x="153" y="264"/>
                    <a:pt x="209" y="215"/>
                    <a:pt x="223" y="157"/>
                  </a:cubicBezTo>
                  <a:cubicBezTo>
                    <a:pt x="240" y="104"/>
                    <a:pt x="223" y="71"/>
                    <a:pt x="186" y="38"/>
                  </a:cubicBezTo>
                  <a:cubicBezTo>
                    <a:pt x="170" y="17"/>
                    <a:pt x="153" y="17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7" name="Google Shape;21647;p66"/>
            <p:cNvSpPr/>
            <p:nvPr/>
          </p:nvSpPr>
          <p:spPr>
            <a:xfrm>
              <a:off x="3870625" y="27567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0"/>
                  </a:moveTo>
                  <a:cubicBezTo>
                    <a:pt x="101" y="0"/>
                    <a:pt x="64" y="17"/>
                    <a:pt x="33" y="58"/>
                  </a:cubicBezTo>
                  <a:cubicBezTo>
                    <a:pt x="0" y="111"/>
                    <a:pt x="0" y="194"/>
                    <a:pt x="33" y="231"/>
                  </a:cubicBezTo>
                  <a:cubicBezTo>
                    <a:pt x="56" y="252"/>
                    <a:pt x="81" y="261"/>
                    <a:pt x="106" y="261"/>
                  </a:cubicBezTo>
                  <a:cubicBezTo>
                    <a:pt x="142" y="261"/>
                    <a:pt x="177" y="243"/>
                    <a:pt x="206" y="215"/>
                  </a:cubicBezTo>
                  <a:cubicBezTo>
                    <a:pt x="239" y="161"/>
                    <a:pt x="239" y="74"/>
                    <a:pt x="206" y="25"/>
                  </a:cubicBezTo>
                  <a:cubicBezTo>
                    <a:pt x="185" y="9"/>
                    <a:pt x="161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8" name="Google Shape;21648;p66"/>
            <p:cNvSpPr/>
            <p:nvPr/>
          </p:nvSpPr>
          <p:spPr>
            <a:xfrm>
              <a:off x="3875775" y="27110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3" y="1"/>
                  </a:moveTo>
                  <a:cubicBezTo>
                    <a:pt x="101" y="1"/>
                    <a:pt x="64" y="18"/>
                    <a:pt x="33" y="47"/>
                  </a:cubicBezTo>
                  <a:cubicBezTo>
                    <a:pt x="17" y="64"/>
                    <a:pt x="17" y="84"/>
                    <a:pt x="0" y="101"/>
                  </a:cubicBezTo>
                  <a:cubicBezTo>
                    <a:pt x="0" y="150"/>
                    <a:pt x="0" y="204"/>
                    <a:pt x="33" y="237"/>
                  </a:cubicBezTo>
                  <a:cubicBezTo>
                    <a:pt x="59" y="248"/>
                    <a:pt x="92" y="260"/>
                    <a:pt x="122" y="260"/>
                  </a:cubicBezTo>
                  <a:cubicBezTo>
                    <a:pt x="134" y="260"/>
                    <a:pt x="146" y="258"/>
                    <a:pt x="157" y="253"/>
                  </a:cubicBezTo>
                  <a:cubicBezTo>
                    <a:pt x="173" y="237"/>
                    <a:pt x="190" y="220"/>
                    <a:pt x="190" y="204"/>
                  </a:cubicBezTo>
                  <a:cubicBezTo>
                    <a:pt x="239" y="150"/>
                    <a:pt x="239" y="84"/>
                    <a:pt x="190" y="31"/>
                  </a:cubicBezTo>
                  <a:cubicBezTo>
                    <a:pt x="176" y="10"/>
                    <a:pt x="156" y="1"/>
                    <a:pt x="1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9" name="Google Shape;21649;p66"/>
            <p:cNvSpPr/>
            <p:nvPr/>
          </p:nvSpPr>
          <p:spPr>
            <a:xfrm>
              <a:off x="3896800" y="2746775"/>
              <a:ext cx="6525" cy="6625"/>
            </a:xfrm>
            <a:custGeom>
              <a:avLst/>
              <a:gdLst/>
              <a:ahLst/>
              <a:cxnLst/>
              <a:rect l="l" t="t" r="r" b="b"/>
              <a:pathLst>
                <a:path w="261" h="265" extrusionOk="0">
                  <a:moveTo>
                    <a:pt x="140" y="0"/>
                  </a:moveTo>
                  <a:cubicBezTo>
                    <a:pt x="125" y="0"/>
                    <a:pt x="112" y="4"/>
                    <a:pt x="103" y="13"/>
                  </a:cubicBezTo>
                  <a:cubicBezTo>
                    <a:pt x="37" y="29"/>
                    <a:pt x="0" y="116"/>
                    <a:pt x="17" y="182"/>
                  </a:cubicBezTo>
                  <a:cubicBezTo>
                    <a:pt x="17" y="202"/>
                    <a:pt x="54" y="235"/>
                    <a:pt x="70" y="252"/>
                  </a:cubicBezTo>
                  <a:cubicBezTo>
                    <a:pt x="87" y="260"/>
                    <a:pt x="99" y="264"/>
                    <a:pt x="112" y="264"/>
                  </a:cubicBezTo>
                  <a:cubicBezTo>
                    <a:pt x="125" y="264"/>
                    <a:pt x="138" y="260"/>
                    <a:pt x="157" y="252"/>
                  </a:cubicBezTo>
                  <a:cubicBezTo>
                    <a:pt x="223" y="219"/>
                    <a:pt x="260" y="149"/>
                    <a:pt x="244" y="79"/>
                  </a:cubicBezTo>
                  <a:cubicBezTo>
                    <a:pt x="223" y="62"/>
                    <a:pt x="223" y="46"/>
                    <a:pt x="206" y="29"/>
                  </a:cubicBezTo>
                  <a:lnTo>
                    <a:pt x="190" y="13"/>
                  </a:lnTo>
                  <a:cubicBezTo>
                    <a:pt x="173" y="4"/>
                    <a:pt x="156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0" name="Google Shape;21650;p66"/>
            <p:cNvSpPr/>
            <p:nvPr/>
          </p:nvSpPr>
          <p:spPr>
            <a:xfrm>
              <a:off x="3883075" y="2744750"/>
              <a:ext cx="6025" cy="6325"/>
            </a:xfrm>
            <a:custGeom>
              <a:avLst/>
              <a:gdLst/>
              <a:ahLst/>
              <a:cxnLst/>
              <a:rect l="l" t="t" r="r" b="b"/>
              <a:pathLst>
                <a:path w="241" h="253" extrusionOk="0">
                  <a:moveTo>
                    <a:pt x="127" y="1"/>
                  </a:moveTo>
                  <a:cubicBezTo>
                    <a:pt x="97" y="1"/>
                    <a:pt x="63" y="13"/>
                    <a:pt x="34" y="40"/>
                  </a:cubicBezTo>
                  <a:cubicBezTo>
                    <a:pt x="1" y="110"/>
                    <a:pt x="1" y="180"/>
                    <a:pt x="34" y="230"/>
                  </a:cubicBezTo>
                  <a:cubicBezTo>
                    <a:pt x="58" y="244"/>
                    <a:pt x="85" y="253"/>
                    <a:pt x="111" y="253"/>
                  </a:cubicBezTo>
                  <a:cubicBezTo>
                    <a:pt x="144" y="253"/>
                    <a:pt x="178" y="240"/>
                    <a:pt x="207" y="213"/>
                  </a:cubicBezTo>
                  <a:cubicBezTo>
                    <a:pt x="240" y="143"/>
                    <a:pt x="240" y="77"/>
                    <a:pt x="191" y="23"/>
                  </a:cubicBezTo>
                  <a:cubicBezTo>
                    <a:pt x="174" y="9"/>
                    <a:pt x="151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1" name="Google Shape;21651;p66"/>
            <p:cNvSpPr/>
            <p:nvPr/>
          </p:nvSpPr>
          <p:spPr>
            <a:xfrm>
              <a:off x="3883500" y="26992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8" y="1"/>
                  </a:moveTo>
                  <a:cubicBezTo>
                    <a:pt x="103" y="1"/>
                    <a:pt x="65" y="18"/>
                    <a:pt x="33" y="59"/>
                  </a:cubicBezTo>
                  <a:cubicBezTo>
                    <a:pt x="0" y="109"/>
                    <a:pt x="0" y="179"/>
                    <a:pt x="33" y="228"/>
                  </a:cubicBezTo>
                  <a:cubicBezTo>
                    <a:pt x="54" y="249"/>
                    <a:pt x="71" y="249"/>
                    <a:pt x="87" y="249"/>
                  </a:cubicBezTo>
                  <a:cubicBezTo>
                    <a:pt x="96" y="253"/>
                    <a:pt x="106" y="255"/>
                    <a:pt x="117" y="255"/>
                  </a:cubicBezTo>
                  <a:cubicBezTo>
                    <a:pt x="147" y="255"/>
                    <a:pt x="182" y="239"/>
                    <a:pt x="207" y="212"/>
                  </a:cubicBezTo>
                  <a:cubicBezTo>
                    <a:pt x="240" y="162"/>
                    <a:pt x="240" y="109"/>
                    <a:pt x="223" y="76"/>
                  </a:cubicBezTo>
                  <a:cubicBezTo>
                    <a:pt x="223" y="59"/>
                    <a:pt x="207" y="43"/>
                    <a:pt x="207" y="22"/>
                  </a:cubicBezTo>
                  <a:cubicBezTo>
                    <a:pt x="186" y="9"/>
                    <a:pt x="163" y="1"/>
                    <a:pt x="1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2" name="Google Shape;21652;p66"/>
            <p:cNvSpPr/>
            <p:nvPr/>
          </p:nvSpPr>
          <p:spPr>
            <a:xfrm>
              <a:off x="3862875" y="2725000"/>
              <a:ext cx="6025" cy="6400"/>
            </a:xfrm>
            <a:custGeom>
              <a:avLst/>
              <a:gdLst/>
              <a:ahLst/>
              <a:cxnLst/>
              <a:rect l="l" t="t" r="r" b="b"/>
              <a:pathLst>
                <a:path w="241" h="256" extrusionOk="0">
                  <a:moveTo>
                    <a:pt x="140" y="1"/>
                  </a:moveTo>
                  <a:cubicBezTo>
                    <a:pt x="107" y="1"/>
                    <a:pt x="74" y="17"/>
                    <a:pt x="54" y="59"/>
                  </a:cubicBezTo>
                  <a:cubicBezTo>
                    <a:pt x="1" y="108"/>
                    <a:pt x="1" y="179"/>
                    <a:pt x="54" y="228"/>
                  </a:cubicBezTo>
                  <a:cubicBezTo>
                    <a:pt x="71" y="249"/>
                    <a:pt x="71" y="249"/>
                    <a:pt x="87" y="249"/>
                  </a:cubicBezTo>
                  <a:cubicBezTo>
                    <a:pt x="100" y="253"/>
                    <a:pt x="113" y="255"/>
                    <a:pt x="124" y="255"/>
                  </a:cubicBezTo>
                  <a:cubicBezTo>
                    <a:pt x="156" y="255"/>
                    <a:pt x="183" y="239"/>
                    <a:pt x="207" y="212"/>
                  </a:cubicBezTo>
                  <a:cubicBezTo>
                    <a:pt x="240" y="179"/>
                    <a:pt x="240" y="125"/>
                    <a:pt x="240" y="75"/>
                  </a:cubicBezTo>
                  <a:cubicBezTo>
                    <a:pt x="224" y="59"/>
                    <a:pt x="224" y="43"/>
                    <a:pt x="207" y="22"/>
                  </a:cubicBezTo>
                  <a:cubicBezTo>
                    <a:pt x="187" y="8"/>
                    <a:pt x="163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3" name="Google Shape;21653;p66"/>
            <p:cNvSpPr/>
            <p:nvPr/>
          </p:nvSpPr>
          <p:spPr>
            <a:xfrm>
              <a:off x="4245075" y="2837750"/>
              <a:ext cx="6525" cy="6550"/>
            </a:xfrm>
            <a:custGeom>
              <a:avLst/>
              <a:gdLst/>
              <a:ahLst/>
              <a:cxnLst/>
              <a:rect l="l" t="t" r="r" b="b"/>
              <a:pathLst>
                <a:path w="261" h="262" extrusionOk="0">
                  <a:moveTo>
                    <a:pt x="150" y="1"/>
                  </a:moveTo>
                  <a:cubicBezTo>
                    <a:pt x="119" y="1"/>
                    <a:pt x="83" y="18"/>
                    <a:pt x="54" y="47"/>
                  </a:cubicBezTo>
                  <a:cubicBezTo>
                    <a:pt x="1" y="101"/>
                    <a:pt x="1" y="187"/>
                    <a:pt x="54" y="237"/>
                  </a:cubicBezTo>
                  <a:cubicBezTo>
                    <a:pt x="75" y="252"/>
                    <a:pt x="100" y="261"/>
                    <a:pt x="123" y="261"/>
                  </a:cubicBezTo>
                  <a:cubicBezTo>
                    <a:pt x="156" y="261"/>
                    <a:pt x="188" y="244"/>
                    <a:pt x="207" y="204"/>
                  </a:cubicBezTo>
                  <a:cubicBezTo>
                    <a:pt x="260" y="150"/>
                    <a:pt x="260" y="68"/>
                    <a:pt x="207" y="31"/>
                  </a:cubicBezTo>
                  <a:cubicBezTo>
                    <a:pt x="193" y="10"/>
                    <a:pt x="173" y="1"/>
                    <a:pt x="1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4" name="Google Shape;21654;p66"/>
            <p:cNvSpPr/>
            <p:nvPr/>
          </p:nvSpPr>
          <p:spPr>
            <a:xfrm>
              <a:off x="4249000" y="2791525"/>
              <a:ext cx="6000" cy="6300"/>
            </a:xfrm>
            <a:custGeom>
              <a:avLst/>
              <a:gdLst/>
              <a:ahLst/>
              <a:cxnLst/>
              <a:rect l="l" t="t" r="r" b="b"/>
              <a:pathLst>
                <a:path w="240" h="252" extrusionOk="0">
                  <a:moveTo>
                    <a:pt x="116" y="0"/>
                  </a:moveTo>
                  <a:cubicBezTo>
                    <a:pt x="100" y="0"/>
                    <a:pt x="81" y="8"/>
                    <a:pt x="70" y="8"/>
                  </a:cubicBezTo>
                  <a:cubicBezTo>
                    <a:pt x="33" y="24"/>
                    <a:pt x="17" y="61"/>
                    <a:pt x="0" y="111"/>
                  </a:cubicBezTo>
                  <a:cubicBezTo>
                    <a:pt x="0" y="144"/>
                    <a:pt x="0" y="181"/>
                    <a:pt x="17" y="197"/>
                  </a:cubicBezTo>
                  <a:cubicBezTo>
                    <a:pt x="33" y="230"/>
                    <a:pt x="50" y="247"/>
                    <a:pt x="87" y="247"/>
                  </a:cubicBezTo>
                  <a:cubicBezTo>
                    <a:pt x="94" y="250"/>
                    <a:pt x="102" y="251"/>
                    <a:pt x="110" y="251"/>
                  </a:cubicBezTo>
                  <a:cubicBezTo>
                    <a:pt x="156" y="251"/>
                    <a:pt x="209" y="206"/>
                    <a:pt x="223" y="164"/>
                  </a:cubicBezTo>
                  <a:lnTo>
                    <a:pt x="223" y="144"/>
                  </a:lnTo>
                  <a:cubicBezTo>
                    <a:pt x="239" y="94"/>
                    <a:pt x="223" y="61"/>
                    <a:pt x="190" y="24"/>
                  </a:cubicBezTo>
                  <a:cubicBezTo>
                    <a:pt x="173" y="8"/>
                    <a:pt x="153" y="8"/>
                    <a:pt x="136" y="8"/>
                  </a:cubicBezTo>
                  <a:cubicBezTo>
                    <a:pt x="131" y="2"/>
                    <a:pt x="124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5" name="Google Shape;21655;p66"/>
            <p:cNvSpPr/>
            <p:nvPr/>
          </p:nvSpPr>
          <p:spPr>
            <a:xfrm>
              <a:off x="4248175" y="27766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6" y="1"/>
                  </a:moveTo>
                  <a:cubicBezTo>
                    <a:pt x="120" y="1"/>
                    <a:pt x="83" y="17"/>
                    <a:pt x="50" y="38"/>
                  </a:cubicBezTo>
                  <a:cubicBezTo>
                    <a:pt x="33" y="54"/>
                    <a:pt x="17" y="87"/>
                    <a:pt x="0" y="120"/>
                  </a:cubicBezTo>
                  <a:cubicBezTo>
                    <a:pt x="0" y="158"/>
                    <a:pt x="0" y="191"/>
                    <a:pt x="17" y="207"/>
                  </a:cubicBezTo>
                  <a:cubicBezTo>
                    <a:pt x="33" y="244"/>
                    <a:pt x="50" y="261"/>
                    <a:pt x="83" y="261"/>
                  </a:cubicBezTo>
                  <a:cubicBezTo>
                    <a:pt x="91" y="263"/>
                    <a:pt x="100" y="264"/>
                    <a:pt x="108" y="264"/>
                  </a:cubicBezTo>
                  <a:cubicBezTo>
                    <a:pt x="166" y="264"/>
                    <a:pt x="208" y="215"/>
                    <a:pt x="223" y="158"/>
                  </a:cubicBezTo>
                  <a:cubicBezTo>
                    <a:pt x="239" y="120"/>
                    <a:pt x="223" y="87"/>
                    <a:pt x="206" y="54"/>
                  </a:cubicBezTo>
                  <a:cubicBezTo>
                    <a:pt x="206" y="54"/>
                    <a:pt x="206" y="38"/>
                    <a:pt x="186" y="38"/>
                  </a:cubicBezTo>
                  <a:cubicBezTo>
                    <a:pt x="186" y="17"/>
                    <a:pt x="169" y="17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6" name="Google Shape;21656;p66"/>
            <p:cNvSpPr/>
            <p:nvPr/>
          </p:nvSpPr>
          <p:spPr>
            <a:xfrm>
              <a:off x="4241675" y="276120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4" y="0"/>
                  </a:moveTo>
                  <a:cubicBezTo>
                    <a:pt x="87" y="17"/>
                    <a:pt x="71" y="38"/>
                    <a:pt x="54" y="54"/>
                  </a:cubicBezTo>
                  <a:cubicBezTo>
                    <a:pt x="1" y="103"/>
                    <a:pt x="1" y="190"/>
                    <a:pt x="54" y="223"/>
                  </a:cubicBezTo>
                  <a:cubicBezTo>
                    <a:pt x="54" y="244"/>
                    <a:pt x="71" y="244"/>
                    <a:pt x="87" y="260"/>
                  </a:cubicBezTo>
                  <a:cubicBezTo>
                    <a:pt x="137" y="260"/>
                    <a:pt x="174" y="244"/>
                    <a:pt x="207" y="207"/>
                  </a:cubicBezTo>
                  <a:cubicBezTo>
                    <a:pt x="207" y="207"/>
                    <a:pt x="207" y="190"/>
                    <a:pt x="223" y="190"/>
                  </a:cubicBezTo>
                  <a:cubicBezTo>
                    <a:pt x="174" y="141"/>
                    <a:pt x="137" y="71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7" name="Google Shape;21657;p66"/>
            <p:cNvSpPr/>
            <p:nvPr/>
          </p:nvSpPr>
          <p:spPr>
            <a:xfrm>
              <a:off x="4235700" y="2789950"/>
              <a:ext cx="6425" cy="6425"/>
            </a:xfrm>
            <a:custGeom>
              <a:avLst/>
              <a:gdLst/>
              <a:ahLst/>
              <a:cxnLst/>
              <a:rect l="l" t="t" r="r" b="b"/>
              <a:pathLst>
                <a:path w="257" h="257" extrusionOk="0">
                  <a:moveTo>
                    <a:pt x="103" y="1"/>
                  </a:moveTo>
                  <a:cubicBezTo>
                    <a:pt x="50" y="38"/>
                    <a:pt x="0" y="104"/>
                    <a:pt x="17" y="174"/>
                  </a:cubicBezTo>
                  <a:cubicBezTo>
                    <a:pt x="33" y="207"/>
                    <a:pt x="50" y="227"/>
                    <a:pt x="87" y="244"/>
                  </a:cubicBezTo>
                  <a:cubicBezTo>
                    <a:pt x="95" y="252"/>
                    <a:pt x="108" y="256"/>
                    <a:pt x="122" y="256"/>
                  </a:cubicBezTo>
                  <a:cubicBezTo>
                    <a:pt x="136" y="256"/>
                    <a:pt x="153" y="252"/>
                    <a:pt x="169" y="244"/>
                  </a:cubicBezTo>
                  <a:cubicBezTo>
                    <a:pt x="190" y="227"/>
                    <a:pt x="223" y="207"/>
                    <a:pt x="240" y="174"/>
                  </a:cubicBezTo>
                  <a:cubicBezTo>
                    <a:pt x="240" y="141"/>
                    <a:pt x="256" y="104"/>
                    <a:pt x="240" y="87"/>
                  </a:cubicBezTo>
                  <a:cubicBezTo>
                    <a:pt x="240" y="54"/>
                    <a:pt x="223" y="38"/>
                    <a:pt x="207" y="21"/>
                  </a:cubicBezTo>
                  <a:lnTo>
                    <a:pt x="19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8" name="Google Shape;21658;p66"/>
            <p:cNvSpPr/>
            <p:nvPr/>
          </p:nvSpPr>
          <p:spPr>
            <a:xfrm>
              <a:off x="4243850" y="2822125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16" y="1"/>
                  </a:moveTo>
                  <a:cubicBezTo>
                    <a:pt x="69" y="1"/>
                    <a:pt x="14" y="46"/>
                    <a:pt x="0" y="107"/>
                  </a:cubicBezTo>
                  <a:cubicBezTo>
                    <a:pt x="0" y="140"/>
                    <a:pt x="0" y="177"/>
                    <a:pt x="17" y="210"/>
                  </a:cubicBezTo>
                  <a:cubicBezTo>
                    <a:pt x="33" y="227"/>
                    <a:pt x="50" y="260"/>
                    <a:pt x="87" y="260"/>
                  </a:cubicBezTo>
                  <a:cubicBezTo>
                    <a:pt x="136" y="260"/>
                    <a:pt x="206" y="227"/>
                    <a:pt x="223" y="157"/>
                  </a:cubicBezTo>
                  <a:cubicBezTo>
                    <a:pt x="223" y="124"/>
                    <a:pt x="223" y="91"/>
                    <a:pt x="206" y="54"/>
                  </a:cubicBezTo>
                  <a:cubicBezTo>
                    <a:pt x="206" y="37"/>
                    <a:pt x="190" y="37"/>
                    <a:pt x="190" y="37"/>
                  </a:cubicBezTo>
                  <a:cubicBezTo>
                    <a:pt x="173" y="21"/>
                    <a:pt x="153" y="4"/>
                    <a:pt x="136" y="4"/>
                  </a:cubicBezTo>
                  <a:cubicBezTo>
                    <a:pt x="130" y="2"/>
                    <a:pt x="123" y="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9" name="Google Shape;21659;p66"/>
            <p:cNvSpPr/>
            <p:nvPr/>
          </p:nvSpPr>
          <p:spPr>
            <a:xfrm>
              <a:off x="4241275" y="280662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36" y="1"/>
                  </a:moveTo>
                  <a:cubicBezTo>
                    <a:pt x="103" y="1"/>
                    <a:pt x="71" y="17"/>
                    <a:pt x="50" y="55"/>
                  </a:cubicBezTo>
                  <a:cubicBezTo>
                    <a:pt x="0" y="109"/>
                    <a:pt x="0" y="195"/>
                    <a:pt x="50" y="228"/>
                  </a:cubicBezTo>
                  <a:cubicBezTo>
                    <a:pt x="65" y="251"/>
                    <a:pt x="85" y="260"/>
                    <a:pt x="107" y="260"/>
                  </a:cubicBezTo>
                  <a:cubicBezTo>
                    <a:pt x="139" y="260"/>
                    <a:pt x="175" y="241"/>
                    <a:pt x="206" y="212"/>
                  </a:cubicBezTo>
                  <a:cubicBezTo>
                    <a:pt x="239" y="158"/>
                    <a:pt x="239" y="76"/>
                    <a:pt x="206" y="22"/>
                  </a:cubicBezTo>
                  <a:cubicBezTo>
                    <a:pt x="184" y="9"/>
                    <a:pt x="160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0" name="Google Shape;21660;p66"/>
            <p:cNvSpPr/>
            <p:nvPr/>
          </p:nvSpPr>
          <p:spPr>
            <a:xfrm>
              <a:off x="4227550" y="2850550"/>
              <a:ext cx="1675" cy="25"/>
            </a:xfrm>
            <a:custGeom>
              <a:avLst/>
              <a:gdLst/>
              <a:ahLst/>
              <a:cxnLst/>
              <a:rect l="l" t="t" r="r" b="b"/>
              <a:pathLst>
                <a:path w="67" h="1" extrusionOk="0">
                  <a:moveTo>
                    <a:pt x="1" y="1"/>
                  </a:moveTo>
                  <a:lnTo>
                    <a:pt x="6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1" name="Google Shape;21661;p66"/>
            <p:cNvSpPr/>
            <p:nvPr/>
          </p:nvSpPr>
          <p:spPr>
            <a:xfrm>
              <a:off x="3866800" y="2686475"/>
              <a:ext cx="2100" cy="650"/>
            </a:xfrm>
            <a:custGeom>
              <a:avLst/>
              <a:gdLst/>
              <a:ahLst/>
              <a:cxnLst/>
              <a:rect l="l" t="t" r="r" b="b"/>
              <a:pathLst>
                <a:path w="84" h="26" extrusionOk="0">
                  <a:moveTo>
                    <a:pt x="83" y="0"/>
                  </a:moveTo>
                  <a:cubicBezTo>
                    <a:pt x="50" y="0"/>
                    <a:pt x="34" y="17"/>
                    <a:pt x="1" y="17"/>
                  </a:cubicBezTo>
                  <a:lnTo>
                    <a:pt x="17" y="17"/>
                  </a:lnTo>
                  <a:cubicBezTo>
                    <a:pt x="22" y="23"/>
                    <a:pt x="28" y="25"/>
                    <a:pt x="35" y="25"/>
                  </a:cubicBezTo>
                  <a:cubicBezTo>
                    <a:pt x="52" y="25"/>
                    <a:pt x="71" y="12"/>
                    <a:pt x="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2" name="Google Shape;21662;p66"/>
            <p:cNvSpPr/>
            <p:nvPr/>
          </p:nvSpPr>
          <p:spPr>
            <a:xfrm>
              <a:off x="3840100" y="2692025"/>
              <a:ext cx="6100" cy="4675"/>
            </a:xfrm>
            <a:custGeom>
              <a:avLst/>
              <a:gdLst/>
              <a:ahLst/>
              <a:cxnLst/>
              <a:rect l="l" t="t" r="r" b="b"/>
              <a:pathLst>
                <a:path w="244" h="187" extrusionOk="0">
                  <a:moveTo>
                    <a:pt x="207" y="1"/>
                  </a:moveTo>
                  <a:cubicBezTo>
                    <a:pt x="120" y="38"/>
                    <a:pt x="54" y="71"/>
                    <a:pt x="1" y="88"/>
                  </a:cubicBezTo>
                  <a:lnTo>
                    <a:pt x="1" y="104"/>
                  </a:lnTo>
                  <a:cubicBezTo>
                    <a:pt x="1" y="141"/>
                    <a:pt x="17" y="158"/>
                    <a:pt x="54" y="174"/>
                  </a:cubicBezTo>
                  <a:cubicBezTo>
                    <a:pt x="71" y="182"/>
                    <a:pt x="83" y="186"/>
                    <a:pt x="96" y="186"/>
                  </a:cubicBezTo>
                  <a:cubicBezTo>
                    <a:pt x="109" y="186"/>
                    <a:pt x="122" y="182"/>
                    <a:pt x="141" y="174"/>
                  </a:cubicBezTo>
                  <a:cubicBezTo>
                    <a:pt x="190" y="158"/>
                    <a:pt x="244" y="88"/>
                    <a:pt x="223" y="22"/>
                  </a:cubicBezTo>
                  <a:lnTo>
                    <a:pt x="20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3" name="Google Shape;21663;p66"/>
            <p:cNvSpPr/>
            <p:nvPr/>
          </p:nvSpPr>
          <p:spPr>
            <a:xfrm>
              <a:off x="4230950" y="28354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7" y="1"/>
                  </a:moveTo>
                  <a:cubicBezTo>
                    <a:pt x="70" y="1"/>
                    <a:pt x="17" y="46"/>
                    <a:pt x="17" y="107"/>
                  </a:cubicBezTo>
                  <a:cubicBezTo>
                    <a:pt x="1" y="140"/>
                    <a:pt x="1" y="177"/>
                    <a:pt x="17" y="210"/>
                  </a:cubicBezTo>
                  <a:cubicBezTo>
                    <a:pt x="34" y="227"/>
                    <a:pt x="71" y="243"/>
                    <a:pt x="87" y="264"/>
                  </a:cubicBezTo>
                  <a:cubicBezTo>
                    <a:pt x="153" y="264"/>
                    <a:pt x="207" y="210"/>
                    <a:pt x="223" y="140"/>
                  </a:cubicBezTo>
                  <a:cubicBezTo>
                    <a:pt x="240" y="107"/>
                    <a:pt x="240" y="74"/>
                    <a:pt x="223" y="58"/>
                  </a:cubicBezTo>
                  <a:cubicBezTo>
                    <a:pt x="207" y="37"/>
                    <a:pt x="207" y="37"/>
                    <a:pt x="207" y="21"/>
                  </a:cubicBezTo>
                  <a:cubicBezTo>
                    <a:pt x="190" y="21"/>
                    <a:pt x="174" y="4"/>
                    <a:pt x="153" y="4"/>
                  </a:cubicBezTo>
                  <a:cubicBezTo>
                    <a:pt x="145" y="2"/>
                    <a:pt x="136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4" name="Google Shape;21664;p66"/>
            <p:cNvSpPr/>
            <p:nvPr/>
          </p:nvSpPr>
          <p:spPr>
            <a:xfrm>
              <a:off x="4270025" y="2814900"/>
              <a:ext cx="2600" cy="5175"/>
            </a:xfrm>
            <a:custGeom>
              <a:avLst/>
              <a:gdLst/>
              <a:ahLst/>
              <a:cxnLst/>
              <a:rect l="l" t="t" r="r" b="b"/>
              <a:pathLst>
                <a:path w="104" h="207" extrusionOk="0">
                  <a:moveTo>
                    <a:pt x="33" y="0"/>
                  </a:moveTo>
                  <a:cubicBezTo>
                    <a:pt x="17" y="17"/>
                    <a:pt x="17" y="33"/>
                    <a:pt x="0" y="71"/>
                  </a:cubicBezTo>
                  <a:cubicBezTo>
                    <a:pt x="0" y="104"/>
                    <a:pt x="0" y="137"/>
                    <a:pt x="17" y="157"/>
                  </a:cubicBezTo>
                  <a:cubicBezTo>
                    <a:pt x="33" y="190"/>
                    <a:pt x="54" y="207"/>
                    <a:pt x="87" y="207"/>
                  </a:cubicBezTo>
                  <a:lnTo>
                    <a:pt x="103" y="207"/>
                  </a:lnTo>
                  <a:cubicBezTo>
                    <a:pt x="70" y="137"/>
                    <a:pt x="54" y="71"/>
                    <a:pt x="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5" name="Google Shape;21665;p66"/>
            <p:cNvSpPr/>
            <p:nvPr/>
          </p:nvSpPr>
          <p:spPr>
            <a:xfrm>
              <a:off x="4116750" y="27224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7" y="0"/>
                  </a:moveTo>
                  <a:cubicBezTo>
                    <a:pt x="67" y="0"/>
                    <a:pt x="15" y="49"/>
                    <a:pt x="1" y="106"/>
                  </a:cubicBezTo>
                  <a:cubicBezTo>
                    <a:pt x="1" y="144"/>
                    <a:pt x="1" y="176"/>
                    <a:pt x="17" y="209"/>
                  </a:cubicBezTo>
                  <a:cubicBezTo>
                    <a:pt x="34" y="226"/>
                    <a:pt x="67" y="247"/>
                    <a:pt x="83" y="263"/>
                  </a:cubicBezTo>
                  <a:cubicBezTo>
                    <a:pt x="153" y="263"/>
                    <a:pt x="207" y="209"/>
                    <a:pt x="223" y="144"/>
                  </a:cubicBezTo>
                  <a:cubicBezTo>
                    <a:pt x="240" y="106"/>
                    <a:pt x="223" y="73"/>
                    <a:pt x="223" y="57"/>
                  </a:cubicBezTo>
                  <a:lnTo>
                    <a:pt x="186" y="20"/>
                  </a:lnTo>
                  <a:cubicBezTo>
                    <a:pt x="186" y="20"/>
                    <a:pt x="170" y="3"/>
                    <a:pt x="153" y="3"/>
                  </a:cubicBezTo>
                  <a:cubicBezTo>
                    <a:pt x="144" y="1"/>
                    <a:pt x="136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6" name="Google Shape;21666;p66"/>
            <p:cNvSpPr/>
            <p:nvPr/>
          </p:nvSpPr>
          <p:spPr>
            <a:xfrm>
              <a:off x="4254975" y="2808725"/>
              <a:ext cx="6525" cy="6500"/>
            </a:xfrm>
            <a:custGeom>
              <a:avLst/>
              <a:gdLst/>
              <a:ahLst/>
              <a:cxnLst/>
              <a:rect l="l" t="t" r="r" b="b"/>
              <a:pathLst>
                <a:path w="261" h="260" extrusionOk="0">
                  <a:moveTo>
                    <a:pt x="135" y="1"/>
                  </a:moveTo>
                  <a:cubicBezTo>
                    <a:pt x="126" y="1"/>
                    <a:pt x="116" y="3"/>
                    <a:pt x="103" y="8"/>
                  </a:cubicBezTo>
                  <a:cubicBezTo>
                    <a:pt x="38" y="41"/>
                    <a:pt x="0" y="111"/>
                    <a:pt x="17" y="177"/>
                  </a:cubicBezTo>
                  <a:cubicBezTo>
                    <a:pt x="38" y="214"/>
                    <a:pt x="54" y="231"/>
                    <a:pt x="70" y="247"/>
                  </a:cubicBezTo>
                  <a:cubicBezTo>
                    <a:pt x="87" y="256"/>
                    <a:pt x="105" y="260"/>
                    <a:pt x="120" y="260"/>
                  </a:cubicBezTo>
                  <a:cubicBezTo>
                    <a:pt x="135" y="260"/>
                    <a:pt x="149" y="256"/>
                    <a:pt x="157" y="247"/>
                  </a:cubicBezTo>
                  <a:cubicBezTo>
                    <a:pt x="223" y="231"/>
                    <a:pt x="260" y="144"/>
                    <a:pt x="244" y="74"/>
                  </a:cubicBezTo>
                  <a:cubicBezTo>
                    <a:pt x="244" y="58"/>
                    <a:pt x="223" y="41"/>
                    <a:pt x="207" y="25"/>
                  </a:cubicBezTo>
                  <a:cubicBezTo>
                    <a:pt x="207" y="25"/>
                    <a:pt x="190" y="25"/>
                    <a:pt x="190" y="8"/>
                  </a:cubicBezTo>
                  <a:cubicBezTo>
                    <a:pt x="168" y="8"/>
                    <a:pt x="153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7" name="Google Shape;21667;p66"/>
            <p:cNvSpPr/>
            <p:nvPr/>
          </p:nvSpPr>
          <p:spPr>
            <a:xfrm>
              <a:off x="4264875" y="284325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57" y="0"/>
                  </a:moveTo>
                  <a:cubicBezTo>
                    <a:pt x="87" y="0"/>
                    <a:pt x="33" y="33"/>
                    <a:pt x="17" y="120"/>
                  </a:cubicBezTo>
                  <a:cubicBezTo>
                    <a:pt x="0" y="136"/>
                    <a:pt x="17" y="173"/>
                    <a:pt x="17" y="206"/>
                  </a:cubicBezTo>
                  <a:cubicBezTo>
                    <a:pt x="33" y="239"/>
                    <a:pt x="70" y="260"/>
                    <a:pt x="103" y="260"/>
                  </a:cubicBezTo>
                  <a:cubicBezTo>
                    <a:pt x="110" y="262"/>
                    <a:pt x="117" y="263"/>
                    <a:pt x="124" y="263"/>
                  </a:cubicBezTo>
                  <a:cubicBezTo>
                    <a:pt x="172" y="263"/>
                    <a:pt x="225" y="215"/>
                    <a:pt x="239" y="157"/>
                  </a:cubicBezTo>
                  <a:cubicBezTo>
                    <a:pt x="239" y="120"/>
                    <a:pt x="239" y="87"/>
                    <a:pt x="223" y="54"/>
                  </a:cubicBezTo>
                  <a:lnTo>
                    <a:pt x="206" y="33"/>
                  </a:lnTo>
                  <a:cubicBezTo>
                    <a:pt x="190" y="17"/>
                    <a:pt x="173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8" name="Google Shape;21668;p66"/>
            <p:cNvSpPr/>
            <p:nvPr/>
          </p:nvSpPr>
          <p:spPr>
            <a:xfrm>
              <a:off x="3842275" y="28156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2" y="0"/>
                  </a:moveTo>
                  <a:cubicBezTo>
                    <a:pt x="74" y="0"/>
                    <a:pt x="31" y="49"/>
                    <a:pt x="17" y="107"/>
                  </a:cubicBezTo>
                  <a:cubicBezTo>
                    <a:pt x="0" y="144"/>
                    <a:pt x="0" y="177"/>
                    <a:pt x="17" y="210"/>
                  </a:cubicBezTo>
                  <a:cubicBezTo>
                    <a:pt x="33" y="230"/>
                    <a:pt x="70" y="247"/>
                    <a:pt x="87" y="263"/>
                  </a:cubicBezTo>
                  <a:cubicBezTo>
                    <a:pt x="157" y="263"/>
                    <a:pt x="206" y="210"/>
                    <a:pt x="223" y="144"/>
                  </a:cubicBezTo>
                  <a:cubicBezTo>
                    <a:pt x="239" y="107"/>
                    <a:pt x="239" y="90"/>
                    <a:pt x="223" y="57"/>
                  </a:cubicBezTo>
                  <a:cubicBezTo>
                    <a:pt x="206" y="41"/>
                    <a:pt x="206" y="41"/>
                    <a:pt x="206" y="24"/>
                  </a:cubicBezTo>
                  <a:cubicBezTo>
                    <a:pt x="190" y="24"/>
                    <a:pt x="173" y="3"/>
                    <a:pt x="157" y="3"/>
                  </a:cubicBezTo>
                  <a:cubicBezTo>
                    <a:pt x="148" y="1"/>
                    <a:pt x="140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9" name="Google Shape;21669;p66"/>
            <p:cNvSpPr/>
            <p:nvPr/>
          </p:nvSpPr>
          <p:spPr>
            <a:xfrm>
              <a:off x="3856900" y="2757725"/>
              <a:ext cx="6000" cy="6150"/>
            </a:xfrm>
            <a:custGeom>
              <a:avLst/>
              <a:gdLst/>
              <a:ahLst/>
              <a:cxnLst/>
              <a:rect l="l" t="t" r="r" b="b"/>
              <a:pathLst>
                <a:path w="240" h="246" extrusionOk="0">
                  <a:moveTo>
                    <a:pt x="116" y="0"/>
                  </a:moveTo>
                  <a:cubicBezTo>
                    <a:pt x="70" y="0"/>
                    <a:pt x="15" y="46"/>
                    <a:pt x="1" y="106"/>
                  </a:cubicBezTo>
                  <a:cubicBezTo>
                    <a:pt x="1" y="139"/>
                    <a:pt x="1" y="177"/>
                    <a:pt x="17" y="193"/>
                  </a:cubicBezTo>
                  <a:cubicBezTo>
                    <a:pt x="34" y="226"/>
                    <a:pt x="50" y="242"/>
                    <a:pt x="87" y="242"/>
                  </a:cubicBezTo>
                  <a:cubicBezTo>
                    <a:pt x="96" y="245"/>
                    <a:pt x="104" y="246"/>
                    <a:pt x="113" y="246"/>
                  </a:cubicBezTo>
                  <a:cubicBezTo>
                    <a:pt x="167" y="246"/>
                    <a:pt x="209" y="200"/>
                    <a:pt x="223" y="139"/>
                  </a:cubicBezTo>
                  <a:cubicBezTo>
                    <a:pt x="240" y="106"/>
                    <a:pt x="223" y="73"/>
                    <a:pt x="223" y="53"/>
                  </a:cubicBezTo>
                  <a:cubicBezTo>
                    <a:pt x="207" y="36"/>
                    <a:pt x="207" y="36"/>
                    <a:pt x="190" y="20"/>
                  </a:cubicBezTo>
                  <a:cubicBezTo>
                    <a:pt x="190" y="3"/>
                    <a:pt x="170" y="3"/>
                    <a:pt x="137" y="3"/>
                  </a:cubicBezTo>
                  <a:cubicBezTo>
                    <a:pt x="130" y="1"/>
                    <a:pt x="124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0" name="Google Shape;21670;p66"/>
            <p:cNvSpPr/>
            <p:nvPr/>
          </p:nvSpPr>
          <p:spPr>
            <a:xfrm>
              <a:off x="3846600" y="28337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20" y="1"/>
                  </a:moveTo>
                  <a:cubicBezTo>
                    <a:pt x="66" y="1"/>
                    <a:pt x="33" y="55"/>
                    <a:pt x="17" y="104"/>
                  </a:cubicBezTo>
                  <a:cubicBezTo>
                    <a:pt x="0" y="141"/>
                    <a:pt x="17" y="174"/>
                    <a:pt x="17" y="207"/>
                  </a:cubicBezTo>
                  <a:cubicBezTo>
                    <a:pt x="33" y="228"/>
                    <a:pt x="66" y="244"/>
                    <a:pt x="104" y="261"/>
                  </a:cubicBezTo>
                  <a:cubicBezTo>
                    <a:pt x="153" y="261"/>
                    <a:pt x="223" y="207"/>
                    <a:pt x="240" y="141"/>
                  </a:cubicBezTo>
                  <a:lnTo>
                    <a:pt x="240" y="104"/>
                  </a:lnTo>
                  <a:cubicBezTo>
                    <a:pt x="240" y="71"/>
                    <a:pt x="223" y="55"/>
                    <a:pt x="207" y="22"/>
                  </a:cubicBezTo>
                  <a:cubicBezTo>
                    <a:pt x="190" y="22"/>
                    <a:pt x="170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1" name="Google Shape;21671;p66"/>
            <p:cNvSpPr/>
            <p:nvPr/>
          </p:nvSpPr>
          <p:spPr>
            <a:xfrm>
              <a:off x="3838450" y="2783975"/>
              <a:ext cx="2600" cy="6525"/>
            </a:xfrm>
            <a:custGeom>
              <a:avLst/>
              <a:gdLst/>
              <a:ahLst/>
              <a:cxnLst/>
              <a:rect l="l" t="t" r="r" b="b"/>
              <a:pathLst>
                <a:path w="104" h="261" extrusionOk="0">
                  <a:moveTo>
                    <a:pt x="1" y="1"/>
                  </a:moveTo>
                  <a:lnTo>
                    <a:pt x="1" y="260"/>
                  </a:lnTo>
                  <a:cubicBezTo>
                    <a:pt x="50" y="240"/>
                    <a:pt x="83" y="207"/>
                    <a:pt x="104" y="157"/>
                  </a:cubicBezTo>
                  <a:cubicBezTo>
                    <a:pt x="104" y="104"/>
                    <a:pt x="104" y="54"/>
                    <a:pt x="67" y="34"/>
                  </a:cubicBezTo>
                  <a:cubicBezTo>
                    <a:pt x="50" y="17"/>
                    <a:pt x="34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2" name="Google Shape;21672;p66"/>
            <p:cNvSpPr/>
            <p:nvPr/>
          </p:nvSpPr>
          <p:spPr>
            <a:xfrm>
              <a:off x="3839700" y="2799450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87" y="0"/>
                  </a:moveTo>
                  <a:cubicBezTo>
                    <a:pt x="33" y="33"/>
                    <a:pt x="0" y="103"/>
                    <a:pt x="17" y="173"/>
                  </a:cubicBezTo>
                  <a:cubicBezTo>
                    <a:pt x="17" y="206"/>
                    <a:pt x="33" y="223"/>
                    <a:pt x="70" y="239"/>
                  </a:cubicBezTo>
                  <a:cubicBezTo>
                    <a:pt x="79" y="249"/>
                    <a:pt x="91" y="255"/>
                    <a:pt x="106" y="255"/>
                  </a:cubicBezTo>
                  <a:cubicBezTo>
                    <a:pt x="121" y="255"/>
                    <a:pt x="138" y="249"/>
                    <a:pt x="157" y="239"/>
                  </a:cubicBezTo>
                  <a:cubicBezTo>
                    <a:pt x="190" y="223"/>
                    <a:pt x="206" y="206"/>
                    <a:pt x="223" y="173"/>
                  </a:cubicBezTo>
                  <a:cubicBezTo>
                    <a:pt x="239" y="136"/>
                    <a:pt x="239" y="103"/>
                    <a:pt x="223" y="87"/>
                  </a:cubicBezTo>
                  <a:cubicBezTo>
                    <a:pt x="223" y="54"/>
                    <a:pt x="223" y="33"/>
                    <a:pt x="206" y="17"/>
                  </a:cubicBezTo>
                  <a:cubicBezTo>
                    <a:pt x="190" y="17"/>
                    <a:pt x="190" y="17"/>
                    <a:pt x="1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3" name="Google Shape;21673;p66"/>
            <p:cNvSpPr/>
            <p:nvPr/>
          </p:nvSpPr>
          <p:spPr>
            <a:xfrm>
              <a:off x="3849600" y="2725050"/>
              <a:ext cx="6000" cy="6250"/>
            </a:xfrm>
            <a:custGeom>
              <a:avLst/>
              <a:gdLst/>
              <a:ahLst/>
              <a:cxnLst/>
              <a:rect l="l" t="t" r="r" b="b"/>
              <a:pathLst>
                <a:path w="240" h="250" extrusionOk="0">
                  <a:moveTo>
                    <a:pt x="117" y="0"/>
                  </a:moveTo>
                  <a:cubicBezTo>
                    <a:pt x="70" y="0"/>
                    <a:pt x="14" y="49"/>
                    <a:pt x="0" y="106"/>
                  </a:cubicBezTo>
                  <a:cubicBezTo>
                    <a:pt x="0" y="144"/>
                    <a:pt x="0" y="177"/>
                    <a:pt x="17" y="193"/>
                  </a:cubicBezTo>
                  <a:cubicBezTo>
                    <a:pt x="33" y="226"/>
                    <a:pt x="50" y="247"/>
                    <a:pt x="87" y="247"/>
                  </a:cubicBezTo>
                  <a:cubicBezTo>
                    <a:pt x="95" y="249"/>
                    <a:pt x="103" y="250"/>
                    <a:pt x="111" y="250"/>
                  </a:cubicBezTo>
                  <a:cubicBezTo>
                    <a:pt x="165" y="250"/>
                    <a:pt x="208" y="201"/>
                    <a:pt x="223" y="144"/>
                  </a:cubicBezTo>
                  <a:cubicBezTo>
                    <a:pt x="239" y="106"/>
                    <a:pt x="223" y="73"/>
                    <a:pt x="206" y="41"/>
                  </a:cubicBezTo>
                  <a:cubicBezTo>
                    <a:pt x="206" y="41"/>
                    <a:pt x="206" y="20"/>
                    <a:pt x="190" y="20"/>
                  </a:cubicBezTo>
                  <a:cubicBezTo>
                    <a:pt x="190" y="3"/>
                    <a:pt x="173" y="3"/>
                    <a:pt x="136" y="3"/>
                  </a:cubicBezTo>
                  <a:cubicBezTo>
                    <a:pt x="130" y="1"/>
                    <a:pt x="124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4" name="Google Shape;21674;p66"/>
            <p:cNvSpPr/>
            <p:nvPr/>
          </p:nvSpPr>
          <p:spPr>
            <a:xfrm>
              <a:off x="3855150" y="274072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44" y="1"/>
                  </a:moveTo>
                  <a:cubicBezTo>
                    <a:pt x="131" y="1"/>
                    <a:pt x="117" y="5"/>
                    <a:pt x="104" y="11"/>
                  </a:cubicBezTo>
                  <a:cubicBezTo>
                    <a:pt x="71" y="11"/>
                    <a:pt x="54" y="32"/>
                    <a:pt x="34" y="48"/>
                  </a:cubicBezTo>
                  <a:cubicBezTo>
                    <a:pt x="17" y="65"/>
                    <a:pt x="1" y="98"/>
                    <a:pt x="1" y="135"/>
                  </a:cubicBezTo>
                  <a:cubicBezTo>
                    <a:pt x="1" y="168"/>
                    <a:pt x="17" y="201"/>
                    <a:pt x="34" y="238"/>
                  </a:cubicBezTo>
                  <a:cubicBezTo>
                    <a:pt x="55" y="252"/>
                    <a:pt x="80" y="259"/>
                    <a:pt x="104" y="259"/>
                  </a:cubicBezTo>
                  <a:cubicBezTo>
                    <a:pt x="138" y="259"/>
                    <a:pt x="171" y="243"/>
                    <a:pt x="190" y="201"/>
                  </a:cubicBezTo>
                  <a:cubicBezTo>
                    <a:pt x="240" y="152"/>
                    <a:pt x="240" y="65"/>
                    <a:pt x="190" y="32"/>
                  </a:cubicBezTo>
                  <a:cubicBezTo>
                    <a:pt x="180" y="10"/>
                    <a:pt x="163" y="1"/>
                    <a:pt x="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5" name="Google Shape;21675;p66"/>
            <p:cNvSpPr/>
            <p:nvPr/>
          </p:nvSpPr>
          <p:spPr>
            <a:xfrm>
              <a:off x="3854325" y="2695550"/>
              <a:ext cx="6000" cy="6075"/>
            </a:xfrm>
            <a:custGeom>
              <a:avLst/>
              <a:gdLst/>
              <a:ahLst/>
              <a:cxnLst/>
              <a:rect l="l" t="t" r="r" b="b"/>
              <a:pathLst>
                <a:path w="240" h="243" extrusionOk="0">
                  <a:moveTo>
                    <a:pt x="120" y="0"/>
                  </a:moveTo>
                  <a:cubicBezTo>
                    <a:pt x="67" y="0"/>
                    <a:pt x="34" y="33"/>
                    <a:pt x="17" y="103"/>
                  </a:cubicBezTo>
                  <a:cubicBezTo>
                    <a:pt x="1" y="136"/>
                    <a:pt x="17" y="169"/>
                    <a:pt x="34" y="190"/>
                  </a:cubicBezTo>
                  <a:cubicBezTo>
                    <a:pt x="34" y="223"/>
                    <a:pt x="67" y="239"/>
                    <a:pt x="104" y="239"/>
                  </a:cubicBezTo>
                  <a:cubicBezTo>
                    <a:pt x="110" y="241"/>
                    <a:pt x="117" y="242"/>
                    <a:pt x="124" y="242"/>
                  </a:cubicBezTo>
                  <a:cubicBezTo>
                    <a:pt x="171" y="242"/>
                    <a:pt x="225" y="197"/>
                    <a:pt x="240" y="136"/>
                  </a:cubicBezTo>
                  <a:lnTo>
                    <a:pt x="240" y="103"/>
                  </a:lnTo>
                  <a:cubicBezTo>
                    <a:pt x="240" y="66"/>
                    <a:pt x="223" y="33"/>
                    <a:pt x="207" y="17"/>
                  </a:cubicBezTo>
                  <a:cubicBezTo>
                    <a:pt x="190" y="0"/>
                    <a:pt x="170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6" name="Google Shape;21676;p66"/>
            <p:cNvSpPr/>
            <p:nvPr/>
          </p:nvSpPr>
          <p:spPr>
            <a:xfrm>
              <a:off x="3853925" y="2848800"/>
              <a:ext cx="4650" cy="1775"/>
            </a:xfrm>
            <a:custGeom>
              <a:avLst/>
              <a:gdLst/>
              <a:ahLst/>
              <a:cxnLst/>
              <a:rect l="l" t="t" r="r" b="b"/>
              <a:pathLst>
                <a:path w="186" h="71" extrusionOk="0">
                  <a:moveTo>
                    <a:pt x="120" y="1"/>
                  </a:moveTo>
                  <a:cubicBezTo>
                    <a:pt x="83" y="1"/>
                    <a:pt x="50" y="1"/>
                    <a:pt x="33" y="17"/>
                  </a:cubicBezTo>
                  <a:cubicBezTo>
                    <a:pt x="17" y="38"/>
                    <a:pt x="0" y="54"/>
                    <a:pt x="0" y="71"/>
                  </a:cubicBezTo>
                  <a:lnTo>
                    <a:pt x="186" y="71"/>
                  </a:lnTo>
                  <a:lnTo>
                    <a:pt x="186" y="54"/>
                  </a:lnTo>
                  <a:cubicBezTo>
                    <a:pt x="186" y="38"/>
                    <a:pt x="169" y="38"/>
                    <a:pt x="169" y="17"/>
                  </a:cubicBezTo>
                  <a:cubicBezTo>
                    <a:pt x="153" y="17"/>
                    <a:pt x="136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7" name="Google Shape;21677;p66"/>
            <p:cNvSpPr/>
            <p:nvPr/>
          </p:nvSpPr>
          <p:spPr>
            <a:xfrm>
              <a:off x="4210350" y="2849225"/>
              <a:ext cx="4750" cy="1350"/>
            </a:xfrm>
            <a:custGeom>
              <a:avLst/>
              <a:gdLst/>
              <a:ahLst/>
              <a:cxnLst/>
              <a:rect l="l" t="t" r="r" b="b"/>
              <a:pathLst>
                <a:path w="190" h="54" extrusionOk="0">
                  <a:moveTo>
                    <a:pt x="120" y="0"/>
                  </a:moveTo>
                  <a:cubicBezTo>
                    <a:pt x="70" y="0"/>
                    <a:pt x="33" y="21"/>
                    <a:pt x="0" y="54"/>
                  </a:cubicBezTo>
                  <a:lnTo>
                    <a:pt x="190" y="54"/>
                  </a:lnTo>
                  <a:cubicBezTo>
                    <a:pt x="173" y="54"/>
                    <a:pt x="173" y="37"/>
                    <a:pt x="173" y="37"/>
                  </a:cubicBezTo>
                  <a:cubicBezTo>
                    <a:pt x="153" y="21"/>
                    <a:pt x="136" y="21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8" name="Google Shape;21678;p66"/>
            <p:cNvSpPr/>
            <p:nvPr/>
          </p:nvSpPr>
          <p:spPr>
            <a:xfrm>
              <a:off x="4226625" y="2802300"/>
              <a:ext cx="6100" cy="6550"/>
            </a:xfrm>
            <a:custGeom>
              <a:avLst/>
              <a:gdLst/>
              <a:ahLst/>
              <a:cxnLst/>
              <a:rect l="l" t="t" r="r" b="b"/>
              <a:pathLst>
                <a:path w="244" h="262" extrusionOk="0">
                  <a:moveTo>
                    <a:pt x="139" y="1"/>
                  </a:moveTo>
                  <a:cubicBezTo>
                    <a:pt x="104" y="1"/>
                    <a:pt x="67" y="18"/>
                    <a:pt x="38" y="59"/>
                  </a:cubicBezTo>
                  <a:cubicBezTo>
                    <a:pt x="1" y="109"/>
                    <a:pt x="1" y="179"/>
                    <a:pt x="38" y="228"/>
                  </a:cubicBezTo>
                  <a:cubicBezTo>
                    <a:pt x="59" y="251"/>
                    <a:pt x="83" y="261"/>
                    <a:pt x="109" y="261"/>
                  </a:cubicBezTo>
                  <a:cubicBezTo>
                    <a:pt x="143" y="261"/>
                    <a:pt x="178" y="243"/>
                    <a:pt x="207" y="212"/>
                  </a:cubicBezTo>
                  <a:cubicBezTo>
                    <a:pt x="244" y="162"/>
                    <a:pt x="244" y="76"/>
                    <a:pt x="207" y="22"/>
                  </a:cubicBezTo>
                  <a:cubicBezTo>
                    <a:pt x="187" y="9"/>
                    <a:pt x="163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9" name="Google Shape;21679;p66"/>
            <p:cNvSpPr/>
            <p:nvPr/>
          </p:nvSpPr>
          <p:spPr>
            <a:xfrm>
              <a:off x="4228800" y="2818850"/>
              <a:ext cx="6500" cy="6300"/>
            </a:xfrm>
            <a:custGeom>
              <a:avLst/>
              <a:gdLst/>
              <a:ahLst/>
              <a:cxnLst/>
              <a:rect l="l" t="t" r="r" b="b"/>
              <a:pathLst>
                <a:path w="260" h="252" extrusionOk="0">
                  <a:moveTo>
                    <a:pt x="138" y="0"/>
                  </a:moveTo>
                  <a:cubicBezTo>
                    <a:pt x="105" y="0"/>
                    <a:pt x="73" y="20"/>
                    <a:pt x="54" y="49"/>
                  </a:cubicBezTo>
                  <a:cubicBezTo>
                    <a:pt x="0" y="102"/>
                    <a:pt x="0" y="185"/>
                    <a:pt x="54" y="222"/>
                  </a:cubicBezTo>
                  <a:cubicBezTo>
                    <a:pt x="68" y="242"/>
                    <a:pt x="91" y="252"/>
                    <a:pt x="116" y="252"/>
                  </a:cubicBezTo>
                  <a:cubicBezTo>
                    <a:pt x="150" y="252"/>
                    <a:pt x="187" y="234"/>
                    <a:pt x="206" y="205"/>
                  </a:cubicBezTo>
                  <a:cubicBezTo>
                    <a:pt x="260" y="152"/>
                    <a:pt x="260" y="65"/>
                    <a:pt x="206" y="32"/>
                  </a:cubicBezTo>
                  <a:cubicBezTo>
                    <a:pt x="186" y="10"/>
                    <a:pt x="162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0" name="Google Shape;21680;p66"/>
            <p:cNvSpPr/>
            <p:nvPr/>
          </p:nvSpPr>
          <p:spPr>
            <a:xfrm>
              <a:off x="3838450" y="2848400"/>
              <a:ext cx="1675" cy="2175"/>
            </a:xfrm>
            <a:custGeom>
              <a:avLst/>
              <a:gdLst/>
              <a:ahLst/>
              <a:cxnLst/>
              <a:rect l="l" t="t" r="r" b="b"/>
              <a:pathLst>
                <a:path w="67" h="87" extrusionOk="0">
                  <a:moveTo>
                    <a:pt x="1" y="0"/>
                  </a:moveTo>
                  <a:lnTo>
                    <a:pt x="1" y="87"/>
                  </a:lnTo>
                  <a:lnTo>
                    <a:pt x="67" y="87"/>
                  </a:lnTo>
                  <a:cubicBezTo>
                    <a:pt x="67" y="70"/>
                    <a:pt x="50" y="33"/>
                    <a:pt x="34" y="17"/>
                  </a:cubicBezTo>
                  <a:cubicBezTo>
                    <a:pt x="34" y="17"/>
                    <a:pt x="17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1" name="Google Shape;21681;p66"/>
            <p:cNvSpPr/>
            <p:nvPr/>
          </p:nvSpPr>
          <p:spPr>
            <a:xfrm>
              <a:off x="3842675" y="2753475"/>
              <a:ext cx="6125" cy="6500"/>
            </a:xfrm>
            <a:custGeom>
              <a:avLst/>
              <a:gdLst/>
              <a:ahLst/>
              <a:cxnLst/>
              <a:rect l="l" t="t" r="r" b="b"/>
              <a:pathLst>
                <a:path w="245" h="260" extrusionOk="0">
                  <a:moveTo>
                    <a:pt x="141" y="0"/>
                  </a:moveTo>
                  <a:cubicBezTo>
                    <a:pt x="87" y="0"/>
                    <a:pt x="17" y="54"/>
                    <a:pt x="1" y="120"/>
                  </a:cubicBezTo>
                  <a:cubicBezTo>
                    <a:pt x="1" y="157"/>
                    <a:pt x="1" y="190"/>
                    <a:pt x="17" y="223"/>
                  </a:cubicBezTo>
                  <a:cubicBezTo>
                    <a:pt x="38" y="243"/>
                    <a:pt x="71" y="260"/>
                    <a:pt x="87" y="260"/>
                  </a:cubicBezTo>
                  <a:cubicBezTo>
                    <a:pt x="120" y="260"/>
                    <a:pt x="157" y="260"/>
                    <a:pt x="174" y="243"/>
                  </a:cubicBezTo>
                  <a:cubicBezTo>
                    <a:pt x="207" y="223"/>
                    <a:pt x="223" y="190"/>
                    <a:pt x="223" y="157"/>
                  </a:cubicBezTo>
                  <a:cubicBezTo>
                    <a:pt x="244" y="120"/>
                    <a:pt x="223" y="87"/>
                    <a:pt x="207" y="54"/>
                  </a:cubicBezTo>
                  <a:cubicBezTo>
                    <a:pt x="207" y="54"/>
                    <a:pt x="207" y="37"/>
                    <a:pt x="190" y="37"/>
                  </a:cubicBezTo>
                  <a:cubicBezTo>
                    <a:pt x="190" y="37"/>
                    <a:pt x="190" y="17"/>
                    <a:pt x="174" y="17"/>
                  </a:cubicBezTo>
                  <a:cubicBezTo>
                    <a:pt x="174" y="17"/>
                    <a:pt x="157" y="17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2" name="Google Shape;21682;p66"/>
            <p:cNvSpPr/>
            <p:nvPr/>
          </p:nvSpPr>
          <p:spPr>
            <a:xfrm>
              <a:off x="3843600" y="2771100"/>
              <a:ext cx="6025" cy="6375"/>
            </a:xfrm>
            <a:custGeom>
              <a:avLst/>
              <a:gdLst/>
              <a:ahLst/>
              <a:cxnLst/>
              <a:rect l="l" t="t" r="r" b="b"/>
              <a:pathLst>
                <a:path w="241" h="255" extrusionOk="0">
                  <a:moveTo>
                    <a:pt x="83" y="0"/>
                  </a:moveTo>
                  <a:cubicBezTo>
                    <a:pt x="50" y="17"/>
                    <a:pt x="34" y="54"/>
                    <a:pt x="17" y="70"/>
                  </a:cubicBezTo>
                  <a:cubicBezTo>
                    <a:pt x="1" y="103"/>
                    <a:pt x="1" y="136"/>
                    <a:pt x="1" y="173"/>
                  </a:cubicBezTo>
                  <a:cubicBezTo>
                    <a:pt x="17" y="206"/>
                    <a:pt x="34" y="223"/>
                    <a:pt x="50" y="239"/>
                  </a:cubicBezTo>
                  <a:cubicBezTo>
                    <a:pt x="67" y="250"/>
                    <a:pt x="84" y="255"/>
                    <a:pt x="100" y="255"/>
                  </a:cubicBezTo>
                  <a:cubicBezTo>
                    <a:pt x="115" y="255"/>
                    <a:pt x="129" y="250"/>
                    <a:pt x="137" y="239"/>
                  </a:cubicBezTo>
                  <a:cubicBezTo>
                    <a:pt x="207" y="223"/>
                    <a:pt x="240" y="136"/>
                    <a:pt x="224" y="87"/>
                  </a:cubicBezTo>
                  <a:cubicBezTo>
                    <a:pt x="224" y="54"/>
                    <a:pt x="207" y="33"/>
                    <a:pt x="186" y="17"/>
                  </a:cubicBezTo>
                  <a:cubicBezTo>
                    <a:pt x="186" y="17"/>
                    <a:pt x="170" y="17"/>
                    <a:pt x="1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3" name="Google Shape;21683;p66"/>
            <p:cNvSpPr/>
            <p:nvPr/>
          </p:nvSpPr>
          <p:spPr>
            <a:xfrm>
              <a:off x="3842275" y="27097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2" y="0"/>
                  </a:moveTo>
                  <a:cubicBezTo>
                    <a:pt x="100" y="0"/>
                    <a:pt x="64" y="19"/>
                    <a:pt x="33" y="50"/>
                  </a:cubicBezTo>
                  <a:cubicBezTo>
                    <a:pt x="0" y="99"/>
                    <a:pt x="0" y="186"/>
                    <a:pt x="33" y="239"/>
                  </a:cubicBezTo>
                  <a:cubicBezTo>
                    <a:pt x="55" y="253"/>
                    <a:pt x="80" y="261"/>
                    <a:pt x="104" y="261"/>
                  </a:cubicBezTo>
                  <a:cubicBezTo>
                    <a:pt x="141" y="261"/>
                    <a:pt x="177" y="244"/>
                    <a:pt x="206" y="202"/>
                  </a:cubicBezTo>
                  <a:cubicBezTo>
                    <a:pt x="239" y="153"/>
                    <a:pt x="239" y="83"/>
                    <a:pt x="190" y="33"/>
                  </a:cubicBezTo>
                  <a:cubicBezTo>
                    <a:pt x="176" y="10"/>
                    <a:pt x="155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4" name="Google Shape;21684;p66"/>
            <p:cNvSpPr/>
            <p:nvPr/>
          </p:nvSpPr>
          <p:spPr>
            <a:xfrm>
              <a:off x="4257550" y="2828300"/>
              <a:ext cx="6100" cy="6300"/>
            </a:xfrm>
            <a:custGeom>
              <a:avLst/>
              <a:gdLst/>
              <a:ahLst/>
              <a:cxnLst/>
              <a:rect l="l" t="t" r="r" b="b"/>
              <a:pathLst>
                <a:path w="244" h="252" extrusionOk="0">
                  <a:moveTo>
                    <a:pt x="137" y="1"/>
                  </a:moveTo>
                  <a:cubicBezTo>
                    <a:pt x="104" y="1"/>
                    <a:pt x="73" y="19"/>
                    <a:pt x="54" y="50"/>
                  </a:cubicBezTo>
                  <a:cubicBezTo>
                    <a:pt x="0" y="99"/>
                    <a:pt x="0" y="186"/>
                    <a:pt x="54" y="219"/>
                  </a:cubicBezTo>
                  <a:cubicBezTo>
                    <a:pt x="68" y="242"/>
                    <a:pt x="89" y="252"/>
                    <a:pt x="112" y="252"/>
                  </a:cubicBezTo>
                  <a:cubicBezTo>
                    <a:pt x="143" y="252"/>
                    <a:pt x="178" y="233"/>
                    <a:pt x="207" y="202"/>
                  </a:cubicBezTo>
                  <a:cubicBezTo>
                    <a:pt x="244" y="153"/>
                    <a:pt x="244" y="66"/>
                    <a:pt x="207" y="33"/>
                  </a:cubicBezTo>
                  <a:cubicBezTo>
                    <a:pt x="186" y="11"/>
                    <a:pt x="161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5" name="Google Shape;21685;p66"/>
            <p:cNvSpPr/>
            <p:nvPr/>
          </p:nvSpPr>
          <p:spPr>
            <a:xfrm>
              <a:off x="3979675" y="27479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70" y="17"/>
                    <a:pt x="37" y="71"/>
                    <a:pt x="21" y="120"/>
                  </a:cubicBezTo>
                  <a:cubicBezTo>
                    <a:pt x="0" y="190"/>
                    <a:pt x="37" y="240"/>
                    <a:pt x="103" y="260"/>
                  </a:cubicBezTo>
                  <a:cubicBezTo>
                    <a:pt x="140" y="260"/>
                    <a:pt x="157" y="260"/>
                    <a:pt x="190" y="240"/>
                  </a:cubicBezTo>
                  <a:cubicBezTo>
                    <a:pt x="206" y="207"/>
                    <a:pt x="227" y="190"/>
                    <a:pt x="243" y="157"/>
                  </a:cubicBezTo>
                  <a:cubicBezTo>
                    <a:pt x="243" y="120"/>
                    <a:pt x="243" y="87"/>
                    <a:pt x="227" y="54"/>
                  </a:cubicBezTo>
                  <a:cubicBezTo>
                    <a:pt x="227" y="54"/>
                    <a:pt x="227" y="34"/>
                    <a:pt x="206" y="34"/>
                  </a:cubicBezTo>
                  <a:cubicBezTo>
                    <a:pt x="206" y="34"/>
                    <a:pt x="206" y="17"/>
                    <a:pt x="190" y="17"/>
                  </a:cubicBezTo>
                  <a:cubicBezTo>
                    <a:pt x="173" y="17"/>
                    <a:pt x="140" y="17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6" name="Google Shape;21686;p66"/>
            <p:cNvSpPr/>
            <p:nvPr/>
          </p:nvSpPr>
          <p:spPr>
            <a:xfrm>
              <a:off x="3944100" y="2832200"/>
              <a:ext cx="6425" cy="6500"/>
            </a:xfrm>
            <a:custGeom>
              <a:avLst/>
              <a:gdLst/>
              <a:ahLst/>
              <a:cxnLst/>
              <a:rect l="l" t="t" r="r" b="b"/>
              <a:pathLst>
                <a:path w="257" h="260" extrusionOk="0">
                  <a:moveTo>
                    <a:pt x="135" y="0"/>
                  </a:moveTo>
                  <a:cubicBezTo>
                    <a:pt x="101" y="0"/>
                    <a:pt x="69" y="18"/>
                    <a:pt x="50" y="46"/>
                  </a:cubicBezTo>
                  <a:cubicBezTo>
                    <a:pt x="1" y="100"/>
                    <a:pt x="1" y="187"/>
                    <a:pt x="50" y="236"/>
                  </a:cubicBezTo>
                  <a:cubicBezTo>
                    <a:pt x="65" y="251"/>
                    <a:pt x="91" y="259"/>
                    <a:pt x="118" y="259"/>
                  </a:cubicBezTo>
                  <a:cubicBezTo>
                    <a:pt x="151" y="259"/>
                    <a:pt x="186" y="247"/>
                    <a:pt x="207" y="220"/>
                  </a:cubicBezTo>
                  <a:cubicBezTo>
                    <a:pt x="256" y="150"/>
                    <a:pt x="256" y="84"/>
                    <a:pt x="207" y="30"/>
                  </a:cubicBezTo>
                  <a:cubicBezTo>
                    <a:pt x="184" y="9"/>
                    <a:pt x="159" y="0"/>
                    <a:pt x="1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7" name="Google Shape;21687;p66"/>
            <p:cNvSpPr/>
            <p:nvPr/>
          </p:nvSpPr>
          <p:spPr>
            <a:xfrm>
              <a:off x="3940200" y="2801275"/>
              <a:ext cx="6000" cy="6250"/>
            </a:xfrm>
            <a:custGeom>
              <a:avLst/>
              <a:gdLst/>
              <a:ahLst/>
              <a:cxnLst/>
              <a:rect l="l" t="t" r="r" b="b"/>
              <a:pathLst>
                <a:path w="240" h="250" extrusionOk="0">
                  <a:moveTo>
                    <a:pt x="133" y="0"/>
                  </a:moveTo>
                  <a:cubicBezTo>
                    <a:pt x="101" y="0"/>
                    <a:pt x="64" y="18"/>
                    <a:pt x="33" y="47"/>
                  </a:cubicBezTo>
                  <a:cubicBezTo>
                    <a:pt x="0" y="100"/>
                    <a:pt x="0" y="187"/>
                    <a:pt x="33" y="220"/>
                  </a:cubicBezTo>
                  <a:cubicBezTo>
                    <a:pt x="55" y="240"/>
                    <a:pt x="81" y="250"/>
                    <a:pt x="106" y="250"/>
                  </a:cubicBezTo>
                  <a:cubicBezTo>
                    <a:pt x="142" y="250"/>
                    <a:pt x="177" y="232"/>
                    <a:pt x="206" y="203"/>
                  </a:cubicBezTo>
                  <a:cubicBezTo>
                    <a:pt x="239" y="150"/>
                    <a:pt x="239" y="63"/>
                    <a:pt x="190" y="30"/>
                  </a:cubicBezTo>
                  <a:cubicBezTo>
                    <a:pt x="176" y="9"/>
                    <a:pt x="156" y="0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8" name="Google Shape;21688;p66"/>
            <p:cNvSpPr/>
            <p:nvPr/>
          </p:nvSpPr>
          <p:spPr>
            <a:xfrm>
              <a:off x="3940600" y="2755725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38" y="0"/>
                  </a:moveTo>
                  <a:cubicBezTo>
                    <a:pt x="103" y="0"/>
                    <a:pt x="67" y="19"/>
                    <a:pt x="38" y="50"/>
                  </a:cubicBezTo>
                  <a:cubicBezTo>
                    <a:pt x="1" y="100"/>
                    <a:pt x="1" y="186"/>
                    <a:pt x="38" y="219"/>
                  </a:cubicBezTo>
                  <a:cubicBezTo>
                    <a:pt x="54" y="236"/>
                    <a:pt x="71" y="257"/>
                    <a:pt x="87" y="257"/>
                  </a:cubicBezTo>
                  <a:cubicBezTo>
                    <a:pt x="120" y="257"/>
                    <a:pt x="174" y="257"/>
                    <a:pt x="207" y="203"/>
                  </a:cubicBezTo>
                  <a:cubicBezTo>
                    <a:pt x="244" y="170"/>
                    <a:pt x="244" y="116"/>
                    <a:pt x="223" y="67"/>
                  </a:cubicBezTo>
                  <a:cubicBezTo>
                    <a:pt x="223" y="50"/>
                    <a:pt x="207" y="30"/>
                    <a:pt x="207" y="30"/>
                  </a:cubicBezTo>
                  <a:cubicBezTo>
                    <a:pt x="186" y="9"/>
                    <a:pt x="162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9" name="Google Shape;21689;p66"/>
            <p:cNvSpPr/>
            <p:nvPr/>
          </p:nvSpPr>
          <p:spPr>
            <a:xfrm>
              <a:off x="3925150" y="2796950"/>
              <a:ext cx="6500" cy="6325"/>
            </a:xfrm>
            <a:custGeom>
              <a:avLst/>
              <a:gdLst/>
              <a:ahLst/>
              <a:cxnLst/>
              <a:rect l="l" t="t" r="r" b="b"/>
              <a:pathLst>
                <a:path w="260" h="253" extrusionOk="0">
                  <a:moveTo>
                    <a:pt x="151" y="0"/>
                  </a:moveTo>
                  <a:cubicBezTo>
                    <a:pt x="119" y="0"/>
                    <a:pt x="83" y="19"/>
                    <a:pt x="54" y="51"/>
                  </a:cubicBezTo>
                  <a:cubicBezTo>
                    <a:pt x="0" y="100"/>
                    <a:pt x="0" y="187"/>
                    <a:pt x="54" y="220"/>
                  </a:cubicBezTo>
                  <a:cubicBezTo>
                    <a:pt x="75" y="242"/>
                    <a:pt x="99" y="252"/>
                    <a:pt x="124" y="252"/>
                  </a:cubicBezTo>
                  <a:cubicBezTo>
                    <a:pt x="156" y="252"/>
                    <a:pt x="187" y="234"/>
                    <a:pt x="206" y="203"/>
                  </a:cubicBezTo>
                  <a:cubicBezTo>
                    <a:pt x="260" y="154"/>
                    <a:pt x="260" y="67"/>
                    <a:pt x="206" y="30"/>
                  </a:cubicBezTo>
                  <a:cubicBezTo>
                    <a:pt x="193" y="10"/>
                    <a:pt x="173" y="0"/>
                    <a:pt x="1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0" name="Google Shape;21690;p66"/>
            <p:cNvSpPr/>
            <p:nvPr/>
          </p:nvSpPr>
          <p:spPr>
            <a:xfrm>
              <a:off x="3921750" y="27371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53" y="1"/>
                  </a:moveTo>
                  <a:cubicBezTo>
                    <a:pt x="120" y="1"/>
                    <a:pt x="87" y="1"/>
                    <a:pt x="70" y="17"/>
                  </a:cubicBezTo>
                  <a:cubicBezTo>
                    <a:pt x="33" y="50"/>
                    <a:pt x="17" y="71"/>
                    <a:pt x="17" y="104"/>
                  </a:cubicBezTo>
                  <a:cubicBezTo>
                    <a:pt x="0" y="137"/>
                    <a:pt x="17" y="174"/>
                    <a:pt x="33" y="207"/>
                  </a:cubicBezTo>
                  <a:cubicBezTo>
                    <a:pt x="50" y="223"/>
                    <a:pt x="70" y="240"/>
                    <a:pt x="103" y="256"/>
                  </a:cubicBezTo>
                  <a:cubicBezTo>
                    <a:pt x="153" y="256"/>
                    <a:pt x="223" y="223"/>
                    <a:pt x="239" y="137"/>
                  </a:cubicBezTo>
                  <a:cubicBezTo>
                    <a:pt x="239" y="120"/>
                    <a:pt x="239" y="87"/>
                    <a:pt x="223" y="50"/>
                  </a:cubicBezTo>
                  <a:cubicBezTo>
                    <a:pt x="223" y="34"/>
                    <a:pt x="206" y="34"/>
                    <a:pt x="206" y="34"/>
                  </a:cubicBezTo>
                  <a:cubicBezTo>
                    <a:pt x="190" y="17"/>
                    <a:pt x="173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1" name="Google Shape;21691;p66"/>
            <p:cNvSpPr/>
            <p:nvPr/>
          </p:nvSpPr>
          <p:spPr>
            <a:xfrm>
              <a:off x="3919975" y="2781475"/>
              <a:ext cx="6125" cy="6450"/>
            </a:xfrm>
            <a:custGeom>
              <a:avLst/>
              <a:gdLst/>
              <a:ahLst/>
              <a:cxnLst/>
              <a:rect l="l" t="t" r="r" b="b"/>
              <a:pathLst>
                <a:path w="245" h="258" extrusionOk="0">
                  <a:moveTo>
                    <a:pt x="139" y="1"/>
                  </a:moveTo>
                  <a:cubicBezTo>
                    <a:pt x="106" y="1"/>
                    <a:pt x="74" y="20"/>
                    <a:pt x="55" y="51"/>
                  </a:cubicBezTo>
                  <a:cubicBezTo>
                    <a:pt x="1" y="101"/>
                    <a:pt x="1" y="187"/>
                    <a:pt x="55" y="220"/>
                  </a:cubicBezTo>
                  <a:cubicBezTo>
                    <a:pt x="71" y="237"/>
                    <a:pt x="71" y="257"/>
                    <a:pt x="88" y="257"/>
                  </a:cubicBezTo>
                  <a:cubicBezTo>
                    <a:pt x="141" y="257"/>
                    <a:pt x="174" y="257"/>
                    <a:pt x="207" y="204"/>
                  </a:cubicBezTo>
                  <a:cubicBezTo>
                    <a:pt x="244" y="171"/>
                    <a:pt x="244" y="117"/>
                    <a:pt x="244" y="68"/>
                  </a:cubicBezTo>
                  <a:cubicBezTo>
                    <a:pt x="224" y="51"/>
                    <a:pt x="224" y="51"/>
                    <a:pt x="207" y="30"/>
                  </a:cubicBezTo>
                  <a:cubicBezTo>
                    <a:pt x="187" y="10"/>
                    <a:pt x="163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2" name="Google Shape;21692;p66"/>
            <p:cNvSpPr/>
            <p:nvPr/>
          </p:nvSpPr>
          <p:spPr>
            <a:xfrm>
              <a:off x="3914825" y="2829875"/>
              <a:ext cx="6125" cy="6475"/>
            </a:xfrm>
            <a:custGeom>
              <a:avLst/>
              <a:gdLst/>
              <a:ahLst/>
              <a:cxnLst/>
              <a:rect l="l" t="t" r="r" b="b"/>
              <a:pathLst>
                <a:path w="245" h="259" extrusionOk="0">
                  <a:moveTo>
                    <a:pt x="136" y="0"/>
                  </a:moveTo>
                  <a:cubicBezTo>
                    <a:pt x="87" y="0"/>
                    <a:pt x="35" y="46"/>
                    <a:pt x="17" y="106"/>
                  </a:cubicBezTo>
                  <a:cubicBezTo>
                    <a:pt x="1" y="177"/>
                    <a:pt x="38" y="243"/>
                    <a:pt x="104" y="259"/>
                  </a:cubicBezTo>
                  <a:cubicBezTo>
                    <a:pt x="120" y="259"/>
                    <a:pt x="157" y="259"/>
                    <a:pt x="190" y="226"/>
                  </a:cubicBezTo>
                  <a:cubicBezTo>
                    <a:pt x="207" y="210"/>
                    <a:pt x="223" y="193"/>
                    <a:pt x="244" y="156"/>
                  </a:cubicBezTo>
                  <a:cubicBezTo>
                    <a:pt x="244" y="123"/>
                    <a:pt x="244" y="90"/>
                    <a:pt x="223" y="53"/>
                  </a:cubicBezTo>
                  <a:cubicBezTo>
                    <a:pt x="223" y="36"/>
                    <a:pt x="207" y="36"/>
                    <a:pt x="207" y="36"/>
                  </a:cubicBezTo>
                  <a:cubicBezTo>
                    <a:pt x="190" y="20"/>
                    <a:pt x="174" y="3"/>
                    <a:pt x="157" y="3"/>
                  </a:cubicBezTo>
                  <a:cubicBezTo>
                    <a:pt x="150" y="1"/>
                    <a:pt x="14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3" name="Google Shape;21693;p66"/>
            <p:cNvSpPr/>
            <p:nvPr/>
          </p:nvSpPr>
          <p:spPr>
            <a:xfrm>
              <a:off x="3942350" y="281665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53" y="1"/>
                  </a:moveTo>
                  <a:cubicBezTo>
                    <a:pt x="87" y="1"/>
                    <a:pt x="34" y="34"/>
                    <a:pt x="17" y="120"/>
                  </a:cubicBezTo>
                  <a:cubicBezTo>
                    <a:pt x="1" y="137"/>
                    <a:pt x="1" y="170"/>
                    <a:pt x="17" y="207"/>
                  </a:cubicBezTo>
                  <a:cubicBezTo>
                    <a:pt x="34" y="240"/>
                    <a:pt x="71" y="256"/>
                    <a:pt x="87" y="256"/>
                  </a:cubicBezTo>
                  <a:cubicBezTo>
                    <a:pt x="96" y="258"/>
                    <a:pt x="104" y="259"/>
                    <a:pt x="112" y="259"/>
                  </a:cubicBezTo>
                  <a:cubicBezTo>
                    <a:pt x="167" y="259"/>
                    <a:pt x="209" y="214"/>
                    <a:pt x="223" y="153"/>
                  </a:cubicBezTo>
                  <a:cubicBezTo>
                    <a:pt x="240" y="120"/>
                    <a:pt x="240" y="87"/>
                    <a:pt x="223" y="50"/>
                  </a:cubicBezTo>
                  <a:cubicBezTo>
                    <a:pt x="207" y="50"/>
                    <a:pt x="207" y="34"/>
                    <a:pt x="207" y="34"/>
                  </a:cubicBezTo>
                  <a:cubicBezTo>
                    <a:pt x="190" y="17"/>
                    <a:pt x="174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4" name="Google Shape;21694;p66"/>
            <p:cNvSpPr/>
            <p:nvPr/>
          </p:nvSpPr>
          <p:spPr>
            <a:xfrm>
              <a:off x="3927725" y="281325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35" y="1"/>
                  </a:moveTo>
                  <a:cubicBezTo>
                    <a:pt x="101" y="1"/>
                    <a:pt x="66" y="19"/>
                    <a:pt x="37" y="50"/>
                  </a:cubicBezTo>
                  <a:cubicBezTo>
                    <a:pt x="0" y="99"/>
                    <a:pt x="0" y="186"/>
                    <a:pt x="37" y="240"/>
                  </a:cubicBezTo>
                  <a:cubicBezTo>
                    <a:pt x="57" y="253"/>
                    <a:pt x="81" y="261"/>
                    <a:pt x="105" y="261"/>
                  </a:cubicBezTo>
                  <a:cubicBezTo>
                    <a:pt x="140" y="261"/>
                    <a:pt x="177" y="244"/>
                    <a:pt x="206" y="203"/>
                  </a:cubicBezTo>
                  <a:cubicBezTo>
                    <a:pt x="243" y="153"/>
                    <a:pt x="243" y="83"/>
                    <a:pt x="206" y="33"/>
                  </a:cubicBezTo>
                  <a:cubicBezTo>
                    <a:pt x="185" y="11"/>
                    <a:pt x="161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5" name="Google Shape;21695;p66"/>
            <p:cNvSpPr/>
            <p:nvPr/>
          </p:nvSpPr>
          <p:spPr>
            <a:xfrm>
              <a:off x="3927725" y="2752325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36" y="1"/>
                  </a:moveTo>
                  <a:cubicBezTo>
                    <a:pt x="121" y="1"/>
                    <a:pt x="103" y="5"/>
                    <a:pt x="87" y="13"/>
                  </a:cubicBezTo>
                  <a:cubicBezTo>
                    <a:pt x="37" y="46"/>
                    <a:pt x="0" y="116"/>
                    <a:pt x="17" y="186"/>
                  </a:cubicBezTo>
                  <a:cubicBezTo>
                    <a:pt x="17" y="219"/>
                    <a:pt x="37" y="236"/>
                    <a:pt x="70" y="252"/>
                  </a:cubicBezTo>
                  <a:cubicBezTo>
                    <a:pt x="79" y="261"/>
                    <a:pt x="91" y="265"/>
                    <a:pt x="106" y="265"/>
                  </a:cubicBezTo>
                  <a:cubicBezTo>
                    <a:pt x="121" y="265"/>
                    <a:pt x="138" y="261"/>
                    <a:pt x="157" y="252"/>
                  </a:cubicBezTo>
                  <a:cubicBezTo>
                    <a:pt x="190" y="236"/>
                    <a:pt x="206" y="219"/>
                    <a:pt x="223" y="186"/>
                  </a:cubicBezTo>
                  <a:cubicBezTo>
                    <a:pt x="243" y="149"/>
                    <a:pt x="243" y="116"/>
                    <a:pt x="223" y="83"/>
                  </a:cubicBezTo>
                  <a:cubicBezTo>
                    <a:pt x="223" y="63"/>
                    <a:pt x="223" y="46"/>
                    <a:pt x="206" y="30"/>
                  </a:cubicBezTo>
                  <a:cubicBezTo>
                    <a:pt x="190" y="30"/>
                    <a:pt x="190" y="30"/>
                    <a:pt x="173" y="13"/>
                  </a:cubicBezTo>
                  <a:cubicBezTo>
                    <a:pt x="165" y="5"/>
                    <a:pt x="152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6" name="Google Shape;21696;p66"/>
            <p:cNvSpPr/>
            <p:nvPr/>
          </p:nvSpPr>
          <p:spPr>
            <a:xfrm>
              <a:off x="3929875" y="2829875"/>
              <a:ext cx="5600" cy="6475"/>
            </a:xfrm>
            <a:custGeom>
              <a:avLst/>
              <a:gdLst/>
              <a:ahLst/>
              <a:cxnLst/>
              <a:rect l="l" t="t" r="r" b="b"/>
              <a:pathLst>
                <a:path w="224" h="259" extrusionOk="0">
                  <a:moveTo>
                    <a:pt x="117" y="0"/>
                  </a:moveTo>
                  <a:cubicBezTo>
                    <a:pt x="70" y="0"/>
                    <a:pt x="15" y="46"/>
                    <a:pt x="1" y="106"/>
                  </a:cubicBezTo>
                  <a:cubicBezTo>
                    <a:pt x="1" y="139"/>
                    <a:pt x="1" y="177"/>
                    <a:pt x="17" y="210"/>
                  </a:cubicBezTo>
                  <a:cubicBezTo>
                    <a:pt x="34" y="226"/>
                    <a:pt x="54" y="243"/>
                    <a:pt x="87" y="259"/>
                  </a:cubicBezTo>
                  <a:cubicBezTo>
                    <a:pt x="137" y="259"/>
                    <a:pt x="207" y="226"/>
                    <a:pt x="223" y="139"/>
                  </a:cubicBezTo>
                  <a:cubicBezTo>
                    <a:pt x="223" y="123"/>
                    <a:pt x="223" y="90"/>
                    <a:pt x="207" y="53"/>
                  </a:cubicBezTo>
                  <a:cubicBezTo>
                    <a:pt x="207" y="36"/>
                    <a:pt x="207" y="36"/>
                    <a:pt x="190" y="36"/>
                  </a:cubicBezTo>
                  <a:cubicBezTo>
                    <a:pt x="174" y="20"/>
                    <a:pt x="157" y="3"/>
                    <a:pt x="137" y="3"/>
                  </a:cubicBezTo>
                  <a:cubicBezTo>
                    <a:pt x="130" y="1"/>
                    <a:pt x="124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7" name="Google Shape;21697;p66"/>
            <p:cNvSpPr/>
            <p:nvPr/>
          </p:nvSpPr>
          <p:spPr>
            <a:xfrm>
              <a:off x="3932875" y="276755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34" y="1"/>
                  </a:moveTo>
                  <a:cubicBezTo>
                    <a:pt x="102" y="1"/>
                    <a:pt x="66" y="17"/>
                    <a:pt x="37" y="56"/>
                  </a:cubicBezTo>
                  <a:cubicBezTo>
                    <a:pt x="17" y="72"/>
                    <a:pt x="17" y="93"/>
                    <a:pt x="17" y="109"/>
                  </a:cubicBezTo>
                  <a:cubicBezTo>
                    <a:pt x="0" y="142"/>
                    <a:pt x="0" y="196"/>
                    <a:pt x="37" y="229"/>
                  </a:cubicBezTo>
                  <a:cubicBezTo>
                    <a:pt x="57" y="248"/>
                    <a:pt x="82" y="256"/>
                    <a:pt x="107" y="256"/>
                  </a:cubicBezTo>
                  <a:cubicBezTo>
                    <a:pt x="124" y="256"/>
                    <a:pt x="142" y="252"/>
                    <a:pt x="157" y="245"/>
                  </a:cubicBezTo>
                  <a:cubicBezTo>
                    <a:pt x="173" y="245"/>
                    <a:pt x="190" y="229"/>
                    <a:pt x="190" y="212"/>
                  </a:cubicBezTo>
                  <a:cubicBezTo>
                    <a:pt x="244" y="159"/>
                    <a:pt x="244" y="72"/>
                    <a:pt x="190" y="23"/>
                  </a:cubicBezTo>
                  <a:cubicBezTo>
                    <a:pt x="176" y="9"/>
                    <a:pt x="156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8" name="Google Shape;21698;p66"/>
            <p:cNvSpPr/>
            <p:nvPr/>
          </p:nvSpPr>
          <p:spPr>
            <a:xfrm>
              <a:off x="3947100" y="2771325"/>
              <a:ext cx="5575" cy="6350"/>
            </a:xfrm>
            <a:custGeom>
              <a:avLst/>
              <a:gdLst/>
              <a:ahLst/>
              <a:cxnLst/>
              <a:rect l="l" t="t" r="r" b="b"/>
              <a:pathLst>
                <a:path w="223" h="254" extrusionOk="0">
                  <a:moveTo>
                    <a:pt x="111" y="1"/>
                  </a:moveTo>
                  <a:cubicBezTo>
                    <a:pt x="92" y="1"/>
                    <a:pt x="76" y="13"/>
                    <a:pt x="50" y="24"/>
                  </a:cubicBezTo>
                  <a:cubicBezTo>
                    <a:pt x="33" y="45"/>
                    <a:pt x="17" y="78"/>
                    <a:pt x="0" y="111"/>
                  </a:cubicBezTo>
                  <a:cubicBezTo>
                    <a:pt x="0" y="148"/>
                    <a:pt x="0" y="181"/>
                    <a:pt x="17" y="197"/>
                  </a:cubicBezTo>
                  <a:cubicBezTo>
                    <a:pt x="33" y="230"/>
                    <a:pt x="50" y="251"/>
                    <a:pt x="87" y="251"/>
                  </a:cubicBezTo>
                  <a:cubicBezTo>
                    <a:pt x="93" y="253"/>
                    <a:pt x="99" y="254"/>
                    <a:pt x="106" y="254"/>
                  </a:cubicBezTo>
                  <a:cubicBezTo>
                    <a:pt x="153" y="254"/>
                    <a:pt x="208" y="206"/>
                    <a:pt x="223" y="148"/>
                  </a:cubicBezTo>
                  <a:cubicBezTo>
                    <a:pt x="223" y="111"/>
                    <a:pt x="223" y="78"/>
                    <a:pt x="206" y="45"/>
                  </a:cubicBezTo>
                  <a:lnTo>
                    <a:pt x="190" y="24"/>
                  </a:lnTo>
                  <a:cubicBezTo>
                    <a:pt x="169" y="8"/>
                    <a:pt x="153" y="8"/>
                    <a:pt x="136" y="8"/>
                  </a:cubicBezTo>
                  <a:cubicBezTo>
                    <a:pt x="127" y="3"/>
                    <a:pt x="118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9" name="Google Shape;21699;p66"/>
            <p:cNvSpPr/>
            <p:nvPr/>
          </p:nvSpPr>
          <p:spPr>
            <a:xfrm>
              <a:off x="3939375" y="27405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3" y="1"/>
                  </a:moveTo>
                  <a:cubicBezTo>
                    <a:pt x="87" y="1"/>
                    <a:pt x="33" y="54"/>
                    <a:pt x="17" y="120"/>
                  </a:cubicBezTo>
                  <a:cubicBezTo>
                    <a:pt x="0" y="158"/>
                    <a:pt x="0" y="190"/>
                    <a:pt x="17" y="207"/>
                  </a:cubicBezTo>
                  <a:cubicBezTo>
                    <a:pt x="33" y="244"/>
                    <a:pt x="66" y="261"/>
                    <a:pt x="87" y="261"/>
                  </a:cubicBezTo>
                  <a:cubicBezTo>
                    <a:pt x="120" y="261"/>
                    <a:pt x="153" y="261"/>
                    <a:pt x="169" y="244"/>
                  </a:cubicBezTo>
                  <a:cubicBezTo>
                    <a:pt x="206" y="207"/>
                    <a:pt x="223" y="190"/>
                    <a:pt x="223" y="158"/>
                  </a:cubicBezTo>
                  <a:cubicBezTo>
                    <a:pt x="239" y="120"/>
                    <a:pt x="239" y="87"/>
                    <a:pt x="223" y="54"/>
                  </a:cubicBezTo>
                  <a:cubicBezTo>
                    <a:pt x="206" y="54"/>
                    <a:pt x="206" y="38"/>
                    <a:pt x="206" y="38"/>
                  </a:cubicBezTo>
                  <a:cubicBezTo>
                    <a:pt x="190" y="17"/>
                    <a:pt x="16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0" name="Google Shape;21700;p66"/>
            <p:cNvSpPr/>
            <p:nvPr/>
          </p:nvSpPr>
          <p:spPr>
            <a:xfrm>
              <a:off x="3934625" y="2784500"/>
              <a:ext cx="6000" cy="6300"/>
            </a:xfrm>
            <a:custGeom>
              <a:avLst/>
              <a:gdLst/>
              <a:ahLst/>
              <a:cxnLst/>
              <a:rect l="l" t="t" r="r" b="b"/>
              <a:pathLst>
                <a:path w="240" h="252" extrusionOk="0">
                  <a:moveTo>
                    <a:pt x="139" y="0"/>
                  </a:moveTo>
                  <a:cubicBezTo>
                    <a:pt x="124" y="0"/>
                    <a:pt x="112" y="4"/>
                    <a:pt x="103" y="13"/>
                  </a:cubicBezTo>
                  <a:cubicBezTo>
                    <a:pt x="33" y="33"/>
                    <a:pt x="0" y="99"/>
                    <a:pt x="17" y="169"/>
                  </a:cubicBezTo>
                  <a:cubicBezTo>
                    <a:pt x="33" y="202"/>
                    <a:pt x="50" y="239"/>
                    <a:pt x="71" y="239"/>
                  </a:cubicBezTo>
                  <a:cubicBezTo>
                    <a:pt x="87" y="248"/>
                    <a:pt x="103" y="252"/>
                    <a:pt x="118" y="252"/>
                  </a:cubicBezTo>
                  <a:cubicBezTo>
                    <a:pt x="132" y="252"/>
                    <a:pt x="145" y="248"/>
                    <a:pt x="153" y="239"/>
                  </a:cubicBezTo>
                  <a:cubicBezTo>
                    <a:pt x="190" y="239"/>
                    <a:pt x="207" y="202"/>
                    <a:pt x="223" y="169"/>
                  </a:cubicBezTo>
                  <a:cubicBezTo>
                    <a:pt x="240" y="153"/>
                    <a:pt x="240" y="116"/>
                    <a:pt x="240" y="83"/>
                  </a:cubicBezTo>
                  <a:cubicBezTo>
                    <a:pt x="223" y="66"/>
                    <a:pt x="223" y="33"/>
                    <a:pt x="207" y="33"/>
                  </a:cubicBezTo>
                  <a:cubicBezTo>
                    <a:pt x="207" y="13"/>
                    <a:pt x="190" y="13"/>
                    <a:pt x="190" y="13"/>
                  </a:cubicBezTo>
                  <a:cubicBezTo>
                    <a:pt x="172" y="4"/>
                    <a:pt x="154" y="0"/>
                    <a:pt x="1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1" name="Google Shape;21701;p66"/>
            <p:cNvSpPr/>
            <p:nvPr/>
          </p:nvSpPr>
          <p:spPr>
            <a:xfrm>
              <a:off x="4040275" y="2741925"/>
              <a:ext cx="5600" cy="6000"/>
            </a:xfrm>
            <a:custGeom>
              <a:avLst/>
              <a:gdLst/>
              <a:ahLst/>
              <a:cxnLst/>
              <a:rect l="l" t="t" r="r" b="b"/>
              <a:pathLst>
                <a:path w="224" h="240" extrusionOk="0">
                  <a:moveTo>
                    <a:pt x="190" y="0"/>
                  </a:moveTo>
                  <a:cubicBezTo>
                    <a:pt x="174" y="0"/>
                    <a:pt x="153" y="17"/>
                    <a:pt x="136" y="17"/>
                  </a:cubicBezTo>
                  <a:cubicBezTo>
                    <a:pt x="87" y="33"/>
                    <a:pt x="50" y="50"/>
                    <a:pt x="17" y="50"/>
                  </a:cubicBezTo>
                  <a:cubicBezTo>
                    <a:pt x="0" y="66"/>
                    <a:pt x="0" y="66"/>
                    <a:pt x="0" y="87"/>
                  </a:cubicBezTo>
                  <a:cubicBezTo>
                    <a:pt x="0" y="120"/>
                    <a:pt x="0" y="153"/>
                    <a:pt x="17" y="190"/>
                  </a:cubicBezTo>
                  <a:cubicBezTo>
                    <a:pt x="33" y="207"/>
                    <a:pt x="50" y="223"/>
                    <a:pt x="87" y="240"/>
                  </a:cubicBezTo>
                  <a:cubicBezTo>
                    <a:pt x="136" y="240"/>
                    <a:pt x="207" y="190"/>
                    <a:pt x="223" y="120"/>
                  </a:cubicBezTo>
                  <a:cubicBezTo>
                    <a:pt x="223" y="87"/>
                    <a:pt x="223" y="50"/>
                    <a:pt x="207" y="33"/>
                  </a:cubicBezTo>
                  <a:cubicBezTo>
                    <a:pt x="207" y="17"/>
                    <a:pt x="207" y="17"/>
                    <a:pt x="1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2" name="Google Shape;21702;p66"/>
            <p:cNvSpPr/>
            <p:nvPr/>
          </p:nvSpPr>
          <p:spPr>
            <a:xfrm>
              <a:off x="4201775" y="2833050"/>
              <a:ext cx="6025" cy="6400"/>
            </a:xfrm>
            <a:custGeom>
              <a:avLst/>
              <a:gdLst/>
              <a:ahLst/>
              <a:cxnLst/>
              <a:rect l="l" t="t" r="r" b="b"/>
              <a:pathLst>
                <a:path w="241" h="256" extrusionOk="0">
                  <a:moveTo>
                    <a:pt x="134" y="0"/>
                  </a:moveTo>
                  <a:cubicBezTo>
                    <a:pt x="120" y="0"/>
                    <a:pt x="102" y="4"/>
                    <a:pt x="83" y="12"/>
                  </a:cubicBezTo>
                  <a:cubicBezTo>
                    <a:pt x="67" y="12"/>
                    <a:pt x="34" y="50"/>
                    <a:pt x="17" y="83"/>
                  </a:cubicBezTo>
                  <a:cubicBezTo>
                    <a:pt x="17" y="99"/>
                    <a:pt x="1" y="132"/>
                    <a:pt x="17" y="169"/>
                  </a:cubicBezTo>
                  <a:cubicBezTo>
                    <a:pt x="17" y="202"/>
                    <a:pt x="34" y="235"/>
                    <a:pt x="67" y="235"/>
                  </a:cubicBezTo>
                  <a:cubicBezTo>
                    <a:pt x="83" y="256"/>
                    <a:pt x="121" y="256"/>
                    <a:pt x="154" y="256"/>
                  </a:cubicBezTo>
                  <a:cubicBezTo>
                    <a:pt x="207" y="219"/>
                    <a:pt x="240" y="153"/>
                    <a:pt x="224" y="83"/>
                  </a:cubicBezTo>
                  <a:cubicBezTo>
                    <a:pt x="224" y="66"/>
                    <a:pt x="224" y="50"/>
                    <a:pt x="207" y="29"/>
                  </a:cubicBezTo>
                  <a:cubicBezTo>
                    <a:pt x="187" y="12"/>
                    <a:pt x="187" y="12"/>
                    <a:pt x="170" y="12"/>
                  </a:cubicBezTo>
                  <a:cubicBezTo>
                    <a:pt x="162" y="4"/>
                    <a:pt x="149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3" name="Google Shape;21703;p66"/>
            <p:cNvSpPr/>
            <p:nvPr/>
          </p:nvSpPr>
          <p:spPr>
            <a:xfrm>
              <a:off x="4104700" y="2827875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32" y="0"/>
                  </a:moveTo>
                  <a:cubicBezTo>
                    <a:pt x="100" y="0"/>
                    <a:pt x="65" y="19"/>
                    <a:pt x="33" y="50"/>
                  </a:cubicBezTo>
                  <a:cubicBezTo>
                    <a:pt x="0" y="100"/>
                    <a:pt x="0" y="186"/>
                    <a:pt x="33" y="219"/>
                  </a:cubicBezTo>
                  <a:cubicBezTo>
                    <a:pt x="56" y="242"/>
                    <a:pt x="81" y="252"/>
                    <a:pt x="106" y="252"/>
                  </a:cubicBezTo>
                  <a:cubicBezTo>
                    <a:pt x="141" y="252"/>
                    <a:pt x="176" y="234"/>
                    <a:pt x="206" y="203"/>
                  </a:cubicBezTo>
                  <a:cubicBezTo>
                    <a:pt x="239" y="153"/>
                    <a:pt x="239" y="67"/>
                    <a:pt x="190" y="30"/>
                  </a:cubicBezTo>
                  <a:cubicBezTo>
                    <a:pt x="175" y="9"/>
                    <a:pt x="154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4" name="Google Shape;21704;p66"/>
            <p:cNvSpPr/>
            <p:nvPr/>
          </p:nvSpPr>
          <p:spPr>
            <a:xfrm>
              <a:off x="4099125" y="2812400"/>
              <a:ext cx="6425" cy="6600"/>
            </a:xfrm>
            <a:custGeom>
              <a:avLst/>
              <a:gdLst/>
              <a:ahLst/>
              <a:cxnLst/>
              <a:rect l="l" t="t" r="r" b="b"/>
              <a:pathLst>
                <a:path w="257" h="264" extrusionOk="0">
                  <a:moveTo>
                    <a:pt x="144" y="1"/>
                  </a:moveTo>
                  <a:cubicBezTo>
                    <a:pt x="109" y="1"/>
                    <a:pt x="72" y="19"/>
                    <a:pt x="50" y="51"/>
                  </a:cubicBezTo>
                  <a:cubicBezTo>
                    <a:pt x="1" y="100"/>
                    <a:pt x="1" y="187"/>
                    <a:pt x="50" y="237"/>
                  </a:cubicBezTo>
                  <a:cubicBezTo>
                    <a:pt x="67" y="237"/>
                    <a:pt x="87" y="257"/>
                    <a:pt x="104" y="257"/>
                  </a:cubicBezTo>
                  <a:cubicBezTo>
                    <a:pt x="112" y="261"/>
                    <a:pt x="121" y="263"/>
                    <a:pt x="131" y="263"/>
                  </a:cubicBezTo>
                  <a:cubicBezTo>
                    <a:pt x="161" y="263"/>
                    <a:pt x="194" y="244"/>
                    <a:pt x="207" y="204"/>
                  </a:cubicBezTo>
                  <a:cubicBezTo>
                    <a:pt x="240" y="171"/>
                    <a:pt x="256" y="117"/>
                    <a:pt x="240" y="84"/>
                  </a:cubicBezTo>
                  <a:cubicBezTo>
                    <a:pt x="223" y="67"/>
                    <a:pt x="223" y="51"/>
                    <a:pt x="207" y="30"/>
                  </a:cubicBezTo>
                  <a:cubicBezTo>
                    <a:pt x="191" y="10"/>
                    <a:pt x="168" y="1"/>
                    <a:pt x="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5" name="Google Shape;21705;p66"/>
            <p:cNvSpPr/>
            <p:nvPr/>
          </p:nvSpPr>
          <p:spPr>
            <a:xfrm>
              <a:off x="4114600" y="2705925"/>
              <a:ext cx="6400" cy="6400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135" y="1"/>
                  </a:moveTo>
                  <a:cubicBezTo>
                    <a:pt x="102" y="1"/>
                    <a:pt x="71" y="18"/>
                    <a:pt x="49" y="47"/>
                  </a:cubicBezTo>
                  <a:cubicBezTo>
                    <a:pt x="0" y="100"/>
                    <a:pt x="0" y="187"/>
                    <a:pt x="49" y="220"/>
                  </a:cubicBezTo>
                  <a:cubicBezTo>
                    <a:pt x="67" y="243"/>
                    <a:pt x="94" y="255"/>
                    <a:pt x="121" y="255"/>
                  </a:cubicBezTo>
                  <a:cubicBezTo>
                    <a:pt x="153" y="255"/>
                    <a:pt x="186" y="239"/>
                    <a:pt x="206" y="204"/>
                  </a:cubicBezTo>
                  <a:cubicBezTo>
                    <a:pt x="256" y="150"/>
                    <a:pt x="256" y="63"/>
                    <a:pt x="206" y="30"/>
                  </a:cubicBezTo>
                  <a:cubicBezTo>
                    <a:pt x="184" y="10"/>
                    <a:pt x="159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6" name="Google Shape;21706;p66"/>
            <p:cNvSpPr/>
            <p:nvPr/>
          </p:nvSpPr>
          <p:spPr>
            <a:xfrm>
              <a:off x="4101700" y="27224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4" y="0"/>
                  </a:moveTo>
                  <a:cubicBezTo>
                    <a:pt x="87" y="0"/>
                    <a:pt x="32" y="49"/>
                    <a:pt x="17" y="106"/>
                  </a:cubicBezTo>
                  <a:cubicBezTo>
                    <a:pt x="1" y="176"/>
                    <a:pt x="34" y="247"/>
                    <a:pt x="104" y="263"/>
                  </a:cubicBezTo>
                  <a:cubicBezTo>
                    <a:pt x="137" y="263"/>
                    <a:pt x="153" y="247"/>
                    <a:pt x="190" y="226"/>
                  </a:cubicBezTo>
                  <a:cubicBezTo>
                    <a:pt x="223" y="209"/>
                    <a:pt x="240" y="176"/>
                    <a:pt x="240" y="144"/>
                  </a:cubicBezTo>
                  <a:cubicBezTo>
                    <a:pt x="240" y="106"/>
                    <a:pt x="240" y="73"/>
                    <a:pt x="223" y="57"/>
                  </a:cubicBezTo>
                  <a:cubicBezTo>
                    <a:pt x="223" y="40"/>
                    <a:pt x="223" y="40"/>
                    <a:pt x="207" y="20"/>
                  </a:cubicBezTo>
                  <a:cubicBezTo>
                    <a:pt x="190" y="20"/>
                    <a:pt x="170" y="3"/>
                    <a:pt x="153" y="3"/>
                  </a:cubicBezTo>
                  <a:cubicBezTo>
                    <a:pt x="147" y="1"/>
                    <a:pt x="141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7" name="Google Shape;21707;p66"/>
            <p:cNvSpPr/>
            <p:nvPr/>
          </p:nvSpPr>
          <p:spPr>
            <a:xfrm>
              <a:off x="4110675" y="2737600"/>
              <a:ext cx="6525" cy="6375"/>
            </a:xfrm>
            <a:custGeom>
              <a:avLst/>
              <a:gdLst/>
              <a:ahLst/>
              <a:cxnLst/>
              <a:rect l="l" t="t" r="r" b="b"/>
              <a:pathLst>
                <a:path w="261" h="255" extrusionOk="0">
                  <a:moveTo>
                    <a:pt x="103" y="0"/>
                  </a:moveTo>
                  <a:cubicBezTo>
                    <a:pt x="37" y="33"/>
                    <a:pt x="0" y="103"/>
                    <a:pt x="17" y="173"/>
                  </a:cubicBezTo>
                  <a:cubicBezTo>
                    <a:pt x="17" y="206"/>
                    <a:pt x="37" y="223"/>
                    <a:pt x="70" y="239"/>
                  </a:cubicBezTo>
                  <a:cubicBezTo>
                    <a:pt x="87" y="250"/>
                    <a:pt x="99" y="255"/>
                    <a:pt x="112" y="255"/>
                  </a:cubicBezTo>
                  <a:cubicBezTo>
                    <a:pt x="125" y="255"/>
                    <a:pt x="138" y="250"/>
                    <a:pt x="157" y="239"/>
                  </a:cubicBezTo>
                  <a:cubicBezTo>
                    <a:pt x="223" y="223"/>
                    <a:pt x="260" y="136"/>
                    <a:pt x="244" y="87"/>
                  </a:cubicBezTo>
                  <a:cubicBezTo>
                    <a:pt x="223" y="54"/>
                    <a:pt x="223" y="33"/>
                    <a:pt x="206" y="33"/>
                  </a:cubicBezTo>
                  <a:lnTo>
                    <a:pt x="190" y="17"/>
                  </a:lnTo>
                  <a:cubicBezTo>
                    <a:pt x="157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8" name="Google Shape;21708;p66"/>
            <p:cNvSpPr/>
            <p:nvPr/>
          </p:nvSpPr>
          <p:spPr>
            <a:xfrm>
              <a:off x="4106850" y="2783575"/>
              <a:ext cx="6000" cy="6300"/>
            </a:xfrm>
            <a:custGeom>
              <a:avLst/>
              <a:gdLst/>
              <a:ahLst/>
              <a:cxnLst/>
              <a:rect l="l" t="t" r="r" b="b"/>
              <a:pathLst>
                <a:path w="240" h="252" extrusionOk="0">
                  <a:moveTo>
                    <a:pt x="104" y="0"/>
                  </a:moveTo>
                  <a:cubicBezTo>
                    <a:pt x="34" y="33"/>
                    <a:pt x="1" y="103"/>
                    <a:pt x="17" y="173"/>
                  </a:cubicBezTo>
                  <a:cubicBezTo>
                    <a:pt x="17" y="206"/>
                    <a:pt x="50" y="223"/>
                    <a:pt x="67" y="239"/>
                  </a:cubicBezTo>
                  <a:cubicBezTo>
                    <a:pt x="85" y="247"/>
                    <a:pt x="99" y="252"/>
                    <a:pt x="112" y="252"/>
                  </a:cubicBezTo>
                  <a:cubicBezTo>
                    <a:pt x="124" y="252"/>
                    <a:pt x="137" y="247"/>
                    <a:pt x="153" y="239"/>
                  </a:cubicBezTo>
                  <a:cubicBezTo>
                    <a:pt x="190" y="223"/>
                    <a:pt x="207" y="206"/>
                    <a:pt x="223" y="173"/>
                  </a:cubicBezTo>
                  <a:cubicBezTo>
                    <a:pt x="240" y="136"/>
                    <a:pt x="240" y="103"/>
                    <a:pt x="240" y="70"/>
                  </a:cubicBezTo>
                  <a:cubicBezTo>
                    <a:pt x="223" y="50"/>
                    <a:pt x="223" y="33"/>
                    <a:pt x="207" y="17"/>
                  </a:cubicBezTo>
                  <a:cubicBezTo>
                    <a:pt x="207" y="17"/>
                    <a:pt x="190" y="17"/>
                    <a:pt x="1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9" name="Google Shape;21709;p66"/>
            <p:cNvSpPr/>
            <p:nvPr/>
          </p:nvSpPr>
          <p:spPr>
            <a:xfrm>
              <a:off x="4063050" y="2730700"/>
              <a:ext cx="5600" cy="6100"/>
            </a:xfrm>
            <a:custGeom>
              <a:avLst/>
              <a:gdLst/>
              <a:ahLst/>
              <a:cxnLst/>
              <a:rect l="l" t="t" r="r" b="b"/>
              <a:pathLst>
                <a:path w="224" h="244" extrusionOk="0">
                  <a:moveTo>
                    <a:pt x="190" y="0"/>
                  </a:moveTo>
                  <a:cubicBezTo>
                    <a:pt x="120" y="54"/>
                    <a:pt x="50" y="87"/>
                    <a:pt x="1" y="124"/>
                  </a:cubicBezTo>
                  <a:cubicBezTo>
                    <a:pt x="1" y="157"/>
                    <a:pt x="1" y="190"/>
                    <a:pt x="34" y="206"/>
                  </a:cubicBezTo>
                  <a:cubicBezTo>
                    <a:pt x="34" y="227"/>
                    <a:pt x="50" y="227"/>
                    <a:pt x="67" y="243"/>
                  </a:cubicBezTo>
                  <a:cubicBezTo>
                    <a:pt x="104" y="243"/>
                    <a:pt x="153" y="227"/>
                    <a:pt x="190" y="190"/>
                  </a:cubicBezTo>
                  <a:cubicBezTo>
                    <a:pt x="223" y="157"/>
                    <a:pt x="223" y="103"/>
                    <a:pt x="207" y="54"/>
                  </a:cubicBezTo>
                  <a:cubicBezTo>
                    <a:pt x="207" y="37"/>
                    <a:pt x="207" y="21"/>
                    <a:pt x="1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0" name="Google Shape;21710;p66"/>
            <p:cNvSpPr/>
            <p:nvPr/>
          </p:nvSpPr>
          <p:spPr>
            <a:xfrm>
              <a:off x="4119750" y="278665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37" y="0"/>
                  </a:moveTo>
                  <a:cubicBezTo>
                    <a:pt x="103" y="0"/>
                    <a:pt x="71" y="19"/>
                    <a:pt x="50" y="50"/>
                  </a:cubicBezTo>
                  <a:cubicBezTo>
                    <a:pt x="0" y="100"/>
                    <a:pt x="0" y="186"/>
                    <a:pt x="50" y="236"/>
                  </a:cubicBezTo>
                  <a:cubicBezTo>
                    <a:pt x="50" y="236"/>
                    <a:pt x="66" y="256"/>
                    <a:pt x="87" y="256"/>
                  </a:cubicBezTo>
                  <a:cubicBezTo>
                    <a:pt x="95" y="260"/>
                    <a:pt x="104" y="263"/>
                    <a:pt x="114" y="263"/>
                  </a:cubicBezTo>
                  <a:cubicBezTo>
                    <a:pt x="143" y="263"/>
                    <a:pt x="178" y="243"/>
                    <a:pt x="206" y="203"/>
                  </a:cubicBezTo>
                  <a:cubicBezTo>
                    <a:pt x="239" y="170"/>
                    <a:pt x="239" y="116"/>
                    <a:pt x="223" y="83"/>
                  </a:cubicBezTo>
                  <a:cubicBezTo>
                    <a:pt x="223" y="67"/>
                    <a:pt x="223" y="50"/>
                    <a:pt x="206" y="30"/>
                  </a:cubicBezTo>
                  <a:cubicBezTo>
                    <a:pt x="184" y="9"/>
                    <a:pt x="160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1" name="Google Shape;21711;p66"/>
            <p:cNvSpPr/>
            <p:nvPr/>
          </p:nvSpPr>
          <p:spPr>
            <a:xfrm>
              <a:off x="4101300" y="2707500"/>
              <a:ext cx="5575" cy="5700"/>
            </a:xfrm>
            <a:custGeom>
              <a:avLst/>
              <a:gdLst/>
              <a:ahLst/>
              <a:cxnLst/>
              <a:rect l="l" t="t" r="r" b="b"/>
              <a:pathLst>
                <a:path w="223" h="228" extrusionOk="0">
                  <a:moveTo>
                    <a:pt x="186" y="0"/>
                  </a:moveTo>
                  <a:cubicBezTo>
                    <a:pt x="120" y="37"/>
                    <a:pt x="50" y="70"/>
                    <a:pt x="0" y="103"/>
                  </a:cubicBezTo>
                  <a:lnTo>
                    <a:pt x="0" y="174"/>
                  </a:lnTo>
                  <a:cubicBezTo>
                    <a:pt x="17" y="190"/>
                    <a:pt x="50" y="207"/>
                    <a:pt x="66" y="227"/>
                  </a:cubicBezTo>
                  <a:cubicBezTo>
                    <a:pt x="136" y="227"/>
                    <a:pt x="206" y="190"/>
                    <a:pt x="223" y="103"/>
                  </a:cubicBezTo>
                  <a:cubicBezTo>
                    <a:pt x="223" y="87"/>
                    <a:pt x="223" y="54"/>
                    <a:pt x="206" y="21"/>
                  </a:cubicBezTo>
                  <a:lnTo>
                    <a:pt x="1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2" name="Google Shape;21712;p66"/>
            <p:cNvSpPr/>
            <p:nvPr/>
          </p:nvSpPr>
          <p:spPr>
            <a:xfrm>
              <a:off x="4099125" y="275090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37" y="0"/>
                  </a:moveTo>
                  <a:cubicBezTo>
                    <a:pt x="87" y="0"/>
                    <a:pt x="17" y="37"/>
                    <a:pt x="1" y="120"/>
                  </a:cubicBezTo>
                  <a:cubicBezTo>
                    <a:pt x="1" y="157"/>
                    <a:pt x="1" y="173"/>
                    <a:pt x="17" y="206"/>
                  </a:cubicBezTo>
                  <a:cubicBezTo>
                    <a:pt x="34" y="243"/>
                    <a:pt x="50" y="260"/>
                    <a:pt x="87" y="260"/>
                  </a:cubicBezTo>
                  <a:cubicBezTo>
                    <a:pt x="120" y="260"/>
                    <a:pt x="153" y="260"/>
                    <a:pt x="170" y="243"/>
                  </a:cubicBezTo>
                  <a:cubicBezTo>
                    <a:pt x="207" y="206"/>
                    <a:pt x="223" y="190"/>
                    <a:pt x="223" y="157"/>
                  </a:cubicBezTo>
                  <a:cubicBezTo>
                    <a:pt x="223" y="120"/>
                    <a:pt x="223" y="87"/>
                    <a:pt x="207" y="54"/>
                  </a:cubicBezTo>
                  <a:cubicBezTo>
                    <a:pt x="207" y="54"/>
                    <a:pt x="207" y="37"/>
                    <a:pt x="190" y="37"/>
                  </a:cubicBezTo>
                  <a:cubicBezTo>
                    <a:pt x="170" y="17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3" name="Google Shape;21713;p66"/>
            <p:cNvSpPr/>
            <p:nvPr/>
          </p:nvSpPr>
          <p:spPr>
            <a:xfrm>
              <a:off x="3937200" y="2846575"/>
              <a:ext cx="6000" cy="4000"/>
            </a:xfrm>
            <a:custGeom>
              <a:avLst/>
              <a:gdLst/>
              <a:ahLst/>
              <a:cxnLst/>
              <a:rect l="l" t="t" r="r" b="b"/>
              <a:pathLst>
                <a:path w="240" h="160" extrusionOk="0">
                  <a:moveTo>
                    <a:pt x="117" y="0"/>
                  </a:moveTo>
                  <a:cubicBezTo>
                    <a:pt x="71" y="0"/>
                    <a:pt x="15" y="49"/>
                    <a:pt x="0" y="106"/>
                  </a:cubicBezTo>
                  <a:lnTo>
                    <a:pt x="0" y="160"/>
                  </a:lnTo>
                  <a:lnTo>
                    <a:pt x="223" y="160"/>
                  </a:lnTo>
                  <a:cubicBezTo>
                    <a:pt x="240" y="127"/>
                    <a:pt x="223" y="90"/>
                    <a:pt x="223" y="57"/>
                  </a:cubicBezTo>
                  <a:cubicBezTo>
                    <a:pt x="207" y="40"/>
                    <a:pt x="207" y="40"/>
                    <a:pt x="190" y="40"/>
                  </a:cubicBezTo>
                  <a:cubicBezTo>
                    <a:pt x="190" y="24"/>
                    <a:pt x="174" y="3"/>
                    <a:pt x="137" y="3"/>
                  </a:cubicBezTo>
                  <a:cubicBezTo>
                    <a:pt x="130" y="1"/>
                    <a:pt x="124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4" name="Google Shape;21714;p66"/>
            <p:cNvSpPr/>
            <p:nvPr/>
          </p:nvSpPr>
          <p:spPr>
            <a:xfrm>
              <a:off x="4097375" y="2797675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37" y="1"/>
                  </a:moveTo>
                  <a:cubicBezTo>
                    <a:pt x="104" y="1"/>
                    <a:pt x="87" y="1"/>
                    <a:pt x="54" y="38"/>
                  </a:cubicBezTo>
                  <a:cubicBezTo>
                    <a:pt x="33" y="55"/>
                    <a:pt x="17" y="88"/>
                    <a:pt x="0" y="125"/>
                  </a:cubicBezTo>
                  <a:cubicBezTo>
                    <a:pt x="0" y="141"/>
                    <a:pt x="0" y="174"/>
                    <a:pt x="17" y="207"/>
                  </a:cubicBezTo>
                  <a:cubicBezTo>
                    <a:pt x="33" y="244"/>
                    <a:pt x="54" y="261"/>
                    <a:pt x="87" y="261"/>
                  </a:cubicBezTo>
                  <a:cubicBezTo>
                    <a:pt x="94" y="263"/>
                    <a:pt x="100" y="264"/>
                    <a:pt x="107" y="264"/>
                  </a:cubicBezTo>
                  <a:cubicBezTo>
                    <a:pt x="154" y="264"/>
                    <a:pt x="209" y="219"/>
                    <a:pt x="223" y="158"/>
                  </a:cubicBezTo>
                  <a:cubicBezTo>
                    <a:pt x="223" y="125"/>
                    <a:pt x="223" y="88"/>
                    <a:pt x="207" y="55"/>
                  </a:cubicBezTo>
                  <a:cubicBezTo>
                    <a:pt x="207" y="55"/>
                    <a:pt x="207" y="38"/>
                    <a:pt x="190" y="38"/>
                  </a:cubicBezTo>
                  <a:cubicBezTo>
                    <a:pt x="174" y="22"/>
                    <a:pt x="157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5" name="Google Shape;21715;p66"/>
            <p:cNvSpPr/>
            <p:nvPr/>
          </p:nvSpPr>
          <p:spPr>
            <a:xfrm>
              <a:off x="4106850" y="2844350"/>
              <a:ext cx="6425" cy="6225"/>
            </a:xfrm>
            <a:custGeom>
              <a:avLst/>
              <a:gdLst/>
              <a:ahLst/>
              <a:cxnLst/>
              <a:rect l="l" t="t" r="r" b="b"/>
              <a:pathLst>
                <a:path w="257" h="249" extrusionOk="0">
                  <a:moveTo>
                    <a:pt x="130" y="0"/>
                  </a:moveTo>
                  <a:cubicBezTo>
                    <a:pt x="99" y="0"/>
                    <a:pt x="71" y="14"/>
                    <a:pt x="50" y="43"/>
                  </a:cubicBezTo>
                  <a:cubicBezTo>
                    <a:pt x="1" y="92"/>
                    <a:pt x="1" y="179"/>
                    <a:pt x="50" y="232"/>
                  </a:cubicBezTo>
                  <a:cubicBezTo>
                    <a:pt x="50" y="249"/>
                    <a:pt x="67" y="249"/>
                    <a:pt x="87" y="249"/>
                  </a:cubicBezTo>
                  <a:lnTo>
                    <a:pt x="137" y="249"/>
                  </a:lnTo>
                  <a:cubicBezTo>
                    <a:pt x="153" y="249"/>
                    <a:pt x="190" y="232"/>
                    <a:pt x="207" y="216"/>
                  </a:cubicBezTo>
                  <a:cubicBezTo>
                    <a:pt x="256" y="146"/>
                    <a:pt x="256" y="76"/>
                    <a:pt x="207" y="26"/>
                  </a:cubicBezTo>
                  <a:cubicBezTo>
                    <a:pt x="183" y="9"/>
                    <a:pt x="156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6" name="Google Shape;21716;p66"/>
            <p:cNvSpPr/>
            <p:nvPr/>
          </p:nvSpPr>
          <p:spPr>
            <a:xfrm>
              <a:off x="4119325" y="2832200"/>
              <a:ext cx="6000" cy="6250"/>
            </a:xfrm>
            <a:custGeom>
              <a:avLst/>
              <a:gdLst/>
              <a:ahLst/>
              <a:cxnLst/>
              <a:rect l="l" t="t" r="r" b="b"/>
              <a:pathLst>
                <a:path w="240" h="250" extrusionOk="0">
                  <a:moveTo>
                    <a:pt x="134" y="0"/>
                  </a:moveTo>
                  <a:cubicBezTo>
                    <a:pt x="98" y="0"/>
                    <a:pt x="62" y="18"/>
                    <a:pt x="34" y="46"/>
                  </a:cubicBezTo>
                  <a:cubicBezTo>
                    <a:pt x="1" y="100"/>
                    <a:pt x="1" y="187"/>
                    <a:pt x="34" y="220"/>
                  </a:cubicBezTo>
                  <a:cubicBezTo>
                    <a:pt x="54" y="240"/>
                    <a:pt x="79" y="249"/>
                    <a:pt x="104" y="249"/>
                  </a:cubicBezTo>
                  <a:cubicBezTo>
                    <a:pt x="139" y="249"/>
                    <a:pt x="176" y="232"/>
                    <a:pt x="207" y="203"/>
                  </a:cubicBezTo>
                  <a:cubicBezTo>
                    <a:pt x="240" y="150"/>
                    <a:pt x="240" y="63"/>
                    <a:pt x="207" y="30"/>
                  </a:cubicBezTo>
                  <a:cubicBezTo>
                    <a:pt x="184" y="9"/>
                    <a:pt x="159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7" name="Google Shape;21717;p66"/>
            <p:cNvSpPr/>
            <p:nvPr/>
          </p:nvSpPr>
          <p:spPr>
            <a:xfrm>
              <a:off x="4101300" y="276810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36" y="1"/>
                  </a:moveTo>
                  <a:cubicBezTo>
                    <a:pt x="103" y="1"/>
                    <a:pt x="83" y="1"/>
                    <a:pt x="50" y="34"/>
                  </a:cubicBezTo>
                  <a:cubicBezTo>
                    <a:pt x="33" y="50"/>
                    <a:pt x="17" y="71"/>
                    <a:pt x="0" y="104"/>
                  </a:cubicBezTo>
                  <a:cubicBezTo>
                    <a:pt x="0" y="137"/>
                    <a:pt x="0" y="174"/>
                    <a:pt x="17" y="207"/>
                  </a:cubicBezTo>
                  <a:cubicBezTo>
                    <a:pt x="33" y="240"/>
                    <a:pt x="50" y="256"/>
                    <a:pt x="83" y="256"/>
                  </a:cubicBezTo>
                  <a:cubicBezTo>
                    <a:pt x="91" y="259"/>
                    <a:pt x="99" y="261"/>
                    <a:pt x="107" y="261"/>
                  </a:cubicBezTo>
                  <a:cubicBezTo>
                    <a:pt x="156" y="261"/>
                    <a:pt x="209" y="213"/>
                    <a:pt x="223" y="153"/>
                  </a:cubicBezTo>
                  <a:cubicBezTo>
                    <a:pt x="223" y="120"/>
                    <a:pt x="223" y="87"/>
                    <a:pt x="206" y="50"/>
                  </a:cubicBezTo>
                  <a:cubicBezTo>
                    <a:pt x="206" y="50"/>
                    <a:pt x="206" y="34"/>
                    <a:pt x="186" y="34"/>
                  </a:cubicBezTo>
                  <a:cubicBezTo>
                    <a:pt x="169" y="17"/>
                    <a:pt x="15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8" name="Google Shape;21718;p66"/>
            <p:cNvSpPr/>
            <p:nvPr/>
          </p:nvSpPr>
          <p:spPr>
            <a:xfrm>
              <a:off x="3906700" y="27813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16" y="0"/>
                  </a:moveTo>
                  <a:cubicBezTo>
                    <a:pt x="69" y="0"/>
                    <a:pt x="14" y="46"/>
                    <a:pt x="0" y="107"/>
                  </a:cubicBezTo>
                  <a:cubicBezTo>
                    <a:pt x="0" y="140"/>
                    <a:pt x="0" y="177"/>
                    <a:pt x="17" y="210"/>
                  </a:cubicBezTo>
                  <a:cubicBezTo>
                    <a:pt x="33" y="226"/>
                    <a:pt x="54" y="243"/>
                    <a:pt x="87" y="263"/>
                  </a:cubicBezTo>
                  <a:cubicBezTo>
                    <a:pt x="157" y="263"/>
                    <a:pt x="206" y="226"/>
                    <a:pt x="223" y="140"/>
                  </a:cubicBezTo>
                  <a:cubicBezTo>
                    <a:pt x="239" y="107"/>
                    <a:pt x="223" y="90"/>
                    <a:pt x="206" y="57"/>
                  </a:cubicBezTo>
                  <a:cubicBezTo>
                    <a:pt x="206" y="36"/>
                    <a:pt x="206" y="36"/>
                    <a:pt x="190" y="36"/>
                  </a:cubicBezTo>
                  <a:cubicBezTo>
                    <a:pt x="190" y="20"/>
                    <a:pt x="173" y="4"/>
                    <a:pt x="136" y="4"/>
                  </a:cubicBezTo>
                  <a:cubicBezTo>
                    <a:pt x="130" y="1"/>
                    <a:pt x="123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9" name="Google Shape;21719;p66"/>
            <p:cNvSpPr/>
            <p:nvPr/>
          </p:nvSpPr>
          <p:spPr>
            <a:xfrm>
              <a:off x="3908450" y="2844000"/>
              <a:ext cx="6000" cy="6350"/>
            </a:xfrm>
            <a:custGeom>
              <a:avLst/>
              <a:gdLst/>
              <a:ahLst/>
              <a:cxnLst/>
              <a:rect l="l" t="t" r="r" b="b"/>
              <a:pathLst>
                <a:path w="240" h="254" extrusionOk="0">
                  <a:moveTo>
                    <a:pt x="117" y="0"/>
                  </a:moveTo>
                  <a:cubicBezTo>
                    <a:pt x="70" y="0"/>
                    <a:pt x="15" y="49"/>
                    <a:pt x="0" y="106"/>
                  </a:cubicBezTo>
                  <a:cubicBezTo>
                    <a:pt x="0" y="143"/>
                    <a:pt x="0" y="176"/>
                    <a:pt x="17" y="193"/>
                  </a:cubicBezTo>
                  <a:cubicBezTo>
                    <a:pt x="33" y="230"/>
                    <a:pt x="50" y="246"/>
                    <a:pt x="87" y="246"/>
                  </a:cubicBezTo>
                  <a:cubicBezTo>
                    <a:pt x="96" y="251"/>
                    <a:pt x="106" y="253"/>
                    <a:pt x="115" y="253"/>
                  </a:cubicBezTo>
                  <a:cubicBezTo>
                    <a:pt x="138" y="253"/>
                    <a:pt x="158" y="242"/>
                    <a:pt x="169" y="230"/>
                  </a:cubicBezTo>
                  <a:cubicBezTo>
                    <a:pt x="206" y="209"/>
                    <a:pt x="223" y="176"/>
                    <a:pt x="223" y="143"/>
                  </a:cubicBezTo>
                  <a:cubicBezTo>
                    <a:pt x="239" y="106"/>
                    <a:pt x="223" y="73"/>
                    <a:pt x="206" y="57"/>
                  </a:cubicBezTo>
                  <a:cubicBezTo>
                    <a:pt x="206" y="40"/>
                    <a:pt x="206" y="40"/>
                    <a:pt x="190" y="24"/>
                  </a:cubicBezTo>
                  <a:cubicBezTo>
                    <a:pt x="190" y="3"/>
                    <a:pt x="153" y="3"/>
                    <a:pt x="136" y="3"/>
                  </a:cubicBezTo>
                  <a:cubicBezTo>
                    <a:pt x="130" y="1"/>
                    <a:pt x="124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0" name="Google Shape;21720;p66"/>
            <p:cNvSpPr/>
            <p:nvPr/>
          </p:nvSpPr>
          <p:spPr>
            <a:xfrm>
              <a:off x="3923900" y="2845100"/>
              <a:ext cx="6000" cy="5475"/>
            </a:xfrm>
            <a:custGeom>
              <a:avLst/>
              <a:gdLst/>
              <a:ahLst/>
              <a:cxnLst/>
              <a:rect l="l" t="t" r="r" b="b"/>
              <a:pathLst>
                <a:path w="240" h="219" extrusionOk="0">
                  <a:moveTo>
                    <a:pt x="135" y="0"/>
                  </a:moveTo>
                  <a:cubicBezTo>
                    <a:pt x="120" y="0"/>
                    <a:pt x="104" y="5"/>
                    <a:pt x="87" y="13"/>
                  </a:cubicBezTo>
                  <a:cubicBezTo>
                    <a:pt x="34" y="29"/>
                    <a:pt x="1" y="99"/>
                    <a:pt x="17" y="165"/>
                  </a:cubicBezTo>
                  <a:cubicBezTo>
                    <a:pt x="17" y="186"/>
                    <a:pt x="34" y="202"/>
                    <a:pt x="34" y="219"/>
                  </a:cubicBezTo>
                  <a:lnTo>
                    <a:pt x="190" y="219"/>
                  </a:lnTo>
                  <a:cubicBezTo>
                    <a:pt x="223" y="186"/>
                    <a:pt x="240" y="132"/>
                    <a:pt x="223" y="83"/>
                  </a:cubicBezTo>
                  <a:cubicBezTo>
                    <a:pt x="223" y="46"/>
                    <a:pt x="207" y="29"/>
                    <a:pt x="207" y="29"/>
                  </a:cubicBezTo>
                  <a:cubicBezTo>
                    <a:pt x="190" y="13"/>
                    <a:pt x="190" y="13"/>
                    <a:pt x="170" y="13"/>
                  </a:cubicBezTo>
                  <a:cubicBezTo>
                    <a:pt x="161" y="5"/>
                    <a:pt x="149" y="0"/>
                    <a:pt x="1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1" name="Google Shape;21721;p66"/>
            <p:cNvSpPr/>
            <p:nvPr/>
          </p:nvSpPr>
          <p:spPr>
            <a:xfrm>
              <a:off x="3947500" y="27861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53" y="0"/>
                  </a:moveTo>
                  <a:cubicBezTo>
                    <a:pt x="120" y="0"/>
                    <a:pt x="104" y="0"/>
                    <a:pt x="87" y="17"/>
                  </a:cubicBezTo>
                  <a:cubicBezTo>
                    <a:pt x="50" y="33"/>
                    <a:pt x="17" y="70"/>
                    <a:pt x="17" y="103"/>
                  </a:cubicBezTo>
                  <a:cubicBezTo>
                    <a:pt x="1" y="136"/>
                    <a:pt x="17" y="173"/>
                    <a:pt x="34" y="206"/>
                  </a:cubicBezTo>
                  <a:cubicBezTo>
                    <a:pt x="34" y="223"/>
                    <a:pt x="71" y="239"/>
                    <a:pt x="104" y="256"/>
                  </a:cubicBezTo>
                  <a:cubicBezTo>
                    <a:pt x="153" y="256"/>
                    <a:pt x="207" y="223"/>
                    <a:pt x="223" y="153"/>
                  </a:cubicBezTo>
                  <a:cubicBezTo>
                    <a:pt x="223" y="153"/>
                    <a:pt x="240" y="153"/>
                    <a:pt x="240" y="136"/>
                  </a:cubicBezTo>
                  <a:cubicBezTo>
                    <a:pt x="240" y="103"/>
                    <a:pt x="223" y="50"/>
                    <a:pt x="207" y="17"/>
                  </a:cubicBezTo>
                  <a:cubicBezTo>
                    <a:pt x="190" y="17"/>
                    <a:pt x="174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2" name="Google Shape;21722;p66"/>
            <p:cNvSpPr/>
            <p:nvPr/>
          </p:nvSpPr>
          <p:spPr>
            <a:xfrm>
              <a:off x="3952650" y="2848400"/>
              <a:ext cx="5200" cy="2175"/>
            </a:xfrm>
            <a:custGeom>
              <a:avLst/>
              <a:gdLst/>
              <a:ahLst/>
              <a:cxnLst/>
              <a:rect l="l" t="t" r="r" b="b"/>
              <a:pathLst>
                <a:path w="208" h="87" extrusionOk="0">
                  <a:moveTo>
                    <a:pt x="71" y="0"/>
                  </a:moveTo>
                  <a:cubicBezTo>
                    <a:pt x="34" y="17"/>
                    <a:pt x="17" y="54"/>
                    <a:pt x="1" y="87"/>
                  </a:cubicBezTo>
                  <a:lnTo>
                    <a:pt x="207" y="87"/>
                  </a:lnTo>
                  <a:cubicBezTo>
                    <a:pt x="207" y="54"/>
                    <a:pt x="207" y="33"/>
                    <a:pt x="191" y="17"/>
                  </a:cubicBezTo>
                  <a:cubicBezTo>
                    <a:pt x="174" y="17"/>
                    <a:pt x="174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3" name="Google Shape;21723;p66"/>
            <p:cNvSpPr/>
            <p:nvPr/>
          </p:nvSpPr>
          <p:spPr>
            <a:xfrm>
              <a:off x="3912250" y="2797100"/>
              <a:ext cx="6125" cy="6575"/>
            </a:xfrm>
            <a:custGeom>
              <a:avLst/>
              <a:gdLst/>
              <a:ahLst/>
              <a:cxnLst/>
              <a:rect l="l" t="t" r="r" b="b"/>
              <a:pathLst>
                <a:path w="245" h="263" extrusionOk="0">
                  <a:moveTo>
                    <a:pt x="135" y="1"/>
                  </a:moveTo>
                  <a:cubicBezTo>
                    <a:pt x="125" y="1"/>
                    <a:pt x="115" y="3"/>
                    <a:pt x="104" y="7"/>
                  </a:cubicBezTo>
                  <a:cubicBezTo>
                    <a:pt x="71" y="7"/>
                    <a:pt x="54" y="24"/>
                    <a:pt x="38" y="61"/>
                  </a:cubicBezTo>
                  <a:cubicBezTo>
                    <a:pt x="17" y="78"/>
                    <a:pt x="1" y="111"/>
                    <a:pt x="1" y="127"/>
                  </a:cubicBezTo>
                  <a:cubicBezTo>
                    <a:pt x="1" y="164"/>
                    <a:pt x="17" y="214"/>
                    <a:pt x="38" y="230"/>
                  </a:cubicBezTo>
                  <a:cubicBezTo>
                    <a:pt x="59" y="253"/>
                    <a:pt x="84" y="263"/>
                    <a:pt x="108" y="263"/>
                  </a:cubicBezTo>
                  <a:cubicBezTo>
                    <a:pt x="140" y="263"/>
                    <a:pt x="171" y="244"/>
                    <a:pt x="190" y="214"/>
                  </a:cubicBezTo>
                  <a:cubicBezTo>
                    <a:pt x="244" y="164"/>
                    <a:pt x="244" y="78"/>
                    <a:pt x="190" y="24"/>
                  </a:cubicBezTo>
                  <a:cubicBezTo>
                    <a:pt x="179" y="12"/>
                    <a:pt x="159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4" name="Google Shape;21724;p66"/>
            <p:cNvSpPr/>
            <p:nvPr/>
          </p:nvSpPr>
          <p:spPr>
            <a:xfrm>
              <a:off x="3914000" y="28140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53" y="0"/>
                  </a:moveTo>
                  <a:cubicBezTo>
                    <a:pt x="87" y="0"/>
                    <a:pt x="17" y="33"/>
                    <a:pt x="17" y="104"/>
                  </a:cubicBezTo>
                  <a:cubicBezTo>
                    <a:pt x="1" y="137"/>
                    <a:pt x="1" y="170"/>
                    <a:pt x="17" y="207"/>
                  </a:cubicBezTo>
                  <a:cubicBezTo>
                    <a:pt x="34" y="240"/>
                    <a:pt x="71" y="256"/>
                    <a:pt x="87" y="256"/>
                  </a:cubicBezTo>
                  <a:cubicBezTo>
                    <a:pt x="153" y="256"/>
                    <a:pt x="207" y="223"/>
                    <a:pt x="223" y="153"/>
                  </a:cubicBezTo>
                  <a:cubicBezTo>
                    <a:pt x="240" y="120"/>
                    <a:pt x="223" y="87"/>
                    <a:pt x="223" y="50"/>
                  </a:cubicBezTo>
                  <a:cubicBezTo>
                    <a:pt x="207" y="50"/>
                    <a:pt x="207" y="33"/>
                    <a:pt x="207" y="33"/>
                  </a:cubicBezTo>
                  <a:cubicBezTo>
                    <a:pt x="190" y="17"/>
                    <a:pt x="174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5" name="Google Shape;21725;p66"/>
            <p:cNvSpPr/>
            <p:nvPr/>
          </p:nvSpPr>
          <p:spPr>
            <a:xfrm>
              <a:off x="3919975" y="2719975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41" y="0"/>
                  </a:moveTo>
                  <a:cubicBezTo>
                    <a:pt x="88" y="0"/>
                    <a:pt x="17" y="37"/>
                    <a:pt x="1" y="103"/>
                  </a:cubicBezTo>
                  <a:cubicBezTo>
                    <a:pt x="1" y="140"/>
                    <a:pt x="1" y="173"/>
                    <a:pt x="17" y="206"/>
                  </a:cubicBezTo>
                  <a:cubicBezTo>
                    <a:pt x="38" y="244"/>
                    <a:pt x="55" y="260"/>
                    <a:pt x="88" y="260"/>
                  </a:cubicBezTo>
                  <a:cubicBezTo>
                    <a:pt x="121" y="260"/>
                    <a:pt x="141" y="260"/>
                    <a:pt x="174" y="244"/>
                  </a:cubicBezTo>
                  <a:cubicBezTo>
                    <a:pt x="191" y="206"/>
                    <a:pt x="207" y="190"/>
                    <a:pt x="224" y="157"/>
                  </a:cubicBezTo>
                  <a:cubicBezTo>
                    <a:pt x="224" y="120"/>
                    <a:pt x="224" y="87"/>
                    <a:pt x="207" y="54"/>
                  </a:cubicBezTo>
                  <a:cubicBezTo>
                    <a:pt x="207" y="54"/>
                    <a:pt x="207" y="37"/>
                    <a:pt x="191" y="37"/>
                  </a:cubicBezTo>
                  <a:cubicBezTo>
                    <a:pt x="174" y="17"/>
                    <a:pt x="158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6" name="Google Shape;21726;p66"/>
            <p:cNvSpPr/>
            <p:nvPr/>
          </p:nvSpPr>
          <p:spPr>
            <a:xfrm>
              <a:off x="4021825" y="2846575"/>
              <a:ext cx="5600" cy="4000"/>
            </a:xfrm>
            <a:custGeom>
              <a:avLst/>
              <a:gdLst/>
              <a:ahLst/>
              <a:cxnLst/>
              <a:rect l="l" t="t" r="r" b="b"/>
              <a:pathLst>
                <a:path w="224" h="160" extrusionOk="0">
                  <a:moveTo>
                    <a:pt x="111" y="0"/>
                  </a:moveTo>
                  <a:cubicBezTo>
                    <a:pt x="55" y="0"/>
                    <a:pt x="15" y="49"/>
                    <a:pt x="0" y="106"/>
                  </a:cubicBezTo>
                  <a:lnTo>
                    <a:pt x="0" y="160"/>
                  </a:lnTo>
                  <a:lnTo>
                    <a:pt x="223" y="160"/>
                  </a:lnTo>
                  <a:cubicBezTo>
                    <a:pt x="223" y="127"/>
                    <a:pt x="223" y="90"/>
                    <a:pt x="207" y="57"/>
                  </a:cubicBezTo>
                  <a:cubicBezTo>
                    <a:pt x="207" y="40"/>
                    <a:pt x="190" y="40"/>
                    <a:pt x="190" y="40"/>
                  </a:cubicBezTo>
                  <a:cubicBezTo>
                    <a:pt x="169" y="24"/>
                    <a:pt x="153" y="3"/>
                    <a:pt x="136" y="3"/>
                  </a:cubicBezTo>
                  <a:cubicBezTo>
                    <a:pt x="128" y="1"/>
                    <a:pt x="119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7" name="Google Shape;21727;p66"/>
            <p:cNvSpPr/>
            <p:nvPr/>
          </p:nvSpPr>
          <p:spPr>
            <a:xfrm>
              <a:off x="4200850" y="2815650"/>
              <a:ext cx="6125" cy="6350"/>
            </a:xfrm>
            <a:custGeom>
              <a:avLst/>
              <a:gdLst/>
              <a:ahLst/>
              <a:cxnLst/>
              <a:rect l="l" t="t" r="r" b="b"/>
              <a:pathLst>
                <a:path w="245" h="254" extrusionOk="0">
                  <a:moveTo>
                    <a:pt x="132" y="0"/>
                  </a:moveTo>
                  <a:cubicBezTo>
                    <a:pt x="76" y="0"/>
                    <a:pt x="35" y="49"/>
                    <a:pt x="17" y="107"/>
                  </a:cubicBezTo>
                  <a:cubicBezTo>
                    <a:pt x="1" y="144"/>
                    <a:pt x="17" y="177"/>
                    <a:pt x="38" y="210"/>
                  </a:cubicBezTo>
                  <a:cubicBezTo>
                    <a:pt x="54" y="230"/>
                    <a:pt x="71" y="247"/>
                    <a:pt x="87" y="247"/>
                  </a:cubicBezTo>
                  <a:cubicBezTo>
                    <a:pt x="97" y="252"/>
                    <a:pt x="107" y="254"/>
                    <a:pt x="117" y="254"/>
                  </a:cubicBezTo>
                  <a:cubicBezTo>
                    <a:pt x="140" y="254"/>
                    <a:pt x="162" y="242"/>
                    <a:pt x="174" y="230"/>
                  </a:cubicBezTo>
                  <a:cubicBezTo>
                    <a:pt x="207" y="210"/>
                    <a:pt x="224" y="177"/>
                    <a:pt x="224" y="144"/>
                  </a:cubicBezTo>
                  <a:cubicBezTo>
                    <a:pt x="244" y="107"/>
                    <a:pt x="244" y="74"/>
                    <a:pt x="224" y="57"/>
                  </a:cubicBezTo>
                  <a:cubicBezTo>
                    <a:pt x="207" y="41"/>
                    <a:pt x="207" y="41"/>
                    <a:pt x="207" y="24"/>
                  </a:cubicBezTo>
                  <a:lnTo>
                    <a:pt x="191" y="24"/>
                  </a:lnTo>
                  <a:cubicBezTo>
                    <a:pt x="174" y="3"/>
                    <a:pt x="174" y="3"/>
                    <a:pt x="158" y="3"/>
                  </a:cubicBezTo>
                  <a:cubicBezTo>
                    <a:pt x="149" y="1"/>
                    <a:pt x="140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8" name="Google Shape;21728;p66"/>
            <p:cNvSpPr/>
            <p:nvPr/>
          </p:nvSpPr>
          <p:spPr>
            <a:xfrm>
              <a:off x="4191900" y="2735025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36" y="0"/>
                  </a:moveTo>
                  <a:cubicBezTo>
                    <a:pt x="120" y="0"/>
                    <a:pt x="87" y="0"/>
                    <a:pt x="66" y="17"/>
                  </a:cubicBezTo>
                  <a:cubicBezTo>
                    <a:pt x="33" y="33"/>
                    <a:pt x="17" y="70"/>
                    <a:pt x="0" y="103"/>
                  </a:cubicBezTo>
                  <a:cubicBezTo>
                    <a:pt x="0" y="136"/>
                    <a:pt x="0" y="173"/>
                    <a:pt x="17" y="206"/>
                  </a:cubicBezTo>
                  <a:cubicBezTo>
                    <a:pt x="33" y="239"/>
                    <a:pt x="50" y="260"/>
                    <a:pt x="87" y="260"/>
                  </a:cubicBezTo>
                  <a:cubicBezTo>
                    <a:pt x="136" y="260"/>
                    <a:pt x="190" y="223"/>
                    <a:pt x="223" y="157"/>
                  </a:cubicBezTo>
                  <a:cubicBezTo>
                    <a:pt x="223" y="103"/>
                    <a:pt x="223" y="54"/>
                    <a:pt x="190" y="33"/>
                  </a:cubicBezTo>
                  <a:cubicBezTo>
                    <a:pt x="169" y="17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9" name="Google Shape;21729;p66"/>
            <p:cNvSpPr/>
            <p:nvPr/>
          </p:nvSpPr>
          <p:spPr>
            <a:xfrm>
              <a:off x="4196125" y="2797375"/>
              <a:ext cx="6500" cy="6525"/>
            </a:xfrm>
            <a:custGeom>
              <a:avLst/>
              <a:gdLst/>
              <a:ahLst/>
              <a:cxnLst/>
              <a:rect l="l" t="t" r="r" b="b"/>
              <a:pathLst>
                <a:path w="260" h="261" extrusionOk="0">
                  <a:moveTo>
                    <a:pt x="142" y="1"/>
                  </a:moveTo>
                  <a:cubicBezTo>
                    <a:pt x="127" y="1"/>
                    <a:pt x="114" y="5"/>
                    <a:pt x="103" y="13"/>
                  </a:cubicBezTo>
                  <a:cubicBezTo>
                    <a:pt x="37" y="34"/>
                    <a:pt x="0" y="116"/>
                    <a:pt x="21" y="170"/>
                  </a:cubicBezTo>
                  <a:cubicBezTo>
                    <a:pt x="35" y="228"/>
                    <a:pt x="82" y="260"/>
                    <a:pt x="129" y="260"/>
                  </a:cubicBezTo>
                  <a:cubicBezTo>
                    <a:pt x="138" y="260"/>
                    <a:pt x="148" y="259"/>
                    <a:pt x="157" y="256"/>
                  </a:cubicBezTo>
                  <a:cubicBezTo>
                    <a:pt x="227" y="219"/>
                    <a:pt x="260" y="153"/>
                    <a:pt x="243" y="83"/>
                  </a:cubicBezTo>
                  <a:cubicBezTo>
                    <a:pt x="227" y="67"/>
                    <a:pt x="227" y="50"/>
                    <a:pt x="206" y="34"/>
                  </a:cubicBezTo>
                  <a:cubicBezTo>
                    <a:pt x="206" y="13"/>
                    <a:pt x="190" y="13"/>
                    <a:pt x="190" y="13"/>
                  </a:cubicBezTo>
                  <a:cubicBezTo>
                    <a:pt x="173" y="5"/>
                    <a:pt x="157" y="1"/>
                    <a:pt x="1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0" name="Google Shape;21730;p66"/>
            <p:cNvSpPr/>
            <p:nvPr/>
          </p:nvSpPr>
          <p:spPr>
            <a:xfrm>
              <a:off x="4188400" y="2828725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32" y="0"/>
                  </a:moveTo>
                  <a:cubicBezTo>
                    <a:pt x="101" y="0"/>
                    <a:pt x="66" y="19"/>
                    <a:pt x="37" y="49"/>
                  </a:cubicBezTo>
                  <a:cubicBezTo>
                    <a:pt x="0" y="99"/>
                    <a:pt x="0" y="185"/>
                    <a:pt x="37" y="223"/>
                  </a:cubicBezTo>
                  <a:cubicBezTo>
                    <a:pt x="54" y="239"/>
                    <a:pt x="70" y="256"/>
                    <a:pt x="87" y="256"/>
                  </a:cubicBezTo>
                  <a:cubicBezTo>
                    <a:pt x="124" y="256"/>
                    <a:pt x="173" y="239"/>
                    <a:pt x="190" y="202"/>
                  </a:cubicBezTo>
                  <a:cubicBezTo>
                    <a:pt x="227" y="169"/>
                    <a:pt x="243" y="119"/>
                    <a:pt x="227" y="66"/>
                  </a:cubicBezTo>
                  <a:cubicBezTo>
                    <a:pt x="227" y="49"/>
                    <a:pt x="206" y="33"/>
                    <a:pt x="190" y="33"/>
                  </a:cubicBezTo>
                  <a:cubicBezTo>
                    <a:pt x="176" y="10"/>
                    <a:pt x="155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1" name="Google Shape;21731;p66"/>
            <p:cNvSpPr/>
            <p:nvPr/>
          </p:nvSpPr>
          <p:spPr>
            <a:xfrm>
              <a:off x="4093050" y="2845000"/>
              <a:ext cx="6100" cy="5575"/>
            </a:xfrm>
            <a:custGeom>
              <a:avLst/>
              <a:gdLst/>
              <a:ahLst/>
              <a:cxnLst/>
              <a:rect l="l" t="t" r="r" b="b"/>
              <a:pathLst>
                <a:path w="244" h="223" extrusionOk="0">
                  <a:moveTo>
                    <a:pt x="157" y="0"/>
                  </a:moveTo>
                  <a:cubicBezTo>
                    <a:pt x="87" y="0"/>
                    <a:pt x="37" y="33"/>
                    <a:pt x="21" y="120"/>
                  </a:cubicBezTo>
                  <a:cubicBezTo>
                    <a:pt x="0" y="136"/>
                    <a:pt x="21" y="169"/>
                    <a:pt x="21" y="206"/>
                  </a:cubicBezTo>
                  <a:cubicBezTo>
                    <a:pt x="37" y="206"/>
                    <a:pt x="37" y="223"/>
                    <a:pt x="37" y="223"/>
                  </a:cubicBezTo>
                  <a:lnTo>
                    <a:pt x="190" y="223"/>
                  </a:lnTo>
                  <a:cubicBezTo>
                    <a:pt x="206" y="206"/>
                    <a:pt x="227" y="190"/>
                    <a:pt x="227" y="153"/>
                  </a:cubicBezTo>
                  <a:cubicBezTo>
                    <a:pt x="244" y="120"/>
                    <a:pt x="244" y="87"/>
                    <a:pt x="227" y="50"/>
                  </a:cubicBezTo>
                  <a:cubicBezTo>
                    <a:pt x="206" y="50"/>
                    <a:pt x="206" y="33"/>
                    <a:pt x="206" y="33"/>
                  </a:cubicBezTo>
                  <a:cubicBezTo>
                    <a:pt x="190" y="17"/>
                    <a:pt x="173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2" name="Google Shape;21732;p66"/>
            <p:cNvSpPr/>
            <p:nvPr/>
          </p:nvSpPr>
          <p:spPr>
            <a:xfrm>
              <a:off x="4121900" y="2847575"/>
              <a:ext cx="5600" cy="3000"/>
            </a:xfrm>
            <a:custGeom>
              <a:avLst/>
              <a:gdLst/>
              <a:ahLst/>
              <a:cxnLst/>
              <a:rect l="l" t="t" r="r" b="b"/>
              <a:pathLst>
                <a:path w="224" h="120" extrusionOk="0">
                  <a:moveTo>
                    <a:pt x="137" y="0"/>
                  </a:moveTo>
                  <a:cubicBezTo>
                    <a:pt x="67" y="0"/>
                    <a:pt x="17" y="50"/>
                    <a:pt x="1" y="120"/>
                  </a:cubicBezTo>
                  <a:lnTo>
                    <a:pt x="223" y="120"/>
                  </a:lnTo>
                  <a:cubicBezTo>
                    <a:pt x="223" y="103"/>
                    <a:pt x="223" y="66"/>
                    <a:pt x="207" y="50"/>
                  </a:cubicBezTo>
                  <a:lnTo>
                    <a:pt x="186" y="33"/>
                  </a:lnTo>
                  <a:cubicBezTo>
                    <a:pt x="170" y="17"/>
                    <a:pt x="153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3" name="Google Shape;21733;p66"/>
            <p:cNvSpPr/>
            <p:nvPr/>
          </p:nvSpPr>
          <p:spPr>
            <a:xfrm>
              <a:off x="3918350" y="2766775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36" y="0"/>
                  </a:moveTo>
                  <a:cubicBezTo>
                    <a:pt x="103" y="0"/>
                    <a:pt x="82" y="0"/>
                    <a:pt x="49" y="21"/>
                  </a:cubicBezTo>
                  <a:cubicBezTo>
                    <a:pt x="16" y="54"/>
                    <a:pt x="0" y="70"/>
                    <a:pt x="0" y="103"/>
                  </a:cubicBezTo>
                  <a:cubicBezTo>
                    <a:pt x="0" y="140"/>
                    <a:pt x="0" y="173"/>
                    <a:pt x="16" y="206"/>
                  </a:cubicBezTo>
                  <a:cubicBezTo>
                    <a:pt x="33" y="243"/>
                    <a:pt x="49" y="260"/>
                    <a:pt x="82" y="260"/>
                  </a:cubicBezTo>
                  <a:cubicBezTo>
                    <a:pt x="136" y="260"/>
                    <a:pt x="206" y="227"/>
                    <a:pt x="223" y="157"/>
                  </a:cubicBezTo>
                  <a:cubicBezTo>
                    <a:pt x="223" y="124"/>
                    <a:pt x="223" y="87"/>
                    <a:pt x="206" y="54"/>
                  </a:cubicBezTo>
                  <a:lnTo>
                    <a:pt x="186" y="37"/>
                  </a:lnTo>
                  <a:cubicBezTo>
                    <a:pt x="169" y="21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4" name="Google Shape;21734;p66"/>
            <p:cNvSpPr/>
            <p:nvPr/>
          </p:nvSpPr>
          <p:spPr>
            <a:xfrm>
              <a:off x="3961625" y="2773775"/>
              <a:ext cx="6100" cy="6725"/>
            </a:xfrm>
            <a:custGeom>
              <a:avLst/>
              <a:gdLst/>
              <a:ahLst/>
              <a:cxnLst/>
              <a:rect l="l" t="t" r="r" b="b"/>
              <a:pathLst>
                <a:path w="244" h="269" extrusionOk="0">
                  <a:moveTo>
                    <a:pt x="138" y="0"/>
                  </a:moveTo>
                  <a:cubicBezTo>
                    <a:pt x="123" y="0"/>
                    <a:pt x="106" y="5"/>
                    <a:pt x="87" y="13"/>
                  </a:cubicBezTo>
                  <a:cubicBezTo>
                    <a:pt x="38" y="29"/>
                    <a:pt x="1" y="116"/>
                    <a:pt x="21" y="186"/>
                  </a:cubicBezTo>
                  <a:cubicBezTo>
                    <a:pt x="21" y="202"/>
                    <a:pt x="38" y="235"/>
                    <a:pt x="71" y="256"/>
                  </a:cubicBezTo>
                  <a:cubicBezTo>
                    <a:pt x="87" y="264"/>
                    <a:pt x="101" y="268"/>
                    <a:pt x="114" y="268"/>
                  </a:cubicBezTo>
                  <a:cubicBezTo>
                    <a:pt x="127" y="268"/>
                    <a:pt x="141" y="264"/>
                    <a:pt x="157" y="256"/>
                  </a:cubicBezTo>
                  <a:cubicBezTo>
                    <a:pt x="190" y="235"/>
                    <a:pt x="207" y="219"/>
                    <a:pt x="227" y="186"/>
                  </a:cubicBezTo>
                  <a:cubicBezTo>
                    <a:pt x="244" y="153"/>
                    <a:pt x="244" y="116"/>
                    <a:pt x="244" y="83"/>
                  </a:cubicBezTo>
                  <a:cubicBezTo>
                    <a:pt x="227" y="66"/>
                    <a:pt x="227" y="50"/>
                    <a:pt x="207" y="29"/>
                  </a:cubicBezTo>
                  <a:cubicBezTo>
                    <a:pt x="190" y="29"/>
                    <a:pt x="190" y="13"/>
                    <a:pt x="174" y="13"/>
                  </a:cubicBezTo>
                  <a:cubicBezTo>
                    <a:pt x="166" y="5"/>
                    <a:pt x="153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5" name="Google Shape;21735;p66"/>
            <p:cNvSpPr/>
            <p:nvPr/>
          </p:nvSpPr>
          <p:spPr>
            <a:xfrm>
              <a:off x="3964200" y="2790350"/>
              <a:ext cx="6100" cy="6200"/>
            </a:xfrm>
            <a:custGeom>
              <a:avLst/>
              <a:gdLst/>
              <a:ahLst/>
              <a:cxnLst/>
              <a:rect l="l" t="t" r="r" b="b"/>
              <a:pathLst>
                <a:path w="244" h="248" extrusionOk="0">
                  <a:moveTo>
                    <a:pt x="128" y="1"/>
                  </a:moveTo>
                  <a:cubicBezTo>
                    <a:pt x="73" y="1"/>
                    <a:pt x="35" y="49"/>
                    <a:pt x="21" y="108"/>
                  </a:cubicBezTo>
                  <a:cubicBezTo>
                    <a:pt x="1" y="141"/>
                    <a:pt x="21" y="174"/>
                    <a:pt x="21" y="191"/>
                  </a:cubicBezTo>
                  <a:cubicBezTo>
                    <a:pt x="38" y="228"/>
                    <a:pt x="71" y="244"/>
                    <a:pt x="87" y="244"/>
                  </a:cubicBezTo>
                  <a:cubicBezTo>
                    <a:pt x="96" y="247"/>
                    <a:pt x="106" y="248"/>
                    <a:pt x="115" y="248"/>
                  </a:cubicBezTo>
                  <a:cubicBezTo>
                    <a:pt x="175" y="248"/>
                    <a:pt x="227" y="202"/>
                    <a:pt x="227" y="141"/>
                  </a:cubicBezTo>
                  <a:cubicBezTo>
                    <a:pt x="244" y="108"/>
                    <a:pt x="244" y="71"/>
                    <a:pt x="227" y="55"/>
                  </a:cubicBezTo>
                  <a:cubicBezTo>
                    <a:pt x="207" y="38"/>
                    <a:pt x="207" y="38"/>
                    <a:pt x="207" y="22"/>
                  </a:cubicBezTo>
                  <a:cubicBezTo>
                    <a:pt x="190" y="5"/>
                    <a:pt x="174" y="5"/>
                    <a:pt x="157" y="5"/>
                  </a:cubicBezTo>
                  <a:cubicBezTo>
                    <a:pt x="147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6" name="Google Shape;21736;p66"/>
            <p:cNvSpPr/>
            <p:nvPr/>
          </p:nvSpPr>
          <p:spPr>
            <a:xfrm>
              <a:off x="3965550" y="2745425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35" y="1"/>
                  </a:moveTo>
                  <a:cubicBezTo>
                    <a:pt x="120" y="1"/>
                    <a:pt x="103" y="5"/>
                    <a:pt x="87" y="13"/>
                  </a:cubicBezTo>
                  <a:cubicBezTo>
                    <a:pt x="50" y="29"/>
                    <a:pt x="33" y="50"/>
                    <a:pt x="17" y="83"/>
                  </a:cubicBezTo>
                  <a:cubicBezTo>
                    <a:pt x="0" y="116"/>
                    <a:pt x="0" y="153"/>
                    <a:pt x="17" y="186"/>
                  </a:cubicBezTo>
                  <a:cubicBezTo>
                    <a:pt x="17" y="219"/>
                    <a:pt x="33" y="236"/>
                    <a:pt x="70" y="256"/>
                  </a:cubicBezTo>
                  <a:cubicBezTo>
                    <a:pt x="79" y="264"/>
                    <a:pt x="91" y="269"/>
                    <a:pt x="105" y="269"/>
                  </a:cubicBezTo>
                  <a:cubicBezTo>
                    <a:pt x="120" y="269"/>
                    <a:pt x="136" y="264"/>
                    <a:pt x="153" y="256"/>
                  </a:cubicBezTo>
                  <a:cubicBezTo>
                    <a:pt x="206" y="219"/>
                    <a:pt x="239" y="153"/>
                    <a:pt x="223" y="83"/>
                  </a:cubicBezTo>
                  <a:cubicBezTo>
                    <a:pt x="223" y="67"/>
                    <a:pt x="206" y="50"/>
                    <a:pt x="206" y="29"/>
                  </a:cubicBezTo>
                  <a:cubicBezTo>
                    <a:pt x="190" y="29"/>
                    <a:pt x="190" y="13"/>
                    <a:pt x="173" y="13"/>
                  </a:cubicBezTo>
                  <a:cubicBezTo>
                    <a:pt x="163" y="5"/>
                    <a:pt x="150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7" name="Google Shape;21737;p66"/>
            <p:cNvSpPr/>
            <p:nvPr/>
          </p:nvSpPr>
          <p:spPr>
            <a:xfrm>
              <a:off x="3956475" y="28227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38" y="0"/>
                  </a:moveTo>
                  <a:cubicBezTo>
                    <a:pt x="103" y="0"/>
                    <a:pt x="67" y="19"/>
                    <a:pt x="38" y="50"/>
                  </a:cubicBezTo>
                  <a:cubicBezTo>
                    <a:pt x="0" y="100"/>
                    <a:pt x="0" y="186"/>
                    <a:pt x="38" y="236"/>
                  </a:cubicBezTo>
                  <a:cubicBezTo>
                    <a:pt x="58" y="251"/>
                    <a:pt x="83" y="260"/>
                    <a:pt x="108" y="260"/>
                  </a:cubicBezTo>
                  <a:cubicBezTo>
                    <a:pt x="142" y="260"/>
                    <a:pt x="178" y="243"/>
                    <a:pt x="207" y="203"/>
                  </a:cubicBezTo>
                  <a:cubicBezTo>
                    <a:pt x="244" y="153"/>
                    <a:pt x="244" y="67"/>
                    <a:pt x="207" y="30"/>
                  </a:cubicBezTo>
                  <a:cubicBezTo>
                    <a:pt x="186" y="9"/>
                    <a:pt x="162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8" name="Google Shape;21738;p66"/>
            <p:cNvSpPr/>
            <p:nvPr/>
          </p:nvSpPr>
          <p:spPr>
            <a:xfrm>
              <a:off x="3953900" y="2803350"/>
              <a:ext cx="6525" cy="6325"/>
            </a:xfrm>
            <a:custGeom>
              <a:avLst/>
              <a:gdLst/>
              <a:ahLst/>
              <a:cxnLst/>
              <a:rect l="l" t="t" r="r" b="b"/>
              <a:pathLst>
                <a:path w="261" h="253" extrusionOk="0">
                  <a:moveTo>
                    <a:pt x="103" y="1"/>
                  </a:moveTo>
                  <a:cubicBezTo>
                    <a:pt x="38" y="34"/>
                    <a:pt x="0" y="104"/>
                    <a:pt x="21" y="170"/>
                  </a:cubicBezTo>
                  <a:cubicBezTo>
                    <a:pt x="21" y="207"/>
                    <a:pt x="54" y="223"/>
                    <a:pt x="70" y="240"/>
                  </a:cubicBezTo>
                  <a:cubicBezTo>
                    <a:pt x="87" y="248"/>
                    <a:pt x="100" y="252"/>
                    <a:pt x="114" y="252"/>
                  </a:cubicBezTo>
                  <a:cubicBezTo>
                    <a:pt x="127" y="252"/>
                    <a:pt x="141" y="248"/>
                    <a:pt x="157" y="240"/>
                  </a:cubicBezTo>
                  <a:cubicBezTo>
                    <a:pt x="227" y="223"/>
                    <a:pt x="260" y="137"/>
                    <a:pt x="244" y="83"/>
                  </a:cubicBezTo>
                  <a:cubicBezTo>
                    <a:pt x="227" y="50"/>
                    <a:pt x="227" y="34"/>
                    <a:pt x="207" y="34"/>
                  </a:cubicBezTo>
                  <a:cubicBezTo>
                    <a:pt x="207" y="17"/>
                    <a:pt x="190" y="17"/>
                    <a:pt x="190" y="17"/>
                  </a:cubicBezTo>
                  <a:cubicBezTo>
                    <a:pt x="157" y="1"/>
                    <a:pt x="12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9" name="Google Shape;21739;p66"/>
            <p:cNvSpPr/>
            <p:nvPr/>
          </p:nvSpPr>
          <p:spPr>
            <a:xfrm>
              <a:off x="3951825" y="2741275"/>
              <a:ext cx="6025" cy="6400"/>
            </a:xfrm>
            <a:custGeom>
              <a:avLst/>
              <a:gdLst/>
              <a:ahLst/>
              <a:cxnLst/>
              <a:rect l="l" t="t" r="r" b="b"/>
              <a:pathLst>
                <a:path w="241" h="256" extrusionOk="0">
                  <a:moveTo>
                    <a:pt x="136" y="0"/>
                  </a:moveTo>
                  <a:cubicBezTo>
                    <a:pt x="102" y="0"/>
                    <a:pt x="68" y="14"/>
                    <a:pt x="50" y="43"/>
                  </a:cubicBezTo>
                  <a:cubicBezTo>
                    <a:pt x="1" y="113"/>
                    <a:pt x="1" y="179"/>
                    <a:pt x="50" y="233"/>
                  </a:cubicBezTo>
                  <a:cubicBezTo>
                    <a:pt x="67" y="249"/>
                    <a:pt x="83" y="249"/>
                    <a:pt x="104" y="249"/>
                  </a:cubicBezTo>
                  <a:cubicBezTo>
                    <a:pt x="113" y="253"/>
                    <a:pt x="122" y="256"/>
                    <a:pt x="131" y="256"/>
                  </a:cubicBezTo>
                  <a:cubicBezTo>
                    <a:pt x="155" y="256"/>
                    <a:pt x="180" y="240"/>
                    <a:pt x="207" y="216"/>
                  </a:cubicBezTo>
                  <a:cubicBezTo>
                    <a:pt x="240" y="162"/>
                    <a:pt x="240" y="113"/>
                    <a:pt x="240" y="76"/>
                  </a:cubicBezTo>
                  <a:cubicBezTo>
                    <a:pt x="224" y="59"/>
                    <a:pt x="224" y="43"/>
                    <a:pt x="207" y="26"/>
                  </a:cubicBezTo>
                  <a:cubicBezTo>
                    <a:pt x="190" y="10"/>
                    <a:pt x="16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0" name="Google Shape;21740;p66"/>
            <p:cNvSpPr/>
            <p:nvPr/>
          </p:nvSpPr>
          <p:spPr>
            <a:xfrm>
              <a:off x="3957400" y="27585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17" y="0"/>
                  </a:moveTo>
                  <a:cubicBezTo>
                    <a:pt x="71" y="0"/>
                    <a:pt x="15" y="49"/>
                    <a:pt x="1" y="106"/>
                  </a:cubicBezTo>
                  <a:cubicBezTo>
                    <a:pt x="1" y="144"/>
                    <a:pt x="1" y="177"/>
                    <a:pt x="17" y="209"/>
                  </a:cubicBezTo>
                  <a:cubicBezTo>
                    <a:pt x="34" y="226"/>
                    <a:pt x="50" y="247"/>
                    <a:pt x="87" y="263"/>
                  </a:cubicBezTo>
                  <a:cubicBezTo>
                    <a:pt x="153" y="263"/>
                    <a:pt x="207" y="209"/>
                    <a:pt x="223" y="144"/>
                  </a:cubicBezTo>
                  <a:cubicBezTo>
                    <a:pt x="240" y="106"/>
                    <a:pt x="223" y="57"/>
                    <a:pt x="190" y="20"/>
                  </a:cubicBezTo>
                  <a:cubicBezTo>
                    <a:pt x="170" y="20"/>
                    <a:pt x="153" y="3"/>
                    <a:pt x="137" y="3"/>
                  </a:cubicBezTo>
                  <a:cubicBezTo>
                    <a:pt x="131" y="1"/>
                    <a:pt x="124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1" name="Google Shape;21741;p66"/>
            <p:cNvSpPr/>
            <p:nvPr/>
          </p:nvSpPr>
          <p:spPr>
            <a:xfrm>
              <a:off x="3973275" y="27620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14" y="0"/>
                  </a:moveTo>
                  <a:cubicBezTo>
                    <a:pt x="68" y="0"/>
                    <a:pt x="15" y="48"/>
                    <a:pt x="1" y="108"/>
                  </a:cubicBezTo>
                  <a:cubicBezTo>
                    <a:pt x="1" y="141"/>
                    <a:pt x="1" y="174"/>
                    <a:pt x="17" y="211"/>
                  </a:cubicBezTo>
                  <a:cubicBezTo>
                    <a:pt x="33" y="227"/>
                    <a:pt x="50" y="244"/>
                    <a:pt x="87" y="260"/>
                  </a:cubicBezTo>
                  <a:cubicBezTo>
                    <a:pt x="120" y="260"/>
                    <a:pt x="153" y="244"/>
                    <a:pt x="174" y="227"/>
                  </a:cubicBezTo>
                  <a:cubicBezTo>
                    <a:pt x="207" y="211"/>
                    <a:pt x="223" y="174"/>
                    <a:pt x="223" y="141"/>
                  </a:cubicBezTo>
                  <a:cubicBezTo>
                    <a:pt x="240" y="108"/>
                    <a:pt x="223" y="70"/>
                    <a:pt x="207" y="54"/>
                  </a:cubicBezTo>
                  <a:cubicBezTo>
                    <a:pt x="207" y="38"/>
                    <a:pt x="207" y="38"/>
                    <a:pt x="190" y="21"/>
                  </a:cubicBezTo>
                  <a:cubicBezTo>
                    <a:pt x="190" y="21"/>
                    <a:pt x="174" y="5"/>
                    <a:pt x="137" y="5"/>
                  </a:cubicBezTo>
                  <a:cubicBezTo>
                    <a:pt x="129" y="1"/>
                    <a:pt x="122" y="0"/>
                    <a:pt x="1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2" name="Google Shape;21742;p66"/>
            <p:cNvSpPr/>
            <p:nvPr/>
          </p:nvSpPr>
          <p:spPr>
            <a:xfrm>
              <a:off x="3977100" y="2837925"/>
              <a:ext cx="6100" cy="6375"/>
            </a:xfrm>
            <a:custGeom>
              <a:avLst/>
              <a:gdLst/>
              <a:ahLst/>
              <a:cxnLst/>
              <a:rect l="l" t="t" r="r" b="b"/>
              <a:pathLst>
                <a:path w="244" h="255" extrusionOk="0">
                  <a:moveTo>
                    <a:pt x="132" y="1"/>
                  </a:moveTo>
                  <a:cubicBezTo>
                    <a:pt x="101" y="1"/>
                    <a:pt x="72" y="13"/>
                    <a:pt x="54" y="40"/>
                  </a:cubicBezTo>
                  <a:cubicBezTo>
                    <a:pt x="0" y="110"/>
                    <a:pt x="0" y="180"/>
                    <a:pt x="54" y="230"/>
                  </a:cubicBezTo>
                  <a:cubicBezTo>
                    <a:pt x="70" y="246"/>
                    <a:pt x="70" y="246"/>
                    <a:pt x="87" y="246"/>
                  </a:cubicBezTo>
                  <a:cubicBezTo>
                    <a:pt x="101" y="252"/>
                    <a:pt x="115" y="254"/>
                    <a:pt x="127" y="254"/>
                  </a:cubicBezTo>
                  <a:cubicBezTo>
                    <a:pt x="158" y="254"/>
                    <a:pt x="182" y="237"/>
                    <a:pt x="206" y="213"/>
                  </a:cubicBezTo>
                  <a:cubicBezTo>
                    <a:pt x="243" y="164"/>
                    <a:pt x="243" y="110"/>
                    <a:pt x="243" y="77"/>
                  </a:cubicBezTo>
                  <a:cubicBezTo>
                    <a:pt x="227" y="61"/>
                    <a:pt x="227" y="40"/>
                    <a:pt x="206" y="24"/>
                  </a:cubicBezTo>
                  <a:cubicBezTo>
                    <a:pt x="184" y="9"/>
                    <a:pt x="158" y="1"/>
                    <a:pt x="1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3" name="Google Shape;21743;p66"/>
            <p:cNvSpPr/>
            <p:nvPr/>
          </p:nvSpPr>
          <p:spPr>
            <a:xfrm>
              <a:off x="3979250" y="279345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41" y="1"/>
                  </a:moveTo>
                  <a:cubicBezTo>
                    <a:pt x="104" y="1"/>
                    <a:pt x="87" y="17"/>
                    <a:pt x="54" y="34"/>
                  </a:cubicBezTo>
                  <a:cubicBezTo>
                    <a:pt x="38" y="50"/>
                    <a:pt x="1" y="87"/>
                    <a:pt x="1" y="120"/>
                  </a:cubicBezTo>
                  <a:cubicBezTo>
                    <a:pt x="1" y="153"/>
                    <a:pt x="1" y="191"/>
                    <a:pt x="17" y="207"/>
                  </a:cubicBezTo>
                  <a:cubicBezTo>
                    <a:pt x="38" y="240"/>
                    <a:pt x="54" y="257"/>
                    <a:pt x="87" y="257"/>
                  </a:cubicBezTo>
                  <a:cubicBezTo>
                    <a:pt x="94" y="259"/>
                    <a:pt x="101" y="260"/>
                    <a:pt x="109" y="260"/>
                  </a:cubicBezTo>
                  <a:cubicBezTo>
                    <a:pt x="157" y="260"/>
                    <a:pt x="209" y="214"/>
                    <a:pt x="223" y="153"/>
                  </a:cubicBezTo>
                  <a:cubicBezTo>
                    <a:pt x="223" y="120"/>
                    <a:pt x="223" y="87"/>
                    <a:pt x="207" y="50"/>
                  </a:cubicBezTo>
                  <a:lnTo>
                    <a:pt x="190" y="34"/>
                  </a:lnTo>
                  <a:cubicBezTo>
                    <a:pt x="174" y="17"/>
                    <a:pt x="157" y="17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4" name="Google Shape;21744;p66"/>
            <p:cNvSpPr/>
            <p:nvPr/>
          </p:nvSpPr>
          <p:spPr>
            <a:xfrm>
              <a:off x="3975450" y="2823275"/>
              <a:ext cx="5575" cy="6350"/>
            </a:xfrm>
            <a:custGeom>
              <a:avLst/>
              <a:gdLst/>
              <a:ahLst/>
              <a:cxnLst/>
              <a:rect l="l" t="t" r="r" b="b"/>
              <a:pathLst>
                <a:path w="223" h="254" extrusionOk="0">
                  <a:moveTo>
                    <a:pt x="111" y="1"/>
                  </a:moveTo>
                  <a:cubicBezTo>
                    <a:pt x="92" y="1"/>
                    <a:pt x="76" y="14"/>
                    <a:pt x="50" y="28"/>
                  </a:cubicBezTo>
                  <a:cubicBezTo>
                    <a:pt x="33" y="45"/>
                    <a:pt x="0" y="78"/>
                    <a:pt x="0" y="111"/>
                  </a:cubicBezTo>
                  <a:cubicBezTo>
                    <a:pt x="0" y="148"/>
                    <a:pt x="0" y="181"/>
                    <a:pt x="17" y="197"/>
                  </a:cubicBezTo>
                  <a:cubicBezTo>
                    <a:pt x="33" y="234"/>
                    <a:pt x="50" y="251"/>
                    <a:pt x="87" y="251"/>
                  </a:cubicBezTo>
                  <a:cubicBezTo>
                    <a:pt x="93" y="253"/>
                    <a:pt x="99" y="254"/>
                    <a:pt x="106" y="254"/>
                  </a:cubicBezTo>
                  <a:cubicBezTo>
                    <a:pt x="153" y="254"/>
                    <a:pt x="208" y="206"/>
                    <a:pt x="223" y="148"/>
                  </a:cubicBezTo>
                  <a:cubicBezTo>
                    <a:pt x="223" y="111"/>
                    <a:pt x="223" y="78"/>
                    <a:pt x="206" y="61"/>
                  </a:cubicBezTo>
                  <a:cubicBezTo>
                    <a:pt x="206" y="45"/>
                    <a:pt x="190" y="45"/>
                    <a:pt x="190" y="28"/>
                  </a:cubicBezTo>
                  <a:cubicBezTo>
                    <a:pt x="169" y="8"/>
                    <a:pt x="153" y="8"/>
                    <a:pt x="136" y="8"/>
                  </a:cubicBezTo>
                  <a:cubicBezTo>
                    <a:pt x="127" y="3"/>
                    <a:pt x="119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5" name="Google Shape;21745;p66"/>
            <p:cNvSpPr/>
            <p:nvPr/>
          </p:nvSpPr>
          <p:spPr>
            <a:xfrm>
              <a:off x="3935850" y="2726875"/>
              <a:ext cx="5700" cy="5700"/>
            </a:xfrm>
            <a:custGeom>
              <a:avLst/>
              <a:gdLst/>
              <a:ahLst/>
              <a:cxnLst/>
              <a:rect l="l" t="t" r="r" b="b"/>
              <a:pathLst>
                <a:path w="228" h="228" extrusionOk="0">
                  <a:moveTo>
                    <a:pt x="54" y="0"/>
                  </a:moveTo>
                  <a:cubicBezTo>
                    <a:pt x="38" y="17"/>
                    <a:pt x="38" y="33"/>
                    <a:pt x="22" y="50"/>
                  </a:cubicBezTo>
                  <a:cubicBezTo>
                    <a:pt x="1" y="87"/>
                    <a:pt x="1" y="120"/>
                    <a:pt x="1" y="137"/>
                  </a:cubicBezTo>
                  <a:cubicBezTo>
                    <a:pt x="18" y="195"/>
                    <a:pt x="66" y="227"/>
                    <a:pt x="113" y="227"/>
                  </a:cubicBezTo>
                  <a:cubicBezTo>
                    <a:pt x="122" y="227"/>
                    <a:pt x="132" y="226"/>
                    <a:pt x="141" y="223"/>
                  </a:cubicBezTo>
                  <a:cubicBezTo>
                    <a:pt x="174" y="207"/>
                    <a:pt x="207" y="174"/>
                    <a:pt x="228" y="137"/>
                  </a:cubicBezTo>
                  <a:cubicBezTo>
                    <a:pt x="158" y="87"/>
                    <a:pt x="104" y="50"/>
                    <a:pt x="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6" name="Google Shape;21746;p66"/>
            <p:cNvSpPr/>
            <p:nvPr/>
          </p:nvSpPr>
          <p:spPr>
            <a:xfrm>
              <a:off x="3968525" y="28080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0" y="0"/>
                  </a:moveTo>
                  <a:cubicBezTo>
                    <a:pt x="71" y="21"/>
                    <a:pt x="34" y="54"/>
                    <a:pt x="17" y="124"/>
                  </a:cubicBezTo>
                  <a:cubicBezTo>
                    <a:pt x="1" y="157"/>
                    <a:pt x="17" y="190"/>
                    <a:pt x="34" y="206"/>
                  </a:cubicBezTo>
                  <a:cubicBezTo>
                    <a:pt x="54" y="243"/>
                    <a:pt x="71" y="260"/>
                    <a:pt x="104" y="260"/>
                  </a:cubicBezTo>
                  <a:cubicBezTo>
                    <a:pt x="111" y="262"/>
                    <a:pt x="118" y="263"/>
                    <a:pt x="125" y="263"/>
                  </a:cubicBezTo>
                  <a:cubicBezTo>
                    <a:pt x="174" y="263"/>
                    <a:pt x="226" y="218"/>
                    <a:pt x="240" y="157"/>
                  </a:cubicBezTo>
                  <a:lnTo>
                    <a:pt x="240" y="124"/>
                  </a:lnTo>
                  <a:cubicBezTo>
                    <a:pt x="240" y="87"/>
                    <a:pt x="223" y="54"/>
                    <a:pt x="207" y="37"/>
                  </a:cubicBezTo>
                  <a:cubicBezTo>
                    <a:pt x="191" y="21"/>
                    <a:pt x="174" y="21"/>
                    <a:pt x="158" y="21"/>
                  </a:cubicBezTo>
                  <a:cubicBezTo>
                    <a:pt x="137" y="0"/>
                    <a:pt x="13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7" name="Google Shape;21747;p66"/>
            <p:cNvSpPr/>
            <p:nvPr/>
          </p:nvSpPr>
          <p:spPr>
            <a:xfrm>
              <a:off x="3963800" y="28376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0" y="1"/>
                  </a:moveTo>
                  <a:cubicBezTo>
                    <a:pt x="87" y="1"/>
                    <a:pt x="17" y="50"/>
                    <a:pt x="0" y="120"/>
                  </a:cubicBezTo>
                  <a:cubicBezTo>
                    <a:pt x="0" y="153"/>
                    <a:pt x="0" y="190"/>
                    <a:pt x="17" y="207"/>
                  </a:cubicBezTo>
                  <a:cubicBezTo>
                    <a:pt x="37" y="240"/>
                    <a:pt x="54" y="256"/>
                    <a:pt x="87" y="256"/>
                  </a:cubicBezTo>
                  <a:cubicBezTo>
                    <a:pt x="97" y="259"/>
                    <a:pt x="107" y="261"/>
                    <a:pt x="116" y="261"/>
                  </a:cubicBezTo>
                  <a:cubicBezTo>
                    <a:pt x="171" y="261"/>
                    <a:pt x="209" y="213"/>
                    <a:pt x="223" y="153"/>
                  </a:cubicBezTo>
                  <a:cubicBezTo>
                    <a:pt x="243" y="120"/>
                    <a:pt x="223" y="87"/>
                    <a:pt x="206" y="50"/>
                  </a:cubicBezTo>
                  <a:cubicBezTo>
                    <a:pt x="206" y="50"/>
                    <a:pt x="206" y="34"/>
                    <a:pt x="190" y="34"/>
                  </a:cubicBezTo>
                  <a:cubicBezTo>
                    <a:pt x="190" y="17"/>
                    <a:pt x="173" y="17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8" name="Google Shape;21748;p66"/>
            <p:cNvSpPr/>
            <p:nvPr/>
          </p:nvSpPr>
          <p:spPr>
            <a:xfrm>
              <a:off x="3977100" y="2776575"/>
              <a:ext cx="5675" cy="6350"/>
            </a:xfrm>
            <a:custGeom>
              <a:avLst/>
              <a:gdLst/>
              <a:ahLst/>
              <a:cxnLst/>
              <a:rect l="l" t="t" r="r" b="b"/>
              <a:pathLst>
                <a:path w="227" h="254" extrusionOk="0">
                  <a:moveTo>
                    <a:pt x="120" y="1"/>
                  </a:moveTo>
                  <a:cubicBezTo>
                    <a:pt x="71" y="1"/>
                    <a:pt x="18" y="49"/>
                    <a:pt x="0" y="107"/>
                  </a:cubicBezTo>
                  <a:cubicBezTo>
                    <a:pt x="0" y="144"/>
                    <a:pt x="0" y="177"/>
                    <a:pt x="21" y="194"/>
                  </a:cubicBezTo>
                  <a:cubicBezTo>
                    <a:pt x="37" y="226"/>
                    <a:pt x="54" y="247"/>
                    <a:pt x="87" y="247"/>
                  </a:cubicBezTo>
                  <a:cubicBezTo>
                    <a:pt x="97" y="252"/>
                    <a:pt x="106" y="254"/>
                    <a:pt x="114" y="254"/>
                  </a:cubicBezTo>
                  <a:cubicBezTo>
                    <a:pt x="135" y="254"/>
                    <a:pt x="150" y="241"/>
                    <a:pt x="173" y="226"/>
                  </a:cubicBezTo>
                  <a:cubicBezTo>
                    <a:pt x="190" y="210"/>
                    <a:pt x="206" y="177"/>
                    <a:pt x="227" y="144"/>
                  </a:cubicBezTo>
                  <a:cubicBezTo>
                    <a:pt x="227" y="107"/>
                    <a:pt x="227" y="74"/>
                    <a:pt x="206" y="57"/>
                  </a:cubicBezTo>
                  <a:cubicBezTo>
                    <a:pt x="206" y="41"/>
                    <a:pt x="206" y="41"/>
                    <a:pt x="190" y="20"/>
                  </a:cubicBezTo>
                  <a:cubicBezTo>
                    <a:pt x="173" y="4"/>
                    <a:pt x="157" y="4"/>
                    <a:pt x="140" y="4"/>
                  </a:cubicBezTo>
                  <a:cubicBezTo>
                    <a:pt x="134" y="2"/>
                    <a:pt x="12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749" name="Google Shape;21749;p66"/>
          <p:cNvSpPr/>
          <p:nvPr/>
        </p:nvSpPr>
        <p:spPr>
          <a:xfrm rot="5400000" flipH="1">
            <a:off x="8004039" y="459091"/>
            <a:ext cx="496898" cy="406573"/>
          </a:xfrm>
          <a:custGeom>
            <a:avLst/>
            <a:gdLst/>
            <a:ahLst/>
            <a:cxnLst/>
            <a:rect l="l" t="t" r="r" b="b"/>
            <a:pathLst>
              <a:path w="2442" h="1998" extrusionOk="0">
                <a:moveTo>
                  <a:pt x="1079" y="1"/>
                </a:moveTo>
                <a:cubicBezTo>
                  <a:pt x="952" y="1"/>
                  <a:pt x="821" y="27"/>
                  <a:pt x="689" y="85"/>
                </a:cubicBezTo>
                <a:cubicBezTo>
                  <a:pt x="207" y="274"/>
                  <a:pt x="1" y="703"/>
                  <a:pt x="1" y="1202"/>
                </a:cubicBezTo>
                <a:cubicBezTo>
                  <a:pt x="1" y="1425"/>
                  <a:pt x="17" y="1684"/>
                  <a:pt x="207" y="1837"/>
                </a:cubicBezTo>
                <a:cubicBezTo>
                  <a:pt x="354" y="1956"/>
                  <a:pt x="560" y="1997"/>
                  <a:pt x="754" y="1997"/>
                </a:cubicBezTo>
                <a:cubicBezTo>
                  <a:pt x="790" y="1997"/>
                  <a:pt x="824" y="1996"/>
                  <a:pt x="859" y="1994"/>
                </a:cubicBezTo>
                <a:cubicBezTo>
                  <a:pt x="1514" y="1961"/>
                  <a:pt x="2442" y="1528"/>
                  <a:pt x="2095" y="740"/>
                </a:cubicBezTo>
                <a:cubicBezTo>
                  <a:pt x="1910" y="312"/>
                  <a:pt x="1517" y="1"/>
                  <a:pt x="107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50" name="Google Shape;21750;p66"/>
          <p:cNvSpPr/>
          <p:nvPr/>
        </p:nvSpPr>
        <p:spPr>
          <a:xfrm rot="5400000" flipH="1">
            <a:off x="509789" y="3471042"/>
            <a:ext cx="420427" cy="461299"/>
          </a:xfrm>
          <a:custGeom>
            <a:avLst/>
            <a:gdLst/>
            <a:ahLst/>
            <a:cxnLst/>
            <a:rect l="l" t="t" r="r" b="b"/>
            <a:pathLst>
              <a:path w="2903" h="2718" extrusionOk="0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51" name="Google Shape;21751;p66"/>
          <p:cNvSpPr txBox="1">
            <a:spLocks noGrp="1"/>
          </p:cNvSpPr>
          <p:nvPr>
            <p:ph type="title" idx="2"/>
          </p:nvPr>
        </p:nvSpPr>
        <p:spPr>
          <a:xfrm>
            <a:off x="5350525" y="1252838"/>
            <a:ext cx="878100" cy="5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752" name="Google Shape;21752;p66"/>
          <p:cNvSpPr/>
          <p:nvPr/>
        </p:nvSpPr>
        <p:spPr>
          <a:xfrm rot="5400000" flipH="1">
            <a:off x="-151022" y="-875071"/>
            <a:ext cx="2561723" cy="2810772"/>
          </a:xfrm>
          <a:custGeom>
            <a:avLst/>
            <a:gdLst/>
            <a:ahLst/>
            <a:cxnLst/>
            <a:rect l="l" t="t" r="r" b="b"/>
            <a:pathLst>
              <a:path w="2903" h="2718" extrusionOk="0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53" name="Google Shape;21753;p66"/>
          <p:cNvSpPr/>
          <p:nvPr/>
        </p:nvSpPr>
        <p:spPr>
          <a:xfrm rot="5400000" flipH="1">
            <a:off x="1469189" y="883991"/>
            <a:ext cx="496898" cy="406573"/>
          </a:xfrm>
          <a:custGeom>
            <a:avLst/>
            <a:gdLst/>
            <a:ahLst/>
            <a:cxnLst/>
            <a:rect l="l" t="t" r="r" b="b"/>
            <a:pathLst>
              <a:path w="2442" h="1998" extrusionOk="0">
                <a:moveTo>
                  <a:pt x="1079" y="1"/>
                </a:moveTo>
                <a:cubicBezTo>
                  <a:pt x="952" y="1"/>
                  <a:pt x="821" y="27"/>
                  <a:pt x="689" y="85"/>
                </a:cubicBezTo>
                <a:cubicBezTo>
                  <a:pt x="207" y="274"/>
                  <a:pt x="1" y="703"/>
                  <a:pt x="1" y="1202"/>
                </a:cubicBezTo>
                <a:cubicBezTo>
                  <a:pt x="1" y="1425"/>
                  <a:pt x="17" y="1684"/>
                  <a:pt x="207" y="1837"/>
                </a:cubicBezTo>
                <a:cubicBezTo>
                  <a:pt x="354" y="1956"/>
                  <a:pt x="560" y="1997"/>
                  <a:pt x="754" y="1997"/>
                </a:cubicBezTo>
                <a:cubicBezTo>
                  <a:pt x="790" y="1997"/>
                  <a:pt x="824" y="1996"/>
                  <a:pt x="859" y="1994"/>
                </a:cubicBezTo>
                <a:cubicBezTo>
                  <a:pt x="1514" y="1961"/>
                  <a:pt x="2442" y="1528"/>
                  <a:pt x="2095" y="740"/>
                </a:cubicBezTo>
                <a:cubicBezTo>
                  <a:pt x="1910" y="312"/>
                  <a:pt x="1517" y="1"/>
                  <a:pt x="107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1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1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1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1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3A207-52EB-889E-B0D4-7BEED0B2C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Coffee generates more sales than all other products</a:t>
            </a:r>
            <a:endParaRPr lang="en-ZA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F1D89C9A-4124-FC71-31A7-83962D66C1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5241257"/>
              </p:ext>
            </p:extLst>
          </p:nvPr>
        </p:nvGraphicFramePr>
        <p:xfrm>
          <a:off x="2179320" y="160401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71647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75" name="Google Shape;23675;p8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Revenue Bar Graph</a:t>
            </a:r>
            <a:endParaRPr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16065B0-F5D5-AB3C-7C30-1F081E0A50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2888369"/>
              </p:ext>
            </p:extLst>
          </p:nvPr>
        </p:nvGraphicFramePr>
        <p:xfrm>
          <a:off x="1017270" y="1428750"/>
          <a:ext cx="6987540" cy="3063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Google Shape;26325;p125">
            <a:extLst>
              <a:ext uri="{FF2B5EF4-FFF2-40B4-BE49-F238E27FC236}">
                <a16:creationId xmlns:a16="http://schemas.microsoft.com/office/drawing/2014/main" id="{411D03BE-8320-D68F-5EA5-D505DE347B5B}"/>
              </a:ext>
            </a:extLst>
          </p:cNvPr>
          <p:cNvSpPr/>
          <p:nvPr/>
        </p:nvSpPr>
        <p:spPr>
          <a:xfrm>
            <a:off x="2222288" y="651250"/>
            <a:ext cx="364875" cy="470200"/>
          </a:xfrm>
          <a:custGeom>
            <a:avLst/>
            <a:gdLst/>
            <a:ahLst/>
            <a:cxnLst/>
            <a:rect l="l" t="t" r="r" b="b"/>
            <a:pathLst>
              <a:path w="14595" h="18808" extrusionOk="0">
                <a:moveTo>
                  <a:pt x="7298" y="0"/>
                </a:moveTo>
                <a:cubicBezTo>
                  <a:pt x="7147" y="0"/>
                  <a:pt x="6997" y="75"/>
                  <a:pt x="6891" y="196"/>
                </a:cubicBezTo>
                <a:cubicBezTo>
                  <a:pt x="6876" y="211"/>
                  <a:pt x="5161" y="2182"/>
                  <a:pt x="3476" y="4589"/>
                </a:cubicBezTo>
                <a:cubicBezTo>
                  <a:pt x="1174" y="7884"/>
                  <a:pt x="0" y="10427"/>
                  <a:pt x="0" y="12142"/>
                </a:cubicBezTo>
                <a:cubicBezTo>
                  <a:pt x="0" y="14143"/>
                  <a:pt x="753" y="15843"/>
                  <a:pt x="2167" y="17062"/>
                </a:cubicBezTo>
                <a:cubicBezTo>
                  <a:pt x="3491" y="18190"/>
                  <a:pt x="5312" y="18807"/>
                  <a:pt x="7298" y="18807"/>
                </a:cubicBezTo>
                <a:cubicBezTo>
                  <a:pt x="9299" y="18807"/>
                  <a:pt x="11119" y="18190"/>
                  <a:pt x="12428" y="17062"/>
                </a:cubicBezTo>
                <a:cubicBezTo>
                  <a:pt x="13843" y="15843"/>
                  <a:pt x="14595" y="14143"/>
                  <a:pt x="14595" y="12142"/>
                </a:cubicBezTo>
                <a:cubicBezTo>
                  <a:pt x="14595" y="10427"/>
                  <a:pt x="13421" y="7884"/>
                  <a:pt x="11119" y="4589"/>
                </a:cubicBezTo>
                <a:cubicBezTo>
                  <a:pt x="9434" y="2182"/>
                  <a:pt x="7734" y="211"/>
                  <a:pt x="7719" y="196"/>
                </a:cubicBezTo>
                <a:cubicBezTo>
                  <a:pt x="7614" y="75"/>
                  <a:pt x="7463" y="0"/>
                  <a:pt x="729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46B90-1E56-71F6-AC7E-60E0C47BA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1360449" y="200347"/>
            <a:ext cx="6824545" cy="606678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Pie Chart of Revenue By days of the week </a:t>
            </a:r>
            <a:endParaRPr lang="en-ZA" dirty="0">
              <a:solidFill>
                <a:schemeClr val="bg1"/>
              </a:solidFill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E1F2273-94BB-C157-C15F-7B1A11DEE7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4101076"/>
              </p:ext>
            </p:extLst>
          </p:nvPr>
        </p:nvGraphicFramePr>
        <p:xfrm>
          <a:off x="2286000" y="120015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6F1FDF1-0D2A-BA47-9AFC-302BE31A19BA}"/>
              </a:ext>
            </a:extLst>
          </p:cNvPr>
          <p:cNvSpPr txBox="1"/>
          <p:nvPr/>
        </p:nvSpPr>
        <p:spPr>
          <a:xfrm>
            <a:off x="2156460" y="4336474"/>
            <a:ext cx="4613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Hell’s Kitchen Makes more sales than all other locations</a:t>
            </a:r>
            <a:endParaRPr lang="en-ZA" dirty="0">
              <a:solidFill>
                <a:schemeClr val="bg1"/>
              </a:solidFill>
            </a:endParaRPr>
          </a:p>
        </p:txBody>
      </p:sp>
      <p:grpSp>
        <p:nvGrpSpPr>
          <p:cNvPr id="23712" name="Google Shape;23712;p83"/>
          <p:cNvGrpSpPr/>
          <p:nvPr/>
        </p:nvGrpSpPr>
        <p:grpSpPr>
          <a:xfrm>
            <a:off x="8047807" y="266556"/>
            <a:ext cx="548753" cy="474259"/>
            <a:chOff x="1906087" y="1907563"/>
            <a:chExt cx="548753" cy="474259"/>
          </a:xfrm>
        </p:grpSpPr>
        <p:sp>
          <p:nvSpPr>
            <p:cNvPr id="23713" name="Google Shape;23713;p83"/>
            <p:cNvSpPr/>
            <p:nvPr/>
          </p:nvSpPr>
          <p:spPr>
            <a:xfrm>
              <a:off x="1906087" y="1907563"/>
              <a:ext cx="548753" cy="474259"/>
            </a:xfrm>
            <a:custGeom>
              <a:avLst/>
              <a:gdLst/>
              <a:ahLst/>
              <a:cxnLst/>
              <a:rect l="l" t="t" r="r" b="b"/>
              <a:pathLst>
                <a:path w="71522" h="61833" extrusionOk="0">
                  <a:moveTo>
                    <a:pt x="41457" y="1"/>
                  </a:moveTo>
                  <a:cubicBezTo>
                    <a:pt x="39546" y="1"/>
                    <a:pt x="37623" y="126"/>
                    <a:pt x="35716" y="369"/>
                  </a:cubicBezTo>
                  <a:cubicBezTo>
                    <a:pt x="24925" y="1737"/>
                    <a:pt x="14591" y="7421"/>
                    <a:pt x="8542" y="16570"/>
                  </a:cubicBezTo>
                  <a:cubicBezTo>
                    <a:pt x="2432" y="25841"/>
                    <a:pt x="1" y="40643"/>
                    <a:pt x="8177" y="49397"/>
                  </a:cubicBezTo>
                  <a:cubicBezTo>
                    <a:pt x="11369" y="52802"/>
                    <a:pt x="15503" y="55142"/>
                    <a:pt x="19758" y="57027"/>
                  </a:cubicBezTo>
                  <a:cubicBezTo>
                    <a:pt x="26118" y="59880"/>
                    <a:pt x="32944" y="61832"/>
                    <a:pt x="39921" y="61832"/>
                  </a:cubicBezTo>
                  <a:cubicBezTo>
                    <a:pt x="40080" y="61832"/>
                    <a:pt x="40238" y="61831"/>
                    <a:pt x="40397" y="61829"/>
                  </a:cubicBezTo>
                  <a:cubicBezTo>
                    <a:pt x="54622" y="61616"/>
                    <a:pt x="66537" y="51647"/>
                    <a:pt x="69668" y="37817"/>
                  </a:cubicBezTo>
                  <a:cubicBezTo>
                    <a:pt x="71522" y="29731"/>
                    <a:pt x="71248" y="16996"/>
                    <a:pt x="65838" y="10157"/>
                  </a:cubicBezTo>
                  <a:cubicBezTo>
                    <a:pt x="60267" y="3117"/>
                    <a:pt x="51003" y="1"/>
                    <a:pt x="414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4" name="Google Shape;23714;p83"/>
            <p:cNvSpPr/>
            <p:nvPr/>
          </p:nvSpPr>
          <p:spPr>
            <a:xfrm>
              <a:off x="2121864" y="2269747"/>
              <a:ext cx="184474" cy="37781"/>
            </a:xfrm>
            <a:custGeom>
              <a:avLst/>
              <a:gdLst/>
              <a:ahLst/>
              <a:cxnLst/>
              <a:rect l="l" t="t" r="r" b="b"/>
              <a:pathLst>
                <a:path w="10654" h="2182" extrusionOk="0">
                  <a:moveTo>
                    <a:pt x="1" y="0"/>
                  </a:moveTo>
                  <a:lnTo>
                    <a:pt x="181" y="1685"/>
                  </a:lnTo>
                  <a:cubicBezTo>
                    <a:pt x="212" y="1971"/>
                    <a:pt x="452" y="2182"/>
                    <a:pt x="738" y="2182"/>
                  </a:cubicBezTo>
                  <a:lnTo>
                    <a:pt x="9916" y="2182"/>
                  </a:lnTo>
                  <a:cubicBezTo>
                    <a:pt x="10187" y="2182"/>
                    <a:pt x="10428" y="1971"/>
                    <a:pt x="10458" y="1685"/>
                  </a:cubicBezTo>
                  <a:lnTo>
                    <a:pt x="106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5" name="Google Shape;23715;p83"/>
            <p:cNvSpPr/>
            <p:nvPr/>
          </p:nvSpPr>
          <p:spPr>
            <a:xfrm>
              <a:off x="2192474" y="2169703"/>
              <a:ext cx="42993" cy="41712"/>
            </a:xfrm>
            <a:custGeom>
              <a:avLst/>
              <a:gdLst/>
              <a:ahLst/>
              <a:cxnLst/>
              <a:rect l="l" t="t" r="r" b="b"/>
              <a:pathLst>
                <a:path w="2483" h="2409" extrusionOk="0">
                  <a:moveTo>
                    <a:pt x="2092" y="1"/>
                  </a:moveTo>
                  <a:cubicBezTo>
                    <a:pt x="1655" y="1"/>
                    <a:pt x="1114" y="257"/>
                    <a:pt x="707" y="678"/>
                  </a:cubicBezTo>
                  <a:cubicBezTo>
                    <a:pt x="392" y="994"/>
                    <a:pt x="166" y="1400"/>
                    <a:pt x="76" y="1776"/>
                  </a:cubicBezTo>
                  <a:cubicBezTo>
                    <a:pt x="0" y="2092"/>
                    <a:pt x="61" y="2288"/>
                    <a:pt x="106" y="2348"/>
                  </a:cubicBezTo>
                  <a:cubicBezTo>
                    <a:pt x="151" y="2378"/>
                    <a:pt x="241" y="2408"/>
                    <a:pt x="392" y="2408"/>
                  </a:cubicBezTo>
                  <a:cubicBezTo>
                    <a:pt x="843" y="2408"/>
                    <a:pt x="1369" y="2152"/>
                    <a:pt x="1776" y="1746"/>
                  </a:cubicBezTo>
                  <a:cubicBezTo>
                    <a:pt x="2092" y="1430"/>
                    <a:pt x="2332" y="1024"/>
                    <a:pt x="2408" y="648"/>
                  </a:cubicBezTo>
                  <a:cubicBezTo>
                    <a:pt x="2483" y="332"/>
                    <a:pt x="2423" y="121"/>
                    <a:pt x="2378" y="76"/>
                  </a:cubicBezTo>
                  <a:cubicBezTo>
                    <a:pt x="2347" y="46"/>
                    <a:pt x="2257" y="1"/>
                    <a:pt x="20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6" name="Google Shape;23716;p83"/>
            <p:cNvSpPr/>
            <p:nvPr/>
          </p:nvSpPr>
          <p:spPr>
            <a:xfrm>
              <a:off x="2105987" y="2132718"/>
              <a:ext cx="215987" cy="118019"/>
            </a:xfrm>
            <a:custGeom>
              <a:avLst/>
              <a:gdLst/>
              <a:ahLst/>
              <a:cxnLst/>
              <a:rect l="l" t="t" r="r" b="b"/>
              <a:pathLst>
                <a:path w="12474" h="6816" extrusionOk="0">
                  <a:moveTo>
                    <a:pt x="7087" y="1038"/>
                  </a:moveTo>
                  <a:cubicBezTo>
                    <a:pt x="7523" y="1038"/>
                    <a:pt x="7899" y="1174"/>
                    <a:pt x="8155" y="1430"/>
                  </a:cubicBezTo>
                  <a:cubicBezTo>
                    <a:pt x="8501" y="1791"/>
                    <a:pt x="8621" y="2362"/>
                    <a:pt x="8486" y="3024"/>
                  </a:cubicBezTo>
                  <a:cubicBezTo>
                    <a:pt x="8351" y="3611"/>
                    <a:pt x="8020" y="4198"/>
                    <a:pt x="7553" y="4664"/>
                  </a:cubicBezTo>
                  <a:cubicBezTo>
                    <a:pt x="6936" y="5281"/>
                    <a:pt x="6124" y="5657"/>
                    <a:pt x="5387" y="5657"/>
                  </a:cubicBezTo>
                  <a:cubicBezTo>
                    <a:pt x="4950" y="5657"/>
                    <a:pt x="4589" y="5522"/>
                    <a:pt x="4333" y="5266"/>
                  </a:cubicBezTo>
                  <a:cubicBezTo>
                    <a:pt x="3972" y="4905"/>
                    <a:pt x="3852" y="4333"/>
                    <a:pt x="4002" y="3671"/>
                  </a:cubicBezTo>
                  <a:cubicBezTo>
                    <a:pt x="4123" y="3085"/>
                    <a:pt x="4454" y="2498"/>
                    <a:pt x="4920" y="2031"/>
                  </a:cubicBezTo>
                  <a:cubicBezTo>
                    <a:pt x="5537" y="1415"/>
                    <a:pt x="6349" y="1038"/>
                    <a:pt x="7087" y="1038"/>
                  </a:cubicBezTo>
                  <a:close/>
                  <a:moveTo>
                    <a:pt x="0" y="0"/>
                  </a:moveTo>
                  <a:lnTo>
                    <a:pt x="783" y="6816"/>
                  </a:lnTo>
                  <a:lnTo>
                    <a:pt x="11691" y="6816"/>
                  </a:lnTo>
                  <a:lnTo>
                    <a:pt x="1247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7" name="Google Shape;23717;p83"/>
            <p:cNvSpPr/>
            <p:nvPr/>
          </p:nvSpPr>
          <p:spPr>
            <a:xfrm>
              <a:off x="2101294" y="2090764"/>
              <a:ext cx="225355" cy="22683"/>
            </a:xfrm>
            <a:custGeom>
              <a:avLst/>
              <a:gdLst/>
              <a:ahLst/>
              <a:cxnLst/>
              <a:rect l="l" t="t" r="r" b="b"/>
              <a:pathLst>
                <a:path w="13015" h="1310" extrusionOk="0">
                  <a:moveTo>
                    <a:pt x="0" y="1"/>
                  </a:moveTo>
                  <a:lnTo>
                    <a:pt x="151" y="1310"/>
                  </a:lnTo>
                  <a:lnTo>
                    <a:pt x="12864" y="1310"/>
                  </a:lnTo>
                  <a:lnTo>
                    <a:pt x="1301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8" name="Google Shape;23718;p83"/>
            <p:cNvSpPr/>
            <p:nvPr/>
          </p:nvSpPr>
          <p:spPr>
            <a:xfrm>
              <a:off x="2120046" y="1981872"/>
              <a:ext cx="187850" cy="33366"/>
            </a:xfrm>
            <a:custGeom>
              <a:avLst/>
              <a:gdLst/>
              <a:ahLst/>
              <a:cxnLst/>
              <a:rect l="l" t="t" r="r" b="b"/>
              <a:pathLst>
                <a:path w="10849" h="1927" extrusionOk="0">
                  <a:moveTo>
                    <a:pt x="903" y="1"/>
                  </a:moveTo>
                  <a:cubicBezTo>
                    <a:pt x="648" y="1"/>
                    <a:pt x="437" y="166"/>
                    <a:pt x="377" y="422"/>
                  </a:cubicBezTo>
                  <a:lnTo>
                    <a:pt x="1" y="1927"/>
                  </a:lnTo>
                  <a:lnTo>
                    <a:pt x="10849" y="1927"/>
                  </a:lnTo>
                  <a:lnTo>
                    <a:pt x="10488" y="422"/>
                  </a:lnTo>
                  <a:cubicBezTo>
                    <a:pt x="10427" y="166"/>
                    <a:pt x="10202" y="1"/>
                    <a:pt x="99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9" name="Google Shape;23719;p83"/>
            <p:cNvSpPr/>
            <p:nvPr/>
          </p:nvSpPr>
          <p:spPr>
            <a:xfrm>
              <a:off x="2082525" y="2034232"/>
              <a:ext cx="263153" cy="37279"/>
            </a:xfrm>
            <a:custGeom>
              <a:avLst/>
              <a:gdLst/>
              <a:ahLst/>
              <a:cxnLst/>
              <a:rect l="l" t="t" r="r" b="b"/>
              <a:pathLst>
                <a:path w="15198" h="2153" extrusionOk="0">
                  <a:moveTo>
                    <a:pt x="543" y="1"/>
                  </a:moveTo>
                  <a:cubicBezTo>
                    <a:pt x="242" y="1"/>
                    <a:pt x="1" y="166"/>
                    <a:pt x="1" y="362"/>
                  </a:cubicBezTo>
                  <a:lnTo>
                    <a:pt x="1" y="1791"/>
                  </a:lnTo>
                  <a:cubicBezTo>
                    <a:pt x="1" y="2002"/>
                    <a:pt x="242" y="2153"/>
                    <a:pt x="543" y="2153"/>
                  </a:cubicBezTo>
                  <a:lnTo>
                    <a:pt x="14641" y="2153"/>
                  </a:lnTo>
                  <a:cubicBezTo>
                    <a:pt x="14941" y="2153"/>
                    <a:pt x="15197" y="2002"/>
                    <a:pt x="15197" y="1791"/>
                  </a:cubicBezTo>
                  <a:lnTo>
                    <a:pt x="15197" y="362"/>
                  </a:lnTo>
                  <a:cubicBezTo>
                    <a:pt x="15197" y="166"/>
                    <a:pt x="14941" y="1"/>
                    <a:pt x="146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72037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04" name="Google Shape;23704;p8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Product Presentation</a:t>
            </a:r>
            <a:endParaRPr dirty="0"/>
          </a:p>
        </p:txBody>
      </p:sp>
      <p:grpSp>
        <p:nvGrpSpPr>
          <p:cNvPr id="23706" name="Google Shape;23706;p83"/>
          <p:cNvGrpSpPr/>
          <p:nvPr/>
        </p:nvGrpSpPr>
        <p:grpSpPr>
          <a:xfrm>
            <a:off x="2052362" y="614801"/>
            <a:ext cx="548574" cy="474105"/>
            <a:chOff x="1906130" y="3701675"/>
            <a:chExt cx="548574" cy="474105"/>
          </a:xfrm>
        </p:grpSpPr>
        <p:sp>
          <p:nvSpPr>
            <p:cNvPr id="23707" name="Google Shape;23707;p83"/>
            <p:cNvSpPr/>
            <p:nvPr/>
          </p:nvSpPr>
          <p:spPr>
            <a:xfrm>
              <a:off x="1906130" y="3701675"/>
              <a:ext cx="548574" cy="474105"/>
            </a:xfrm>
            <a:custGeom>
              <a:avLst/>
              <a:gdLst/>
              <a:ahLst/>
              <a:cxnLst/>
              <a:rect l="l" t="t" r="r" b="b"/>
              <a:pathLst>
                <a:path w="71522" h="61833" extrusionOk="0">
                  <a:moveTo>
                    <a:pt x="41457" y="1"/>
                  </a:moveTo>
                  <a:cubicBezTo>
                    <a:pt x="39546" y="1"/>
                    <a:pt x="37623" y="126"/>
                    <a:pt x="35716" y="369"/>
                  </a:cubicBezTo>
                  <a:cubicBezTo>
                    <a:pt x="24925" y="1737"/>
                    <a:pt x="14591" y="7421"/>
                    <a:pt x="8542" y="16570"/>
                  </a:cubicBezTo>
                  <a:cubicBezTo>
                    <a:pt x="2432" y="25841"/>
                    <a:pt x="1" y="40643"/>
                    <a:pt x="8177" y="49397"/>
                  </a:cubicBezTo>
                  <a:cubicBezTo>
                    <a:pt x="11369" y="52802"/>
                    <a:pt x="15503" y="55142"/>
                    <a:pt x="19758" y="57027"/>
                  </a:cubicBezTo>
                  <a:cubicBezTo>
                    <a:pt x="26118" y="59880"/>
                    <a:pt x="32944" y="61832"/>
                    <a:pt x="39921" y="61832"/>
                  </a:cubicBezTo>
                  <a:cubicBezTo>
                    <a:pt x="40080" y="61832"/>
                    <a:pt x="40238" y="61831"/>
                    <a:pt x="40397" y="61829"/>
                  </a:cubicBezTo>
                  <a:cubicBezTo>
                    <a:pt x="54622" y="61616"/>
                    <a:pt x="66537" y="51647"/>
                    <a:pt x="69668" y="37817"/>
                  </a:cubicBezTo>
                  <a:cubicBezTo>
                    <a:pt x="71522" y="29731"/>
                    <a:pt x="71248" y="16996"/>
                    <a:pt x="65838" y="10157"/>
                  </a:cubicBezTo>
                  <a:cubicBezTo>
                    <a:pt x="60267" y="3117"/>
                    <a:pt x="51003" y="1"/>
                    <a:pt x="414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8" name="Google Shape;23708;p83"/>
            <p:cNvSpPr/>
            <p:nvPr/>
          </p:nvSpPr>
          <p:spPr>
            <a:xfrm>
              <a:off x="2161770" y="4027735"/>
              <a:ext cx="48811" cy="47278"/>
            </a:xfrm>
            <a:custGeom>
              <a:avLst/>
              <a:gdLst/>
              <a:ahLst/>
              <a:cxnLst/>
              <a:rect l="l" t="t" r="r" b="b"/>
              <a:pathLst>
                <a:path w="2484" h="2406" extrusionOk="0">
                  <a:moveTo>
                    <a:pt x="2092" y="0"/>
                  </a:moveTo>
                  <a:cubicBezTo>
                    <a:pt x="2002" y="0"/>
                    <a:pt x="1912" y="15"/>
                    <a:pt x="1806" y="30"/>
                  </a:cubicBezTo>
                  <a:cubicBezTo>
                    <a:pt x="1415" y="121"/>
                    <a:pt x="1024" y="346"/>
                    <a:pt x="708" y="662"/>
                  </a:cubicBezTo>
                  <a:cubicBezTo>
                    <a:pt x="377" y="978"/>
                    <a:pt x="151" y="1384"/>
                    <a:pt x="61" y="1776"/>
                  </a:cubicBezTo>
                  <a:cubicBezTo>
                    <a:pt x="1" y="2092"/>
                    <a:pt x="46" y="2287"/>
                    <a:pt x="106" y="2332"/>
                  </a:cubicBezTo>
                  <a:cubicBezTo>
                    <a:pt x="136" y="2372"/>
                    <a:pt x="233" y="2406"/>
                    <a:pt x="388" y="2406"/>
                  </a:cubicBezTo>
                  <a:cubicBezTo>
                    <a:pt x="466" y="2406"/>
                    <a:pt x="558" y="2397"/>
                    <a:pt x="663" y="2377"/>
                  </a:cubicBezTo>
                  <a:cubicBezTo>
                    <a:pt x="1054" y="2287"/>
                    <a:pt x="1460" y="2061"/>
                    <a:pt x="1776" y="1745"/>
                  </a:cubicBezTo>
                  <a:cubicBezTo>
                    <a:pt x="2092" y="1414"/>
                    <a:pt x="2318" y="1023"/>
                    <a:pt x="2408" y="632"/>
                  </a:cubicBezTo>
                  <a:cubicBezTo>
                    <a:pt x="2483" y="316"/>
                    <a:pt x="2423" y="121"/>
                    <a:pt x="2378" y="60"/>
                  </a:cubicBezTo>
                  <a:cubicBezTo>
                    <a:pt x="2333" y="30"/>
                    <a:pt x="2243" y="0"/>
                    <a:pt x="20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9" name="Google Shape;23709;p83"/>
            <p:cNvSpPr/>
            <p:nvPr/>
          </p:nvSpPr>
          <p:spPr>
            <a:xfrm>
              <a:off x="2082536" y="3981004"/>
              <a:ext cx="207268" cy="148141"/>
            </a:xfrm>
            <a:custGeom>
              <a:avLst/>
              <a:gdLst/>
              <a:ahLst/>
              <a:cxnLst/>
              <a:rect l="l" t="t" r="r" b="b"/>
              <a:pathLst>
                <a:path w="10548" h="7539" extrusionOk="0">
                  <a:moveTo>
                    <a:pt x="6099" y="1271"/>
                  </a:moveTo>
                  <a:cubicBezTo>
                    <a:pt x="6542" y="1271"/>
                    <a:pt x="6928" y="1406"/>
                    <a:pt x="7192" y="1671"/>
                  </a:cubicBezTo>
                  <a:cubicBezTo>
                    <a:pt x="7539" y="2017"/>
                    <a:pt x="7659" y="2604"/>
                    <a:pt x="7523" y="3251"/>
                  </a:cubicBezTo>
                  <a:cubicBezTo>
                    <a:pt x="7388" y="3838"/>
                    <a:pt x="7057" y="4424"/>
                    <a:pt x="6591" y="4906"/>
                  </a:cubicBezTo>
                  <a:cubicBezTo>
                    <a:pt x="6124" y="5372"/>
                    <a:pt x="5537" y="5703"/>
                    <a:pt x="4936" y="5824"/>
                  </a:cubicBezTo>
                  <a:cubicBezTo>
                    <a:pt x="4755" y="5869"/>
                    <a:pt x="4590" y="5884"/>
                    <a:pt x="4424" y="5884"/>
                  </a:cubicBezTo>
                  <a:cubicBezTo>
                    <a:pt x="3988" y="5884"/>
                    <a:pt x="3612" y="5748"/>
                    <a:pt x="3356" y="5493"/>
                  </a:cubicBezTo>
                  <a:cubicBezTo>
                    <a:pt x="2995" y="5147"/>
                    <a:pt x="2874" y="4560"/>
                    <a:pt x="3025" y="3913"/>
                  </a:cubicBezTo>
                  <a:cubicBezTo>
                    <a:pt x="3145" y="3311"/>
                    <a:pt x="3476" y="2739"/>
                    <a:pt x="3958" y="2258"/>
                  </a:cubicBezTo>
                  <a:cubicBezTo>
                    <a:pt x="4424" y="1791"/>
                    <a:pt x="5011" y="1460"/>
                    <a:pt x="5598" y="1325"/>
                  </a:cubicBezTo>
                  <a:cubicBezTo>
                    <a:pt x="5770" y="1289"/>
                    <a:pt x="5939" y="1271"/>
                    <a:pt x="6099" y="1271"/>
                  </a:cubicBezTo>
                  <a:close/>
                  <a:moveTo>
                    <a:pt x="1" y="1"/>
                  </a:moveTo>
                  <a:lnTo>
                    <a:pt x="1355" y="7103"/>
                  </a:lnTo>
                  <a:cubicBezTo>
                    <a:pt x="1400" y="7358"/>
                    <a:pt x="1626" y="7539"/>
                    <a:pt x="1896" y="7539"/>
                  </a:cubicBezTo>
                  <a:lnTo>
                    <a:pt x="8652" y="7539"/>
                  </a:lnTo>
                  <a:cubicBezTo>
                    <a:pt x="8908" y="7539"/>
                    <a:pt x="9133" y="7358"/>
                    <a:pt x="9194" y="7103"/>
                  </a:cubicBezTo>
                  <a:lnTo>
                    <a:pt x="1054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0" name="Google Shape;23710;p83"/>
            <p:cNvSpPr/>
            <p:nvPr/>
          </p:nvSpPr>
          <p:spPr>
            <a:xfrm>
              <a:off x="2081947" y="3759555"/>
              <a:ext cx="208152" cy="108822"/>
            </a:xfrm>
            <a:custGeom>
              <a:avLst/>
              <a:gdLst/>
              <a:ahLst/>
              <a:cxnLst/>
              <a:rect l="l" t="t" r="r" b="b"/>
              <a:pathLst>
                <a:path w="10593" h="5538" extrusionOk="0">
                  <a:moveTo>
                    <a:pt x="8261" y="1"/>
                  </a:moveTo>
                  <a:cubicBezTo>
                    <a:pt x="7945" y="1"/>
                    <a:pt x="7704" y="256"/>
                    <a:pt x="7704" y="557"/>
                  </a:cubicBezTo>
                  <a:lnTo>
                    <a:pt x="7704" y="1866"/>
                  </a:lnTo>
                  <a:cubicBezTo>
                    <a:pt x="6982" y="1505"/>
                    <a:pt x="6154" y="1295"/>
                    <a:pt x="5297" y="1295"/>
                  </a:cubicBezTo>
                  <a:cubicBezTo>
                    <a:pt x="2724" y="1295"/>
                    <a:pt x="572" y="3115"/>
                    <a:pt x="0" y="5538"/>
                  </a:cubicBezTo>
                  <a:lnTo>
                    <a:pt x="10593" y="5538"/>
                  </a:lnTo>
                  <a:cubicBezTo>
                    <a:pt x="10322" y="4379"/>
                    <a:pt x="9690" y="3356"/>
                    <a:pt x="8802" y="2604"/>
                  </a:cubicBezTo>
                  <a:lnTo>
                    <a:pt x="8802" y="1114"/>
                  </a:lnTo>
                  <a:lnTo>
                    <a:pt x="9795" y="1114"/>
                  </a:lnTo>
                  <a:cubicBezTo>
                    <a:pt x="10096" y="1114"/>
                    <a:pt x="10337" y="858"/>
                    <a:pt x="10337" y="557"/>
                  </a:cubicBezTo>
                  <a:cubicBezTo>
                    <a:pt x="10337" y="256"/>
                    <a:pt x="10096" y="1"/>
                    <a:pt x="9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1" name="Google Shape;23711;p83"/>
            <p:cNvSpPr/>
            <p:nvPr/>
          </p:nvSpPr>
          <p:spPr>
            <a:xfrm>
              <a:off x="2054455" y="3890235"/>
              <a:ext cx="263133" cy="69207"/>
            </a:xfrm>
            <a:custGeom>
              <a:avLst/>
              <a:gdLst/>
              <a:ahLst/>
              <a:cxnLst/>
              <a:rect l="l" t="t" r="r" b="b"/>
              <a:pathLst>
                <a:path w="13391" h="3522" extrusionOk="0">
                  <a:moveTo>
                    <a:pt x="557" y="1"/>
                  </a:moveTo>
                  <a:cubicBezTo>
                    <a:pt x="241" y="1"/>
                    <a:pt x="0" y="242"/>
                    <a:pt x="0" y="558"/>
                  </a:cubicBezTo>
                  <a:lnTo>
                    <a:pt x="0" y="2965"/>
                  </a:lnTo>
                  <a:cubicBezTo>
                    <a:pt x="0" y="3266"/>
                    <a:pt x="241" y="3522"/>
                    <a:pt x="557" y="3522"/>
                  </a:cubicBezTo>
                  <a:lnTo>
                    <a:pt x="12849" y="3522"/>
                  </a:lnTo>
                  <a:cubicBezTo>
                    <a:pt x="13150" y="3522"/>
                    <a:pt x="13391" y="3266"/>
                    <a:pt x="13391" y="2965"/>
                  </a:cubicBezTo>
                  <a:lnTo>
                    <a:pt x="13391" y="558"/>
                  </a:lnTo>
                  <a:cubicBezTo>
                    <a:pt x="13391" y="242"/>
                    <a:pt x="13150" y="1"/>
                    <a:pt x="12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25AD6A2-234B-E5E5-8A21-BB02505234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799606"/>
              </p:ext>
            </p:extLst>
          </p:nvPr>
        </p:nvGraphicFramePr>
        <p:xfrm>
          <a:off x="720000" y="1459439"/>
          <a:ext cx="68656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3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34" name="Google Shape;23734;p8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Sales </a:t>
            </a:r>
            <a:endParaRPr dirty="0"/>
          </a:p>
        </p:txBody>
      </p:sp>
      <p:sp>
        <p:nvSpPr>
          <p:cNvPr id="23735" name="Google Shape;23735;p84"/>
          <p:cNvSpPr txBox="1"/>
          <p:nvPr/>
        </p:nvSpPr>
        <p:spPr>
          <a:xfrm>
            <a:off x="640380" y="4142100"/>
            <a:ext cx="4222500" cy="4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736" name="Google Shape;23736;p84"/>
          <p:cNvSpPr/>
          <p:nvPr/>
        </p:nvSpPr>
        <p:spPr>
          <a:xfrm>
            <a:off x="5906011" y="2724672"/>
            <a:ext cx="451550" cy="369450"/>
          </a:xfrm>
          <a:custGeom>
            <a:avLst/>
            <a:gdLst/>
            <a:ahLst/>
            <a:cxnLst/>
            <a:rect l="l" t="t" r="r" b="b"/>
            <a:pathLst>
              <a:path w="2442" h="1998" extrusionOk="0">
                <a:moveTo>
                  <a:pt x="1079" y="1"/>
                </a:moveTo>
                <a:cubicBezTo>
                  <a:pt x="952" y="1"/>
                  <a:pt x="821" y="27"/>
                  <a:pt x="689" y="85"/>
                </a:cubicBezTo>
                <a:cubicBezTo>
                  <a:pt x="207" y="274"/>
                  <a:pt x="1" y="703"/>
                  <a:pt x="1" y="1202"/>
                </a:cubicBezTo>
                <a:cubicBezTo>
                  <a:pt x="1" y="1425"/>
                  <a:pt x="17" y="1684"/>
                  <a:pt x="207" y="1837"/>
                </a:cubicBezTo>
                <a:cubicBezTo>
                  <a:pt x="354" y="1956"/>
                  <a:pt x="560" y="1997"/>
                  <a:pt x="754" y="1997"/>
                </a:cubicBezTo>
                <a:cubicBezTo>
                  <a:pt x="790" y="1997"/>
                  <a:pt x="824" y="1996"/>
                  <a:pt x="859" y="1994"/>
                </a:cubicBezTo>
                <a:cubicBezTo>
                  <a:pt x="1514" y="1961"/>
                  <a:pt x="2442" y="1528"/>
                  <a:pt x="2095" y="740"/>
                </a:cubicBezTo>
                <a:cubicBezTo>
                  <a:pt x="1910" y="312"/>
                  <a:pt x="1517" y="1"/>
                  <a:pt x="107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37" name="Google Shape;23737;p84"/>
          <p:cNvSpPr/>
          <p:nvPr/>
        </p:nvSpPr>
        <p:spPr>
          <a:xfrm>
            <a:off x="5921578" y="1470796"/>
            <a:ext cx="420415" cy="369451"/>
          </a:xfrm>
          <a:custGeom>
            <a:avLst/>
            <a:gdLst/>
            <a:ahLst/>
            <a:cxnLst/>
            <a:rect l="l" t="t" r="r" b="b"/>
            <a:pathLst>
              <a:path w="2079" h="1827" extrusionOk="0">
                <a:moveTo>
                  <a:pt x="1037" y="0"/>
                </a:moveTo>
                <a:cubicBezTo>
                  <a:pt x="780" y="0"/>
                  <a:pt x="535" y="110"/>
                  <a:pt x="326" y="298"/>
                </a:cubicBezTo>
                <a:cubicBezTo>
                  <a:pt x="174" y="434"/>
                  <a:pt x="0" y="590"/>
                  <a:pt x="0" y="797"/>
                </a:cubicBezTo>
                <a:cubicBezTo>
                  <a:pt x="0" y="1003"/>
                  <a:pt x="136" y="1188"/>
                  <a:pt x="277" y="1328"/>
                </a:cubicBezTo>
                <a:cubicBezTo>
                  <a:pt x="525" y="1587"/>
                  <a:pt x="915" y="1827"/>
                  <a:pt x="1262" y="1827"/>
                </a:cubicBezTo>
                <a:cubicBezTo>
                  <a:pt x="1491" y="1827"/>
                  <a:pt x="1701" y="1722"/>
                  <a:pt x="1839" y="1448"/>
                </a:cubicBezTo>
                <a:cubicBezTo>
                  <a:pt x="2078" y="966"/>
                  <a:pt x="1975" y="364"/>
                  <a:pt x="1476" y="108"/>
                </a:cubicBezTo>
                <a:cubicBezTo>
                  <a:pt x="1329" y="34"/>
                  <a:pt x="1181" y="0"/>
                  <a:pt x="103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38" name="Google Shape;23738;p84"/>
          <p:cNvSpPr/>
          <p:nvPr/>
        </p:nvSpPr>
        <p:spPr>
          <a:xfrm>
            <a:off x="5921560" y="3788725"/>
            <a:ext cx="420427" cy="461299"/>
          </a:xfrm>
          <a:custGeom>
            <a:avLst/>
            <a:gdLst/>
            <a:ahLst/>
            <a:cxnLst/>
            <a:rect l="l" t="t" r="r" b="b"/>
            <a:pathLst>
              <a:path w="2903" h="2718" extrusionOk="0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39" name="Google Shape;23739;p84"/>
          <p:cNvSpPr txBox="1">
            <a:spLocks noGrp="1"/>
          </p:cNvSpPr>
          <p:nvPr>
            <p:ph type="title" idx="4294967295"/>
          </p:nvPr>
        </p:nvSpPr>
        <p:spPr>
          <a:xfrm>
            <a:off x="6559825" y="1396475"/>
            <a:ext cx="1144800" cy="3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latin typeface="Open Sans"/>
                <a:ea typeface="Open Sans"/>
                <a:cs typeface="Open Sans"/>
                <a:sym typeface="Open Sans"/>
              </a:rPr>
              <a:t>Morning</a:t>
            </a:r>
            <a:endParaRPr sz="1400" b="1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740" name="Google Shape;23740;p84"/>
          <p:cNvSpPr txBox="1">
            <a:spLocks noGrp="1"/>
          </p:cNvSpPr>
          <p:nvPr>
            <p:ph type="title" idx="4294967295"/>
          </p:nvPr>
        </p:nvSpPr>
        <p:spPr>
          <a:xfrm>
            <a:off x="6559825" y="2592610"/>
            <a:ext cx="1144800" cy="3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latin typeface="Open Sans"/>
                <a:ea typeface="Open Sans"/>
                <a:cs typeface="Open Sans"/>
                <a:sym typeface="Open Sans"/>
              </a:rPr>
              <a:t>Afternoon</a:t>
            </a:r>
            <a:endParaRPr sz="1400" b="1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741" name="Google Shape;23741;p84"/>
          <p:cNvSpPr txBox="1">
            <a:spLocks noGrp="1"/>
          </p:cNvSpPr>
          <p:nvPr>
            <p:ph type="title" idx="4294967295"/>
          </p:nvPr>
        </p:nvSpPr>
        <p:spPr>
          <a:xfrm>
            <a:off x="6559825" y="3788720"/>
            <a:ext cx="1144800" cy="3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latin typeface="Open Sans"/>
                <a:ea typeface="Open Sans"/>
                <a:cs typeface="Open Sans"/>
                <a:sym typeface="Open Sans"/>
              </a:rPr>
              <a:t>MERCURY</a:t>
            </a:r>
            <a:endParaRPr sz="1400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742" name="Google Shape;23742;p84"/>
          <p:cNvSpPr txBox="1"/>
          <p:nvPr/>
        </p:nvSpPr>
        <p:spPr>
          <a:xfrm>
            <a:off x="6559825" y="1678405"/>
            <a:ext cx="2016000" cy="5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Most sales are made between 06h00 to 11h59 in the morning </a:t>
            </a:r>
            <a:endParaRPr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743" name="Google Shape;23743;p84"/>
          <p:cNvSpPr txBox="1"/>
          <p:nvPr/>
        </p:nvSpPr>
        <p:spPr>
          <a:xfrm>
            <a:off x="6559825" y="2874540"/>
            <a:ext cx="2016000" cy="5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rPr>
              <a:t>Average sales are made Between 12h00 to 16h59</a:t>
            </a:r>
            <a:endParaRPr dirty="0">
              <a:solidFill>
                <a:schemeClr val="accent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744" name="Google Shape;23744;p84"/>
          <p:cNvSpPr txBox="1"/>
          <p:nvPr/>
        </p:nvSpPr>
        <p:spPr>
          <a:xfrm>
            <a:off x="6559825" y="4070650"/>
            <a:ext cx="2016000" cy="5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rPr>
              <a:t>Sales drops between 17h00 and 20h00</a:t>
            </a:r>
            <a:endParaRPr dirty="0">
              <a:solidFill>
                <a:schemeClr val="accent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4C86537-BF8C-0C88-313E-8A90BE044A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4437349"/>
              </p:ext>
            </p:extLst>
          </p:nvPr>
        </p:nvGraphicFramePr>
        <p:xfrm>
          <a:off x="720000" y="1506824"/>
          <a:ext cx="4827421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3720" name="Google Shape;23720;p83"/>
          <p:cNvGrpSpPr/>
          <p:nvPr/>
        </p:nvGrpSpPr>
        <p:grpSpPr>
          <a:xfrm>
            <a:off x="5273044" y="640360"/>
            <a:ext cx="548753" cy="474259"/>
            <a:chOff x="1906075" y="2505577"/>
            <a:chExt cx="548753" cy="474259"/>
          </a:xfrm>
        </p:grpSpPr>
        <p:sp>
          <p:nvSpPr>
            <p:cNvPr id="23721" name="Google Shape;23721;p83"/>
            <p:cNvSpPr/>
            <p:nvPr/>
          </p:nvSpPr>
          <p:spPr>
            <a:xfrm>
              <a:off x="1906075" y="2505577"/>
              <a:ext cx="548753" cy="474259"/>
            </a:xfrm>
            <a:custGeom>
              <a:avLst/>
              <a:gdLst/>
              <a:ahLst/>
              <a:cxnLst/>
              <a:rect l="l" t="t" r="r" b="b"/>
              <a:pathLst>
                <a:path w="71522" h="61833" extrusionOk="0">
                  <a:moveTo>
                    <a:pt x="41457" y="1"/>
                  </a:moveTo>
                  <a:cubicBezTo>
                    <a:pt x="39546" y="1"/>
                    <a:pt x="37623" y="126"/>
                    <a:pt x="35716" y="369"/>
                  </a:cubicBezTo>
                  <a:cubicBezTo>
                    <a:pt x="24925" y="1737"/>
                    <a:pt x="14591" y="7421"/>
                    <a:pt x="8542" y="16570"/>
                  </a:cubicBezTo>
                  <a:cubicBezTo>
                    <a:pt x="2432" y="25841"/>
                    <a:pt x="1" y="40643"/>
                    <a:pt x="8177" y="49397"/>
                  </a:cubicBezTo>
                  <a:cubicBezTo>
                    <a:pt x="11369" y="52802"/>
                    <a:pt x="15503" y="55142"/>
                    <a:pt x="19758" y="57027"/>
                  </a:cubicBezTo>
                  <a:cubicBezTo>
                    <a:pt x="26118" y="59880"/>
                    <a:pt x="32944" y="61832"/>
                    <a:pt x="39921" y="61832"/>
                  </a:cubicBezTo>
                  <a:cubicBezTo>
                    <a:pt x="40080" y="61832"/>
                    <a:pt x="40238" y="61831"/>
                    <a:pt x="40397" y="61829"/>
                  </a:cubicBezTo>
                  <a:cubicBezTo>
                    <a:pt x="54622" y="61616"/>
                    <a:pt x="66537" y="51647"/>
                    <a:pt x="69668" y="37817"/>
                  </a:cubicBezTo>
                  <a:cubicBezTo>
                    <a:pt x="71522" y="29731"/>
                    <a:pt x="71248" y="16996"/>
                    <a:pt x="65838" y="10157"/>
                  </a:cubicBezTo>
                  <a:cubicBezTo>
                    <a:pt x="60267" y="3117"/>
                    <a:pt x="51003" y="1"/>
                    <a:pt x="414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2" name="Google Shape;23722;p83"/>
            <p:cNvSpPr/>
            <p:nvPr/>
          </p:nvSpPr>
          <p:spPr>
            <a:xfrm>
              <a:off x="2110744" y="2699443"/>
              <a:ext cx="151562" cy="220004"/>
            </a:xfrm>
            <a:custGeom>
              <a:avLst/>
              <a:gdLst/>
              <a:ahLst/>
              <a:cxnLst/>
              <a:rect l="l" t="t" r="r" b="b"/>
              <a:pathLst>
                <a:path w="8065" h="11707" extrusionOk="0">
                  <a:moveTo>
                    <a:pt x="2844" y="1114"/>
                  </a:moveTo>
                  <a:cubicBezTo>
                    <a:pt x="3145" y="1114"/>
                    <a:pt x="3400" y="1355"/>
                    <a:pt x="3400" y="1671"/>
                  </a:cubicBezTo>
                  <a:lnTo>
                    <a:pt x="3400" y="5778"/>
                  </a:lnTo>
                  <a:cubicBezTo>
                    <a:pt x="3400" y="6094"/>
                    <a:pt x="3145" y="6335"/>
                    <a:pt x="2844" y="6335"/>
                  </a:cubicBezTo>
                  <a:cubicBezTo>
                    <a:pt x="2543" y="6335"/>
                    <a:pt x="2302" y="6094"/>
                    <a:pt x="2302" y="5778"/>
                  </a:cubicBezTo>
                  <a:lnTo>
                    <a:pt x="2302" y="1671"/>
                  </a:lnTo>
                  <a:cubicBezTo>
                    <a:pt x="2302" y="1355"/>
                    <a:pt x="2543" y="1114"/>
                    <a:pt x="2844" y="1114"/>
                  </a:cubicBezTo>
                  <a:close/>
                  <a:moveTo>
                    <a:pt x="5055" y="1114"/>
                  </a:moveTo>
                  <a:cubicBezTo>
                    <a:pt x="5356" y="1114"/>
                    <a:pt x="5597" y="1355"/>
                    <a:pt x="5597" y="1671"/>
                  </a:cubicBezTo>
                  <a:lnTo>
                    <a:pt x="5597" y="5778"/>
                  </a:lnTo>
                  <a:cubicBezTo>
                    <a:pt x="5597" y="6094"/>
                    <a:pt x="5356" y="6335"/>
                    <a:pt x="5055" y="6335"/>
                  </a:cubicBezTo>
                  <a:cubicBezTo>
                    <a:pt x="4755" y="6335"/>
                    <a:pt x="4499" y="6094"/>
                    <a:pt x="4499" y="5778"/>
                  </a:cubicBezTo>
                  <a:lnTo>
                    <a:pt x="4499" y="1671"/>
                  </a:lnTo>
                  <a:cubicBezTo>
                    <a:pt x="4499" y="1355"/>
                    <a:pt x="4755" y="1114"/>
                    <a:pt x="5055" y="1114"/>
                  </a:cubicBezTo>
                  <a:close/>
                  <a:moveTo>
                    <a:pt x="7974" y="1"/>
                  </a:moveTo>
                  <a:lnTo>
                    <a:pt x="75" y="16"/>
                  </a:lnTo>
                  <a:lnTo>
                    <a:pt x="90" y="4620"/>
                  </a:lnTo>
                  <a:cubicBezTo>
                    <a:pt x="90" y="6350"/>
                    <a:pt x="948" y="7162"/>
                    <a:pt x="1670" y="7539"/>
                  </a:cubicBezTo>
                  <a:cubicBezTo>
                    <a:pt x="1775" y="7584"/>
                    <a:pt x="2016" y="7930"/>
                    <a:pt x="2152" y="8667"/>
                  </a:cubicBezTo>
                  <a:cubicBezTo>
                    <a:pt x="2272" y="9374"/>
                    <a:pt x="2212" y="9916"/>
                    <a:pt x="2122" y="10081"/>
                  </a:cubicBezTo>
                  <a:cubicBezTo>
                    <a:pt x="1956" y="10397"/>
                    <a:pt x="1279" y="10743"/>
                    <a:pt x="557" y="10743"/>
                  </a:cubicBezTo>
                  <a:cubicBezTo>
                    <a:pt x="241" y="10743"/>
                    <a:pt x="0" y="10999"/>
                    <a:pt x="0" y="11300"/>
                  </a:cubicBezTo>
                  <a:cubicBezTo>
                    <a:pt x="0" y="11601"/>
                    <a:pt x="241" y="11706"/>
                    <a:pt x="557" y="11706"/>
                  </a:cubicBezTo>
                  <a:lnTo>
                    <a:pt x="7508" y="11706"/>
                  </a:lnTo>
                  <a:cubicBezTo>
                    <a:pt x="7809" y="11706"/>
                    <a:pt x="8065" y="11601"/>
                    <a:pt x="8065" y="11300"/>
                  </a:cubicBezTo>
                  <a:cubicBezTo>
                    <a:pt x="8065" y="10999"/>
                    <a:pt x="7809" y="10743"/>
                    <a:pt x="7508" y="10743"/>
                  </a:cubicBezTo>
                  <a:cubicBezTo>
                    <a:pt x="6786" y="10743"/>
                    <a:pt x="6109" y="10397"/>
                    <a:pt x="5943" y="10081"/>
                  </a:cubicBezTo>
                  <a:cubicBezTo>
                    <a:pt x="5823" y="9841"/>
                    <a:pt x="5793" y="8983"/>
                    <a:pt x="6033" y="8201"/>
                  </a:cubicBezTo>
                  <a:cubicBezTo>
                    <a:pt x="6169" y="7764"/>
                    <a:pt x="6319" y="7569"/>
                    <a:pt x="6395" y="7539"/>
                  </a:cubicBezTo>
                  <a:cubicBezTo>
                    <a:pt x="7117" y="7162"/>
                    <a:pt x="7974" y="6350"/>
                    <a:pt x="7974" y="4620"/>
                  </a:cubicBezTo>
                  <a:lnTo>
                    <a:pt x="79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3" name="Google Shape;23723;p83"/>
            <p:cNvSpPr/>
            <p:nvPr/>
          </p:nvSpPr>
          <p:spPr>
            <a:xfrm>
              <a:off x="2241379" y="2565990"/>
              <a:ext cx="76354" cy="48635"/>
            </a:xfrm>
            <a:custGeom>
              <a:avLst/>
              <a:gdLst/>
              <a:ahLst/>
              <a:cxnLst/>
              <a:rect l="l" t="t" r="r" b="b"/>
              <a:pathLst>
                <a:path w="4063" h="2588" extrusionOk="0">
                  <a:moveTo>
                    <a:pt x="1550" y="0"/>
                  </a:moveTo>
                  <a:cubicBezTo>
                    <a:pt x="1354" y="0"/>
                    <a:pt x="1174" y="105"/>
                    <a:pt x="1069" y="271"/>
                  </a:cubicBezTo>
                  <a:lnTo>
                    <a:pt x="0" y="2061"/>
                  </a:lnTo>
                  <a:cubicBezTo>
                    <a:pt x="346" y="2167"/>
                    <a:pt x="677" y="2347"/>
                    <a:pt x="963" y="2588"/>
                  </a:cubicBezTo>
                  <a:lnTo>
                    <a:pt x="1866" y="1098"/>
                  </a:lnTo>
                  <a:lnTo>
                    <a:pt x="3506" y="1098"/>
                  </a:lnTo>
                  <a:cubicBezTo>
                    <a:pt x="3822" y="1098"/>
                    <a:pt x="4063" y="858"/>
                    <a:pt x="4063" y="542"/>
                  </a:cubicBezTo>
                  <a:cubicBezTo>
                    <a:pt x="4063" y="241"/>
                    <a:pt x="3822" y="0"/>
                    <a:pt x="35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4" name="Google Shape;23724;p83"/>
            <p:cNvSpPr/>
            <p:nvPr/>
          </p:nvSpPr>
          <p:spPr>
            <a:xfrm>
              <a:off x="2139010" y="2583223"/>
              <a:ext cx="69852" cy="22645"/>
            </a:xfrm>
            <a:custGeom>
              <a:avLst/>
              <a:gdLst/>
              <a:ahLst/>
              <a:cxnLst/>
              <a:rect l="l" t="t" r="r" b="b"/>
              <a:pathLst>
                <a:path w="3717" h="1205" extrusionOk="0">
                  <a:moveTo>
                    <a:pt x="1821" y="1"/>
                  </a:moveTo>
                  <a:cubicBezTo>
                    <a:pt x="1039" y="1"/>
                    <a:pt x="362" y="407"/>
                    <a:pt x="1" y="1024"/>
                  </a:cubicBezTo>
                  <a:cubicBezTo>
                    <a:pt x="61" y="1024"/>
                    <a:pt x="121" y="1009"/>
                    <a:pt x="196" y="1009"/>
                  </a:cubicBezTo>
                  <a:cubicBezTo>
                    <a:pt x="287" y="994"/>
                    <a:pt x="392" y="994"/>
                    <a:pt x="452" y="994"/>
                  </a:cubicBezTo>
                  <a:lnTo>
                    <a:pt x="512" y="994"/>
                  </a:lnTo>
                  <a:cubicBezTo>
                    <a:pt x="858" y="1009"/>
                    <a:pt x="1174" y="1069"/>
                    <a:pt x="1475" y="1189"/>
                  </a:cubicBezTo>
                  <a:cubicBezTo>
                    <a:pt x="1746" y="1084"/>
                    <a:pt x="2017" y="1024"/>
                    <a:pt x="2318" y="1009"/>
                  </a:cubicBezTo>
                  <a:cubicBezTo>
                    <a:pt x="2408" y="994"/>
                    <a:pt x="2513" y="994"/>
                    <a:pt x="2558" y="994"/>
                  </a:cubicBezTo>
                  <a:lnTo>
                    <a:pt x="2634" y="994"/>
                  </a:lnTo>
                  <a:cubicBezTo>
                    <a:pt x="2980" y="1009"/>
                    <a:pt x="3326" y="1084"/>
                    <a:pt x="3627" y="1204"/>
                  </a:cubicBezTo>
                  <a:cubicBezTo>
                    <a:pt x="3657" y="1189"/>
                    <a:pt x="3687" y="1189"/>
                    <a:pt x="3717" y="1174"/>
                  </a:cubicBezTo>
                  <a:cubicBezTo>
                    <a:pt x="3371" y="482"/>
                    <a:pt x="2649" y="1"/>
                    <a:pt x="18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5" name="Google Shape;23725;p83"/>
            <p:cNvSpPr/>
            <p:nvPr/>
          </p:nvSpPr>
          <p:spPr>
            <a:xfrm>
              <a:off x="2110463" y="2622540"/>
              <a:ext cx="151843" cy="56284"/>
            </a:xfrm>
            <a:custGeom>
              <a:avLst/>
              <a:gdLst/>
              <a:ahLst/>
              <a:cxnLst/>
              <a:rect l="l" t="t" r="r" b="b"/>
              <a:pathLst>
                <a:path w="8080" h="2995" extrusionOk="0">
                  <a:moveTo>
                    <a:pt x="1986" y="0"/>
                  </a:moveTo>
                  <a:cubicBezTo>
                    <a:pt x="1971" y="0"/>
                    <a:pt x="1821" y="15"/>
                    <a:pt x="1806" y="15"/>
                  </a:cubicBezTo>
                  <a:cubicBezTo>
                    <a:pt x="1369" y="45"/>
                    <a:pt x="993" y="241"/>
                    <a:pt x="722" y="557"/>
                  </a:cubicBezTo>
                  <a:cubicBezTo>
                    <a:pt x="0" y="1384"/>
                    <a:pt x="105" y="2994"/>
                    <a:pt x="105" y="2994"/>
                  </a:cubicBezTo>
                  <a:lnTo>
                    <a:pt x="8004" y="2994"/>
                  </a:lnTo>
                  <a:cubicBezTo>
                    <a:pt x="8004" y="2994"/>
                    <a:pt x="8080" y="1369"/>
                    <a:pt x="7357" y="557"/>
                  </a:cubicBezTo>
                  <a:cubicBezTo>
                    <a:pt x="7072" y="241"/>
                    <a:pt x="6695" y="60"/>
                    <a:pt x="6259" y="45"/>
                  </a:cubicBezTo>
                  <a:cubicBezTo>
                    <a:pt x="6244" y="38"/>
                    <a:pt x="6206" y="34"/>
                    <a:pt x="6169" y="34"/>
                  </a:cubicBezTo>
                  <a:cubicBezTo>
                    <a:pt x="6131" y="34"/>
                    <a:pt x="6094" y="38"/>
                    <a:pt x="6079" y="45"/>
                  </a:cubicBezTo>
                  <a:cubicBezTo>
                    <a:pt x="5702" y="60"/>
                    <a:pt x="5386" y="166"/>
                    <a:pt x="5131" y="346"/>
                  </a:cubicBezTo>
                  <a:cubicBezTo>
                    <a:pt x="4845" y="136"/>
                    <a:pt x="4499" y="15"/>
                    <a:pt x="4108" y="0"/>
                  </a:cubicBezTo>
                  <a:cubicBezTo>
                    <a:pt x="4077" y="0"/>
                    <a:pt x="3942" y="15"/>
                    <a:pt x="3912" y="15"/>
                  </a:cubicBezTo>
                  <a:cubicBezTo>
                    <a:pt x="3566" y="45"/>
                    <a:pt x="3250" y="151"/>
                    <a:pt x="2994" y="331"/>
                  </a:cubicBezTo>
                  <a:cubicBezTo>
                    <a:pt x="2723" y="136"/>
                    <a:pt x="2377" y="15"/>
                    <a:pt x="19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3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3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3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3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3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3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3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3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3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88" name="Google Shape;23888;p9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 Different Coffee shops Location </a:t>
            </a:r>
            <a:endParaRPr dirty="0"/>
          </a:p>
        </p:txBody>
      </p:sp>
      <p:grpSp>
        <p:nvGrpSpPr>
          <p:cNvPr id="23889" name="Google Shape;23889;p91"/>
          <p:cNvGrpSpPr/>
          <p:nvPr/>
        </p:nvGrpSpPr>
        <p:grpSpPr>
          <a:xfrm>
            <a:off x="713235" y="1383905"/>
            <a:ext cx="4736279" cy="3114448"/>
            <a:chOff x="235800" y="830650"/>
            <a:chExt cx="6978457" cy="4588844"/>
          </a:xfrm>
        </p:grpSpPr>
        <p:sp>
          <p:nvSpPr>
            <p:cNvPr id="23890" name="Google Shape;23890;p91"/>
            <p:cNvSpPr/>
            <p:nvPr/>
          </p:nvSpPr>
          <p:spPr>
            <a:xfrm>
              <a:off x="235800" y="1224769"/>
              <a:ext cx="2592225" cy="4194725"/>
            </a:xfrm>
            <a:custGeom>
              <a:avLst/>
              <a:gdLst/>
              <a:ahLst/>
              <a:cxnLst/>
              <a:rect l="l" t="t" r="r" b="b"/>
              <a:pathLst>
                <a:path w="103689" h="167789" extrusionOk="0">
                  <a:moveTo>
                    <a:pt x="13807" y="0"/>
                  </a:moveTo>
                  <a:cubicBezTo>
                    <a:pt x="11526" y="0"/>
                    <a:pt x="9194" y="921"/>
                    <a:pt x="7431" y="2357"/>
                  </a:cubicBezTo>
                  <a:cubicBezTo>
                    <a:pt x="6418" y="3183"/>
                    <a:pt x="7559" y="5231"/>
                    <a:pt x="8433" y="6203"/>
                  </a:cubicBezTo>
                  <a:cubicBezTo>
                    <a:pt x="9308" y="7175"/>
                    <a:pt x="10393" y="8259"/>
                    <a:pt x="10189" y="9549"/>
                  </a:cubicBezTo>
                  <a:cubicBezTo>
                    <a:pt x="9355" y="9975"/>
                    <a:pt x="8287" y="10084"/>
                    <a:pt x="7292" y="10084"/>
                  </a:cubicBezTo>
                  <a:cubicBezTo>
                    <a:pt x="7024" y="10084"/>
                    <a:pt x="6762" y="10076"/>
                    <a:pt x="6511" y="10065"/>
                  </a:cubicBezTo>
                  <a:cubicBezTo>
                    <a:pt x="6102" y="10046"/>
                    <a:pt x="5686" y="9992"/>
                    <a:pt x="5277" y="9992"/>
                  </a:cubicBezTo>
                  <a:cubicBezTo>
                    <a:pt x="4990" y="9992"/>
                    <a:pt x="4705" y="10019"/>
                    <a:pt x="4430" y="10104"/>
                  </a:cubicBezTo>
                  <a:cubicBezTo>
                    <a:pt x="3763" y="10310"/>
                    <a:pt x="3182" y="11034"/>
                    <a:pt x="3440" y="11683"/>
                  </a:cubicBezTo>
                  <a:cubicBezTo>
                    <a:pt x="2981" y="12481"/>
                    <a:pt x="2431" y="12899"/>
                    <a:pt x="2962" y="13650"/>
                  </a:cubicBezTo>
                  <a:cubicBezTo>
                    <a:pt x="3377" y="14235"/>
                    <a:pt x="4081" y="14716"/>
                    <a:pt x="4076" y="15434"/>
                  </a:cubicBezTo>
                  <a:cubicBezTo>
                    <a:pt x="4071" y="16003"/>
                    <a:pt x="3591" y="16462"/>
                    <a:pt x="3082" y="16719"/>
                  </a:cubicBezTo>
                  <a:cubicBezTo>
                    <a:pt x="2572" y="16973"/>
                    <a:pt x="2000" y="17102"/>
                    <a:pt x="1518" y="17408"/>
                  </a:cubicBezTo>
                  <a:cubicBezTo>
                    <a:pt x="13" y="18366"/>
                    <a:pt x="0" y="20519"/>
                    <a:pt x="159" y="22295"/>
                  </a:cubicBezTo>
                  <a:cubicBezTo>
                    <a:pt x="1133" y="23491"/>
                    <a:pt x="1285" y="25550"/>
                    <a:pt x="817" y="27017"/>
                  </a:cubicBezTo>
                  <a:cubicBezTo>
                    <a:pt x="639" y="27577"/>
                    <a:pt x="351" y="28172"/>
                    <a:pt x="552" y="28724"/>
                  </a:cubicBezTo>
                  <a:cubicBezTo>
                    <a:pt x="782" y="29356"/>
                    <a:pt x="1526" y="29605"/>
                    <a:pt x="2177" y="29773"/>
                  </a:cubicBezTo>
                  <a:cubicBezTo>
                    <a:pt x="2891" y="29958"/>
                    <a:pt x="3669" y="30130"/>
                    <a:pt x="4408" y="30130"/>
                  </a:cubicBezTo>
                  <a:cubicBezTo>
                    <a:pt x="5109" y="30130"/>
                    <a:pt x="5775" y="29975"/>
                    <a:pt x="6314" y="29528"/>
                  </a:cubicBezTo>
                  <a:cubicBezTo>
                    <a:pt x="7583" y="28478"/>
                    <a:pt x="9157" y="28121"/>
                    <a:pt x="10834" y="28121"/>
                  </a:cubicBezTo>
                  <a:cubicBezTo>
                    <a:pt x="13016" y="28121"/>
                    <a:pt x="15374" y="28725"/>
                    <a:pt x="17464" y="29196"/>
                  </a:cubicBezTo>
                  <a:cubicBezTo>
                    <a:pt x="18740" y="29482"/>
                    <a:pt x="20083" y="29952"/>
                    <a:pt x="20830" y="31028"/>
                  </a:cubicBezTo>
                  <a:cubicBezTo>
                    <a:pt x="21824" y="32461"/>
                    <a:pt x="21400" y="34451"/>
                    <a:pt x="20580" y="35993"/>
                  </a:cubicBezTo>
                  <a:cubicBezTo>
                    <a:pt x="19762" y="37533"/>
                    <a:pt x="18587" y="38903"/>
                    <a:pt x="18068" y="40567"/>
                  </a:cubicBezTo>
                  <a:cubicBezTo>
                    <a:pt x="17582" y="42129"/>
                    <a:pt x="17717" y="43806"/>
                    <a:pt x="17859" y="45436"/>
                  </a:cubicBezTo>
                  <a:cubicBezTo>
                    <a:pt x="18032" y="47441"/>
                    <a:pt x="18242" y="49554"/>
                    <a:pt x="19405" y="51198"/>
                  </a:cubicBezTo>
                  <a:cubicBezTo>
                    <a:pt x="20624" y="52922"/>
                    <a:pt x="21392" y="55494"/>
                    <a:pt x="21294" y="57601"/>
                  </a:cubicBezTo>
                  <a:cubicBezTo>
                    <a:pt x="21216" y="59294"/>
                    <a:pt x="20619" y="60958"/>
                    <a:pt x="20775" y="62645"/>
                  </a:cubicBezTo>
                  <a:cubicBezTo>
                    <a:pt x="21057" y="65704"/>
                    <a:pt x="23699" y="67999"/>
                    <a:pt x="26397" y="69471"/>
                  </a:cubicBezTo>
                  <a:cubicBezTo>
                    <a:pt x="29219" y="71013"/>
                    <a:pt x="31651" y="73637"/>
                    <a:pt x="32623" y="76701"/>
                  </a:cubicBezTo>
                  <a:cubicBezTo>
                    <a:pt x="33112" y="78241"/>
                    <a:pt x="33257" y="79868"/>
                    <a:pt x="33688" y="81425"/>
                  </a:cubicBezTo>
                  <a:cubicBezTo>
                    <a:pt x="34432" y="84119"/>
                    <a:pt x="36051" y="86565"/>
                    <a:pt x="38239" y="88307"/>
                  </a:cubicBezTo>
                  <a:cubicBezTo>
                    <a:pt x="39834" y="89575"/>
                    <a:pt x="42451" y="90023"/>
                    <a:pt x="44455" y="90388"/>
                  </a:cubicBezTo>
                  <a:cubicBezTo>
                    <a:pt x="45495" y="90578"/>
                    <a:pt x="46617" y="90728"/>
                    <a:pt x="47400" y="91437"/>
                  </a:cubicBezTo>
                  <a:cubicBezTo>
                    <a:pt x="47762" y="91764"/>
                    <a:pt x="48023" y="92187"/>
                    <a:pt x="48369" y="92530"/>
                  </a:cubicBezTo>
                  <a:cubicBezTo>
                    <a:pt x="50044" y="94188"/>
                    <a:pt x="53127" y="93507"/>
                    <a:pt x="54821" y="95145"/>
                  </a:cubicBezTo>
                  <a:cubicBezTo>
                    <a:pt x="55259" y="95566"/>
                    <a:pt x="55558" y="96107"/>
                    <a:pt x="55941" y="96579"/>
                  </a:cubicBezTo>
                  <a:cubicBezTo>
                    <a:pt x="56887" y="97736"/>
                    <a:pt x="58370" y="98428"/>
                    <a:pt x="59861" y="98428"/>
                  </a:cubicBezTo>
                  <a:cubicBezTo>
                    <a:pt x="60003" y="98428"/>
                    <a:pt x="60145" y="98421"/>
                    <a:pt x="60286" y="98409"/>
                  </a:cubicBezTo>
                  <a:lnTo>
                    <a:pt x="60286" y="98409"/>
                  </a:lnTo>
                  <a:cubicBezTo>
                    <a:pt x="59905" y="99653"/>
                    <a:pt x="61397" y="101114"/>
                    <a:pt x="60936" y="102330"/>
                  </a:cubicBezTo>
                  <a:cubicBezTo>
                    <a:pt x="60565" y="103312"/>
                    <a:pt x="59445" y="103741"/>
                    <a:pt x="58674" y="104452"/>
                  </a:cubicBezTo>
                  <a:cubicBezTo>
                    <a:pt x="57337" y="105685"/>
                    <a:pt x="57129" y="107795"/>
                    <a:pt x="57705" y="109521"/>
                  </a:cubicBezTo>
                  <a:cubicBezTo>
                    <a:pt x="58282" y="111246"/>
                    <a:pt x="59498" y="112671"/>
                    <a:pt x="60717" y="114022"/>
                  </a:cubicBezTo>
                  <a:cubicBezTo>
                    <a:pt x="62978" y="116530"/>
                    <a:pt x="65696" y="117746"/>
                    <a:pt x="68148" y="120066"/>
                  </a:cubicBezTo>
                  <a:cubicBezTo>
                    <a:pt x="70420" y="122216"/>
                    <a:pt x="70937" y="125696"/>
                    <a:pt x="70438" y="128784"/>
                  </a:cubicBezTo>
                  <a:cubicBezTo>
                    <a:pt x="69938" y="131872"/>
                    <a:pt x="68585" y="134744"/>
                    <a:pt x="67620" y="137718"/>
                  </a:cubicBezTo>
                  <a:cubicBezTo>
                    <a:pt x="65814" y="143276"/>
                    <a:pt x="65376" y="149382"/>
                    <a:pt x="67102" y="154963"/>
                  </a:cubicBezTo>
                  <a:cubicBezTo>
                    <a:pt x="68828" y="160546"/>
                    <a:pt x="72869" y="165522"/>
                    <a:pt x="78283" y="167717"/>
                  </a:cubicBezTo>
                  <a:cubicBezTo>
                    <a:pt x="78404" y="167766"/>
                    <a:pt x="78530" y="167788"/>
                    <a:pt x="78658" y="167788"/>
                  </a:cubicBezTo>
                  <a:cubicBezTo>
                    <a:pt x="79167" y="167788"/>
                    <a:pt x="79705" y="167444"/>
                    <a:pt x="80056" y="167066"/>
                  </a:cubicBezTo>
                  <a:cubicBezTo>
                    <a:pt x="80495" y="166591"/>
                    <a:pt x="80589" y="165833"/>
                    <a:pt x="80281" y="165265"/>
                  </a:cubicBezTo>
                  <a:cubicBezTo>
                    <a:pt x="79304" y="163467"/>
                    <a:pt x="77566" y="161932"/>
                    <a:pt x="76298" y="160326"/>
                  </a:cubicBezTo>
                  <a:cubicBezTo>
                    <a:pt x="75898" y="159821"/>
                    <a:pt x="75478" y="159248"/>
                    <a:pt x="75530" y="158607"/>
                  </a:cubicBezTo>
                  <a:cubicBezTo>
                    <a:pt x="75589" y="157886"/>
                    <a:pt x="76208" y="157367"/>
                    <a:pt x="76666" y="156807"/>
                  </a:cubicBezTo>
                  <a:cubicBezTo>
                    <a:pt x="77361" y="155947"/>
                    <a:pt x="77729" y="154867"/>
                    <a:pt x="77704" y="153762"/>
                  </a:cubicBezTo>
                  <a:cubicBezTo>
                    <a:pt x="77674" y="152733"/>
                    <a:pt x="77075" y="151726"/>
                    <a:pt x="77111" y="150697"/>
                  </a:cubicBezTo>
                  <a:cubicBezTo>
                    <a:pt x="77146" y="149667"/>
                    <a:pt x="77701" y="148583"/>
                    <a:pt x="78676" y="148251"/>
                  </a:cubicBezTo>
                  <a:cubicBezTo>
                    <a:pt x="79120" y="148100"/>
                    <a:pt x="79614" y="148115"/>
                    <a:pt x="80042" y="147926"/>
                  </a:cubicBezTo>
                  <a:cubicBezTo>
                    <a:pt x="81453" y="147303"/>
                    <a:pt x="81228" y="145153"/>
                    <a:pt x="82249" y="143996"/>
                  </a:cubicBezTo>
                  <a:cubicBezTo>
                    <a:pt x="82722" y="143460"/>
                    <a:pt x="83419" y="143193"/>
                    <a:pt x="84064" y="142883"/>
                  </a:cubicBezTo>
                  <a:cubicBezTo>
                    <a:pt x="86792" y="141571"/>
                    <a:pt x="89035" y="138972"/>
                    <a:pt x="89283" y="135957"/>
                  </a:cubicBezTo>
                  <a:cubicBezTo>
                    <a:pt x="89483" y="133544"/>
                    <a:pt x="88605" y="130615"/>
                    <a:pt x="90438" y="129034"/>
                  </a:cubicBezTo>
                  <a:cubicBezTo>
                    <a:pt x="91238" y="128344"/>
                    <a:pt x="92244" y="128199"/>
                    <a:pt x="93314" y="128199"/>
                  </a:cubicBezTo>
                  <a:cubicBezTo>
                    <a:pt x="94087" y="128199"/>
                    <a:pt x="94894" y="128275"/>
                    <a:pt x="95682" y="128275"/>
                  </a:cubicBezTo>
                  <a:cubicBezTo>
                    <a:pt x="96098" y="128275"/>
                    <a:pt x="96509" y="128254"/>
                    <a:pt x="96908" y="128189"/>
                  </a:cubicBezTo>
                  <a:cubicBezTo>
                    <a:pt x="97800" y="128044"/>
                    <a:pt x="98396" y="127214"/>
                    <a:pt x="98814" y="126412"/>
                  </a:cubicBezTo>
                  <a:cubicBezTo>
                    <a:pt x="99231" y="125609"/>
                    <a:pt x="99280" y="124658"/>
                    <a:pt x="99129" y="123766"/>
                  </a:cubicBezTo>
                  <a:cubicBezTo>
                    <a:pt x="98945" y="122668"/>
                    <a:pt x="98473" y="121597"/>
                    <a:pt x="98577" y="120489"/>
                  </a:cubicBezTo>
                  <a:cubicBezTo>
                    <a:pt x="98723" y="118930"/>
                    <a:pt x="99942" y="117730"/>
                    <a:pt x="100886" y="116480"/>
                  </a:cubicBezTo>
                  <a:cubicBezTo>
                    <a:pt x="102003" y="114998"/>
                    <a:pt x="102797" y="113297"/>
                    <a:pt x="103214" y="111488"/>
                  </a:cubicBezTo>
                  <a:cubicBezTo>
                    <a:pt x="103689" y="109429"/>
                    <a:pt x="102371" y="106997"/>
                    <a:pt x="100524" y="105970"/>
                  </a:cubicBezTo>
                  <a:cubicBezTo>
                    <a:pt x="98677" y="104943"/>
                    <a:pt x="96462" y="104915"/>
                    <a:pt x="94350" y="104853"/>
                  </a:cubicBezTo>
                  <a:cubicBezTo>
                    <a:pt x="92237" y="104794"/>
                    <a:pt x="89999" y="104633"/>
                    <a:pt x="88273" y="103414"/>
                  </a:cubicBezTo>
                  <a:cubicBezTo>
                    <a:pt x="86692" y="102296"/>
                    <a:pt x="85799" y="100469"/>
                    <a:pt x="84550" y="98991"/>
                  </a:cubicBezTo>
                  <a:cubicBezTo>
                    <a:pt x="82441" y="96497"/>
                    <a:pt x="79375" y="95057"/>
                    <a:pt x="76410" y="93690"/>
                  </a:cubicBezTo>
                  <a:cubicBezTo>
                    <a:pt x="75559" y="93298"/>
                    <a:pt x="74630" y="92901"/>
                    <a:pt x="73720" y="92901"/>
                  </a:cubicBezTo>
                  <a:cubicBezTo>
                    <a:pt x="73431" y="92901"/>
                    <a:pt x="73144" y="92941"/>
                    <a:pt x="72862" y="93034"/>
                  </a:cubicBezTo>
                  <a:cubicBezTo>
                    <a:pt x="72400" y="93185"/>
                    <a:pt x="71985" y="93473"/>
                    <a:pt x="71508" y="93564"/>
                  </a:cubicBezTo>
                  <a:cubicBezTo>
                    <a:pt x="71390" y="93586"/>
                    <a:pt x="71274" y="93597"/>
                    <a:pt x="71159" y="93597"/>
                  </a:cubicBezTo>
                  <a:cubicBezTo>
                    <a:pt x="70006" y="93597"/>
                    <a:pt x="69033" y="92520"/>
                    <a:pt x="67966" y="91944"/>
                  </a:cubicBezTo>
                  <a:cubicBezTo>
                    <a:pt x="67424" y="91651"/>
                    <a:pt x="66830" y="91518"/>
                    <a:pt x="66231" y="91518"/>
                  </a:cubicBezTo>
                  <a:cubicBezTo>
                    <a:pt x="64138" y="91518"/>
                    <a:pt x="61986" y="93147"/>
                    <a:pt x="61817" y="95293"/>
                  </a:cubicBezTo>
                  <a:cubicBezTo>
                    <a:pt x="61476" y="95410"/>
                    <a:pt x="61056" y="95468"/>
                    <a:pt x="60611" y="95468"/>
                  </a:cubicBezTo>
                  <a:cubicBezTo>
                    <a:pt x="59413" y="95468"/>
                    <a:pt x="58031" y="95047"/>
                    <a:pt x="57510" y="94228"/>
                  </a:cubicBezTo>
                  <a:cubicBezTo>
                    <a:pt x="56995" y="93419"/>
                    <a:pt x="56789" y="92287"/>
                    <a:pt x="55904" y="91918"/>
                  </a:cubicBezTo>
                  <a:cubicBezTo>
                    <a:pt x="55432" y="91722"/>
                    <a:pt x="54840" y="91796"/>
                    <a:pt x="54455" y="91458"/>
                  </a:cubicBezTo>
                  <a:cubicBezTo>
                    <a:pt x="53818" y="90898"/>
                    <a:pt x="54313" y="89881"/>
                    <a:pt x="54428" y="89040"/>
                  </a:cubicBezTo>
                  <a:cubicBezTo>
                    <a:pt x="54609" y="87696"/>
                    <a:pt x="53607" y="86419"/>
                    <a:pt x="52383" y="85834"/>
                  </a:cubicBezTo>
                  <a:cubicBezTo>
                    <a:pt x="51161" y="85249"/>
                    <a:pt x="49761" y="85202"/>
                    <a:pt x="48407" y="85159"/>
                  </a:cubicBezTo>
                  <a:cubicBezTo>
                    <a:pt x="47051" y="85115"/>
                    <a:pt x="45649" y="85054"/>
                    <a:pt x="44436" y="84447"/>
                  </a:cubicBezTo>
                  <a:cubicBezTo>
                    <a:pt x="42077" y="83264"/>
                    <a:pt x="41111" y="80063"/>
                    <a:pt x="42146" y="77635"/>
                  </a:cubicBezTo>
                  <a:cubicBezTo>
                    <a:pt x="43156" y="75267"/>
                    <a:pt x="45760" y="73783"/>
                    <a:pt x="48337" y="73783"/>
                  </a:cubicBezTo>
                  <a:cubicBezTo>
                    <a:pt x="48401" y="73783"/>
                    <a:pt x="48464" y="73784"/>
                    <a:pt x="48528" y="73786"/>
                  </a:cubicBezTo>
                  <a:cubicBezTo>
                    <a:pt x="51112" y="73862"/>
                    <a:pt x="53842" y="75749"/>
                    <a:pt x="53870" y="78335"/>
                  </a:cubicBezTo>
                  <a:cubicBezTo>
                    <a:pt x="53875" y="78746"/>
                    <a:pt x="54287" y="78928"/>
                    <a:pt x="54735" y="78928"/>
                  </a:cubicBezTo>
                  <a:cubicBezTo>
                    <a:pt x="55004" y="78928"/>
                    <a:pt x="55285" y="78863"/>
                    <a:pt x="55498" y="78741"/>
                  </a:cubicBezTo>
                  <a:cubicBezTo>
                    <a:pt x="56067" y="78416"/>
                    <a:pt x="56365" y="77760"/>
                    <a:pt x="56505" y="77119"/>
                  </a:cubicBezTo>
                  <a:cubicBezTo>
                    <a:pt x="56645" y="76478"/>
                    <a:pt x="56664" y="75812"/>
                    <a:pt x="56860" y="75186"/>
                  </a:cubicBezTo>
                  <a:cubicBezTo>
                    <a:pt x="57310" y="73749"/>
                    <a:pt x="58757" y="72690"/>
                    <a:pt x="60261" y="72690"/>
                  </a:cubicBezTo>
                  <a:cubicBezTo>
                    <a:pt x="60273" y="72690"/>
                    <a:pt x="60285" y="72690"/>
                    <a:pt x="60297" y="72690"/>
                  </a:cubicBezTo>
                  <a:cubicBezTo>
                    <a:pt x="60306" y="72690"/>
                    <a:pt x="60314" y="72690"/>
                    <a:pt x="60323" y="72690"/>
                  </a:cubicBezTo>
                  <a:cubicBezTo>
                    <a:pt x="61893" y="72690"/>
                    <a:pt x="62998" y="71122"/>
                    <a:pt x="64116" y="70013"/>
                  </a:cubicBezTo>
                  <a:cubicBezTo>
                    <a:pt x="65241" y="68896"/>
                    <a:pt x="65913" y="67214"/>
                    <a:pt x="65469" y="65693"/>
                  </a:cubicBezTo>
                  <a:cubicBezTo>
                    <a:pt x="65229" y="64873"/>
                    <a:pt x="64683" y="64046"/>
                    <a:pt x="64956" y="63238"/>
                  </a:cubicBezTo>
                  <a:cubicBezTo>
                    <a:pt x="65170" y="62604"/>
                    <a:pt x="65822" y="62237"/>
                    <a:pt x="66438" y="61978"/>
                  </a:cubicBezTo>
                  <a:cubicBezTo>
                    <a:pt x="67992" y="61328"/>
                    <a:pt x="69657" y="60995"/>
                    <a:pt x="71338" y="60995"/>
                  </a:cubicBezTo>
                  <a:cubicBezTo>
                    <a:pt x="71514" y="60995"/>
                    <a:pt x="71689" y="60998"/>
                    <a:pt x="71865" y="61005"/>
                  </a:cubicBezTo>
                  <a:cubicBezTo>
                    <a:pt x="71916" y="61008"/>
                    <a:pt x="71966" y="61009"/>
                    <a:pt x="72016" y="61009"/>
                  </a:cubicBezTo>
                  <a:cubicBezTo>
                    <a:pt x="73530" y="61009"/>
                    <a:pt x="74333" y="60016"/>
                    <a:pt x="75129" y="58671"/>
                  </a:cubicBezTo>
                  <a:cubicBezTo>
                    <a:pt x="75724" y="57667"/>
                    <a:pt x="75988" y="56400"/>
                    <a:pt x="76935" y="55719"/>
                  </a:cubicBezTo>
                  <a:cubicBezTo>
                    <a:pt x="77461" y="55341"/>
                    <a:pt x="78061" y="55227"/>
                    <a:pt x="78697" y="55227"/>
                  </a:cubicBezTo>
                  <a:cubicBezTo>
                    <a:pt x="79669" y="55227"/>
                    <a:pt x="80723" y="55493"/>
                    <a:pt x="81724" y="55493"/>
                  </a:cubicBezTo>
                  <a:cubicBezTo>
                    <a:pt x="81835" y="55493"/>
                    <a:pt x="81945" y="55490"/>
                    <a:pt x="82055" y="55483"/>
                  </a:cubicBezTo>
                  <a:cubicBezTo>
                    <a:pt x="84597" y="55311"/>
                    <a:pt x="86582" y="52458"/>
                    <a:pt x="85860" y="50015"/>
                  </a:cubicBezTo>
                  <a:cubicBezTo>
                    <a:pt x="85517" y="48852"/>
                    <a:pt x="84704" y="47901"/>
                    <a:pt x="84043" y="46884"/>
                  </a:cubicBezTo>
                  <a:cubicBezTo>
                    <a:pt x="83131" y="45481"/>
                    <a:pt x="82492" y="43918"/>
                    <a:pt x="82159" y="42277"/>
                  </a:cubicBezTo>
                  <a:cubicBezTo>
                    <a:pt x="81854" y="40773"/>
                    <a:pt x="81767" y="39118"/>
                    <a:pt x="80776" y="37947"/>
                  </a:cubicBezTo>
                  <a:cubicBezTo>
                    <a:pt x="79227" y="38020"/>
                    <a:pt x="77350" y="37975"/>
                    <a:pt x="75971" y="38686"/>
                  </a:cubicBezTo>
                  <a:cubicBezTo>
                    <a:pt x="75699" y="37108"/>
                    <a:pt x="75398" y="35461"/>
                    <a:pt x="74423" y="34192"/>
                  </a:cubicBezTo>
                  <a:cubicBezTo>
                    <a:pt x="73732" y="33291"/>
                    <a:pt x="72587" y="32657"/>
                    <a:pt x="71488" y="32657"/>
                  </a:cubicBezTo>
                  <a:cubicBezTo>
                    <a:pt x="71039" y="32657"/>
                    <a:pt x="70597" y="32763"/>
                    <a:pt x="70198" y="32999"/>
                  </a:cubicBezTo>
                  <a:cubicBezTo>
                    <a:pt x="68851" y="33794"/>
                    <a:pt x="68559" y="35642"/>
                    <a:pt x="68807" y="37187"/>
                  </a:cubicBezTo>
                  <a:cubicBezTo>
                    <a:pt x="69057" y="38731"/>
                    <a:pt x="69698" y="40227"/>
                    <a:pt x="69655" y="41791"/>
                  </a:cubicBezTo>
                  <a:cubicBezTo>
                    <a:pt x="69615" y="43336"/>
                    <a:pt x="68552" y="45042"/>
                    <a:pt x="67017" y="45042"/>
                  </a:cubicBezTo>
                  <a:cubicBezTo>
                    <a:pt x="66998" y="45042"/>
                    <a:pt x="66979" y="45041"/>
                    <a:pt x="66960" y="45041"/>
                  </a:cubicBezTo>
                  <a:cubicBezTo>
                    <a:pt x="66146" y="45019"/>
                    <a:pt x="65416" y="44522"/>
                    <a:pt x="64843" y="43941"/>
                  </a:cubicBezTo>
                  <a:cubicBezTo>
                    <a:pt x="64022" y="43112"/>
                    <a:pt x="63372" y="42052"/>
                    <a:pt x="62317" y="41553"/>
                  </a:cubicBezTo>
                  <a:cubicBezTo>
                    <a:pt x="61507" y="41171"/>
                    <a:pt x="60577" y="41179"/>
                    <a:pt x="59704" y="40982"/>
                  </a:cubicBezTo>
                  <a:cubicBezTo>
                    <a:pt x="56728" y="40316"/>
                    <a:pt x="54688" y="36902"/>
                    <a:pt x="55510" y="33965"/>
                  </a:cubicBezTo>
                  <a:cubicBezTo>
                    <a:pt x="56182" y="31564"/>
                    <a:pt x="58657" y="29882"/>
                    <a:pt x="61117" y="29882"/>
                  </a:cubicBezTo>
                  <a:cubicBezTo>
                    <a:pt x="61664" y="29882"/>
                    <a:pt x="62211" y="29966"/>
                    <a:pt x="62737" y="30143"/>
                  </a:cubicBezTo>
                  <a:cubicBezTo>
                    <a:pt x="66237" y="28861"/>
                    <a:pt x="67660" y="24447"/>
                    <a:pt x="66265" y="20991"/>
                  </a:cubicBezTo>
                  <a:cubicBezTo>
                    <a:pt x="64868" y="17535"/>
                    <a:pt x="61115" y="15389"/>
                    <a:pt x="57392" y="15226"/>
                  </a:cubicBezTo>
                  <a:cubicBezTo>
                    <a:pt x="56302" y="15179"/>
                    <a:pt x="55191" y="15275"/>
                    <a:pt x="54134" y="15007"/>
                  </a:cubicBezTo>
                  <a:cubicBezTo>
                    <a:pt x="51145" y="14251"/>
                    <a:pt x="49582" y="10965"/>
                    <a:pt x="46980" y="9310"/>
                  </a:cubicBezTo>
                  <a:cubicBezTo>
                    <a:pt x="46287" y="8869"/>
                    <a:pt x="45224" y="8778"/>
                    <a:pt x="44079" y="8778"/>
                  </a:cubicBezTo>
                  <a:cubicBezTo>
                    <a:pt x="43277" y="8778"/>
                    <a:pt x="42435" y="8823"/>
                    <a:pt x="41651" y="8823"/>
                  </a:cubicBezTo>
                  <a:cubicBezTo>
                    <a:pt x="40795" y="8823"/>
                    <a:pt x="40007" y="8769"/>
                    <a:pt x="39418" y="8547"/>
                  </a:cubicBezTo>
                  <a:cubicBezTo>
                    <a:pt x="38499" y="8200"/>
                    <a:pt x="37525" y="8023"/>
                    <a:pt x="36546" y="8023"/>
                  </a:cubicBezTo>
                  <a:cubicBezTo>
                    <a:pt x="36275" y="8023"/>
                    <a:pt x="36003" y="8037"/>
                    <a:pt x="35731" y="8064"/>
                  </a:cubicBezTo>
                  <a:cubicBezTo>
                    <a:pt x="34635" y="9104"/>
                    <a:pt x="32585" y="9398"/>
                    <a:pt x="31077" y="9499"/>
                  </a:cubicBezTo>
                  <a:cubicBezTo>
                    <a:pt x="29526" y="7990"/>
                    <a:pt x="27655" y="6585"/>
                    <a:pt x="25725" y="5605"/>
                  </a:cubicBezTo>
                  <a:cubicBezTo>
                    <a:pt x="24435" y="4951"/>
                    <a:pt x="22930" y="4260"/>
                    <a:pt x="22532" y="2870"/>
                  </a:cubicBezTo>
                  <a:cubicBezTo>
                    <a:pt x="22012" y="1053"/>
                    <a:pt x="19376" y="125"/>
                    <a:pt x="17200" y="125"/>
                  </a:cubicBezTo>
                  <a:cubicBezTo>
                    <a:pt x="16716" y="125"/>
                    <a:pt x="16254" y="171"/>
                    <a:pt x="15844" y="263"/>
                  </a:cubicBezTo>
                  <a:cubicBezTo>
                    <a:pt x="15181" y="84"/>
                    <a:pt x="14496" y="0"/>
                    <a:pt x="13807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1" name="Google Shape;23891;p91"/>
            <p:cNvSpPr/>
            <p:nvPr/>
          </p:nvSpPr>
          <p:spPr>
            <a:xfrm>
              <a:off x="2370225" y="830650"/>
              <a:ext cx="1016975" cy="1158500"/>
            </a:xfrm>
            <a:custGeom>
              <a:avLst/>
              <a:gdLst/>
              <a:ahLst/>
              <a:cxnLst/>
              <a:rect l="l" t="t" r="r" b="b"/>
              <a:pathLst>
                <a:path w="40679" h="46340" extrusionOk="0">
                  <a:moveTo>
                    <a:pt x="15780" y="0"/>
                  </a:moveTo>
                  <a:cubicBezTo>
                    <a:pt x="14989" y="0"/>
                    <a:pt x="14213" y="109"/>
                    <a:pt x="13470" y="421"/>
                  </a:cubicBezTo>
                  <a:cubicBezTo>
                    <a:pt x="9879" y="1928"/>
                    <a:pt x="10933" y="5468"/>
                    <a:pt x="8580" y="7572"/>
                  </a:cubicBezTo>
                  <a:cubicBezTo>
                    <a:pt x="6546" y="9390"/>
                    <a:pt x="2788" y="7963"/>
                    <a:pt x="1150" y="10460"/>
                  </a:cubicBezTo>
                  <a:cubicBezTo>
                    <a:pt x="0" y="12215"/>
                    <a:pt x="1289" y="14606"/>
                    <a:pt x="2962" y="15871"/>
                  </a:cubicBezTo>
                  <a:cubicBezTo>
                    <a:pt x="4636" y="17135"/>
                    <a:pt x="6731" y="17894"/>
                    <a:pt x="8056" y="19522"/>
                  </a:cubicBezTo>
                  <a:cubicBezTo>
                    <a:pt x="10183" y="22136"/>
                    <a:pt x="9577" y="26004"/>
                    <a:pt x="8413" y="29169"/>
                  </a:cubicBezTo>
                  <a:cubicBezTo>
                    <a:pt x="7247" y="32332"/>
                    <a:pt x="5603" y="35532"/>
                    <a:pt x="6005" y="38881"/>
                  </a:cubicBezTo>
                  <a:cubicBezTo>
                    <a:pt x="6193" y="40459"/>
                    <a:pt x="6837" y="41956"/>
                    <a:pt x="7675" y="43307"/>
                  </a:cubicBezTo>
                  <a:cubicBezTo>
                    <a:pt x="8488" y="44615"/>
                    <a:pt x="9597" y="45873"/>
                    <a:pt x="11095" y="46235"/>
                  </a:cubicBezTo>
                  <a:cubicBezTo>
                    <a:pt x="11391" y="46306"/>
                    <a:pt x="11688" y="46339"/>
                    <a:pt x="11983" y="46339"/>
                  </a:cubicBezTo>
                  <a:cubicBezTo>
                    <a:pt x="13586" y="46339"/>
                    <a:pt x="15150" y="45367"/>
                    <a:pt x="16368" y="44250"/>
                  </a:cubicBezTo>
                  <a:cubicBezTo>
                    <a:pt x="17812" y="42927"/>
                    <a:pt x="19065" y="41325"/>
                    <a:pt x="20822" y="40465"/>
                  </a:cubicBezTo>
                  <a:cubicBezTo>
                    <a:pt x="23353" y="39224"/>
                    <a:pt x="26610" y="39686"/>
                    <a:pt x="28815" y="37929"/>
                  </a:cubicBezTo>
                  <a:cubicBezTo>
                    <a:pt x="31544" y="35754"/>
                    <a:pt x="31140" y="31606"/>
                    <a:pt x="31890" y="28199"/>
                  </a:cubicBezTo>
                  <a:cubicBezTo>
                    <a:pt x="33150" y="22476"/>
                    <a:pt x="38102" y="18249"/>
                    <a:pt x="40038" y="12718"/>
                  </a:cubicBezTo>
                  <a:cubicBezTo>
                    <a:pt x="40418" y="11636"/>
                    <a:pt x="40679" y="10499"/>
                    <a:pt x="40652" y="9352"/>
                  </a:cubicBezTo>
                  <a:cubicBezTo>
                    <a:pt x="40569" y="5649"/>
                    <a:pt x="37449" y="2571"/>
                    <a:pt x="33956" y="1339"/>
                  </a:cubicBezTo>
                  <a:cubicBezTo>
                    <a:pt x="31938" y="627"/>
                    <a:pt x="29911" y="457"/>
                    <a:pt x="27871" y="457"/>
                  </a:cubicBezTo>
                  <a:cubicBezTo>
                    <a:pt x="26007" y="457"/>
                    <a:pt x="24132" y="599"/>
                    <a:pt x="22245" y="599"/>
                  </a:cubicBezTo>
                  <a:cubicBezTo>
                    <a:pt x="21785" y="599"/>
                    <a:pt x="21325" y="591"/>
                    <a:pt x="20863" y="570"/>
                  </a:cubicBezTo>
                  <a:cubicBezTo>
                    <a:pt x="19225" y="496"/>
                    <a:pt x="17470" y="0"/>
                    <a:pt x="15780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2" name="Google Shape;23892;p91"/>
            <p:cNvSpPr/>
            <p:nvPr/>
          </p:nvSpPr>
          <p:spPr>
            <a:xfrm>
              <a:off x="3149907" y="1089650"/>
              <a:ext cx="4064350" cy="3503975"/>
            </a:xfrm>
            <a:custGeom>
              <a:avLst/>
              <a:gdLst/>
              <a:ahLst/>
              <a:cxnLst/>
              <a:rect l="l" t="t" r="r" b="b"/>
              <a:pathLst>
                <a:path w="162574" h="140159" extrusionOk="0">
                  <a:moveTo>
                    <a:pt x="149391" y="0"/>
                  </a:moveTo>
                  <a:cubicBezTo>
                    <a:pt x="148360" y="0"/>
                    <a:pt x="147330" y="156"/>
                    <a:pt x="146349" y="477"/>
                  </a:cubicBezTo>
                  <a:cubicBezTo>
                    <a:pt x="145329" y="812"/>
                    <a:pt x="144363" y="1309"/>
                    <a:pt x="143326" y="1583"/>
                  </a:cubicBezTo>
                  <a:cubicBezTo>
                    <a:pt x="142494" y="1801"/>
                    <a:pt x="141638" y="1870"/>
                    <a:pt x="140776" y="1870"/>
                  </a:cubicBezTo>
                  <a:cubicBezTo>
                    <a:pt x="140050" y="1870"/>
                    <a:pt x="139319" y="1821"/>
                    <a:pt x="138596" y="1772"/>
                  </a:cubicBezTo>
                  <a:lnTo>
                    <a:pt x="130106" y="1191"/>
                  </a:lnTo>
                  <a:cubicBezTo>
                    <a:pt x="129237" y="1132"/>
                    <a:pt x="128350" y="1076"/>
                    <a:pt x="127469" y="1076"/>
                  </a:cubicBezTo>
                  <a:cubicBezTo>
                    <a:pt x="125783" y="1076"/>
                    <a:pt x="124119" y="1281"/>
                    <a:pt x="122644" y="2056"/>
                  </a:cubicBezTo>
                  <a:cubicBezTo>
                    <a:pt x="119360" y="3782"/>
                    <a:pt x="117499" y="8084"/>
                    <a:pt x="113816" y="8529"/>
                  </a:cubicBezTo>
                  <a:cubicBezTo>
                    <a:pt x="113611" y="8554"/>
                    <a:pt x="113408" y="8566"/>
                    <a:pt x="113207" y="8566"/>
                  </a:cubicBezTo>
                  <a:cubicBezTo>
                    <a:pt x="110853" y="8566"/>
                    <a:pt x="108715" y="6973"/>
                    <a:pt x="106473" y="6087"/>
                  </a:cubicBezTo>
                  <a:cubicBezTo>
                    <a:pt x="105100" y="5543"/>
                    <a:pt x="103627" y="5279"/>
                    <a:pt x="102152" y="5279"/>
                  </a:cubicBezTo>
                  <a:cubicBezTo>
                    <a:pt x="99404" y="5279"/>
                    <a:pt x="96647" y="6196"/>
                    <a:pt x="94512" y="7933"/>
                  </a:cubicBezTo>
                  <a:cubicBezTo>
                    <a:pt x="93279" y="7304"/>
                    <a:pt x="93660" y="5468"/>
                    <a:pt x="93225" y="4153"/>
                  </a:cubicBezTo>
                  <a:cubicBezTo>
                    <a:pt x="92771" y="2782"/>
                    <a:pt x="91297" y="1954"/>
                    <a:pt x="89858" y="1828"/>
                  </a:cubicBezTo>
                  <a:cubicBezTo>
                    <a:pt x="89687" y="1813"/>
                    <a:pt x="89517" y="1806"/>
                    <a:pt x="89348" y="1806"/>
                  </a:cubicBezTo>
                  <a:cubicBezTo>
                    <a:pt x="88082" y="1806"/>
                    <a:pt x="86834" y="2194"/>
                    <a:pt x="85623" y="2590"/>
                  </a:cubicBezTo>
                  <a:cubicBezTo>
                    <a:pt x="82664" y="3556"/>
                    <a:pt x="79224" y="5204"/>
                    <a:pt x="78950" y="8303"/>
                  </a:cubicBezTo>
                  <a:cubicBezTo>
                    <a:pt x="78873" y="9176"/>
                    <a:pt x="79068" y="10104"/>
                    <a:pt x="78702" y="10900"/>
                  </a:cubicBezTo>
                  <a:cubicBezTo>
                    <a:pt x="78178" y="12033"/>
                    <a:pt x="76762" y="12408"/>
                    <a:pt x="75881" y="13291"/>
                  </a:cubicBezTo>
                  <a:cubicBezTo>
                    <a:pt x="74831" y="14345"/>
                    <a:pt x="74664" y="15971"/>
                    <a:pt x="74621" y="17458"/>
                  </a:cubicBezTo>
                  <a:cubicBezTo>
                    <a:pt x="74577" y="18944"/>
                    <a:pt x="74563" y="20541"/>
                    <a:pt x="73703" y="21754"/>
                  </a:cubicBezTo>
                  <a:cubicBezTo>
                    <a:pt x="73148" y="22537"/>
                    <a:pt x="71069" y="23068"/>
                    <a:pt x="69376" y="23068"/>
                  </a:cubicBezTo>
                  <a:cubicBezTo>
                    <a:pt x="68445" y="23068"/>
                    <a:pt x="67630" y="22907"/>
                    <a:pt x="67252" y="22539"/>
                  </a:cubicBezTo>
                  <a:cubicBezTo>
                    <a:pt x="66636" y="21940"/>
                    <a:pt x="65905" y="21693"/>
                    <a:pt x="65124" y="21693"/>
                  </a:cubicBezTo>
                  <a:cubicBezTo>
                    <a:pt x="63293" y="21693"/>
                    <a:pt x="61194" y="23048"/>
                    <a:pt x="59696" y="24392"/>
                  </a:cubicBezTo>
                  <a:lnTo>
                    <a:pt x="53326" y="30110"/>
                  </a:lnTo>
                  <a:cubicBezTo>
                    <a:pt x="51731" y="31541"/>
                    <a:pt x="50013" y="33034"/>
                    <a:pt x="47899" y="33389"/>
                  </a:cubicBezTo>
                  <a:cubicBezTo>
                    <a:pt x="47672" y="33427"/>
                    <a:pt x="47440" y="33446"/>
                    <a:pt x="47206" y="33446"/>
                  </a:cubicBezTo>
                  <a:cubicBezTo>
                    <a:pt x="45267" y="33446"/>
                    <a:pt x="43232" y="32171"/>
                    <a:pt x="43155" y="30259"/>
                  </a:cubicBezTo>
                  <a:cubicBezTo>
                    <a:pt x="43563" y="29875"/>
                    <a:pt x="44085" y="29761"/>
                    <a:pt x="44655" y="29761"/>
                  </a:cubicBezTo>
                  <a:cubicBezTo>
                    <a:pt x="45498" y="29761"/>
                    <a:pt x="46445" y="30012"/>
                    <a:pt x="47276" y="30012"/>
                  </a:cubicBezTo>
                  <a:cubicBezTo>
                    <a:pt x="47872" y="30012"/>
                    <a:pt x="48409" y="29883"/>
                    <a:pt x="48805" y="29438"/>
                  </a:cubicBezTo>
                  <a:cubicBezTo>
                    <a:pt x="49977" y="28121"/>
                    <a:pt x="48243" y="26238"/>
                    <a:pt x="46718" y="25356"/>
                  </a:cubicBezTo>
                  <a:cubicBezTo>
                    <a:pt x="43929" y="23744"/>
                    <a:pt x="41047" y="22101"/>
                    <a:pt x="37854" y="21667"/>
                  </a:cubicBezTo>
                  <a:cubicBezTo>
                    <a:pt x="37395" y="21605"/>
                    <a:pt x="36928" y="21573"/>
                    <a:pt x="36459" y="21573"/>
                  </a:cubicBezTo>
                  <a:cubicBezTo>
                    <a:pt x="33662" y="21573"/>
                    <a:pt x="30804" y="22696"/>
                    <a:pt x="29384" y="25062"/>
                  </a:cubicBezTo>
                  <a:cubicBezTo>
                    <a:pt x="27966" y="27426"/>
                    <a:pt x="28225" y="30512"/>
                    <a:pt x="26820" y="32884"/>
                  </a:cubicBezTo>
                  <a:cubicBezTo>
                    <a:pt x="25941" y="34369"/>
                    <a:pt x="24491" y="35431"/>
                    <a:pt x="23493" y="36839"/>
                  </a:cubicBezTo>
                  <a:cubicBezTo>
                    <a:pt x="22495" y="38247"/>
                    <a:pt x="22067" y="40372"/>
                    <a:pt x="23291" y="41591"/>
                  </a:cubicBezTo>
                  <a:cubicBezTo>
                    <a:pt x="24277" y="42574"/>
                    <a:pt x="25957" y="42576"/>
                    <a:pt x="26934" y="43568"/>
                  </a:cubicBezTo>
                  <a:cubicBezTo>
                    <a:pt x="27686" y="44334"/>
                    <a:pt x="27942" y="45612"/>
                    <a:pt x="28928" y="46032"/>
                  </a:cubicBezTo>
                  <a:cubicBezTo>
                    <a:pt x="29116" y="46112"/>
                    <a:pt x="29308" y="46149"/>
                    <a:pt x="29499" y="46149"/>
                  </a:cubicBezTo>
                  <a:cubicBezTo>
                    <a:pt x="30453" y="46149"/>
                    <a:pt x="31375" y="45228"/>
                    <a:pt x="31599" y="44232"/>
                  </a:cubicBezTo>
                  <a:cubicBezTo>
                    <a:pt x="31870" y="43035"/>
                    <a:pt x="31491" y="41803"/>
                    <a:pt x="31294" y="40594"/>
                  </a:cubicBezTo>
                  <a:cubicBezTo>
                    <a:pt x="30707" y="36976"/>
                    <a:pt x="32524" y="32527"/>
                    <a:pt x="36153" y="32010"/>
                  </a:cubicBezTo>
                  <a:cubicBezTo>
                    <a:pt x="36979" y="32041"/>
                    <a:pt x="37253" y="33221"/>
                    <a:pt x="36881" y="33960"/>
                  </a:cubicBezTo>
                  <a:cubicBezTo>
                    <a:pt x="36512" y="34700"/>
                    <a:pt x="35790" y="35213"/>
                    <a:pt x="35400" y="35941"/>
                  </a:cubicBezTo>
                  <a:cubicBezTo>
                    <a:pt x="34663" y="37314"/>
                    <a:pt x="35518" y="39272"/>
                    <a:pt x="37026" y="39667"/>
                  </a:cubicBezTo>
                  <a:cubicBezTo>
                    <a:pt x="38598" y="40078"/>
                    <a:pt x="41223" y="39748"/>
                    <a:pt x="41017" y="41358"/>
                  </a:cubicBezTo>
                  <a:cubicBezTo>
                    <a:pt x="40797" y="43068"/>
                    <a:pt x="37630" y="41948"/>
                    <a:pt x="36606" y="43336"/>
                  </a:cubicBezTo>
                  <a:cubicBezTo>
                    <a:pt x="36002" y="44155"/>
                    <a:pt x="36537" y="45296"/>
                    <a:pt x="36521" y="46313"/>
                  </a:cubicBezTo>
                  <a:cubicBezTo>
                    <a:pt x="36494" y="48303"/>
                    <a:pt x="34299" y="49599"/>
                    <a:pt x="32313" y="49739"/>
                  </a:cubicBezTo>
                  <a:cubicBezTo>
                    <a:pt x="32097" y="49755"/>
                    <a:pt x="31880" y="49762"/>
                    <a:pt x="31663" y="49762"/>
                  </a:cubicBezTo>
                  <a:cubicBezTo>
                    <a:pt x="30164" y="49762"/>
                    <a:pt x="28664" y="49439"/>
                    <a:pt x="27166" y="49439"/>
                  </a:cubicBezTo>
                  <a:cubicBezTo>
                    <a:pt x="26898" y="49439"/>
                    <a:pt x="26629" y="49449"/>
                    <a:pt x="26361" y="49474"/>
                  </a:cubicBezTo>
                  <a:cubicBezTo>
                    <a:pt x="24379" y="49654"/>
                    <a:pt x="22222" y="51058"/>
                    <a:pt x="22312" y="53044"/>
                  </a:cubicBezTo>
                  <a:cubicBezTo>
                    <a:pt x="19567" y="54331"/>
                    <a:pt x="16715" y="55374"/>
                    <a:pt x="13788" y="56164"/>
                  </a:cubicBezTo>
                  <a:cubicBezTo>
                    <a:pt x="13912" y="58317"/>
                    <a:pt x="17975" y="58517"/>
                    <a:pt x="17960" y="60675"/>
                  </a:cubicBezTo>
                  <a:cubicBezTo>
                    <a:pt x="17949" y="61887"/>
                    <a:pt x="16542" y="62556"/>
                    <a:pt x="15302" y="62556"/>
                  </a:cubicBezTo>
                  <a:cubicBezTo>
                    <a:pt x="15219" y="62556"/>
                    <a:pt x="15137" y="62553"/>
                    <a:pt x="15056" y="62547"/>
                  </a:cubicBezTo>
                  <a:cubicBezTo>
                    <a:pt x="14072" y="62475"/>
                    <a:pt x="13082" y="62160"/>
                    <a:pt x="12113" y="62160"/>
                  </a:cubicBezTo>
                  <a:cubicBezTo>
                    <a:pt x="11810" y="62160"/>
                    <a:pt x="11508" y="62191"/>
                    <a:pt x="11210" y="62270"/>
                  </a:cubicBezTo>
                  <a:cubicBezTo>
                    <a:pt x="9047" y="62839"/>
                    <a:pt x="8290" y="65880"/>
                    <a:pt x="9487" y="67769"/>
                  </a:cubicBezTo>
                  <a:cubicBezTo>
                    <a:pt x="10572" y="69481"/>
                    <a:pt x="12694" y="70258"/>
                    <a:pt x="14741" y="70258"/>
                  </a:cubicBezTo>
                  <a:cubicBezTo>
                    <a:pt x="14954" y="70258"/>
                    <a:pt x="15165" y="70249"/>
                    <a:pt x="15375" y="70233"/>
                  </a:cubicBezTo>
                  <a:cubicBezTo>
                    <a:pt x="16269" y="70162"/>
                    <a:pt x="17225" y="69924"/>
                    <a:pt x="17785" y="69223"/>
                  </a:cubicBezTo>
                  <a:cubicBezTo>
                    <a:pt x="18318" y="68554"/>
                    <a:pt x="18362" y="67634"/>
                    <a:pt x="18586" y="66808"/>
                  </a:cubicBezTo>
                  <a:cubicBezTo>
                    <a:pt x="19089" y="64960"/>
                    <a:pt x="20667" y="63445"/>
                    <a:pt x="22534" y="63019"/>
                  </a:cubicBezTo>
                  <a:cubicBezTo>
                    <a:pt x="23588" y="62778"/>
                    <a:pt x="24878" y="62758"/>
                    <a:pt x="25444" y="61839"/>
                  </a:cubicBezTo>
                  <a:cubicBezTo>
                    <a:pt x="27854" y="63143"/>
                    <a:pt x="29550" y="65685"/>
                    <a:pt x="29826" y="68413"/>
                  </a:cubicBezTo>
                  <a:cubicBezTo>
                    <a:pt x="30020" y="68663"/>
                    <a:pt x="30274" y="68770"/>
                    <a:pt x="30543" y="68770"/>
                  </a:cubicBezTo>
                  <a:cubicBezTo>
                    <a:pt x="31347" y="68770"/>
                    <a:pt x="32287" y="67809"/>
                    <a:pt x="32159" y="66868"/>
                  </a:cubicBezTo>
                  <a:cubicBezTo>
                    <a:pt x="31991" y="65614"/>
                    <a:pt x="30882" y="64743"/>
                    <a:pt x="30003" y="63834"/>
                  </a:cubicBezTo>
                  <a:cubicBezTo>
                    <a:pt x="29122" y="62923"/>
                    <a:pt x="28387" y="61510"/>
                    <a:pt x="29078" y="60448"/>
                  </a:cubicBezTo>
                  <a:lnTo>
                    <a:pt x="29078" y="60448"/>
                  </a:lnTo>
                  <a:cubicBezTo>
                    <a:pt x="33197" y="61658"/>
                    <a:pt x="36527" y="65238"/>
                    <a:pt x="37435" y="69435"/>
                  </a:cubicBezTo>
                  <a:cubicBezTo>
                    <a:pt x="38871" y="69149"/>
                    <a:pt x="39664" y="67205"/>
                    <a:pt x="38838" y="65997"/>
                  </a:cubicBezTo>
                  <a:cubicBezTo>
                    <a:pt x="39003" y="65628"/>
                    <a:pt x="39328" y="65472"/>
                    <a:pt x="39697" y="65472"/>
                  </a:cubicBezTo>
                  <a:cubicBezTo>
                    <a:pt x="40331" y="65472"/>
                    <a:pt x="41094" y="65932"/>
                    <a:pt x="41391" y="66558"/>
                  </a:cubicBezTo>
                  <a:cubicBezTo>
                    <a:pt x="41862" y="67549"/>
                    <a:pt x="41819" y="68770"/>
                    <a:pt x="42492" y="69636"/>
                  </a:cubicBezTo>
                  <a:cubicBezTo>
                    <a:pt x="43175" y="70517"/>
                    <a:pt x="44261" y="70711"/>
                    <a:pt x="45451" y="70711"/>
                  </a:cubicBezTo>
                  <a:cubicBezTo>
                    <a:pt x="46388" y="70711"/>
                    <a:pt x="47390" y="70590"/>
                    <a:pt x="48312" y="70590"/>
                  </a:cubicBezTo>
                  <a:cubicBezTo>
                    <a:pt x="49551" y="70590"/>
                    <a:pt x="50643" y="70808"/>
                    <a:pt x="51235" y="71828"/>
                  </a:cubicBezTo>
                  <a:cubicBezTo>
                    <a:pt x="52336" y="73723"/>
                    <a:pt x="49909" y="75927"/>
                    <a:pt x="47711" y="75927"/>
                  </a:cubicBezTo>
                  <a:cubicBezTo>
                    <a:pt x="47678" y="75927"/>
                    <a:pt x="47645" y="75926"/>
                    <a:pt x="47613" y="75925"/>
                  </a:cubicBezTo>
                  <a:cubicBezTo>
                    <a:pt x="45391" y="75856"/>
                    <a:pt x="43361" y="74585"/>
                    <a:pt x="41147" y="74365"/>
                  </a:cubicBezTo>
                  <a:cubicBezTo>
                    <a:pt x="40897" y="74340"/>
                    <a:pt x="40647" y="74329"/>
                    <a:pt x="40397" y="74329"/>
                  </a:cubicBezTo>
                  <a:cubicBezTo>
                    <a:pt x="38218" y="74329"/>
                    <a:pt x="36082" y="75200"/>
                    <a:pt x="33896" y="75455"/>
                  </a:cubicBezTo>
                  <a:cubicBezTo>
                    <a:pt x="33619" y="75487"/>
                    <a:pt x="33335" y="75503"/>
                    <a:pt x="33048" y="75503"/>
                  </a:cubicBezTo>
                  <a:cubicBezTo>
                    <a:pt x="30807" y="75503"/>
                    <a:pt x="28395" y="74514"/>
                    <a:pt x="27939" y="72388"/>
                  </a:cubicBezTo>
                  <a:cubicBezTo>
                    <a:pt x="27802" y="71741"/>
                    <a:pt x="27855" y="71030"/>
                    <a:pt x="27514" y="70464"/>
                  </a:cubicBezTo>
                  <a:cubicBezTo>
                    <a:pt x="27109" y="69793"/>
                    <a:pt x="26279" y="69553"/>
                    <a:pt x="25473" y="69553"/>
                  </a:cubicBezTo>
                  <a:cubicBezTo>
                    <a:pt x="25313" y="69553"/>
                    <a:pt x="25154" y="69562"/>
                    <a:pt x="24999" y="69580"/>
                  </a:cubicBezTo>
                  <a:cubicBezTo>
                    <a:pt x="21817" y="69942"/>
                    <a:pt x="18598" y="72595"/>
                    <a:pt x="15740" y="72595"/>
                  </a:cubicBezTo>
                  <a:cubicBezTo>
                    <a:pt x="14956" y="72595"/>
                    <a:pt x="14199" y="72395"/>
                    <a:pt x="13478" y="71894"/>
                  </a:cubicBezTo>
                  <a:cubicBezTo>
                    <a:pt x="11337" y="76062"/>
                    <a:pt x="6101" y="77629"/>
                    <a:pt x="3179" y="81294"/>
                  </a:cubicBezTo>
                  <a:cubicBezTo>
                    <a:pt x="0" y="85282"/>
                    <a:pt x="268" y="91440"/>
                    <a:pt x="3354" y="95500"/>
                  </a:cubicBezTo>
                  <a:cubicBezTo>
                    <a:pt x="6050" y="99045"/>
                    <a:pt x="10552" y="100957"/>
                    <a:pt x="15019" y="100957"/>
                  </a:cubicBezTo>
                  <a:cubicBezTo>
                    <a:pt x="15667" y="100957"/>
                    <a:pt x="16314" y="100917"/>
                    <a:pt x="16954" y="100836"/>
                  </a:cubicBezTo>
                  <a:cubicBezTo>
                    <a:pt x="17630" y="100750"/>
                    <a:pt x="18327" y="100626"/>
                    <a:pt x="19005" y="100626"/>
                  </a:cubicBezTo>
                  <a:cubicBezTo>
                    <a:pt x="19489" y="100626"/>
                    <a:pt x="19963" y="100690"/>
                    <a:pt x="20413" y="100875"/>
                  </a:cubicBezTo>
                  <a:cubicBezTo>
                    <a:pt x="21482" y="101317"/>
                    <a:pt x="22166" y="102352"/>
                    <a:pt x="23058" y="103088"/>
                  </a:cubicBezTo>
                  <a:cubicBezTo>
                    <a:pt x="23580" y="103519"/>
                    <a:pt x="24303" y="103823"/>
                    <a:pt x="24961" y="103823"/>
                  </a:cubicBezTo>
                  <a:cubicBezTo>
                    <a:pt x="25427" y="103823"/>
                    <a:pt x="25861" y="103670"/>
                    <a:pt x="26168" y="103301"/>
                  </a:cubicBezTo>
                  <a:lnTo>
                    <a:pt x="26168" y="103301"/>
                  </a:lnTo>
                  <a:cubicBezTo>
                    <a:pt x="25321" y="105399"/>
                    <a:pt x="25557" y="107902"/>
                    <a:pt x="26779" y="109805"/>
                  </a:cubicBezTo>
                  <a:cubicBezTo>
                    <a:pt x="28099" y="111859"/>
                    <a:pt x="30559" y="113484"/>
                    <a:pt x="30509" y="115926"/>
                  </a:cubicBezTo>
                  <a:cubicBezTo>
                    <a:pt x="30482" y="117190"/>
                    <a:pt x="29748" y="118318"/>
                    <a:pt x="29403" y="119536"/>
                  </a:cubicBezTo>
                  <a:cubicBezTo>
                    <a:pt x="27829" y="125109"/>
                    <a:pt x="34415" y="129657"/>
                    <a:pt x="35455" y="135354"/>
                  </a:cubicBezTo>
                  <a:cubicBezTo>
                    <a:pt x="35736" y="136888"/>
                    <a:pt x="35735" y="138735"/>
                    <a:pt x="37029" y="139601"/>
                  </a:cubicBezTo>
                  <a:cubicBezTo>
                    <a:pt x="37625" y="139999"/>
                    <a:pt x="38374" y="140081"/>
                    <a:pt x="39090" y="140127"/>
                  </a:cubicBezTo>
                  <a:cubicBezTo>
                    <a:pt x="39409" y="140148"/>
                    <a:pt x="39736" y="140158"/>
                    <a:pt x="40067" y="140158"/>
                  </a:cubicBezTo>
                  <a:cubicBezTo>
                    <a:pt x="43538" y="140158"/>
                    <a:pt x="47454" y="138962"/>
                    <a:pt x="48151" y="135675"/>
                  </a:cubicBezTo>
                  <a:cubicBezTo>
                    <a:pt x="48366" y="134657"/>
                    <a:pt x="48212" y="133602"/>
                    <a:pt x="48243" y="132560"/>
                  </a:cubicBezTo>
                  <a:cubicBezTo>
                    <a:pt x="48336" y="129451"/>
                    <a:pt x="50239" y="126459"/>
                    <a:pt x="53017" y="125056"/>
                  </a:cubicBezTo>
                  <a:cubicBezTo>
                    <a:pt x="53771" y="124675"/>
                    <a:pt x="54600" y="124390"/>
                    <a:pt x="55202" y="123799"/>
                  </a:cubicBezTo>
                  <a:cubicBezTo>
                    <a:pt x="56528" y="122495"/>
                    <a:pt x="56234" y="120283"/>
                    <a:pt x="55553" y="118553"/>
                  </a:cubicBezTo>
                  <a:cubicBezTo>
                    <a:pt x="54872" y="116821"/>
                    <a:pt x="53881" y="115076"/>
                    <a:pt x="54120" y="113231"/>
                  </a:cubicBezTo>
                  <a:cubicBezTo>
                    <a:pt x="54502" y="110269"/>
                    <a:pt x="57681" y="108706"/>
                    <a:pt x="60090" y="106941"/>
                  </a:cubicBezTo>
                  <a:cubicBezTo>
                    <a:pt x="63716" y="104284"/>
                    <a:pt x="66206" y="100125"/>
                    <a:pt x="66835" y="95675"/>
                  </a:cubicBezTo>
                  <a:lnTo>
                    <a:pt x="66835" y="95675"/>
                  </a:lnTo>
                  <a:cubicBezTo>
                    <a:pt x="65061" y="96232"/>
                    <a:pt x="63075" y="96745"/>
                    <a:pt x="61220" y="96745"/>
                  </a:cubicBezTo>
                  <a:cubicBezTo>
                    <a:pt x="59581" y="96745"/>
                    <a:pt x="58045" y="96344"/>
                    <a:pt x="56849" y="95215"/>
                  </a:cubicBezTo>
                  <a:cubicBezTo>
                    <a:pt x="55965" y="94380"/>
                    <a:pt x="55421" y="93259"/>
                    <a:pt x="54897" y="92162"/>
                  </a:cubicBezTo>
                  <a:lnTo>
                    <a:pt x="50173" y="82291"/>
                  </a:lnTo>
                  <a:cubicBezTo>
                    <a:pt x="49966" y="81857"/>
                    <a:pt x="49755" y="81362"/>
                    <a:pt x="49925" y="80912"/>
                  </a:cubicBezTo>
                  <a:cubicBezTo>
                    <a:pt x="50074" y="80517"/>
                    <a:pt x="50366" y="80356"/>
                    <a:pt x="50717" y="80356"/>
                  </a:cubicBezTo>
                  <a:cubicBezTo>
                    <a:pt x="51453" y="80356"/>
                    <a:pt x="52449" y="81064"/>
                    <a:pt x="52928" y="81807"/>
                  </a:cubicBezTo>
                  <a:cubicBezTo>
                    <a:pt x="55452" y="85724"/>
                    <a:pt x="57718" y="89804"/>
                    <a:pt x="59707" y="94020"/>
                  </a:cubicBezTo>
                  <a:cubicBezTo>
                    <a:pt x="63791" y="93273"/>
                    <a:pt x="67648" y="91596"/>
                    <a:pt x="70980" y="89118"/>
                  </a:cubicBezTo>
                  <a:cubicBezTo>
                    <a:pt x="72037" y="88329"/>
                    <a:pt x="73088" y="87386"/>
                    <a:pt x="73445" y="86117"/>
                  </a:cubicBezTo>
                  <a:cubicBezTo>
                    <a:pt x="73802" y="84846"/>
                    <a:pt x="73146" y="83218"/>
                    <a:pt x="71846" y="82993"/>
                  </a:cubicBezTo>
                  <a:cubicBezTo>
                    <a:pt x="71723" y="82971"/>
                    <a:pt x="71600" y="82963"/>
                    <a:pt x="71476" y="82963"/>
                  </a:cubicBezTo>
                  <a:cubicBezTo>
                    <a:pt x="71093" y="82963"/>
                    <a:pt x="70708" y="83045"/>
                    <a:pt x="70324" y="83086"/>
                  </a:cubicBezTo>
                  <a:cubicBezTo>
                    <a:pt x="70133" y="83106"/>
                    <a:pt x="69943" y="83115"/>
                    <a:pt x="69755" y="83115"/>
                  </a:cubicBezTo>
                  <a:cubicBezTo>
                    <a:pt x="66927" y="83115"/>
                    <a:pt x="64468" y="80925"/>
                    <a:pt x="62588" y="78727"/>
                  </a:cubicBezTo>
                  <a:cubicBezTo>
                    <a:pt x="63132" y="78118"/>
                    <a:pt x="63852" y="77890"/>
                    <a:pt x="64640" y="77890"/>
                  </a:cubicBezTo>
                  <a:cubicBezTo>
                    <a:pt x="65842" y="77890"/>
                    <a:pt x="67201" y="78421"/>
                    <a:pt x="68334" y="78941"/>
                  </a:cubicBezTo>
                  <a:cubicBezTo>
                    <a:pt x="71699" y="80486"/>
                    <a:pt x="75249" y="81588"/>
                    <a:pt x="78895" y="82221"/>
                  </a:cubicBezTo>
                  <a:cubicBezTo>
                    <a:pt x="79803" y="82378"/>
                    <a:pt x="80736" y="82513"/>
                    <a:pt x="81554" y="82936"/>
                  </a:cubicBezTo>
                  <a:cubicBezTo>
                    <a:pt x="82126" y="83232"/>
                    <a:pt x="82622" y="83658"/>
                    <a:pt x="83095" y="84096"/>
                  </a:cubicBezTo>
                  <a:cubicBezTo>
                    <a:pt x="87298" y="87967"/>
                    <a:pt x="90407" y="93013"/>
                    <a:pt x="91975" y="98509"/>
                  </a:cubicBezTo>
                  <a:cubicBezTo>
                    <a:pt x="92104" y="98538"/>
                    <a:pt x="92231" y="98552"/>
                    <a:pt x="92354" y="98552"/>
                  </a:cubicBezTo>
                  <a:cubicBezTo>
                    <a:pt x="93754" y="98552"/>
                    <a:pt x="94717" y="96760"/>
                    <a:pt x="94833" y="95252"/>
                  </a:cubicBezTo>
                  <a:cubicBezTo>
                    <a:pt x="94960" y="93612"/>
                    <a:pt x="94769" y="91722"/>
                    <a:pt x="95948" y="90578"/>
                  </a:cubicBezTo>
                  <a:cubicBezTo>
                    <a:pt x="96875" y="89678"/>
                    <a:pt x="98399" y="89556"/>
                    <a:pt x="99214" y="88552"/>
                  </a:cubicBezTo>
                  <a:cubicBezTo>
                    <a:pt x="100238" y="87289"/>
                    <a:pt x="99703" y="85157"/>
                    <a:pt x="100900" y="84056"/>
                  </a:cubicBezTo>
                  <a:cubicBezTo>
                    <a:pt x="101284" y="83704"/>
                    <a:pt x="101728" y="83552"/>
                    <a:pt x="102190" y="83552"/>
                  </a:cubicBezTo>
                  <a:cubicBezTo>
                    <a:pt x="103537" y="83552"/>
                    <a:pt x="105034" y="84844"/>
                    <a:pt x="105630" y="86240"/>
                  </a:cubicBezTo>
                  <a:cubicBezTo>
                    <a:pt x="106431" y="88116"/>
                    <a:pt x="106723" y="90422"/>
                    <a:pt x="108410" y="91569"/>
                  </a:cubicBezTo>
                  <a:lnTo>
                    <a:pt x="111137" y="91176"/>
                  </a:lnTo>
                  <a:cubicBezTo>
                    <a:pt x="111152" y="95778"/>
                    <a:pt x="112750" y="100362"/>
                    <a:pt x="115602" y="103975"/>
                  </a:cubicBezTo>
                  <a:cubicBezTo>
                    <a:pt x="117157" y="103161"/>
                    <a:pt x="116453" y="100795"/>
                    <a:pt x="115480" y="99330"/>
                  </a:cubicBezTo>
                  <a:cubicBezTo>
                    <a:pt x="114508" y="97866"/>
                    <a:pt x="113554" y="95681"/>
                    <a:pt x="114936" y="94596"/>
                  </a:cubicBezTo>
                  <a:lnTo>
                    <a:pt x="114936" y="94596"/>
                  </a:lnTo>
                  <a:cubicBezTo>
                    <a:pt x="116854" y="94614"/>
                    <a:pt x="117747" y="97259"/>
                    <a:pt x="119611" y="97712"/>
                  </a:cubicBezTo>
                  <a:cubicBezTo>
                    <a:pt x="119777" y="97752"/>
                    <a:pt x="119940" y="97771"/>
                    <a:pt x="120101" y="97771"/>
                  </a:cubicBezTo>
                  <a:cubicBezTo>
                    <a:pt x="121744" y="97771"/>
                    <a:pt x="123089" y="95790"/>
                    <a:pt x="122784" y="94080"/>
                  </a:cubicBezTo>
                  <a:cubicBezTo>
                    <a:pt x="122451" y="92201"/>
                    <a:pt x="120835" y="90820"/>
                    <a:pt x="119169" y="89895"/>
                  </a:cubicBezTo>
                  <a:cubicBezTo>
                    <a:pt x="117675" y="88258"/>
                    <a:pt x="119833" y="85644"/>
                    <a:pt x="122018" y="85274"/>
                  </a:cubicBezTo>
                  <a:cubicBezTo>
                    <a:pt x="122730" y="85153"/>
                    <a:pt x="123464" y="85138"/>
                    <a:pt x="124199" y="85138"/>
                  </a:cubicBezTo>
                  <a:cubicBezTo>
                    <a:pt x="124443" y="85138"/>
                    <a:pt x="124686" y="85140"/>
                    <a:pt x="124930" y="85140"/>
                  </a:cubicBezTo>
                  <a:cubicBezTo>
                    <a:pt x="126201" y="85140"/>
                    <a:pt x="127452" y="85095"/>
                    <a:pt x="128573" y="84531"/>
                  </a:cubicBezTo>
                  <a:cubicBezTo>
                    <a:pt x="130946" y="83339"/>
                    <a:pt x="131739" y="80207"/>
                    <a:pt x="131200" y="77607"/>
                  </a:cubicBezTo>
                  <a:cubicBezTo>
                    <a:pt x="130659" y="75007"/>
                    <a:pt x="129117" y="72748"/>
                    <a:pt x="127857" y="70410"/>
                  </a:cubicBezTo>
                  <a:cubicBezTo>
                    <a:pt x="126781" y="68413"/>
                    <a:pt x="126249" y="65298"/>
                    <a:pt x="128341" y="64420"/>
                  </a:cubicBezTo>
                  <a:cubicBezTo>
                    <a:pt x="128900" y="64186"/>
                    <a:pt x="129528" y="64195"/>
                    <a:pt x="130135" y="64170"/>
                  </a:cubicBezTo>
                  <a:cubicBezTo>
                    <a:pt x="138047" y="63837"/>
                    <a:pt x="144592" y="55459"/>
                    <a:pt x="143005" y="47701"/>
                  </a:cubicBezTo>
                  <a:cubicBezTo>
                    <a:pt x="142706" y="46238"/>
                    <a:pt x="142140" y="44786"/>
                    <a:pt x="141097" y="43719"/>
                  </a:cubicBezTo>
                  <a:cubicBezTo>
                    <a:pt x="139216" y="41800"/>
                    <a:pt x="136024" y="41349"/>
                    <a:pt x="134619" y="39057"/>
                  </a:cubicBezTo>
                  <a:cubicBezTo>
                    <a:pt x="132900" y="36255"/>
                    <a:pt x="135025" y="32537"/>
                    <a:pt x="137778" y="30737"/>
                  </a:cubicBezTo>
                  <a:cubicBezTo>
                    <a:pt x="140529" y="28938"/>
                    <a:pt x="143891" y="28156"/>
                    <a:pt x="146461" y="26105"/>
                  </a:cubicBezTo>
                  <a:cubicBezTo>
                    <a:pt x="147145" y="26087"/>
                    <a:pt x="147512" y="25417"/>
                    <a:pt x="147638" y="24743"/>
                  </a:cubicBezTo>
                  <a:cubicBezTo>
                    <a:pt x="147716" y="24319"/>
                    <a:pt x="147611" y="23887"/>
                    <a:pt x="147608" y="23456"/>
                  </a:cubicBezTo>
                  <a:cubicBezTo>
                    <a:pt x="147598" y="22276"/>
                    <a:pt x="148442" y="21139"/>
                    <a:pt x="149574" y="20805"/>
                  </a:cubicBezTo>
                  <a:cubicBezTo>
                    <a:pt x="149811" y="20736"/>
                    <a:pt x="150056" y="20702"/>
                    <a:pt x="150302" y="20702"/>
                  </a:cubicBezTo>
                  <a:cubicBezTo>
                    <a:pt x="151231" y="20702"/>
                    <a:pt x="152165" y="21179"/>
                    <a:pt x="152664" y="21968"/>
                  </a:cubicBezTo>
                  <a:cubicBezTo>
                    <a:pt x="153442" y="23198"/>
                    <a:pt x="153129" y="24821"/>
                    <a:pt x="152563" y="26163"/>
                  </a:cubicBezTo>
                  <a:cubicBezTo>
                    <a:pt x="151998" y="27505"/>
                    <a:pt x="151199" y="28790"/>
                    <a:pt x="151051" y="30239"/>
                  </a:cubicBezTo>
                  <a:cubicBezTo>
                    <a:pt x="150905" y="31687"/>
                    <a:pt x="151726" y="33391"/>
                    <a:pt x="153173" y="33553"/>
                  </a:cubicBezTo>
                  <a:cubicBezTo>
                    <a:pt x="153252" y="33562"/>
                    <a:pt x="153330" y="33566"/>
                    <a:pt x="153406" y="33566"/>
                  </a:cubicBezTo>
                  <a:cubicBezTo>
                    <a:pt x="155043" y="33566"/>
                    <a:pt x="156090" y="31574"/>
                    <a:pt x="156201" y="29877"/>
                  </a:cubicBezTo>
                  <a:cubicBezTo>
                    <a:pt x="156318" y="28099"/>
                    <a:pt x="155972" y="26160"/>
                    <a:pt x="156925" y="24659"/>
                  </a:cubicBezTo>
                  <a:cubicBezTo>
                    <a:pt x="158377" y="22374"/>
                    <a:pt x="162385" y="21839"/>
                    <a:pt x="162490" y="19133"/>
                  </a:cubicBezTo>
                  <a:cubicBezTo>
                    <a:pt x="162574" y="16945"/>
                    <a:pt x="159821" y="15661"/>
                    <a:pt x="159327" y="13530"/>
                  </a:cubicBezTo>
                  <a:cubicBezTo>
                    <a:pt x="159129" y="12668"/>
                    <a:pt x="159325" y="11773"/>
                    <a:pt x="159405" y="10894"/>
                  </a:cubicBezTo>
                  <a:cubicBezTo>
                    <a:pt x="159709" y="7612"/>
                    <a:pt x="158263" y="4218"/>
                    <a:pt x="155688" y="2163"/>
                  </a:cubicBezTo>
                  <a:cubicBezTo>
                    <a:pt x="153919" y="751"/>
                    <a:pt x="151652" y="0"/>
                    <a:pt x="14939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3" name="Google Shape;23893;p91"/>
            <p:cNvSpPr/>
            <p:nvPr/>
          </p:nvSpPr>
          <p:spPr>
            <a:xfrm>
              <a:off x="6146600" y="3671525"/>
              <a:ext cx="342925" cy="189500"/>
            </a:xfrm>
            <a:custGeom>
              <a:avLst/>
              <a:gdLst/>
              <a:ahLst/>
              <a:cxnLst/>
              <a:rect l="l" t="t" r="r" b="b"/>
              <a:pathLst>
                <a:path w="13717" h="7580" extrusionOk="0">
                  <a:moveTo>
                    <a:pt x="9951" y="0"/>
                  </a:moveTo>
                  <a:cubicBezTo>
                    <a:pt x="6355" y="0"/>
                    <a:pt x="1" y="1281"/>
                    <a:pt x="2486" y="4894"/>
                  </a:cubicBezTo>
                  <a:cubicBezTo>
                    <a:pt x="3169" y="5885"/>
                    <a:pt x="4297" y="6467"/>
                    <a:pt x="5404" y="6938"/>
                  </a:cubicBezTo>
                  <a:cubicBezTo>
                    <a:pt x="6217" y="7282"/>
                    <a:pt x="7136" y="7580"/>
                    <a:pt x="8003" y="7580"/>
                  </a:cubicBezTo>
                  <a:cubicBezTo>
                    <a:pt x="8565" y="7580"/>
                    <a:pt x="9106" y="7454"/>
                    <a:pt x="9581" y="7134"/>
                  </a:cubicBezTo>
                  <a:cubicBezTo>
                    <a:pt x="10406" y="6577"/>
                    <a:pt x="13156" y="2774"/>
                    <a:pt x="13348" y="1948"/>
                  </a:cubicBezTo>
                  <a:cubicBezTo>
                    <a:pt x="13716" y="358"/>
                    <a:pt x="13186" y="447"/>
                    <a:pt x="11597" y="126"/>
                  </a:cubicBezTo>
                  <a:cubicBezTo>
                    <a:pt x="11194" y="44"/>
                    <a:pt x="10620" y="0"/>
                    <a:pt x="995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4" name="Google Shape;23894;p91"/>
            <p:cNvSpPr/>
            <p:nvPr/>
          </p:nvSpPr>
          <p:spPr>
            <a:xfrm>
              <a:off x="5901600" y="3652500"/>
              <a:ext cx="558700" cy="402875"/>
            </a:xfrm>
            <a:custGeom>
              <a:avLst/>
              <a:gdLst/>
              <a:ahLst/>
              <a:cxnLst/>
              <a:rect l="l" t="t" r="r" b="b"/>
              <a:pathLst>
                <a:path w="22348" h="16115" extrusionOk="0">
                  <a:moveTo>
                    <a:pt x="946" y="1"/>
                  </a:moveTo>
                  <a:cubicBezTo>
                    <a:pt x="616" y="1"/>
                    <a:pt x="299" y="66"/>
                    <a:pt x="1" y="208"/>
                  </a:cubicBezTo>
                  <a:cubicBezTo>
                    <a:pt x="742" y="1762"/>
                    <a:pt x="2032" y="3475"/>
                    <a:pt x="2935" y="5119"/>
                  </a:cubicBezTo>
                  <a:cubicBezTo>
                    <a:pt x="6575" y="11745"/>
                    <a:pt x="13987" y="16115"/>
                    <a:pt x="21544" y="16115"/>
                  </a:cubicBezTo>
                  <a:cubicBezTo>
                    <a:pt x="21635" y="16115"/>
                    <a:pt x="21726" y="16114"/>
                    <a:pt x="21817" y="16113"/>
                  </a:cubicBezTo>
                  <a:cubicBezTo>
                    <a:pt x="22347" y="15571"/>
                    <a:pt x="21564" y="14744"/>
                    <a:pt x="20866" y="14448"/>
                  </a:cubicBezTo>
                  <a:cubicBezTo>
                    <a:pt x="18934" y="13634"/>
                    <a:pt x="16857" y="13226"/>
                    <a:pt x="14879" y="12532"/>
                  </a:cubicBezTo>
                  <a:cubicBezTo>
                    <a:pt x="12900" y="11839"/>
                    <a:pt x="10943" y="10790"/>
                    <a:pt x="9769" y="9051"/>
                  </a:cubicBezTo>
                  <a:cubicBezTo>
                    <a:pt x="9280" y="8326"/>
                    <a:pt x="8945" y="7508"/>
                    <a:pt x="8542" y="6731"/>
                  </a:cubicBezTo>
                  <a:cubicBezTo>
                    <a:pt x="7503" y="4729"/>
                    <a:pt x="3759" y="1"/>
                    <a:pt x="946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5" name="Google Shape;23895;p91"/>
            <p:cNvSpPr/>
            <p:nvPr/>
          </p:nvSpPr>
          <p:spPr>
            <a:xfrm>
              <a:off x="6249675" y="4061675"/>
              <a:ext cx="964575" cy="811125"/>
            </a:xfrm>
            <a:custGeom>
              <a:avLst/>
              <a:gdLst/>
              <a:ahLst/>
              <a:cxnLst/>
              <a:rect l="l" t="t" r="r" b="b"/>
              <a:pathLst>
                <a:path w="38583" h="32445" extrusionOk="0">
                  <a:moveTo>
                    <a:pt x="17573" y="0"/>
                  </a:moveTo>
                  <a:cubicBezTo>
                    <a:pt x="14431" y="0"/>
                    <a:pt x="10968" y="2180"/>
                    <a:pt x="9011" y="4369"/>
                  </a:cubicBezTo>
                  <a:cubicBezTo>
                    <a:pt x="8028" y="5468"/>
                    <a:pt x="7111" y="6810"/>
                    <a:pt x="5676" y="7153"/>
                  </a:cubicBezTo>
                  <a:cubicBezTo>
                    <a:pt x="4830" y="7356"/>
                    <a:pt x="3925" y="7164"/>
                    <a:pt x="3076" y="7361"/>
                  </a:cubicBezTo>
                  <a:cubicBezTo>
                    <a:pt x="581" y="7938"/>
                    <a:pt x="1" y="11293"/>
                    <a:pt x="569" y="13791"/>
                  </a:cubicBezTo>
                  <a:cubicBezTo>
                    <a:pt x="1136" y="16289"/>
                    <a:pt x="2307" y="18910"/>
                    <a:pt x="1374" y="21296"/>
                  </a:cubicBezTo>
                  <a:cubicBezTo>
                    <a:pt x="1185" y="21776"/>
                    <a:pt x="913" y="22246"/>
                    <a:pt x="921" y="22762"/>
                  </a:cubicBezTo>
                  <a:cubicBezTo>
                    <a:pt x="932" y="23380"/>
                    <a:pt x="1355" y="23921"/>
                    <a:pt x="1849" y="24293"/>
                  </a:cubicBezTo>
                  <a:cubicBezTo>
                    <a:pt x="2646" y="24890"/>
                    <a:pt x="3559" y="25128"/>
                    <a:pt x="4517" y="25128"/>
                  </a:cubicBezTo>
                  <a:cubicBezTo>
                    <a:pt x="6301" y="25128"/>
                    <a:pt x="8239" y="24301"/>
                    <a:pt x="9868" y="23418"/>
                  </a:cubicBezTo>
                  <a:cubicBezTo>
                    <a:pt x="11665" y="22444"/>
                    <a:pt x="13735" y="21414"/>
                    <a:pt x="15685" y="21414"/>
                  </a:cubicBezTo>
                  <a:cubicBezTo>
                    <a:pt x="16453" y="21414"/>
                    <a:pt x="17203" y="21574"/>
                    <a:pt x="17910" y="21960"/>
                  </a:cubicBezTo>
                  <a:cubicBezTo>
                    <a:pt x="20585" y="23420"/>
                    <a:pt x="20837" y="27119"/>
                    <a:pt x="22486" y="29685"/>
                  </a:cubicBezTo>
                  <a:cubicBezTo>
                    <a:pt x="23522" y="31296"/>
                    <a:pt x="25450" y="32445"/>
                    <a:pt x="27291" y="32445"/>
                  </a:cubicBezTo>
                  <a:cubicBezTo>
                    <a:pt x="28027" y="32445"/>
                    <a:pt x="28749" y="32261"/>
                    <a:pt x="29394" y="31851"/>
                  </a:cubicBezTo>
                  <a:cubicBezTo>
                    <a:pt x="30163" y="31362"/>
                    <a:pt x="30731" y="30624"/>
                    <a:pt x="31285" y="29900"/>
                  </a:cubicBezTo>
                  <a:lnTo>
                    <a:pt x="34684" y="25460"/>
                  </a:lnTo>
                  <a:cubicBezTo>
                    <a:pt x="36183" y="23501"/>
                    <a:pt x="37736" y="21414"/>
                    <a:pt x="38025" y="18965"/>
                  </a:cubicBezTo>
                  <a:cubicBezTo>
                    <a:pt x="38582" y="14235"/>
                    <a:pt x="34390" y="10436"/>
                    <a:pt x="30609" y="7540"/>
                  </a:cubicBezTo>
                  <a:cubicBezTo>
                    <a:pt x="30407" y="6031"/>
                    <a:pt x="30190" y="4479"/>
                    <a:pt x="29421" y="3165"/>
                  </a:cubicBezTo>
                  <a:cubicBezTo>
                    <a:pt x="28683" y="1906"/>
                    <a:pt x="27576" y="1186"/>
                    <a:pt x="26718" y="1186"/>
                  </a:cubicBezTo>
                  <a:cubicBezTo>
                    <a:pt x="25783" y="1186"/>
                    <a:pt x="25141" y="2039"/>
                    <a:pt x="25589" y="3982"/>
                  </a:cubicBezTo>
                  <a:cubicBezTo>
                    <a:pt x="25561" y="3983"/>
                    <a:pt x="25533" y="3983"/>
                    <a:pt x="25505" y="3983"/>
                  </a:cubicBezTo>
                  <a:cubicBezTo>
                    <a:pt x="23077" y="3983"/>
                    <a:pt x="21095" y="399"/>
                    <a:pt x="18382" y="51"/>
                  </a:cubicBezTo>
                  <a:cubicBezTo>
                    <a:pt x="18115" y="17"/>
                    <a:pt x="17846" y="0"/>
                    <a:pt x="17573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896" name="Google Shape;23896;p91"/>
          <p:cNvSpPr/>
          <p:nvPr/>
        </p:nvSpPr>
        <p:spPr>
          <a:xfrm>
            <a:off x="5906011" y="2548847"/>
            <a:ext cx="451550" cy="369450"/>
          </a:xfrm>
          <a:custGeom>
            <a:avLst/>
            <a:gdLst/>
            <a:ahLst/>
            <a:cxnLst/>
            <a:rect l="l" t="t" r="r" b="b"/>
            <a:pathLst>
              <a:path w="2442" h="1998" extrusionOk="0">
                <a:moveTo>
                  <a:pt x="1079" y="1"/>
                </a:moveTo>
                <a:cubicBezTo>
                  <a:pt x="952" y="1"/>
                  <a:pt x="821" y="27"/>
                  <a:pt x="689" y="85"/>
                </a:cubicBezTo>
                <a:cubicBezTo>
                  <a:pt x="207" y="274"/>
                  <a:pt x="1" y="703"/>
                  <a:pt x="1" y="1202"/>
                </a:cubicBezTo>
                <a:cubicBezTo>
                  <a:pt x="1" y="1425"/>
                  <a:pt x="17" y="1684"/>
                  <a:pt x="207" y="1837"/>
                </a:cubicBezTo>
                <a:cubicBezTo>
                  <a:pt x="354" y="1956"/>
                  <a:pt x="560" y="1997"/>
                  <a:pt x="754" y="1997"/>
                </a:cubicBezTo>
                <a:cubicBezTo>
                  <a:pt x="790" y="1997"/>
                  <a:pt x="824" y="1996"/>
                  <a:pt x="859" y="1994"/>
                </a:cubicBezTo>
                <a:cubicBezTo>
                  <a:pt x="1514" y="1961"/>
                  <a:pt x="2442" y="1528"/>
                  <a:pt x="2095" y="740"/>
                </a:cubicBezTo>
                <a:cubicBezTo>
                  <a:pt x="1910" y="312"/>
                  <a:pt x="1517" y="1"/>
                  <a:pt x="107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97" name="Google Shape;23897;p91"/>
          <p:cNvSpPr/>
          <p:nvPr/>
        </p:nvSpPr>
        <p:spPr>
          <a:xfrm>
            <a:off x="5921578" y="1567221"/>
            <a:ext cx="420415" cy="369451"/>
          </a:xfrm>
          <a:custGeom>
            <a:avLst/>
            <a:gdLst/>
            <a:ahLst/>
            <a:cxnLst/>
            <a:rect l="l" t="t" r="r" b="b"/>
            <a:pathLst>
              <a:path w="2079" h="1827" extrusionOk="0">
                <a:moveTo>
                  <a:pt x="1037" y="0"/>
                </a:moveTo>
                <a:cubicBezTo>
                  <a:pt x="780" y="0"/>
                  <a:pt x="535" y="110"/>
                  <a:pt x="326" y="298"/>
                </a:cubicBezTo>
                <a:cubicBezTo>
                  <a:pt x="174" y="434"/>
                  <a:pt x="0" y="590"/>
                  <a:pt x="0" y="797"/>
                </a:cubicBezTo>
                <a:cubicBezTo>
                  <a:pt x="0" y="1003"/>
                  <a:pt x="136" y="1188"/>
                  <a:pt x="277" y="1328"/>
                </a:cubicBezTo>
                <a:cubicBezTo>
                  <a:pt x="525" y="1587"/>
                  <a:pt x="915" y="1827"/>
                  <a:pt x="1262" y="1827"/>
                </a:cubicBezTo>
                <a:cubicBezTo>
                  <a:pt x="1491" y="1827"/>
                  <a:pt x="1701" y="1722"/>
                  <a:pt x="1839" y="1448"/>
                </a:cubicBezTo>
                <a:cubicBezTo>
                  <a:pt x="2078" y="966"/>
                  <a:pt x="1975" y="364"/>
                  <a:pt x="1476" y="108"/>
                </a:cubicBezTo>
                <a:cubicBezTo>
                  <a:pt x="1329" y="34"/>
                  <a:pt x="1181" y="0"/>
                  <a:pt x="103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98" name="Google Shape;23898;p91"/>
          <p:cNvSpPr/>
          <p:nvPr/>
        </p:nvSpPr>
        <p:spPr>
          <a:xfrm>
            <a:off x="5921573" y="3530475"/>
            <a:ext cx="420427" cy="461299"/>
          </a:xfrm>
          <a:custGeom>
            <a:avLst/>
            <a:gdLst/>
            <a:ahLst/>
            <a:cxnLst/>
            <a:rect l="l" t="t" r="r" b="b"/>
            <a:pathLst>
              <a:path w="2903" h="2718" extrusionOk="0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99" name="Google Shape;23899;p91"/>
          <p:cNvSpPr txBox="1">
            <a:spLocks noGrp="1"/>
          </p:cNvSpPr>
          <p:nvPr>
            <p:ph type="title" idx="4294967295"/>
          </p:nvPr>
        </p:nvSpPr>
        <p:spPr>
          <a:xfrm>
            <a:off x="6559825" y="1567150"/>
            <a:ext cx="1144800" cy="3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latin typeface="Open Sans"/>
                <a:ea typeface="Open Sans"/>
                <a:cs typeface="Open Sans"/>
                <a:sym typeface="Open Sans"/>
              </a:rPr>
              <a:t>Astoria</a:t>
            </a:r>
            <a:endParaRPr sz="1400" b="1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00" name="Google Shape;23900;p91"/>
          <p:cNvSpPr txBox="1">
            <a:spLocks noGrp="1"/>
          </p:cNvSpPr>
          <p:nvPr>
            <p:ph type="title" idx="4294967295"/>
          </p:nvPr>
        </p:nvSpPr>
        <p:spPr>
          <a:xfrm>
            <a:off x="6559824" y="2548775"/>
            <a:ext cx="1563096" cy="3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latin typeface="Open Sans"/>
                <a:ea typeface="Open Sans"/>
                <a:cs typeface="Open Sans"/>
                <a:sym typeface="Open Sans"/>
              </a:rPr>
              <a:t>Hell’s Kitchen</a:t>
            </a:r>
            <a:endParaRPr sz="1400" b="1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01" name="Google Shape;23901;p91"/>
          <p:cNvSpPr txBox="1">
            <a:spLocks noGrp="1"/>
          </p:cNvSpPr>
          <p:nvPr>
            <p:ph type="title" idx="4294967295"/>
          </p:nvPr>
        </p:nvSpPr>
        <p:spPr>
          <a:xfrm>
            <a:off x="6559825" y="3530400"/>
            <a:ext cx="1870940" cy="3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latin typeface="Open Sans"/>
                <a:ea typeface="Open Sans"/>
                <a:cs typeface="Open Sans"/>
                <a:sym typeface="Open Sans"/>
              </a:rPr>
              <a:t>Lower Manhattan</a:t>
            </a:r>
            <a:endParaRPr sz="1400" b="1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02" name="Google Shape;23902;p91"/>
          <p:cNvSpPr txBox="1"/>
          <p:nvPr/>
        </p:nvSpPr>
        <p:spPr>
          <a:xfrm>
            <a:off x="6559825" y="1820925"/>
            <a:ext cx="2016000" cy="5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03" name="Google Shape;23903;p91"/>
          <p:cNvSpPr txBox="1"/>
          <p:nvPr/>
        </p:nvSpPr>
        <p:spPr>
          <a:xfrm>
            <a:off x="6559825" y="2763900"/>
            <a:ext cx="2016000" cy="5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04" name="Google Shape;23904;p91"/>
          <p:cNvSpPr txBox="1"/>
          <p:nvPr/>
        </p:nvSpPr>
        <p:spPr>
          <a:xfrm>
            <a:off x="6559825" y="3759275"/>
            <a:ext cx="2016000" cy="5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05" name="Google Shape;23905;p91"/>
          <p:cNvSpPr/>
          <p:nvPr/>
        </p:nvSpPr>
        <p:spPr>
          <a:xfrm>
            <a:off x="3928448" y="2087550"/>
            <a:ext cx="420427" cy="461299"/>
          </a:xfrm>
          <a:custGeom>
            <a:avLst/>
            <a:gdLst/>
            <a:ahLst/>
            <a:cxnLst/>
            <a:rect l="l" t="t" r="r" b="b"/>
            <a:pathLst>
              <a:path w="2903" h="2718" extrusionOk="0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06" name="Google Shape;23906;p91"/>
          <p:cNvSpPr/>
          <p:nvPr/>
        </p:nvSpPr>
        <p:spPr>
          <a:xfrm>
            <a:off x="1506753" y="2862821"/>
            <a:ext cx="420415" cy="369451"/>
          </a:xfrm>
          <a:custGeom>
            <a:avLst/>
            <a:gdLst/>
            <a:ahLst/>
            <a:cxnLst/>
            <a:rect l="l" t="t" r="r" b="b"/>
            <a:pathLst>
              <a:path w="2079" h="1827" extrusionOk="0">
                <a:moveTo>
                  <a:pt x="1037" y="0"/>
                </a:moveTo>
                <a:cubicBezTo>
                  <a:pt x="780" y="0"/>
                  <a:pt x="535" y="110"/>
                  <a:pt x="326" y="298"/>
                </a:cubicBezTo>
                <a:cubicBezTo>
                  <a:pt x="174" y="434"/>
                  <a:pt x="0" y="590"/>
                  <a:pt x="0" y="797"/>
                </a:cubicBezTo>
                <a:cubicBezTo>
                  <a:pt x="0" y="1003"/>
                  <a:pt x="136" y="1188"/>
                  <a:pt x="277" y="1328"/>
                </a:cubicBezTo>
                <a:cubicBezTo>
                  <a:pt x="525" y="1587"/>
                  <a:pt x="915" y="1827"/>
                  <a:pt x="1262" y="1827"/>
                </a:cubicBezTo>
                <a:cubicBezTo>
                  <a:pt x="1491" y="1827"/>
                  <a:pt x="1701" y="1722"/>
                  <a:pt x="1839" y="1448"/>
                </a:cubicBezTo>
                <a:cubicBezTo>
                  <a:pt x="2078" y="966"/>
                  <a:pt x="1975" y="364"/>
                  <a:pt x="1476" y="108"/>
                </a:cubicBezTo>
                <a:cubicBezTo>
                  <a:pt x="1329" y="34"/>
                  <a:pt x="1181" y="0"/>
                  <a:pt x="103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07" name="Google Shape;23907;p91"/>
          <p:cNvSpPr/>
          <p:nvPr/>
        </p:nvSpPr>
        <p:spPr>
          <a:xfrm>
            <a:off x="1319711" y="1631522"/>
            <a:ext cx="451550" cy="369450"/>
          </a:xfrm>
          <a:custGeom>
            <a:avLst/>
            <a:gdLst/>
            <a:ahLst/>
            <a:cxnLst/>
            <a:rect l="l" t="t" r="r" b="b"/>
            <a:pathLst>
              <a:path w="2442" h="1998" extrusionOk="0">
                <a:moveTo>
                  <a:pt x="1079" y="1"/>
                </a:moveTo>
                <a:cubicBezTo>
                  <a:pt x="952" y="1"/>
                  <a:pt x="821" y="27"/>
                  <a:pt x="689" y="85"/>
                </a:cubicBezTo>
                <a:cubicBezTo>
                  <a:pt x="207" y="274"/>
                  <a:pt x="1" y="703"/>
                  <a:pt x="1" y="1202"/>
                </a:cubicBezTo>
                <a:cubicBezTo>
                  <a:pt x="1" y="1425"/>
                  <a:pt x="17" y="1684"/>
                  <a:pt x="207" y="1837"/>
                </a:cubicBezTo>
                <a:cubicBezTo>
                  <a:pt x="354" y="1956"/>
                  <a:pt x="560" y="1997"/>
                  <a:pt x="754" y="1997"/>
                </a:cubicBezTo>
                <a:cubicBezTo>
                  <a:pt x="790" y="1997"/>
                  <a:pt x="824" y="1996"/>
                  <a:pt x="859" y="1994"/>
                </a:cubicBezTo>
                <a:cubicBezTo>
                  <a:pt x="1514" y="1961"/>
                  <a:pt x="2442" y="1528"/>
                  <a:pt x="2095" y="740"/>
                </a:cubicBezTo>
                <a:cubicBezTo>
                  <a:pt x="1910" y="312"/>
                  <a:pt x="1517" y="1"/>
                  <a:pt x="107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726" name="Google Shape;23726;p83"/>
          <p:cNvGrpSpPr/>
          <p:nvPr/>
        </p:nvGrpSpPr>
        <p:grpSpPr>
          <a:xfrm>
            <a:off x="7155872" y="561649"/>
            <a:ext cx="548753" cy="474259"/>
            <a:chOff x="1906088" y="3103615"/>
            <a:chExt cx="548753" cy="474259"/>
          </a:xfrm>
        </p:grpSpPr>
        <p:sp>
          <p:nvSpPr>
            <p:cNvPr id="23727" name="Google Shape;23727;p83"/>
            <p:cNvSpPr/>
            <p:nvPr/>
          </p:nvSpPr>
          <p:spPr>
            <a:xfrm>
              <a:off x="1906088" y="3103615"/>
              <a:ext cx="548753" cy="474259"/>
            </a:xfrm>
            <a:custGeom>
              <a:avLst/>
              <a:gdLst/>
              <a:ahLst/>
              <a:cxnLst/>
              <a:rect l="l" t="t" r="r" b="b"/>
              <a:pathLst>
                <a:path w="71522" h="61833" extrusionOk="0">
                  <a:moveTo>
                    <a:pt x="41457" y="1"/>
                  </a:moveTo>
                  <a:cubicBezTo>
                    <a:pt x="39546" y="1"/>
                    <a:pt x="37623" y="126"/>
                    <a:pt x="35716" y="369"/>
                  </a:cubicBezTo>
                  <a:cubicBezTo>
                    <a:pt x="24925" y="1737"/>
                    <a:pt x="14591" y="7421"/>
                    <a:pt x="8542" y="16570"/>
                  </a:cubicBezTo>
                  <a:cubicBezTo>
                    <a:pt x="2432" y="25841"/>
                    <a:pt x="1" y="40643"/>
                    <a:pt x="8177" y="49397"/>
                  </a:cubicBezTo>
                  <a:cubicBezTo>
                    <a:pt x="11369" y="52802"/>
                    <a:pt x="15503" y="55142"/>
                    <a:pt x="19758" y="57027"/>
                  </a:cubicBezTo>
                  <a:cubicBezTo>
                    <a:pt x="26118" y="59880"/>
                    <a:pt x="32944" y="61832"/>
                    <a:pt x="39921" y="61832"/>
                  </a:cubicBezTo>
                  <a:cubicBezTo>
                    <a:pt x="40080" y="61832"/>
                    <a:pt x="40238" y="61831"/>
                    <a:pt x="40397" y="61829"/>
                  </a:cubicBezTo>
                  <a:cubicBezTo>
                    <a:pt x="54622" y="61616"/>
                    <a:pt x="66537" y="51647"/>
                    <a:pt x="69668" y="37817"/>
                  </a:cubicBezTo>
                  <a:cubicBezTo>
                    <a:pt x="71522" y="29731"/>
                    <a:pt x="71248" y="16996"/>
                    <a:pt x="65838" y="10157"/>
                  </a:cubicBezTo>
                  <a:cubicBezTo>
                    <a:pt x="60267" y="3117"/>
                    <a:pt x="51003" y="1"/>
                    <a:pt x="414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8" name="Google Shape;23728;p83"/>
            <p:cNvSpPr/>
            <p:nvPr/>
          </p:nvSpPr>
          <p:spPr>
            <a:xfrm>
              <a:off x="2082112" y="3202953"/>
              <a:ext cx="208160" cy="43884"/>
            </a:xfrm>
            <a:custGeom>
              <a:avLst/>
              <a:gdLst/>
              <a:ahLst/>
              <a:cxnLst/>
              <a:rect l="l" t="t" r="r" b="b"/>
              <a:pathLst>
                <a:path w="14204" h="2995" extrusionOk="0">
                  <a:moveTo>
                    <a:pt x="1099" y="0"/>
                  </a:moveTo>
                  <a:cubicBezTo>
                    <a:pt x="497" y="0"/>
                    <a:pt x="0" y="497"/>
                    <a:pt x="0" y="1083"/>
                  </a:cubicBezTo>
                  <a:cubicBezTo>
                    <a:pt x="0" y="1098"/>
                    <a:pt x="0" y="1128"/>
                    <a:pt x="0" y="1144"/>
                  </a:cubicBezTo>
                  <a:lnTo>
                    <a:pt x="151" y="2422"/>
                  </a:lnTo>
                  <a:cubicBezTo>
                    <a:pt x="361" y="2317"/>
                    <a:pt x="617" y="2272"/>
                    <a:pt x="858" y="2272"/>
                  </a:cubicBezTo>
                  <a:cubicBezTo>
                    <a:pt x="2001" y="2272"/>
                    <a:pt x="2648" y="2573"/>
                    <a:pt x="3130" y="2784"/>
                  </a:cubicBezTo>
                  <a:cubicBezTo>
                    <a:pt x="3446" y="2934"/>
                    <a:pt x="3581" y="2994"/>
                    <a:pt x="4002" y="2994"/>
                  </a:cubicBezTo>
                  <a:cubicBezTo>
                    <a:pt x="4394" y="2994"/>
                    <a:pt x="4514" y="2949"/>
                    <a:pt x="4830" y="2799"/>
                  </a:cubicBezTo>
                  <a:cubicBezTo>
                    <a:pt x="5311" y="2573"/>
                    <a:pt x="5943" y="2272"/>
                    <a:pt x="7087" y="2272"/>
                  </a:cubicBezTo>
                  <a:cubicBezTo>
                    <a:pt x="8245" y="2272"/>
                    <a:pt x="8877" y="2573"/>
                    <a:pt x="9344" y="2799"/>
                  </a:cubicBezTo>
                  <a:cubicBezTo>
                    <a:pt x="9675" y="2949"/>
                    <a:pt x="9795" y="2994"/>
                    <a:pt x="10186" y="2994"/>
                  </a:cubicBezTo>
                  <a:cubicBezTo>
                    <a:pt x="10607" y="2994"/>
                    <a:pt x="10758" y="2934"/>
                    <a:pt x="11074" y="2784"/>
                  </a:cubicBezTo>
                  <a:cubicBezTo>
                    <a:pt x="11555" y="2558"/>
                    <a:pt x="12202" y="2272"/>
                    <a:pt x="13346" y="2272"/>
                  </a:cubicBezTo>
                  <a:cubicBezTo>
                    <a:pt x="13587" y="2272"/>
                    <a:pt x="13842" y="2317"/>
                    <a:pt x="14053" y="2422"/>
                  </a:cubicBezTo>
                  <a:lnTo>
                    <a:pt x="14188" y="1144"/>
                  </a:lnTo>
                  <a:cubicBezTo>
                    <a:pt x="14203" y="1128"/>
                    <a:pt x="14203" y="1098"/>
                    <a:pt x="14203" y="1083"/>
                  </a:cubicBezTo>
                  <a:cubicBezTo>
                    <a:pt x="14203" y="497"/>
                    <a:pt x="13707" y="0"/>
                    <a:pt x="131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9" name="Google Shape;23729;p83"/>
            <p:cNvSpPr/>
            <p:nvPr/>
          </p:nvSpPr>
          <p:spPr>
            <a:xfrm>
              <a:off x="2086522" y="3252331"/>
              <a:ext cx="199337" cy="226205"/>
            </a:xfrm>
            <a:custGeom>
              <a:avLst/>
              <a:gdLst/>
              <a:ahLst/>
              <a:cxnLst/>
              <a:rect l="l" t="t" r="r" b="b"/>
              <a:pathLst>
                <a:path w="13602" h="15438" extrusionOk="0">
                  <a:moveTo>
                    <a:pt x="6801" y="4228"/>
                  </a:moveTo>
                  <a:cubicBezTo>
                    <a:pt x="7102" y="4228"/>
                    <a:pt x="7358" y="4484"/>
                    <a:pt x="7358" y="4785"/>
                  </a:cubicBezTo>
                  <a:lnTo>
                    <a:pt x="7358" y="5808"/>
                  </a:lnTo>
                  <a:lnTo>
                    <a:pt x="8080" y="5086"/>
                  </a:lnTo>
                  <a:cubicBezTo>
                    <a:pt x="8185" y="4980"/>
                    <a:pt x="8328" y="4928"/>
                    <a:pt x="8471" y="4928"/>
                  </a:cubicBezTo>
                  <a:cubicBezTo>
                    <a:pt x="8614" y="4928"/>
                    <a:pt x="8757" y="4980"/>
                    <a:pt x="8862" y="5086"/>
                  </a:cubicBezTo>
                  <a:cubicBezTo>
                    <a:pt x="9073" y="5296"/>
                    <a:pt x="9073" y="5642"/>
                    <a:pt x="8862" y="5868"/>
                  </a:cubicBezTo>
                  <a:lnTo>
                    <a:pt x="8125" y="6590"/>
                  </a:lnTo>
                  <a:lnTo>
                    <a:pt x="9163" y="6590"/>
                  </a:lnTo>
                  <a:cubicBezTo>
                    <a:pt x="9464" y="6590"/>
                    <a:pt x="9720" y="6846"/>
                    <a:pt x="9720" y="7147"/>
                  </a:cubicBezTo>
                  <a:cubicBezTo>
                    <a:pt x="9720" y="7448"/>
                    <a:pt x="9464" y="7689"/>
                    <a:pt x="9163" y="7689"/>
                  </a:cubicBezTo>
                  <a:lnTo>
                    <a:pt x="8125" y="7689"/>
                  </a:lnTo>
                  <a:lnTo>
                    <a:pt x="8862" y="8426"/>
                  </a:lnTo>
                  <a:cubicBezTo>
                    <a:pt x="9073" y="8637"/>
                    <a:pt x="9073" y="8983"/>
                    <a:pt x="8862" y="9208"/>
                  </a:cubicBezTo>
                  <a:cubicBezTo>
                    <a:pt x="8757" y="9314"/>
                    <a:pt x="8606" y="9359"/>
                    <a:pt x="8471" y="9359"/>
                  </a:cubicBezTo>
                  <a:cubicBezTo>
                    <a:pt x="8335" y="9359"/>
                    <a:pt x="8185" y="9314"/>
                    <a:pt x="8080" y="9208"/>
                  </a:cubicBezTo>
                  <a:lnTo>
                    <a:pt x="7358" y="8471"/>
                  </a:lnTo>
                  <a:lnTo>
                    <a:pt x="7358" y="9509"/>
                  </a:lnTo>
                  <a:cubicBezTo>
                    <a:pt x="7358" y="9810"/>
                    <a:pt x="7102" y="10051"/>
                    <a:pt x="6801" y="10051"/>
                  </a:cubicBezTo>
                  <a:cubicBezTo>
                    <a:pt x="6500" y="10051"/>
                    <a:pt x="6244" y="9810"/>
                    <a:pt x="6244" y="9509"/>
                  </a:cubicBezTo>
                  <a:lnTo>
                    <a:pt x="6244" y="8471"/>
                  </a:lnTo>
                  <a:lnTo>
                    <a:pt x="5522" y="9208"/>
                  </a:lnTo>
                  <a:cubicBezTo>
                    <a:pt x="5417" y="9314"/>
                    <a:pt x="5266" y="9359"/>
                    <a:pt x="5131" y="9359"/>
                  </a:cubicBezTo>
                  <a:cubicBezTo>
                    <a:pt x="4995" y="9359"/>
                    <a:pt x="4845" y="9314"/>
                    <a:pt x="4740" y="9208"/>
                  </a:cubicBezTo>
                  <a:cubicBezTo>
                    <a:pt x="4529" y="8983"/>
                    <a:pt x="4529" y="8637"/>
                    <a:pt x="4740" y="8426"/>
                  </a:cubicBezTo>
                  <a:lnTo>
                    <a:pt x="5477" y="7689"/>
                  </a:lnTo>
                  <a:lnTo>
                    <a:pt x="4439" y="7689"/>
                  </a:lnTo>
                  <a:cubicBezTo>
                    <a:pt x="4138" y="7689"/>
                    <a:pt x="3882" y="7448"/>
                    <a:pt x="3882" y="7147"/>
                  </a:cubicBezTo>
                  <a:cubicBezTo>
                    <a:pt x="3882" y="6846"/>
                    <a:pt x="4138" y="6590"/>
                    <a:pt x="4439" y="6590"/>
                  </a:cubicBezTo>
                  <a:lnTo>
                    <a:pt x="5477" y="6590"/>
                  </a:lnTo>
                  <a:lnTo>
                    <a:pt x="4740" y="5868"/>
                  </a:lnTo>
                  <a:cubicBezTo>
                    <a:pt x="4529" y="5642"/>
                    <a:pt x="4529" y="5296"/>
                    <a:pt x="4740" y="5086"/>
                  </a:cubicBezTo>
                  <a:cubicBezTo>
                    <a:pt x="4845" y="4980"/>
                    <a:pt x="4988" y="4928"/>
                    <a:pt x="5131" y="4928"/>
                  </a:cubicBezTo>
                  <a:cubicBezTo>
                    <a:pt x="5274" y="4928"/>
                    <a:pt x="5417" y="4980"/>
                    <a:pt x="5522" y="5086"/>
                  </a:cubicBezTo>
                  <a:lnTo>
                    <a:pt x="6244" y="5808"/>
                  </a:lnTo>
                  <a:lnTo>
                    <a:pt x="6244" y="4785"/>
                  </a:lnTo>
                  <a:cubicBezTo>
                    <a:pt x="6244" y="4484"/>
                    <a:pt x="6500" y="4228"/>
                    <a:pt x="6801" y="4228"/>
                  </a:cubicBezTo>
                  <a:close/>
                  <a:moveTo>
                    <a:pt x="557" y="0"/>
                  </a:moveTo>
                  <a:cubicBezTo>
                    <a:pt x="406" y="0"/>
                    <a:pt x="256" y="60"/>
                    <a:pt x="151" y="181"/>
                  </a:cubicBezTo>
                  <a:cubicBezTo>
                    <a:pt x="45" y="301"/>
                    <a:pt x="0" y="452"/>
                    <a:pt x="15" y="602"/>
                  </a:cubicBezTo>
                  <a:lnTo>
                    <a:pt x="1505" y="14399"/>
                  </a:lnTo>
                  <a:cubicBezTo>
                    <a:pt x="1520" y="14986"/>
                    <a:pt x="2001" y="15437"/>
                    <a:pt x="2588" y="15437"/>
                  </a:cubicBezTo>
                  <a:lnTo>
                    <a:pt x="11014" y="15437"/>
                  </a:lnTo>
                  <a:cubicBezTo>
                    <a:pt x="11600" y="15437"/>
                    <a:pt x="12082" y="14986"/>
                    <a:pt x="12097" y="14399"/>
                  </a:cubicBezTo>
                  <a:lnTo>
                    <a:pt x="13586" y="602"/>
                  </a:lnTo>
                  <a:cubicBezTo>
                    <a:pt x="13602" y="452"/>
                    <a:pt x="13556" y="301"/>
                    <a:pt x="13451" y="181"/>
                  </a:cubicBezTo>
                  <a:cubicBezTo>
                    <a:pt x="13346" y="60"/>
                    <a:pt x="13195" y="0"/>
                    <a:pt x="13045" y="0"/>
                  </a:cubicBezTo>
                  <a:cubicBezTo>
                    <a:pt x="12142" y="0"/>
                    <a:pt x="11661" y="226"/>
                    <a:pt x="11239" y="422"/>
                  </a:cubicBezTo>
                  <a:cubicBezTo>
                    <a:pt x="10863" y="587"/>
                    <a:pt x="10547" y="738"/>
                    <a:pt x="9885" y="738"/>
                  </a:cubicBezTo>
                  <a:cubicBezTo>
                    <a:pt x="9238" y="738"/>
                    <a:pt x="8952" y="587"/>
                    <a:pt x="8576" y="422"/>
                  </a:cubicBezTo>
                  <a:cubicBezTo>
                    <a:pt x="8155" y="226"/>
                    <a:pt x="7689" y="0"/>
                    <a:pt x="6786" y="0"/>
                  </a:cubicBezTo>
                  <a:cubicBezTo>
                    <a:pt x="5898" y="0"/>
                    <a:pt x="5432" y="226"/>
                    <a:pt x="5010" y="422"/>
                  </a:cubicBezTo>
                  <a:cubicBezTo>
                    <a:pt x="4634" y="587"/>
                    <a:pt x="4348" y="738"/>
                    <a:pt x="3701" y="738"/>
                  </a:cubicBezTo>
                  <a:cubicBezTo>
                    <a:pt x="3039" y="738"/>
                    <a:pt x="2723" y="587"/>
                    <a:pt x="2362" y="422"/>
                  </a:cubicBezTo>
                  <a:cubicBezTo>
                    <a:pt x="1941" y="226"/>
                    <a:pt x="1460" y="0"/>
                    <a:pt x="5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3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3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3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3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3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3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3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3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80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3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0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3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3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3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30798-D33E-925C-3F74-A6909E534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A36DF63-C66E-B177-8953-7096670DF4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2305672"/>
              </p:ext>
            </p:extLst>
          </p:nvPr>
        </p:nvGraphicFramePr>
        <p:xfrm>
          <a:off x="2225040" y="1860300"/>
          <a:ext cx="51435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13518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6EFEC-5846-14CB-AFE2-AFFB72325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 </a:t>
            </a:r>
            <a:endParaRPr lang="en-ZA" dirty="0"/>
          </a:p>
        </p:txBody>
      </p:sp>
      <p:pic>
        <p:nvPicPr>
          <p:cNvPr id="3" name="Google Shape;25831;p120">
            <a:extLst>
              <a:ext uri="{FF2B5EF4-FFF2-40B4-BE49-F238E27FC236}">
                <a16:creationId xmlns:a16="http://schemas.microsoft.com/office/drawing/2014/main" id="{7D67C324-A65A-36FF-788A-7DB5EA08E57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1480" y="1325880"/>
            <a:ext cx="1798320" cy="19583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AB7FC5-0215-4590-BA6A-AF027F3E0FB4}"/>
              </a:ext>
            </a:extLst>
          </p:cNvPr>
          <p:cNvSpPr txBox="1"/>
          <p:nvPr/>
        </p:nvSpPr>
        <p:spPr>
          <a:xfrm>
            <a:off x="2936488" y="1232700"/>
            <a:ext cx="571685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2">
                    <a:lumMod val="10000"/>
                  </a:schemeClr>
                </a:solidFill>
                <a:latin typeface="Bahnschrift Light Condensed" panose="020B0502040204020203" pitchFamily="34" charset="0"/>
              </a:rPr>
              <a:t>Conclusion</a:t>
            </a:r>
          </a:p>
          <a:p>
            <a:r>
              <a:rPr lang="en-GB" dirty="0">
                <a:solidFill>
                  <a:schemeClr val="bg2">
                    <a:lumMod val="10000"/>
                  </a:schemeClr>
                </a:solidFill>
                <a:latin typeface="Bahnschrift Light Condensed" panose="020B0502040204020203" pitchFamily="34" charset="0"/>
              </a:rPr>
              <a:t>Overall, the sales analysis shows that </a:t>
            </a:r>
            <a:r>
              <a:rPr lang="en-GB" b="1" dirty="0">
                <a:solidFill>
                  <a:schemeClr val="bg2">
                    <a:lumMod val="10000"/>
                  </a:schemeClr>
                </a:solidFill>
                <a:latin typeface="Bahnschrift Light Condensed" panose="020B0502040204020203" pitchFamily="34" charset="0"/>
              </a:rPr>
              <a:t>coffee is the top-performing product</a:t>
            </a:r>
            <a:r>
              <a:rPr lang="en-GB" dirty="0">
                <a:solidFill>
                  <a:schemeClr val="bg2">
                    <a:lumMod val="10000"/>
                  </a:schemeClr>
                </a:solidFill>
                <a:latin typeface="Bahnschrift Light Condensed" panose="020B0502040204020203" pitchFamily="34" charset="0"/>
              </a:rPr>
              <a:t>, driving the highest revenue across all stores. </a:t>
            </a:r>
            <a:r>
              <a:rPr lang="en-GB" b="1" dirty="0">
                <a:solidFill>
                  <a:schemeClr val="bg2">
                    <a:lumMod val="10000"/>
                  </a:schemeClr>
                </a:solidFill>
                <a:latin typeface="Bahnschrift Light Condensed" panose="020B0502040204020203" pitchFamily="34" charset="0"/>
              </a:rPr>
              <a:t>Hell’s Kitchen</a:t>
            </a:r>
            <a:r>
              <a:rPr lang="en-GB" dirty="0">
                <a:solidFill>
                  <a:schemeClr val="bg2">
                    <a:lumMod val="10000"/>
                  </a:schemeClr>
                </a:solidFill>
                <a:latin typeface="Bahnschrift Light Condensed" panose="020B0502040204020203" pitchFamily="34" charset="0"/>
              </a:rPr>
              <a:t> stands out as the leading location in sales performance, especially during the </a:t>
            </a:r>
            <a:r>
              <a:rPr lang="en-GB" b="1" dirty="0">
                <a:solidFill>
                  <a:schemeClr val="bg2">
                    <a:lumMod val="10000"/>
                  </a:schemeClr>
                </a:solidFill>
                <a:latin typeface="Bahnschrift Light Condensed" panose="020B0502040204020203" pitchFamily="34" charset="0"/>
              </a:rPr>
              <a:t>morning hours (06h00–11h59)</a:t>
            </a:r>
            <a:r>
              <a:rPr lang="en-GB" dirty="0">
                <a:solidFill>
                  <a:schemeClr val="bg2">
                    <a:lumMod val="10000"/>
                  </a:schemeClr>
                </a:solidFill>
                <a:latin typeface="Bahnschrift Light Condensed" panose="020B0502040204020203" pitchFamily="34" charset="0"/>
              </a:rPr>
              <a:t> when customer activity peaks. Afternoon sales remain steady, while evening sales experience a noticeable decline. These insights highlight the importance of focusing marketing and operational efforts on morning promotions and enhancing the customer experience at high-performing branches to sustain growth and maximize overall revenue.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16201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offee Vibes XL by Slidesgo">
  <a:themeElements>
    <a:clrScheme name="Simple Light">
      <a:dk1>
        <a:srgbClr val="F4ECE7"/>
      </a:dk1>
      <a:lt1>
        <a:srgbClr val="756458"/>
      </a:lt1>
      <a:dk2>
        <a:srgbClr val="E5D0C3"/>
      </a:dk2>
      <a:lt2>
        <a:srgbClr val="5F8794"/>
      </a:lt2>
      <a:accent1>
        <a:srgbClr val="F4ECE7"/>
      </a:accent1>
      <a:accent2>
        <a:srgbClr val="756458"/>
      </a:accent2>
      <a:accent3>
        <a:srgbClr val="E5D0C3"/>
      </a:accent3>
      <a:accent4>
        <a:srgbClr val="5F8794"/>
      </a:accent4>
      <a:accent5>
        <a:srgbClr val="5F8794"/>
      </a:accent5>
      <a:accent6>
        <a:srgbClr val="5F8794"/>
      </a:accent6>
      <a:hlink>
        <a:srgbClr val="7564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228</Words>
  <Application>Microsoft Office PowerPoint</Application>
  <PresentationFormat>On-screen Show (16:9)</PresentationFormat>
  <Paragraphs>44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Berkshire Swash</vt:lpstr>
      <vt:lpstr>Open Sans</vt:lpstr>
      <vt:lpstr>Arial</vt:lpstr>
      <vt:lpstr>Bahnschrift Light Condensed</vt:lpstr>
      <vt:lpstr>Coffee Vibes XL by Slidesgo</vt:lpstr>
      <vt:lpstr>Bright Coffee Shop Sales</vt:lpstr>
      <vt:lpstr>Table of Contents</vt:lpstr>
      <vt:lpstr>Bright Coffee Shop Sales Analysis</vt:lpstr>
      <vt:lpstr>Coffee generates more sales than all other products</vt:lpstr>
      <vt:lpstr> Revenue Bar Graph</vt:lpstr>
      <vt:lpstr>Pie Chart of Revenue By days of the week </vt:lpstr>
      <vt:lpstr>Product Presentation</vt:lpstr>
      <vt:lpstr>Sales </vt:lpstr>
      <vt:lpstr>3 Different Coffee shops Location </vt:lpstr>
      <vt:lpstr>PowerPoint Presentation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KABELO JOSEPH MANAKA (EN KHULA SIZWE PRIMARY SCHOOL ADMIN)</cp:lastModifiedBy>
  <cp:revision>3</cp:revision>
  <dcterms:modified xsi:type="dcterms:W3CDTF">2025-11-10T14:16:11Z</dcterms:modified>
</cp:coreProperties>
</file>